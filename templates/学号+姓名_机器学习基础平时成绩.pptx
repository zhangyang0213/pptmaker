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6" showSpecialPlsOnTitleSld="0">
  <p:sldMasterIdLst>
    <p:sldMasterId id="2147483648" r:id="rId1"/>
  </p:sldMasterIdLst>
  <p:notesMasterIdLst>
    <p:notesMasterId r:id="rId4"/>
  </p:notesMasterIdLst>
  <p:handoutMasterIdLst>
    <p:handoutMasterId r:id="rId16"/>
  </p:handoutMasterIdLst>
  <p:sldIdLst>
    <p:sldId id="348" r:id="rId3"/>
    <p:sldId id="384" r:id="rId5"/>
    <p:sldId id="257" r:id="rId6"/>
    <p:sldId id="258" r:id="rId7"/>
    <p:sldId id="263" r:id="rId8"/>
    <p:sldId id="262" r:id="rId9"/>
    <p:sldId id="266" r:id="rId10"/>
    <p:sldId id="260" r:id="rId11"/>
    <p:sldId id="345" r:id="rId12"/>
    <p:sldId id="261" r:id="rId13"/>
    <p:sldId id="274" r:id="rId14"/>
    <p:sldId id="281" r:id="rId15"/>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开始" id="{71940C98-1D32-472D-A2AB-0C38DC433412}">
          <p14:sldIdLst>
            <p14:sldId id="348"/>
            <p14:sldId id="384"/>
            <p14:sldId id="257"/>
          </p14:sldIdLst>
        </p14:section>
        <p14:section name="Part 1" id="{E28C0AA7-C14C-4EA1-9E95-9A5BD0251C3D}">
          <p14:sldIdLst>
            <p14:sldId id="258"/>
            <p14:sldId id="263"/>
          </p14:sldIdLst>
        </p14:section>
        <p14:section name="Part 2" id="{3565B906-583A-4933-8E3A-F99E90835EF0}">
          <p14:sldIdLst>
            <p14:sldId id="262"/>
            <p14:sldId id="266"/>
          </p14:sldIdLst>
        </p14:section>
        <p14:section name="Part 3" id="{3F7497CF-3265-46CA-B9B2-451A978DC6AD}">
          <p14:sldIdLst>
            <p14:sldId id="260"/>
            <p14:sldId id="345"/>
          </p14:sldIdLst>
        </p14:section>
        <p14:section name="Part 4" id="{CC9FEC1E-87DD-464B-8BA3-017806CDBFAA}">
          <p14:sldIdLst>
            <p14:sldId id="261"/>
            <p14:sldId id="274"/>
            <p14:sldId id="28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E48E1"/>
    <a:srgbClr val="8B0012"/>
    <a:srgbClr val="EDF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11" autoAdjust="0"/>
    <p:restoredTop sz="90337" autoAdjust="0"/>
  </p:normalViewPr>
  <p:slideViewPr>
    <p:cSldViewPr snapToGrid="0">
      <p:cViewPr varScale="1">
        <p:scale>
          <a:sx n="67" d="100"/>
          <a:sy n="67" d="100"/>
        </p:scale>
        <p:origin x="795" y="48"/>
      </p:cViewPr>
      <p:guideLst/>
    </p:cSldViewPr>
  </p:slideViewPr>
  <p:notesTextViewPr>
    <p:cViewPr>
      <p:scale>
        <a:sx n="1" d="1"/>
        <a:sy n="1" d="1"/>
      </p:scale>
      <p:origin x="0" y="0"/>
    </p:cViewPr>
  </p:notesTextViewPr>
  <p:notesViewPr>
    <p:cSldViewPr snapToGrid="0">
      <p:cViewPr varScale="1">
        <p:scale>
          <a:sx n="56" d="100"/>
          <a:sy n="56" d="100"/>
        </p:scale>
        <p:origin x="2370" y="51"/>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gs" Target="tags/tag25.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590072-8290-46F1-B3DB-9541D0D5A8F1}"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51A3E5-A43A-4665-A576-A46483EFB43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016601-C416-4692-B5D7-BFEC92D9B52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35DE0D-E504-42F3-A81B-DF77FB5AF62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pP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75C6D3-133E-4A51-8F1C-F484242B8F0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7" name="矩形 6"/>
          <p:cNvSpPr/>
          <p:nvPr userDrawn="1"/>
        </p:nvSpPr>
        <p:spPr>
          <a:xfrm>
            <a:off x="0" y="-1"/>
            <a:ext cx="12192000" cy="20516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rotWithShape="1">
          <a:blip r:embed="rId2" cstate="print">
            <a:extLst>
              <a:ext uri="{28A0092B-C50C-407E-A947-70E740481C1C}">
                <a14:useLocalDpi xmlns:a14="http://schemas.microsoft.com/office/drawing/2010/main" val="0"/>
              </a:ext>
            </a:extLst>
          </a:blip>
          <a:srcRect r="80387"/>
          <a:stretch>
            <a:fillRect/>
          </a:stretch>
        </p:blipFill>
        <p:spPr>
          <a:xfrm>
            <a:off x="9941969" y="272512"/>
            <a:ext cx="1562614" cy="1494735"/>
          </a:xfrm>
          <a:prstGeom prst="rect">
            <a:avLst/>
          </a:prstGeom>
        </p:spPr>
      </p:pic>
      <p:grpSp>
        <p:nvGrpSpPr>
          <p:cNvPr id="32" name="图形 282"/>
          <p:cNvGrpSpPr/>
          <p:nvPr userDrawn="1"/>
        </p:nvGrpSpPr>
        <p:grpSpPr>
          <a:xfrm>
            <a:off x="521922" y="96706"/>
            <a:ext cx="1858200" cy="1858200"/>
            <a:chOff x="5514975" y="2847975"/>
            <a:chExt cx="1164812" cy="1164812"/>
          </a:xfrm>
          <a:solidFill>
            <a:schemeClr val="bg1">
              <a:alpha val="15000"/>
            </a:schemeClr>
          </a:solidFill>
        </p:grpSpPr>
        <p:sp>
          <p:nvSpPr>
            <p:cNvPr id="33" name="任意多边形: 形状 32"/>
            <p:cNvSpPr/>
            <p:nvPr/>
          </p:nvSpPr>
          <p:spPr>
            <a:xfrm>
              <a:off x="5750623" y="2852832"/>
              <a:ext cx="571" cy="571"/>
            </a:xfrm>
            <a:custGeom>
              <a:avLst/>
              <a:gdLst>
                <a:gd name="connsiteX0" fmla="*/ 571 w 571"/>
                <a:gd name="connsiteY0" fmla="*/ 286 h 571"/>
                <a:gd name="connsiteX1" fmla="*/ 286 w 571"/>
                <a:gd name="connsiteY1" fmla="*/ 571 h 571"/>
                <a:gd name="connsiteX2" fmla="*/ 0 w 571"/>
                <a:gd name="connsiteY2" fmla="*/ 286 h 571"/>
                <a:gd name="connsiteX3" fmla="*/ 286 w 571"/>
                <a:gd name="connsiteY3" fmla="*/ 0 h 571"/>
                <a:gd name="connsiteX4" fmla="*/ 571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1" y="286"/>
                  </a:moveTo>
                  <a:cubicBezTo>
                    <a:pt x="571" y="444"/>
                    <a:pt x="444" y="571"/>
                    <a:pt x="286" y="571"/>
                  </a:cubicBezTo>
                  <a:cubicBezTo>
                    <a:pt x="128" y="571"/>
                    <a:pt x="0" y="444"/>
                    <a:pt x="0" y="286"/>
                  </a:cubicBezTo>
                  <a:cubicBezTo>
                    <a:pt x="0" y="128"/>
                    <a:pt x="128" y="0"/>
                    <a:pt x="286" y="0"/>
                  </a:cubicBezTo>
                  <a:cubicBezTo>
                    <a:pt x="444" y="0"/>
                    <a:pt x="571" y="128"/>
                    <a:pt x="571" y="286"/>
                  </a:cubicBezTo>
                  <a:close/>
                </a:path>
              </a:pathLst>
            </a:custGeom>
            <a:grpFill/>
            <a:ln w="9525" cap="flat">
              <a:noFill/>
              <a:prstDash val="solid"/>
              <a:miter/>
            </a:ln>
          </p:spPr>
          <p:txBody>
            <a:bodyPr rtlCol="0" anchor="ctr"/>
            <a:lstStyle/>
            <a:p>
              <a:endParaRPr lang="zh-CN" altLang="en-US"/>
            </a:p>
          </p:txBody>
        </p:sp>
        <p:sp>
          <p:nvSpPr>
            <p:cNvPr id="34" name="任意多边形: 形状 33"/>
            <p:cNvSpPr/>
            <p:nvPr/>
          </p:nvSpPr>
          <p:spPr>
            <a:xfrm>
              <a:off x="5864352" y="2851213"/>
              <a:ext cx="3810" cy="3810"/>
            </a:xfrm>
            <a:custGeom>
              <a:avLst/>
              <a:gdLst>
                <a:gd name="connsiteX0" fmla="*/ 1905 w 3810"/>
                <a:gd name="connsiteY0" fmla="*/ 3810 h 3810"/>
                <a:gd name="connsiteX1" fmla="*/ 3810 w 3810"/>
                <a:gd name="connsiteY1" fmla="*/ 1905 h 3810"/>
                <a:gd name="connsiteX2" fmla="*/ 1905 w 3810"/>
                <a:gd name="connsiteY2" fmla="*/ 0 h 3810"/>
                <a:gd name="connsiteX3" fmla="*/ 0 w 3810"/>
                <a:gd name="connsiteY3" fmla="*/ 1905 h 3810"/>
                <a:gd name="connsiteX4" fmla="*/ 1905 w 3810"/>
                <a:gd name="connsiteY4" fmla="*/ 3810 h 3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 h="3810">
                  <a:moveTo>
                    <a:pt x="1905" y="3810"/>
                  </a:moveTo>
                  <a:cubicBezTo>
                    <a:pt x="2953" y="3810"/>
                    <a:pt x="3810" y="2953"/>
                    <a:pt x="3810" y="1905"/>
                  </a:cubicBezTo>
                  <a:cubicBezTo>
                    <a:pt x="3810" y="857"/>
                    <a:pt x="2953" y="0"/>
                    <a:pt x="1905" y="0"/>
                  </a:cubicBezTo>
                  <a:cubicBezTo>
                    <a:pt x="857" y="0"/>
                    <a:pt x="0" y="857"/>
                    <a:pt x="0" y="1905"/>
                  </a:cubicBezTo>
                  <a:cubicBezTo>
                    <a:pt x="0" y="2953"/>
                    <a:pt x="857" y="3810"/>
                    <a:pt x="1905" y="3810"/>
                  </a:cubicBezTo>
                  <a:close/>
                </a:path>
              </a:pathLst>
            </a:custGeom>
            <a:grpFill/>
            <a:ln w="9525" cap="flat">
              <a:noFill/>
              <a:prstDash val="solid"/>
              <a:miter/>
            </a:ln>
          </p:spPr>
          <p:txBody>
            <a:bodyPr rtlCol="0" anchor="ctr"/>
            <a:lstStyle/>
            <a:p>
              <a:endParaRPr lang="zh-CN" altLang="en-US"/>
            </a:p>
          </p:txBody>
        </p:sp>
        <p:sp>
          <p:nvSpPr>
            <p:cNvPr id="35" name="任意多边形: 形状 34"/>
            <p:cNvSpPr/>
            <p:nvPr/>
          </p:nvSpPr>
          <p:spPr>
            <a:xfrm>
              <a:off x="5977509" y="2848927"/>
              <a:ext cx="8381" cy="8286"/>
            </a:xfrm>
            <a:custGeom>
              <a:avLst/>
              <a:gdLst>
                <a:gd name="connsiteX0" fmla="*/ 4191 w 8381"/>
                <a:gd name="connsiteY0" fmla="*/ 8287 h 8286"/>
                <a:gd name="connsiteX1" fmla="*/ 8382 w 8381"/>
                <a:gd name="connsiteY1" fmla="*/ 4096 h 8286"/>
                <a:gd name="connsiteX2" fmla="*/ 4191 w 8381"/>
                <a:gd name="connsiteY2" fmla="*/ 0 h 8286"/>
                <a:gd name="connsiteX3" fmla="*/ 0 w 8381"/>
                <a:gd name="connsiteY3" fmla="*/ 4191 h 8286"/>
                <a:gd name="connsiteX4" fmla="*/ 4191 w 8381"/>
                <a:gd name="connsiteY4" fmla="*/ 8287 h 8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1" h="8286">
                  <a:moveTo>
                    <a:pt x="4191" y="8287"/>
                  </a:moveTo>
                  <a:cubicBezTo>
                    <a:pt x="6477" y="8287"/>
                    <a:pt x="8382" y="6382"/>
                    <a:pt x="8382" y="4096"/>
                  </a:cubicBezTo>
                  <a:cubicBezTo>
                    <a:pt x="8382" y="1810"/>
                    <a:pt x="6477" y="0"/>
                    <a:pt x="4191" y="0"/>
                  </a:cubicBezTo>
                  <a:cubicBezTo>
                    <a:pt x="1905" y="0"/>
                    <a:pt x="0" y="1905"/>
                    <a:pt x="0" y="4191"/>
                  </a:cubicBezTo>
                  <a:cubicBezTo>
                    <a:pt x="0" y="6477"/>
                    <a:pt x="1905" y="8287"/>
                    <a:pt x="4191" y="8287"/>
                  </a:cubicBezTo>
                  <a:close/>
                </a:path>
              </a:pathLst>
            </a:custGeom>
            <a:grpFill/>
            <a:ln w="9525" cap="flat">
              <a:noFill/>
              <a:prstDash val="solid"/>
              <a:miter/>
            </a:ln>
          </p:spPr>
          <p:txBody>
            <a:bodyPr rtlCol="0" anchor="ctr"/>
            <a:lstStyle/>
            <a:p>
              <a:endParaRPr lang="zh-CN" altLang="en-US"/>
            </a:p>
          </p:txBody>
        </p:sp>
        <p:sp>
          <p:nvSpPr>
            <p:cNvPr id="36" name="任意多边形: 形状 35"/>
            <p:cNvSpPr/>
            <p:nvPr/>
          </p:nvSpPr>
          <p:spPr>
            <a:xfrm>
              <a:off x="6091904" y="2847975"/>
              <a:ext cx="10286" cy="10287"/>
            </a:xfrm>
            <a:custGeom>
              <a:avLst/>
              <a:gdLst>
                <a:gd name="connsiteX0" fmla="*/ 10287 w 10286"/>
                <a:gd name="connsiteY0" fmla="*/ 5144 h 10287"/>
                <a:gd name="connsiteX1" fmla="*/ 5144 w 10286"/>
                <a:gd name="connsiteY1" fmla="*/ 10287 h 10287"/>
                <a:gd name="connsiteX2" fmla="*/ 0 w 10286"/>
                <a:gd name="connsiteY2" fmla="*/ 5144 h 10287"/>
                <a:gd name="connsiteX3" fmla="*/ 5144 w 10286"/>
                <a:gd name="connsiteY3" fmla="*/ 0 h 10287"/>
                <a:gd name="connsiteX4" fmla="*/ 10287 w 10286"/>
                <a:gd name="connsiteY4" fmla="*/ 5144 h 10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6" h="10287">
                  <a:moveTo>
                    <a:pt x="10287" y="5144"/>
                  </a:moveTo>
                  <a:cubicBezTo>
                    <a:pt x="10287" y="7984"/>
                    <a:pt x="7984" y="10287"/>
                    <a:pt x="5144" y="10287"/>
                  </a:cubicBezTo>
                  <a:cubicBezTo>
                    <a:pt x="2303" y="10287"/>
                    <a:pt x="0" y="7984"/>
                    <a:pt x="0" y="5144"/>
                  </a:cubicBezTo>
                  <a:cubicBezTo>
                    <a:pt x="0" y="2303"/>
                    <a:pt x="2303" y="0"/>
                    <a:pt x="5144" y="0"/>
                  </a:cubicBezTo>
                  <a:cubicBezTo>
                    <a:pt x="7984" y="0"/>
                    <a:pt x="10287" y="2303"/>
                    <a:pt x="10287" y="5144"/>
                  </a:cubicBezTo>
                  <a:close/>
                </a:path>
              </a:pathLst>
            </a:custGeom>
            <a:grpFill/>
            <a:ln w="9525" cap="flat">
              <a:noFill/>
              <a:prstDash val="solid"/>
              <a:miter/>
            </a:ln>
          </p:spPr>
          <p:txBody>
            <a:bodyPr rtlCol="0" anchor="ctr"/>
            <a:lstStyle/>
            <a:p>
              <a:endParaRPr lang="zh-CN" altLang="en-US"/>
            </a:p>
          </p:txBody>
        </p:sp>
        <p:sp>
          <p:nvSpPr>
            <p:cNvPr id="37" name="任意多边形: 形状 36"/>
            <p:cNvSpPr/>
            <p:nvPr/>
          </p:nvSpPr>
          <p:spPr>
            <a:xfrm>
              <a:off x="6208299" y="2848927"/>
              <a:ext cx="8381" cy="8381"/>
            </a:xfrm>
            <a:custGeom>
              <a:avLst/>
              <a:gdLst>
                <a:gd name="connsiteX0" fmla="*/ 8382 w 8381"/>
                <a:gd name="connsiteY0" fmla="*/ 4191 h 8381"/>
                <a:gd name="connsiteX1" fmla="*/ 4191 w 8381"/>
                <a:gd name="connsiteY1" fmla="*/ 8382 h 8381"/>
                <a:gd name="connsiteX2" fmla="*/ 0 w 8381"/>
                <a:gd name="connsiteY2" fmla="*/ 4191 h 8381"/>
                <a:gd name="connsiteX3" fmla="*/ 4191 w 8381"/>
                <a:gd name="connsiteY3" fmla="*/ 0 h 8381"/>
                <a:gd name="connsiteX4" fmla="*/ 8382 w 8381"/>
                <a:gd name="connsiteY4" fmla="*/ 4191 h 8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1" h="8381">
                  <a:moveTo>
                    <a:pt x="8382" y="4191"/>
                  </a:moveTo>
                  <a:cubicBezTo>
                    <a:pt x="8382" y="6506"/>
                    <a:pt x="6506" y="8382"/>
                    <a:pt x="4191" y="8382"/>
                  </a:cubicBezTo>
                  <a:cubicBezTo>
                    <a:pt x="1876" y="8382"/>
                    <a:pt x="0" y="6506"/>
                    <a:pt x="0" y="4191"/>
                  </a:cubicBezTo>
                  <a:cubicBezTo>
                    <a:pt x="0" y="1876"/>
                    <a:pt x="1876" y="0"/>
                    <a:pt x="4191" y="0"/>
                  </a:cubicBezTo>
                  <a:cubicBezTo>
                    <a:pt x="6506" y="0"/>
                    <a:pt x="8382" y="1876"/>
                    <a:pt x="8382" y="4191"/>
                  </a:cubicBezTo>
                  <a:close/>
                </a:path>
              </a:pathLst>
            </a:custGeom>
            <a:grpFill/>
            <a:ln w="9525" cap="flat">
              <a:noFill/>
              <a:prstDash val="solid"/>
              <a:miter/>
            </a:ln>
          </p:spPr>
          <p:txBody>
            <a:bodyPr rtlCol="0" anchor="ctr"/>
            <a:lstStyle/>
            <a:p>
              <a:endParaRPr lang="zh-CN" altLang="en-US"/>
            </a:p>
          </p:txBody>
        </p:sp>
        <p:sp>
          <p:nvSpPr>
            <p:cNvPr id="38" name="任意多边形: 形状 37"/>
            <p:cNvSpPr/>
            <p:nvPr/>
          </p:nvSpPr>
          <p:spPr>
            <a:xfrm>
              <a:off x="6325552" y="2850832"/>
              <a:ext cx="4572" cy="4476"/>
            </a:xfrm>
            <a:custGeom>
              <a:avLst/>
              <a:gdLst>
                <a:gd name="connsiteX0" fmla="*/ 2286 w 4572"/>
                <a:gd name="connsiteY0" fmla="*/ 4477 h 4476"/>
                <a:gd name="connsiteX1" fmla="*/ 4572 w 4572"/>
                <a:gd name="connsiteY1" fmla="*/ 2191 h 4476"/>
                <a:gd name="connsiteX2" fmla="*/ 2286 w 4572"/>
                <a:gd name="connsiteY2" fmla="*/ 0 h 4476"/>
                <a:gd name="connsiteX3" fmla="*/ 0 w 4572"/>
                <a:gd name="connsiteY3" fmla="*/ 2286 h 4476"/>
                <a:gd name="connsiteX4" fmla="*/ 2286 w 4572"/>
                <a:gd name="connsiteY4" fmla="*/ 4477 h 4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 h="4476">
                  <a:moveTo>
                    <a:pt x="2286" y="4477"/>
                  </a:moveTo>
                  <a:cubicBezTo>
                    <a:pt x="3524" y="4477"/>
                    <a:pt x="4572" y="3429"/>
                    <a:pt x="4572" y="2191"/>
                  </a:cubicBezTo>
                  <a:cubicBezTo>
                    <a:pt x="4572" y="952"/>
                    <a:pt x="3524" y="0"/>
                    <a:pt x="2286" y="0"/>
                  </a:cubicBezTo>
                  <a:cubicBezTo>
                    <a:pt x="1048" y="0"/>
                    <a:pt x="0" y="1048"/>
                    <a:pt x="0" y="2286"/>
                  </a:cubicBezTo>
                  <a:cubicBezTo>
                    <a:pt x="0" y="3524"/>
                    <a:pt x="1048" y="4477"/>
                    <a:pt x="2286" y="4477"/>
                  </a:cubicBezTo>
                  <a:close/>
                </a:path>
              </a:pathLst>
            </a:custGeom>
            <a:grpFill/>
            <a:ln w="9525" cap="flat">
              <a:noFill/>
              <a:prstDash val="solid"/>
              <a:miter/>
            </a:ln>
          </p:spPr>
          <p:txBody>
            <a:bodyPr rtlCol="0" anchor="ctr"/>
            <a:lstStyle/>
            <a:p>
              <a:endParaRPr lang="zh-CN" altLang="en-US"/>
            </a:p>
          </p:txBody>
        </p:sp>
        <p:sp>
          <p:nvSpPr>
            <p:cNvPr id="39" name="任意多边形: 形状 38"/>
            <p:cNvSpPr/>
            <p:nvPr/>
          </p:nvSpPr>
          <p:spPr>
            <a:xfrm>
              <a:off x="6442995" y="2852832"/>
              <a:ext cx="571" cy="571"/>
            </a:xfrm>
            <a:custGeom>
              <a:avLst/>
              <a:gdLst>
                <a:gd name="connsiteX0" fmla="*/ 571 w 571"/>
                <a:gd name="connsiteY0" fmla="*/ 286 h 571"/>
                <a:gd name="connsiteX1" fmla="*/ 286 w 571"/>
                <a:gd name="connsiteY1" fmla="*/ 571 h 571"/>
                <a:gd name="connsiteX2" fmla="*/ 0 w 571"/>
                <a:gd name="connsiteY2" fmla="*/ 286 h 571"/>
                <a:gd name="connsiteX3" fmla="*/ 286 w 571"/>
                <a:gd name="connsiteY3" fmla="*/ 0 h 571"/>
                <a:gd name="connsiteX4" fmla="*/ 571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1" y="286"/>
                  </a:moveTo>
                  <a:cubicBezTo>
                    <a:pt x="571" y="444"/>
                    <a:pt x="444" y="571"/>
                    <a:pt x="286" y="571"/>
                  </a:cubicBezTo>
                  <a:cubicBezTo>
                    <a:pt x="128" y="571"/>
                    <a:pt x="0" y="444"/>
                    <a:pt x="0" y="286"/>
                  </a:cubicBezTo>
                  <a:cubicBezTo>
                    <a:pt x="0" y="128"/>
                    <a:pt x="128" y="0"/>
                    <a:pt x="286" y="0"/>
                  </a:cubicBezTo>
                  <a:cubicBezTo>
                    <a:pt x="444" y="0"/>
                    <a:pt x="571" y="128"/>
                    <a:pt x="571" y="286"/>
                  </a:cubicBezTo>
                  <a:close/>
                </a:path>
              </a:pathLst>
            </a:custGeom>
            <a:grpFill/>
            <a:ln w="9525" cap="flat">
              <a:noFill/>
              <a:prstDash val="solid"/>
              <a:miter/>
            </a:ln>
          </p:spPr>
          <p:txBody>
            <a:bodyPr rtlCol="0" anchor="ctr"/>
            <a:lstStyle/>
            <a:p>
              <a:endParaRPr lang="zh-CN" altLang="en-US"/>
            </a:p>
          </p:txBody>
        </p:sp>
        <p:sp>
          <p:nvSpPr>
            <p:cNvPr id="40" name="任意多边形: 形状 39"/>
            <p:cNvSpPr/>
            <p:nvPr/>
          </p:nvSpPr>
          <p:spPr>
            <a:xfrm>
              <a:off x="5634799" y="2967799"/>
              <a:ext cx="1333" cy="1333"/>
            </a:xfrm>
            <a:custGeom>
              <a:avLst/>
              <a:gdLst>
                <a:gd name="connsiteX0" fmla="*/ 667 w 1333"/>
                <a:gd name="connsiteY0" fmla="*/ 1334 h 1333"/>
                <a:gd name="connsiteX1" fmla="*/ 1334 w 1333"/>
                <a:gd name="connsiteY1" fmla="*/ 667 h 1333"/>
                <a:gd name="connsiteX2" fmla="*/ 667 w 1333"/>
                <a:gd name="connsiteY2" fmla="*/ 0 h 1333"/>
                <a:gd name="connsiteX3" fmla="*/ 0 w 1333"/>
                <a:gd name="connsiteY3" fmla="*/ 667 h 1333"/>
                <a:gd name="connsiteX4" fmla="*/ 667 w 1333"/>
                <a:gd name="connsiteY4" fmla="*/ 1334 h 1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 h="1333">
                  <a:moveTo>
                    <a:pt x="667" y="1334"/>
                  </a:moveTo>
                  <a:cubicBezTo>
                    <a:pt x="1048" y="1334"/>
                    <a:pt x="1334" y="1048"/>
                    <a:pt x="1334" y="667"/>
                  </a:cubicBezTo>
                  <a:cubicBezTo>
                    <a:pt x="1334" y="286"/>
                    <a:pt x="1048" y="0"/>
                    <a:pt x="667" y="0"/>
                  </a:cubicBezTo>
                  <a:cubicBezTo>
                    <a:pt x="286" y="0"/>
                    <a:pt x="0" y="286"/>
                    <a:pt x="0" y="667"/>
                  </a:cubicBezTo>
                  <a:cubicBezTo>
                    <a:pt x="0" y="1048"/>
                    <a:pt x="381" y="1334"/>
                    <a:pt x="667" y="1334"/>
                  </a:cubicBezTo>
                  <a:close/>
                </a:path>
              </a:pathLst>
            </a:custGeom>
            <a:grpFill/>
            <a:ln w="9525" cap="flat">
              <a:noFill/>
              <a:prstDash val="solid"/>
              <a:miter/>
            </a:ln>
          </p:spPr>
          <p:txBody>
            <a:bodyPr rtlCol="0" anchor="ctr"/>
            <a:lstStyle/>
            <a:p>
              <a:endParaRPr lang="zh-CN" altLang="en-US"/>
            </a:p>
          </p:txBody>
        </p:sp>
        <p:sp>
          <p:nvSpPr>
            <p:cNvPr id="41" name="任意多边形: 形状 40"/>
            <p:cNvSpPr/>
            <p:nvPr/>
          </p:nvSpPr>
          <p:spPr>
            <a:xfrm>
              <a:off x="5745765" y="2963322"/>
              <a:ext cx="10286" cy="10287"/>
            </a:xfrm>
            <a:custGeom>
              <a:avLst/>
              <a:gdLst>
                <a:gd name="connsiteX0" fmla="*/ 10287 w 10286"/>
                <a:gd name="connsiteY0" fmla="*/ 5143 h 10287"/>
                <a:gd name="connsiteX1" fmla="*/ 5143 w 10286"/>
                <a:gd name="connsiteY1" fmla="*/ 10287 h 10287"/>
                <a:gd name="connsiteX2" fmla="*/ 0 w 10286"/>
                <a:gd name="connsiteY2" fmla="*/ 5143 h 10287"/>
                <a:gd name="connsiteX3" fmla="*/ 5143 w 10286"/>
                <a:gd name="connsiteY3" fmla="*/ 0 h 10287"/>
                <a:gd name="connsiteX4" fmla="*/ 10287 w 10286"/>
                <a:gd name="connsiteY4" fmla="*/ 5143 h 10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6" h="10287">
                  <a:moveTo>
                    <a:pt x="10287" y="5143"/>
                  </a:moveTo>
                  <a:cubicBezTo>
                    <a:pt x="10287" y="7984"/>
                    <a:pt x="7984" y="10287"/>
                    <a:pt x="5143" y="10287"/>
                  </a:cubicBezTo>
                  <a:cubicBezTo>
                    <a:pt x="2303" y="10287"/>
                    <a:pt x="0" y="7984"/>
                    <a:pt x="0" y="5143"/>
                  </a:cubicBezTo>
                  <a:cubicBezTo>
                    <a:pt x="0" y="2303"/>
                    <a:pt x="2303" y="0"/>
                    <a:pt x="5143" y="0"/>
                  </a:cubicBezTo>
                  <a:cubicBezTo>
                    <a:pt x="7984" y="0"/>
                    <a:pt x="10287" y="2303"/>
                    <a:pt x="10287" y="5143"/>
                  </a:cubicBezTo>
                  <a:close/>
                </a:path>
              </a:pathLst>
            </a:custGeom>
            <a:grpFill/>
            <a:ln w="9525" cap="flat">
              <a:noFill/>
              <a:prstDash val="solid"/>
              <a:miter/>
            </a:ln>
          </p:spPr>
          <p:txBody>
            <a:bodyPr rtlCol="0" anchor="ctr"/>
            <a:lstStyle/>
            <a:p>
              <a:endParaRPr lang="zh-CN" altLang="en-US"/>
            </a:p>
          </p:txBody>
        </p:sp>
        <p:sp>
          <p:nvSpPr>
            <p:cNvPr id="42" name="任意多边形: 形状 41"/>
            <p:cNvSpPr/>
            <p:nvPr/>
          </p:nvSpPr>
          <p:spPr>
            <a:xfrm>
              <a:off x="5856351" y="2958560"/>
              <a:ext cx="19811" cy="19812"/>
            </a:xfrm>
            <a:custGeom>
              <a:avLst/>
              <a:gdLst>
                <a:gd name="connsiteX0" fmla="*/ 19812 w 19811"/>
                <a:gd name="connsiteY0" fmla="*/ 9906 h 19812"/>
                <a:gd name="connsiteX1" fmla="*/ 9906 w 19811"/>
                <a:gd name="connsiteY1" fmla="*/ 19812 h 19812"/>
                <a:gd name="connsiteX2" fmla="*/ 0 w 19811"/>
                <a:gd name="connsiteY2" fmla="*/ 9906 h 19812"/>
                <a:gd name="connsiteX3" fmla="*/ 9906 w 19811"/>
                <a:gd name="connsiteY3" fmla="*/ 0 h 19812"/>
                <a:gd name="connsiteX4" fmla="*/ 19812 w 19811"/>
                <a:gd name="connsiteY4" fmla="*/ 9906 h 19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11" h="19812">
                  <a:moveTo>
                    <a:pt x="19812" y="9906"/>
                  </a:moveTo>
                  <a:cubicBezTo>
                    <a:pt x="19812" y="15377"/>
                    <a:pt x="15377" y="19812"/>
                    <a:pt x="9906" y="19812"/>
                  </a:cubicBezTo>
                  <a:cubicBezTo>
                    <a:pt x="4435" y="19812"/>
                    <a:pt x="0" y="15377"/>
                    <a:pt x="0" y="9906"/>
                  </a:cubicBezTo>
                  <a:cubicBezTo>
                    <a:pt x="0" y="4435"/>
                    <a:pt x="4435" y="0"/>
                    <a:pt x="9906" y="0"/>
                  </a:cubicBezTo>
                  <a:cubicBezTo>
                    <a:pt x="15377" y="0"/>
                    <a:pt x="19812" y="4435"/>
                    <a:pt x="19812" y="9906"/>
                  </a:cubicBezTo>
                  <a:close/>
                </a:path>
              </a:pathLst>
            </a:custGeom>
            <a:grpFill/>
            <a:ln w="9525" cap="flat">
              <a:noFill/>
              <a:prstDash val="solid"/>
              <a:miter/>
            </a:ln>
          </p:spPr>
          <p:txBody>
            <a:bodyPr rtlCol="0" anchor="ctr"/>
            <a:lstStyle/>
            <a:p>
              <a:endParaRPr lang="zh-CN" altLang="en-US"/>
            </a:p>
          </p:txBody>
        </p:sp>
        <p:sp>
          <p:nvSpPr>
            <p:cNvPr id="43" name="任意多边形: 形状 42"/>
            <p:cNvSpPr/>
            <p:nvPr/>
          </p:nvSpPr>
          <p:spPr>
            <a:xfrm>
              <a:off x="5968269" y="2955035"/>
              <a:ext cx="26860" cy="26860"/>
            </a:xfrm>
            <a:custGeom>
              <a:avLst/>
              <a:gdLst>
                <a:gd name="connsiteX0" fmla="*/ 13430 w 26860"/>
                <a:gd name="connsiteY0" fmla="*/ 26861 h 26860"/>
                <a:gd name="connsiteX1" fmla="*/ 26860 w 26860"/>
                <a:gd name="connsiteY1" fmla="*/ 13430 h 26860"/>
                <a:gd name="connsiteX2" fmla="*/ 13430 w 26860"/>
                <a:gd name="connsiteY2" fmla="*/ 0 h 26860"/>
                <a:gd name="connsiteX3" fmla="*/ 0 w 26860"/>
                <a:gd name="connsiteY3" fmla="*/ 13430 h 26860"/>
                <a:gd name="connsiteX4" fmla="*/ 13430 w 26860"/>
                <a:gd name="connsiteY4" fmla="*/ 26861 h 26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0" h="26860">
                  <a:moveTo>
                    <a:pt x="13430" y="26861"/>
                  </a:moveTo>
                  <a:cubicBezTo>
                    <a:pt x="20860" y="26861"/>
                    <a:pt x="26860" y="20860"/>
                    <a:pt x="26860" y="13430"/>
                  </a:cubicBezTo>
                  <a:cubicBezTo>
                    <a:pt x="26860" y="6001"/>
                    <a:pt x="20860" y="0"/>
                    <a:pt x="13430" y="0"/>
                  </a:cubicBezTo>
                  <a:cubicBezTo>
                    <a:pt x="6001" y="0"/>
                    <a:pt x="0" y="6001"/>
                    <a:pt x="0" y="13430"/>
                  </a:cubicBezTo>
                  <a:cubicBezTo>
                    <a:pt x="0" y="20860"/>
                    <a:pt x="6001" y="26861"/>
                    <a:pt x="13430" y="26861"/>
                  </a:cubicBezTo>
                  <a:close/>
                </a:path>
              </a:pathLst>
            </a:custGeom>
            <a:grpFill/>
            <a:ln w="9525" cap="flat">
              <a:noFill/>
              <a:prstDash val="solid"/>
              <a:miter/>
            </a:ln>
          </p:spPr>
          <p:txBody>
            <a:bodyPr rtlCol="0" anchor="ctr"/>
            <a:lstStyle/>
            <a:p>
              <a:endParaRPr lang="zh-CN" altLang="en-US"/>
            </a:p>
          </p:txBody>
        </p:sp>
        <p:sp>
          <p:nvSpPr>
            <p:cNvPr id="44" name="任意多边形: 形状 43"/>
            <p:cNvSpPr/>
            <p:nvPr/>
          </p:nvSpPr>
          <p:spPr>
            <a:xfrm>
              <a:off x="6082284" y="2953702"/>
              <a:ext cx="29527" cy="29527"/>
            </a:xfrm>
            <a:custGeom>
              <a:avLst/>
              <a:gdLst>
                <a:gd name="connsiteX0" fmla="*/ 14764 w 29527"/>
                <a:gd name="connsiteY0" fmla="*/ 29527 h 29527"/>
                <a:gd name="connsiteX1" fmla="*/ 29527 w 29527"/>
                <a:gd name="connsiteY1" fmla="*/ 14764 h 29527"/>
                <a:gd name="connsiteX2" fmla="*/ 14764 w 29527"/>
                <a:gd name="connsiteY2" fmla="*/ 0 h 29527"/>
                <a:gd name="connsiteX3" fmla="*/ 0 w 29527"/>
                <a:gd name="connsiteY3" fmla="*/ 14764 h 29527"/>
                <a:gd name="connsiteX4" fmla="*/ 14764 w 29527"/>
                <a:gd name="connsiteY4" fmla="*/ 29527 h 29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 h="29527">
                  <a:moveTo>
                    <a:pt x="14764" y="29527"/>
                  </a:moveTo>
                  <a:cubicBezTo>
                    <a:pt x="22860" y="29527"/>
                    <a:pt x="29527" y="22955"/>
                    <a:pt x="29527" y="14764"/>
                  </a:cubicBezTo>
                  <a:cubicBezTo>
                    <a:pt x="29527" y="6572"/>
                    <a:pt x="22955" y="0"/>
                    <a:pt x="14764" y="0"/>
                  </a:cubicBezTo>
                  <a:cubicBezTo>
                    <a:pt x="6667" y="0"/>
                    <a:pt x="0" y="6572"/>
                    <a:pt x="0" y="14764"/>
                  </a:cubicBezTo>
                  <a:cubicBezTo>
                    <a:pt x="0" y="22955"/>
                    <a:pt x="6667" y="29527"/>
                    <a:pt x="14764" y="29527"/>
                  </a:cubicBezTo>
                  <a:close/>
                </a:path>
              </a:pathLst>
            </a:custGeom>
            <a:grpFill/>
            <a:ln w="9525" cap="flat">
              <a:noFill/>
              <a:prstDash val="solid"/>
              <a:miter/>
            </a:ln>
          </p:spPr>
          <p:txBody>
            <a:bodyPr rtlCol="0" anchor="ctr"/>
            <a:lstStyle/>
            <a:p>
              <a:endParaRPr lang="zh-CN" altLang="en-US"/>
            </a:p>
          </p:txBody>
        </p:sp>
        <p:sp>
          <p:nvSpPr>
            <p:cNvPr id="45" name="任意多边形: 形状 44"/>
            <p:cNvSpPr/>
            <p:nvPr/>
          </p:nvSpPr>
          <p:spPr>
            <a:xfrm>
              <a:off x="6199060" y="2955035"/>
              <a:ext cx="26860" cy="26860"/>
            </a:xfrm>
            <a:custGeom>
              <a:avLst/>
              <a:gdLst>
                <a:gd name="connsiteX0" fmla="*/ 13430 w 26860"/>
                <a:gd name="connsiteY0" fmla="*/ 26861 h 26860"/>
                <a:gd name="connsiteX1" fmla="*/ 26860 w 26860"/>
                <a:gd name="connsiteY1" fmla="*/ 13430 h 26860"/>
                <a:gd name="connsiteX2" fmla="*/ 13430 w 26860"/>
                <a:gd name="connsiteY2" fmla="*/ 0 h 26860"/>
                <a:gd name="connsiteX3" fmla="*/ 0 w 26860"/>
                <a:gd name="connsiteY3" fmla="*/ 13430 h 26860"/>
                <a:gd name="connsiteX4" fmla="*/ 13430 w 26860"/>
                <a:gd name="connsiteY4" fmla="*/ 26861 h 26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0" h="26860">
                  <a:moveTo>
                    <a:pt x="13430" y="26861"/>
                  </a:moveTo>
                  <a:cubicBezTo>
                    <a:pt x="20860" y="26861"/>
                    <a:pt x="26860" y="20860"/>
                    <a:pt x="26860" y="13430"/>
                  </a:cubicBezTo>
                  <a:cubicBezTo>
                    <a:pt x="26860" y="6001"/>
                    <a:pt x="20860" y="0"/>
                    <a:pt x="13430" y="0"/>
                  </a:cubicBezTo>
                  <a:cubicBezTo>
                    <a:pt x="6001" y="0"/>
                    <a:pt x="0" y="6001"/>
                    <a:pt x="0" y="13430"/>
                  </a:cubicBezTo>
                  <a:cubicBezTo>
                    <a:pt x="0" y="20860"/>
                    <a:pt x="6001" y="26861"/>
                    <a:pt x="13430" y="26861"/>
                  </a:cubicBezTo>
                  <a:close/>
                </a:path>
              </a:pathLst>
            </a:custGeom>
            <a:grpFill/>
            <a:ln w="9525" cap="flat">
              <a:noFill/>
              <a:prstDash val="solid"/>
              <a:miter/>
            </a:ln>
          </p:spPr>
          <p:txBody>
            <a:bodyPr rtlCol="0" anchor="ctr"/>
            <a:lstStyle/>
            <a:p>
              <a:endParaRPr lang="zh-CN" altLang="en-US"/>
            </a:p>
          </p:txBody>
        </p:sp>
        <p:sp>
          <p:nvSpPr>
            <p:cNvPr id="46" name="任意多边形: 形状 45"/>
            <p:cNvSpPr/>
            <p:nvPr/>
          </p:nvSpPr>
          <p:spPr>
            <a:xfrm>
              <a:off x="6317551" y="2958179"/>
              <a:ext cx="20573" cy="20574"/>
            </a:xfrm>
            <a:custGeom>
              <a:avLst/>
              <a:gdLst>
                <a:gd name="connsiteX0" fmla="*/ 20574 w 20573"/>
                <a:gd name="connsiteY0" fmla="*/ 10287 h 20574"/>
                <a:gd name="connsiteX1" fmla="*/ 10287 w 20573"/>
                <a:gd name="connsiteY1" fmla="*/ 20574 h 20574"/>
                <a:gd name="connsiteX2" fmla="*/ 0 w 20573"/>
                <a:gd name="connsiteY2" fmla="*/ 10287 h 20574"/>
                <a:gd name="connsiteX3" fmla="*/ 10287 w 20573"/>
                <a:gd name="connsiteY3" fmla="*/ 0 h 20574"/>
                <a:gd name="connsiteX4" fmla="*/ 20574 w 20573"/>
                <a:gd name="connsiteY4" fmla="*/ 10287 h 20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73" h="20574">
                  <a:moveTo>
                    <a:pt x="20574" y="10287"/>
                  </a:moveTo>
                  <a:cubicBezTo>
                    <a:pt x="20574" y="15968"/>
                    <a:pt x="15968" y="20574"/>
                    <a:pt x="10287" y="20574"/>
                  </a:cubicBezTo>
                  <a:cubicBezTo>
                    <a:pt x="4606" y="20574"/>
                    <a:pt x="0" y="15968"/>
                    <a:pt x="0" y="10287"/>
                  </a:cubicBezTo>
                  <a:cubicBezTo>
                    <a:pt x="0" y="4606"/>
                    <a:pt x="4606" y="0"/>
                    <a:pt x="10287" y="0"/>
                  </a:cubicBezTo>
                  <a:cubicBezTo>
                    <a:pt x="15968" y="0"/>
                    <a:pt x="20574" y="4606"/>
                    <a:pt x="20574" y="10287"/>
                  </a:cubicBezTo>
                  <a:close/>
                </a:path>
              </a:pathLst>
            </a:custGeom>
            <a:grpFill/>
            <a:ln w="9525" cap="flat">
              <a:noFill/>
              <a:prstDash val="solid"/>
              <a:miter/>
            </a:ln>
          </p:spPr>
          <p:txBody>
            <a:bodyPr rtlCol="0" anchor="ctr"/>
            <a:lstStyle/>
            <a:p>
              <a:endParaRPr lang="zh-CN" altLang="en-US"/>
            </a:p>
          </p:txBody>
        </p:sp>
        <p:sp>
          <p:nvSpPr>
            <p:cNvPr id="47" name="任意多边形: 形状 46"/>
            <p:cNvSpPr/>
            <p:nvPr/>
          </p:nvSpPr>
          <p:spPr>
            <a:xfrm>
              <a:off x="6437852" y="2963037"/>
              <a:ext cx="10858" cy="10858"/>
            </a:xfrm>
            <a:custGeom>
              <a:avLst/>
              <a:gdLst>
                <a:gd name="connsiteX0" fmla="*/ 10858 w 10858"/>
                <a:gd name="connsiteY0" fmla="*/ 5429 h 10858"/>
                <a:gd name="connsiteX1" fmla="*/ 5429 w 10858"/>
                <a:gd name="connsiteY1" fmla="*/ 10858 h 10858"/>
                <a:gd name="connsiteX2" fmla="*/ 0 w 10858"/>
                <a:gd name="connsiteY2" fmla="*/ 5429 h 10858"/>
                <a:gd name="connsiteX3" fmla="*/ 5429 w 10858"/>
                <a:gd name="connsiteY3" fmla="*/ 0 h 10858"/>
                <a:gd name="connsiteX4" fmla="*/ 10858 w 10858"/>
                <a:gd name="connsiteY4" fmla="*/ 5429 h 10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8" h="10858">
                  <a:moveTo>
                    <a:pt x="10858" y="5429"/>
                  </a:moveTo>
                  <a:cubicBezTo>
                    <a:pt x="10858" y="8428"/>
                    <a:pt x="8428" y="10858"/>
                    <a:pt x="5429" y="10858"/>
                  </a:cubicBezTo>
                  <a:cubicBezTo>
                    <a:pt x="2431" y="10858"/>
                    <a:pt x="0" y="8428"/>
                    <a:pt x="0" y="5429"/>
                  </a:cubicBezTo>
                  <a:cubicBezTo>
                    <a:pt x="0" y="2431"/>
                    <a:pt x="2431" y="0"/>
                    <a:pt x="5429" y="0"/>
                  </a:cubicBezTo>
                  <a:cubicBezTo>
                    <a:pt x="8428" y="0"/>
                    <a:pt x="10858" y="2431"/>
                    <a:pt x="10858" y="5429"/>
                  </a:cubicBezTo>
                  <a:close/>
                </a:path>
              </a:pathLst>
            </a:custGeom>
            <a:grpFill/>
            <a:ln w="9525" cap="flat">
              <a:noFill/>
              <a:prstDash val="solid"/>
              <a:miter/>
            </a:ln>
          </p:spPr>
          <p:txBody>
            <a:bodyPr rtlCol="0" anchor="ctr"/>
            <a:lstStyle/>
            <a:p>
              <a:endParaRPr lang="zh-CN" altLang="en-US"/>
            </a:p>
          </p:txBody>
        </p:sp>
        <p:sp>
          <p:nvSpPr>
            <p:cNvPr id="48" name="任意多边形: 形状 47"/>
            <p:cNvSpPr/>
            <p:nvPr/>
          </p:nvSpPr>
          <p:spPr>
            <a:xfrm>
              <a:off x="6557676" y="2967513"/>
              <a:ext cx="1904" cy="1904"/>
            </a:xfrm>
            <a:custGeom>
              <a:avLst/>
              <a:gdLst>
                <a:gd name="connsiteX0" fmla="*/ 1905 w 1904"/>
                <a:gd name="connsiteY0" fmla="*/ 952 h 1904"/>
                <a:gd name="connsiteX1" fmla="*/ 952 w 1904"/>
                <a:gd name="connsiteY1" fmla="*/ 1905 h 1904"/>
                <a:gd name="connsiteX2" fmla="*/ 0 w 1904"/>
                <a:gd name="connsiteY2" fmla="*/ 952 h 1904"/>
                <a:gd name="connsiteX3" fmla="*/ 952 w 1904"/>
                <a:gd name="connsiteY3" fmla="*/ 0 h 1904"/>
                <a:gd name="connsiteX4" fmla="*/ 1905 w 1904"/>
                <a:gd name="connsiteY4" fmla="*/ 952 h 1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 h="1904">
                  <a:moveTo>
                    <a:pt x="1905" y="952"/>
                  </a:moveTo>
                  <a:cubicBezTo>
                    <a:pt x="1905" y="1479"/>
                    <a:pt x="1479" y="1905"/>
                    <a:pt x="952" y="1905"/>
                  </a:cubicBezTo>
                  <a:cubicBezTo>
                    <a:pt x="426" y="1905"/>
                    <a:pt x="0" y="1479"/>
                    <a:pt x="0" y="952"/>
                  </a:cubicBezTo>
                  <a:cubicBezTo>
                    <a:pt x="0" y="426"/>
                    <a:pt x="426" y="0"/>
                    <a:pt x="952" y="0"/>
                  </a:cubicBezTo>
                  <a:cubicBezTo>
                    <a:pt x="1479" y="0"/>
                    <a:pt x="1905" y="426"/>
                    <a:pt x="1905" y="952"/>
                  </a:cubicBezTo>
                  <a:close/>
                </a:path>
              </a:pathLst>
            </a:custGeom>
            <a:grpFill/>
            <a:ln w="9525" cap="flat">
              <a:noFill/>
              <a:prstDash val="solid"/>
              <a:miter/>
            </a:ln>
          </p:spPr>
          <p:txBody>
            <a:bodyPr rtlCol="0" anchor="ctr"/>
            <a:lstStyle/>
            <a:p>
              <a:endParaRPr lang="zh-CN" altLang="en-US"/>
            </a:p>
          </p:txBody>
        </p:sp>
        <p:sp>
          <p:nvSpPr>
            <p:cNvPr id="49" name="任意多边形: 形状 48"/>
            <p:cNvSpPr/>
            <p:nvPr/>
          </p:nvSpPr>
          <p:spPr>
            <a:xfrm>
              <a:off x="5519832" y="3083623"/>
              <a:ext cx="571" cy="571"/>
            </a:xfrm>
            <a:custGeom>
              <a:avLst/>
              <a:gdLst>
                <a:gd name="connsiteX0" fmla="*/ 571 w 571"/>
                <a:gd name="connsiteY0" fmla="*/ 286 h 571"/>
                <a:gd name="connsiteX1" fmla="*/ 286 w 571"/>
                <a:gd name="connsiteY1" fmla="*/ 572 h 571"/>
                <a:gd name="connsiteX2" fmla="*/ 0 w 571"/>
                <a:gd name="connsiteY2" fmla="*/ 286 h 571"/>
                <a:gd name="connsiteX3" fmla="*/ 286 w 571"/>
                <a:gd name="connsiteY3" fmla="*/ 0 h 571"/>
                <a:gd name="connsiteX4" fmla="*/ 571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1" y="286"/>
                  </a:moveTo>
                  <a:cubicBezTo>
                    <a:pt x="571" y="444"/>
                    <a:pt x="444" y="572"/>
                    <a:pt x="286" y="572"/>
                  </a:cubicBezTo>
                  <a:cubicBezTo>
                    <a:pt x="128" y="572"/>
                    <a:pt x="0" y="444"/>
                    <a:pt x="0" y="286"/>
                  </a:cubicBezTo>
                  <a:cubicBezTo>
                    <a:pt x="0" y="128"/>
                    <a:pt x="128" y="0"/>
                    <a:pt x="286" y="0"/>
                  </a:cubicBezTo>
                  <a:cubicBezTo>
                    <a:pt x="444" y="0"/>
                    <a:pt x="571" y="128"/>
                    <a:pt x="571" y="286"/>
                  </a:cubicBezTo>
                  <a:close/>
                </a:path>
              </a:pathLst>
            </a:custGeom>
            <a:grpFill/>
            <a:ln w="9525" cap="flat">
              <a:noFill/>
              <a:prstDash val="solid"/>
              <a:miter/>
            </a:ln>
          </p:spPr>
          <p:txBody>
            <a:bodyPr rtlCol="0" anchor="ctr"/>
            <a:lstStyle/>
            <a:p>
              <a:endParaRPr lang="zh-CN" altLang="en-US"/>
            </a:p>
          </p:txBody>
        </p:sp>
        <p:sp>
          <p:nvSpPr>
            <p:cNvPr id="50" name="任意多边形: 形状 49"/>
            <p:cNvSpPr/>
            <p:nvPr/>
          </p:nvSpPr>
          <p:spPr>
            <a:xfrm>
              <a:off x="5630322" y="3078765"/>
              <a:ext cx="10287" cy="10286"/>
            </a:xfrm>
            <a:custGeom>
              <a:avLst/>
              <a:gdLst>
                <a:gd name="connsiteX0" fmla="*/ 10287 w 10287"/>
                <a:gd name="connsiteY0" fmla="*/ 5144 h 10286"/>
                <a:gd name="connsiteX1" fmla="*/ 5143 w 10287"/>
                <a:gd name="connsiteY1" fmla="*/ 10287 h 10286"/>
                <a:gd name="connsiteX2" fmla="*/ 0 w 10287"/>
                <a:gd name="connsiteY2" fmla="*/ 5144 h 10286"/>
                <a:gd name="connsiteX3" fmla="*/ 5143 w 10287"/>
                <a:gd name="connsiteY3" fmla="*/ 0 h 10286"/>
                <a:gd name="connsiteX4" fmla="*/ 10287 w 10287"/>
                <a:gd name="connsiteY4" fmla="*/ 5144 h 10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 h="10286">
                  <a:moveTo>
                    <a:pt x="10287" y="5144"/>
                  </a:moveTo>
                  <a:cubicBezTo>
                    <a:pt x="10287" y="7984"/>
                    <a:pt x="7984" y="10287"/>
                    <a:pt x="5143" y="10287"/>
                  </a:cubicBezTo>
                  <a:cubicBezTo>
                    <a:pt x="2303" y="10287"/>
                    <a:pt x="0" y="7984"/>
                    <a:pt x="0" y="5144"/>
                  </a:cubicBezTo>
                  <a:cubicBezTo>
                    <a:pt x="0" y="2303"/>
                    <a:pt x="2303" y="0"/>
                    <a:pt x="5143" y="0"/>
                  </a:cubicBezTo>
                  <a:cubicBezTo>
                    <a:pt x="7984" y="0"/>
                    <a:pt x="10287" y="2303"/>
                    <a:pt x="10287" y="5144"/>
                  </a:cubicBezTo>
                  <a:close/>
                </a:path>
              </a:pathLst>
            </a:custGeom>
            <a:grpFill/>
            <a:ln w="9525" cap="flat">
              <a:noFill/>
              <a:prstDash val="solid"/>
              <a:miter/>
            </a:ln>
          </p:spPr>
          <p:txBody>
            <a:bodyPr rtlCol="0" anchor="ctr"/>
            <a:lstStyle/>
            <a:p>
              <a:endParaRPr lang="zh-CN" altLang="en-US"/>
            </a:p>
          </p:txBody>
        </p:sp>
        <p:sp>
          <p:nvSpPr>
            <p:cNvPr id="51" name="任意多边形: 形状 50"/>
            <p:cNvSpPr/>
            <p:nvPr/>
          </p:nvSpPr>
          <p:spPr>
            <a:xfrm>
              <a:off x="5738717" y="3071621"/>
              <a:ext cx="24383" cy="24384"/>
            </a:xfrm>
            <a:custGeom>
              <a:avLst/>
              <a:gdLst>
                <a:gd name="connsiteX0" fmla="*/ 12192 w 24383"/>
                <a:gd name="connsiteY0" fmla="*/ 24384 h 24384"/>
                <a:gd name="connsiteX1" fmla="*/ 24384 w 24383"/>
                <a:gd name="connsiteY1" fmla="*/ 12192 h 24384"/>
                <a:gd name="connsiteX2" fmla="*/ 12192 w 24383"/>
                <a:gd name="connsiteY2" fmla="*/ 0 h 24384"/>
                <a:gd name="connsiteX3" fmla="*/ 0 w 24383"/>
                <a:gd name="connsiteY3" fmla="*/ 12192 h 24384"/>
                <a:gd name="connsiteX4" fmla="*/ 12192 w 24383"/>
                <a:gd name="connsiteY4" fmla="*/ 24384 h 24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83" h="24384">
                  <a:moveTo>
                    <a:pt x="12192" y="24384"/>
                  </a:moveTo>
                  <a:cubicBezTo>
                    <a:pt x="18955" y="24384"/>
                    <a:pt x="24384" y="18955"/>
                    <a:pt x="24384" y="12192"/>
                  </a:cubicBezTo>
                  <a:cubicBezTo>
                    <a:pt x="24384" y="5429"/>
                    <a:pt x="18955" y="0"/>
                    <a:pt x="12192" y="0"/>
                  </a:cubicBezTo>
                  <a:cubicBezTo>
                    <a:pt x="5524" y="0"/>
                    <a:pt x="0" y="5429"/>
                    <a:pt x="0" y="12192"/>
                  </a:cubicBezTo>
                  <a:cubicBezTo>
                    <a:pt x="0" y="18955"/>
                    <a:pt x="5429" y="24384"/>
                    <a:pt x="12192" y="24384"/>
                  </a:cubicBezTo>
                  <a:close/>
                </a:path>
              </a:pathLst>
            </a:custGeom>
            <a:grpFill/>
            <a:ln w="9525" cap="flat">
              <a:noFill/>
              <a:prstDash val="solid"/>
              <a:miter/>
            </a:ln>
          </p:spPr>
          <p:txBody>
            <a:bodyPr rtlCol="0" anchor="ctr"/>
            <a:lstStyle/>
            <a:p>
              <a:endParaRPr lang="zh-CN" altLang="en-US"/>
            </a:p>
          </p:txBody>
        </p:sp>
        <p:sp>
          <p:nvSpPr>
            <p:cNvPr id="52" name="任意多边形: 形状 51"/>
            <p:cNvSpPr/>
            <p:nvPr/>
          </p:nvSpPr>
          <p:spPr>
            <a:xfrm>
              <a:off x="5848064" y="3065716"/>
              <a:ext cx="36385" cy="36385"/>
            </a:xfrm>
            <a:custGeom>
              <a:avLst/>
              <a:gdLst>
                <a:gd name="connsiteX0" fmla="*/ 18193 w 36385"/>
                <a:gd name="connsiteY0" fmla="*/ 36385 h 36385"/>
                <a:gd name="connsiteX1" fmla="*/ 36385 w 36385"/>
                <a:gd name="connsiteY1" fmla="*/ 18193 h 36385"/>
                <a:gd name="connsiteX2" fmla="*/ 18193 w 36385"/>
                <a:gd name="connsiteY2" fmla="*/ 0 h 36385"/>
                <a:gd name="connsiteX3" fmla="*/ 0 w 36385"/>
                <a:gd name="connsiteY3" fmla="*/ 18193 h 36385"/>
                <a:gd name="connsiteX4" fmla="*/ 18193 w 36385"/>
                <a:gd name="connsiteY4" fmla="*/ 36385 h 36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85" h="36385">
                  <a:moveTo>
                    <a:pt x="18193" y="36385"/>
                  </a:moveTo>
                  <a:cubicBezTo>
                    <a:pt x="28289" y="36385"/>
                    <a:pt x="36385" y="28194"/>
                    <a:pt x="36385" y="18193"/>
                  </a:cubicBezTo>
                  <a:cubicBezTo>
                    <a:pt x="36385" y="8096"/>
                    <a:pt x="28194" y="0"/>
                    <a:pt x="18193" y="0"/>
                  </a:cubicBezTo>
                  <a:cubicBezTo>
                    <a:pt x="8096" y="0"/>
                    <a:pt x="0" y="8191"/>
                    <a:pt x="0" y="18193"/>
                  </a:cubicBezTo>
                  <a:cubicBezTo>
                    <a:pt x="0" y="28194"/>
                    <a:pt x="8096" y="36385"/>
                    <a:pt x="18193" y="36385"/>
                  </a:cubicBezTo>
                  <a:close/>
                </a:path>
              </a:pathLst>
            </a:custGeom>
            <a:grpFill/>
            <a:ln w="9525" cap="flat">
              <a:noFill/>
              <a:prstDash val="solid"/>
              <a:miter/>
            </a:ln>
          </p:spPr>
          <p:txBody>
            <a:bodyPr rtlCol="0" anchor="ctr"/>
            <a:lstStyle/>
            <a:p>
              <a:endParaRPr lang="zh-CN" altLang="en-US"/>
            </a:p>
          </p:txBody>
        </p:sp>
        <p:sp>
          <p:nvSpPr>
            <p:cNvPr id="53" name="任意多边形: 形状 52"/>
            <p:cNvSpPr/>
            <p:nvPr/>
          </p:nvSpPr>
          <p:spPr>
            <a:xfrm>
              <a:off x="5958935" y="3061049"/>
              <a:ext cx="45529" cy="45529"/>
            </a:xfrm>
            <a:custGeom>
              <a:avLst/>
              <a:gdLst>
                <a:gd name="connsiteX0" fmla="*/ 22765 w 45529"/>
                <a:gd name="connsiteY0" fmla="*/ 45529 h 45529"/>
                <a:gd name="connsiteX1" fmla="*/ 45529 w 45529"/>
                <a:gd name="connsiteY1" fmla="*/ 22765 h 45529"/>
                <a:gd name="connsiteX2" fmla="*/ 22765 w 45529"/>
                <a:gd name="connsiteY2" fmla="*/ 0 h 45529"/>
                <a:gd name="connsiteX3" fmla="*/ 0 w 45529"/>
                <a:gd name="connsiteY3" fmla="*/ 22765 h 45529"/>
                <a:gd name="connsiteX4" fmla="*/ 22765 w 45529"/>
                <a:gd name="connsiteY4" fmla="*/ 45529 h 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29" h="45529">
                  <a:moveTo>
                    <a:pt x="22765" y="45529"/>
                  </a:moveTo>
                  <a:cubicBezTo>
                    <a:pt x="35338" y="45529"/>
                    <a:pt x="45529" y="35338"/>
                    <a:pt x="45529" y="22765"/>
                  </a:cubicBezTo>
                  <a:cubicBezTo>
                    <a:pt x="45529" y="10192"/>
                    <a:pt x="35338" y="0"/>
                    <a:pt x="22765" y="0"/>
                  </a:cubicBezTo>
                  <a:cubicBezTo>
                    <a:pt x="10192" y="0"/>
                    <a:pt x="0" y="10192"/>
                    <a:pt x="0" y="22765"/>
                  </a:cubicBezTo>
                  <a:cubicBezTo>
                    <a:pt x="0" y="35338"/>
                    <a:pt x="10192" y="45529"/>
                    <a:pt x="22765" y="45529"/>
                  </a:cubicBezTo>
                  <a:close/>
                </a:path>
              </a:pathLst>
            </a:custGeom>
            <a:grpFill/>
            <a:ln w="9525" cap="flat">
              <a:noFill/>
              <a:prstDash val="solid"/>
              <a:miter/>
            </a:ln>
          </p:spPr>
          <p:txBody>
            <a:bodyPr rtlCol="0" anchor="ctr"/>
            <a:lstStyle/>
            <a:p>
              <a:endParaRPr lang="zh-CN" altLang="en-US"/>
            </a:p>
          </p:txBody>
        </p:sp>
        <p:sp>
          <p:nvSpPr>
            <p:cNvPr id="54" name="任意多边形: 形状 53"/>
            <p:cNvSpPr/>
            <p:nvPr/>
          </p:nvSpPr>
          <p:spPr>
            <a:xfrm>
              <a:off x="6072759" y="3059620"/>
              <a:ext cx="48577" cy="48577"/>
            </a:xfrm>
            <a:custGeom>
              <a:avLst/>
              <a:gdLst>
                <a:gd name="connsiteX0" fmla="*/ 24289 w 48577"/>
                <a:gd name="connsiteY0" fmla="*/ 48578 h 48577"/>
                <a:gd name="connsiteX1" fmla="*/ 48577 w 48577"/>
                <a:gd name="connsiteY1" fmla="*/ 24289 h 48577"/>
                <a:gd name="connsiteX2" fmla="*/ 24289 w 48577"/>
                <a:gd name="connsiteY2" fmla="*/ 0 h 48577"/>
                <a:gd name="connsiteX3" fmla="*/ 0 w 48577"/>
                <a:gd name="connsiteY3" fmla="*/ 24289 h 48577"/>
                <a:gd name="connsiteX4" fmla="*/ 24289 w 48577"/>
                <a:gd name="connsiteY4" fmla="*/ 48578 h 48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77" h="48577">
                  <a:moveTo>
                    <a:pt x="24289" y="48578"/>
                  </a:moveTo>
                  <a:cubicBezTo>
                    <a:pt x="37719" y="48578"/>
                    <a:pt x="48577" y="37719"/>
                    <a:pt x="48577" y="24289"/>
                  </a:cubicBezTo>
                  <a:cubicBezTo>
                    <a:pt x="48577" y="10859"/>
                    <a:pt x="37719" y="0"/>
                    <a:pt x="24289" y="0"/>
                  </a:cubicBezTo>
                  <a:cubicBezTo>
                    <a:pt x="10858" y="0"/>
                    <a:pt x="0" y="10859"/>
                    <a:pt x="0" y="24289"/>
                  </a:cubicBezTo>
                  <a:cubicBezTo>
                    <a:pt x="0" y="37719"/>
                    <a:pt x="10858" y="48578"/>
                    <a:pt x="24289" y="48578"/>
                  </a:cubicBezTo>
                  <a:close/>
                </a:path>
              </a:pathLst>
            </a:custGeom>
            <a:grpFill/>
            <a:ln w="9525" cap="flat">
              <a:noFill/>
              <a:prstDash val="solid"/>
              <a:miter/>
            </a:ln>
          </p:spPr>
          <p:txBody>
            <a:bodyPr rtlCol="0" anchor="ctr"/>
            <a:lstStyle/>
            <a:p>
              <a:endParaRPr lang="zh-CN" altLang="en-US"/>
            </a:p>
          </p:txBody>
        </p:sp>
        <p:sp>
          <p:nvSpPr>
            <p:cNvPr id="55" name="任意多边形: 形状 54"/>
            <p:cNvSpPr/>
            <p:nvPr/>
          </p:nvSpPr>
          <p:spPr>
            <a:xfrm>
              <a:off x="6189725" y="3061049"/>
              <a:ext cx="45529" cy="45529"/>
            </a:xfrm>
            <a:custGeom>
              <a:avLst/>
              <a:gdLst>
                <a:gd name="connsiteX0" fmla="*/ 22765 w 45529"/>
                <a:gd name="connsiteY0" fmla="*/ 45529 h 45529"/>
                <a:gd name="connsiteX1" fmla="*/ 45530 w 45529"/>
                <a:gd name="connsiteY1" fmla="*/ 22765 h 45529"/>
                <a:gd name="connsiteX2" fmla="*/ 22765 w 45529"/>
                <a:gd name="connsiteY2" fmla="*/ 0 h 45529"/>
                <a:gd name="connsiteX3" fmla="*/ 0 w 45529"/>
                <a:gd name="connsiteY3" fmla="*/ 22765 h 45529"/>
                <a:gd name="connsiteX4" fmla="*/ 22765 w 45529"/>
                <a:gd name="connsiteY4" fmla="*/ 45529 h 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29" h="45529">
                  <a:moveTo>
                    <a:pt x="22765" y="45529"/>
                  </a:moveTo>
                  <a:cubicBezTo>
                    <a:pt x="35338" y="45529"/>
                    <a:pt x="45530" y="35338"/>
                    <a:pt x="45530" y="22765"/>
                  </a:cubicBezTo>
                  <a:cubicBezTo>
                    <a:pt x="45530" y="10192"/>
                    <a:pt x="35338" y="0"/>
                    <a:pt x="22765" y="0"/>
                  </a:cubicBezTo>
                  <a:cubicBezTo>
                    <a:pt x="10192" y="0"/>
                    <a:pt x="0" y="10192"/>
                    <a:pt x="0" y="22765"/>
                  </a:cubicBezTo>
                  <a:cubicBezTo>
                    <a:pt x="0" y="35338"/>
                    <a:pt x="10192" y="45529"/>
                    <a:pt x="22765" y="45529"/>
                  </a:cubicBezTo>
                  <a:close/>
                </a:path>
              </a:pathLst>
            </a:custGeom>
            <a:grpFill/>
            <a:ln w="9525" cap="flat">
              <a:noFill/>
              <a:prstDash val="solid"/>
              <a:miter/>
            </a:ln>
          </p:spPr>
          <p:txBody>
            <a:bodyPr rtlCol="0" anchor="ctr"/>
            <a:lstStyle/>
            <a:p>
              <a:endParaRPr lang="zh-CN" altLang="en-US"/>
            </a:p>
          </p:txBody>
        </p:sp>
        <p:sp>
          <p:nvSpPr>
            <p:cNvPr id="56" name="任意多边形: 形状 55"/>
            <p:cNvSpPr/>
            <p:nvPr/>
          </p:nvSpPr>
          <p:spPr>
            <a:xfrm>
              <a:off x="6308979" y="3065049"/>
              <a:ext cx="37718" cy="37718"/>
            </a:xfrm>
            <a:custGeom>
              <a:avLst/>
              <a:gdLst>
                <a:gd name="connsiteX0" fmla="*/ 18859 w 37718"/>
                <a:gd name="connsiteY0" fmla="*/ 37719 h 37718"/>
                <a:gd name="connsiteX1" fmla="*/ 37719 w 37718"/>
                <a:gd name="connsiteY1" fmla="*/ 18859 h 37718"/>
                <a:gd name="connsiteX2" fmla="*/ 18859 w 37718"/>
                <a:gd name="connsiteY2" fmla="*/ 0 h 37718"/>
                <a:gd name="connsiteX3" fmla="*/ 0 w 37718"/>
                <a:gd name="connsiteY3" fmla="*/ 18859 h 37718"/>
                <a:gd name="connsiteX4" fmla="*/ 18859 w 37718"/>
                <a:gd name="connsiteY4" fmla="*/ 37719 h 37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18" h="37718">
                  <a:moveTo>
                    <a:pt x="18859" y="37719"/>
                  </a:moveTo>
                  <a:cubicBezTo>
                    <a:pt x="29242" y="37719"/>
                    <a:pt x="37719" y="29242"/>
                    <a:pt x="37719" y="18859"/>
                  </a:cubicBezTo>
                  <a:cubicBezTo>
                    <a:pt x="37719" y="8477"/>
                    <a:pt x="29242" y="0"/>
                    <a:pt x="18859" y="0"/>
                  </a:cubicBezTo>
                  <a:cubicBezTo>
                    <a:pt x="8477" y="0"/>
                    <a:pt x="0" y="8477"/>
                    <a:pt x="0" y="18859"/>
                  </a:cubicBezTo>
                  <a:cubicBezTo>
                    <a:pt x="0" y="29242"/>
                    <a:pt x="8477" y="37719"/>
                    <a:pt x="18859" y="37719"/>
                  </a:cubicBezTo>
                  <a:close/>
                </a:path>
              </a:pathLst>
            </a:custGeom>
            <a:grpFill/>
            <a:ln w="9525" cap="flat">
              <a:noFill/>
              <a:prstDash val="solid"/>
              <a:miter/>
            </a:ln>
          </p:spPr>
          <p:txBody>
            <a:bodyPr rtlCol="0" anchor="ctr"/>
            <a:lstStyle/>
            <a:p>
              <a:endParaRPr lang="zh-CN" altLang="en-US"/>
            </a:p>
          </p:txBody>
        </p:sp>
        <p:sp>
          <p:nvSpPr>
            <p:cNvPr id="57" name="任意多边形: 形状 56"/>
            <p:cNvSpPr/>
            <p:nvPr/>
          </p:nvSpPr>
          <p:spPr>
            <a:xfrm>
              <a:off x="6430516" y="3071145"/>
              <a:ext cx="25528" cy="25527"/>
            </a:xfrm>
            <a:custGeom>
              <a:avLst/>
              <a:gdLst>
                <a:gd name="connsiteX0" fmla="*/ 12765 w 25528"/>
                <a:gd name="connsiteY0" fmla="*/ 25527 h 25527"/>
                <a:gd name="connsiteX1" fmla="*/ 25528 w 25528"/>
                <a:gd name="connsiteY1" fmla="*/ 12764 h 25527"/>
                <a:gd name="connsiteX2" fmla="*/ 12765 w 25528"/>
                <a:gd name="connsiteY2" fmla="*/ 0 h 25527"/>
                <a:gd name="connsiteX3" fmla="*/ 1 w 25528"/>
                <a:gd name="connsiteY3" fmla="*/ 12764 h 25527"/>
                <a:gd name="connsiteX4" fmla="*/ 12765 w 25528"/>
                <a:gd name="connsiteY4" fmla="*/ 25527 h 25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8" h="25527">
                  <a:moveTo>
                    <a:pt x="12765" y="25527"/>
                  </a:moveTo>
                  <a:cubicBezTo>
                    <a:pt x="19813" y="25527"/>
                    <a:pt x="25528" y="19812"/>
                    <a:pt x="25528" y="12764"/>
                  </a:cubicBezTo>
                  <a:cubicBezTo>
                    <a:pt x="25528" y="5715"/>
                    <a:pt x="19813" y="0"/>
                    <a:pt x="12765" y="0"/>
                  </a:cubicBezTo>
                  <a:cubicBezTo>
                    <a:pt x="5716" y="0"/>
                    <a:pt x="1" y="5715"/>
                    <a:pt x="1" y="12764"/>
                  </a:cubicBezTo>
                  <a:cubicBezTo>
                    <a:pt x="-94" y="19812"/>
                    <a:pt x="5621" y="25527"/>
                    <a:pt x="12765" y="25527"/>
                  </a:cubicBezTo>
                  <a:close/>
                </a:path>
              </a:pathLst>
            </a:custGeom>
            <a:grpFill/>
            <a:ln w="9525" cap="flat">
              <a:noFill/>
              <a:prstDash val="solid"/>
              <a:miter/>
            </a:ln>
          </p:spPr>
          <p:txBody>
            <a:bodyPr rtlCol="0" anchor="ctr"/>
            <a:lstStyle/>
            <a:p>
              <a:endParaRPr lang="zh-CN" altLang="en-US"/>
            </a:p>
          </p:txBody>
        </p:sp>
        <p:sp>
          <p:nvSpPr>
            <p:cNvPr id="58" name="任意多边形: 形状 57"/>
            <p:cNvSpPr/>
            <p:nvPr/>
          </p:nvSpPr>
          <p:spPr>
            <a:xfrm>
              <a:off x="6553200" y="3078480"/>
              <a:ext cx="10858" cy="10858"/>
            </a:xfrm>
            <a:custGeom>
              <a:avLst/>
              <a:gdLst>
                <a:gd name="connsiteX0" fmla="*/ 10858 w 10858"/>
                <a:gd name="connsiteY0" fmla="*/ 5429 h 10858"/>
                <a:gd name="connsiteX1" fmla="*/ 5429 w 10858"/>
                <a:gd name="connsiteY1" fmla="*/ 10859 h 10858"/>
                <a:gd name="connsiteX2" fmla="*/ 0 w 10858"/>
                <a:gd name="connsiteY2" fmla="*/ 5429 h 10858"/>
                <a:gd name="connsiteX3" fmla="*/ 5429 w 10858"/>
                <a:gd name="connsiteY3" fmla="*/ 0 h 10858"/>
                <a:gd name="connsiteX4" fmla="*/ 10858 w 10858"/>
                <a:gd name="connsiteY4" fmla="*/ 5429 h 10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8" h="10858">
                  <a:moveTo>
                    <a:pt x="10858" y="5429"/>
                  </a:moveTo>
                  <a:cubicBezTo>
                    <a:pt x="10858" y="8428"/>
                    <a:pt x="8428" y="10859"/>
                    <a:pt x="5429" y="10859"/>
                  </a:cubicBezTo>
                  <a:cubicBezTo>
                    <a:pt x="2431" y="10859"/>
                    <a:pt x="0" y="8428"/>
                    <a:pt x="0" y="5429"/>
                  </a:cubicBezTo>
                  <a:cubicBezTo>
                    <a:pt x="0" y="2431"/>
                    <a:pt x="2431" y="0"/>
                    <a:pt x="5429" y="0"/>
                  </a:cubicBezTo>
                  <a:cubicBezTo>
                    <a:pt x="8428" y="0"/>
                    <a:pt x="10858" y="2431"/>
                    <a:pt x="10858" y="5429"/>
                  </a:cubicBezTo>
                  <a:close/>
                </a:path>
              </a:pathLst>
            </a:custGeom>
            <a:grpFill/>
            <a:ln w="9525" cap="flat">
              <a:noFill/>
              <a:prstDash val="solid"/>
              <a:miter/>
            </a:ln>
          </p:spPr>
          <p:txBody>
            <a:bodyPr rtlCol="0" anchor="ctr"/>
            <a:lstStyle/>
            <a:p>
              <a:endParaRPr lang="zh-CN" altLang="en-US"/>
            </a:p>
          </p:txBody>
        </p:sp>
        <p:sp>
          <p:nvSpPr>
            <p:cNvPr id="59" name="任意多边形: 形状 58"/>
            <p:cNvSpPr/>
            <p:nvPr/>
          </p:nvSpPr>
          <p:spPr>
            <a:xfrm>
              <a:off x="6673786" y="3083623"/>
              <a:ext cx="571" cy="571"/>
            </a:xfrm>
            <a:custGeom>
              <a:avLst/>
              <a:gdLst>
                <a:gd name="connsiteX0" fmla="*/ 572 w 571"/>
                <a:gd name="connsiteY0" fmla="*/ 286 h 571"/>
                <a:gd name="connsiteX1" fmla="*/ 286 w 571"/>
                <a:gd name="connsiteY1" fmla="*/ 572 h 571"/>
                <a:gd name="connsiteX2" fmla="*/ 0 w 571"/>
                <a:gd name="connsiteY2" fmla="*/ 286 h 571"/>
                <a:gd name="connsiteX3" fmla="*/ 286 w 571"/>
                <a:gd name="connsiteY3" fmla="*/ 0 h 571"/>
                <a:gd name="connsiteX4" fmla="*/ 572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2" y="286"/>
                  </a:moveTo>
                  <a:cubicBezTo>
                    <a:pt x="572" y="444"/>
                    <a:pt x="444" y="572"/>
                    <a:pt x="286" y="572"/>
                  </a:cubicBezTo>
                  <a:cubicBezTo>
                    <a:pt x="128" y="572"/>
                    <a:pt x="0" y="444"/>
                    <a:pt x="0" y="286"/>
                  </a:cubicBezTo>
                  <a:cubicBezTo>
                    <a:pt x="0" y="128"/>
                    <a:pt x="128" y="0"/>
                    <a:pt x="286" y="0"/>
                  </a:cubicBezTo>
                  <a:cubicBezTo>
                    <a:pt x="444" y="0"/>
                    <a:pt x="572" y="128"/>
                    <a:pt x="572" y="286"/>
                  </a:cubicBezTo>
                  <a:close/>
                </a:path>
              </a:pathLst>
            </a:custGeom>
            <a:grpFill/>
            <a:ln w="9525" cap="flat">
              <a:noFill/>
              <a:prstDash val="solid"/>
              <a:miter/>
            </a:ln>
          </p:spPr>
          <p:txBody>
            <a:bodyPr rtlCol="0" anchor="ctr"/>
            <a:lstStyle/>
            <a:p>
              <a:endParaRPr lang="zh-CN" altLang="en-US"/>
            </a:p>
          </p:txBody>
        </p:sp>
        <p:sp>
          <p:nvSpPr>
            <p:cNvPr id="60" name="任意多边形: 形状 59"/>
            <p:cNvSpPr/>
            <p:nvPr/>
          </p:nvSpPr>
          <p:spPr>
            <a:xfrm>
              <a:off x="5518213" y="3197352"/>
              <a:ext cx="3810" cy="3810"/>
            </a:xfrm>
            <a:custGeom>
              <a:avLst/>
              <a:gdLst>
                <a:gd name="connsiteX0" fmla="*/ 1905 w 3810"/>
                <a:gd name="connsiteY0" fmla="*/ 3810 h 3810"/>
                <a:gd name="connsiteX1" fmla="*/ 3810 w 3810"/>
                <a:gd name="connsiteY1" fmla="*/ 1905 h 3810"/>
                <a:gd name="connsiteX2" fmla="*/ 1905 w 3810"/>
                <a:gd name="connsiteY2" fmla="*/ 0 h 3810"/>
                <a:gd name="connsiteX3" fmla="*/ 0 w 3810"/>
                <a:gd name="connsiteY3" fmla="*/ 1905 h 3810"/>
                <a:gd name="connsiteX4" fmla="*/ 1905 w 3810"/>
                <a:gd name="connsiteY4" fmla="*/ 3810 h 3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 h="3810">
                  <a:moveTo>
                    <a:pt x="1905" y="3810"/>
                  </a:moveTo>
                  <a:cubicBezTo>
                    <a:pt x="2953" y="3810"/>
                    <a:pt x="3810" y="2953"/>
                    <a:pt x="3810" y="1905"/>
                  </a:cubicBezTo>
                  <a:cubicBezTo>
                    <a:pt x="3810" y="857"/>
                    <a:pt x="2953" y="0"/>
                    <a:pt x="1905" y="0"/>
                  </a:cubicBezTo>
                  <a:cubicBezTo>
                    <a:pt x="857" y="0"/>
                    <a:pt x="0" y="857"/>
                    <a:pt x="0" y="1905"/>
                  </a:cubicBezTo>
                  <a:cubicBezTo>
                    <a:pt x="0" y="2953"/>
                    <a:pt x="857" y="3810"/>
                    <a:pt x="1905" y="3810"/>
                  </a:cubicBezTo>
                  <a:close/>
                </a:path>
              </a:pathLst>
            </a:custGeom>
            <a:grpFill/>
            <a:ln w="9525" cap="flat">
              <a:noFill/>
              <a:prstDash val="solid"/>
              <a:miter/>
            </a:ln>
          </p:spPr>
          <p:txBody>
            <a:bodyPr rtlCol="0" anchor="ctr"/>
            <a:lstStyle/>
            <a:p>
              <a:endParaRPr lang="zh-CN" altLang="en-US"/>
            </a:p>
          </p:txBody>
        </p:sp>
        <p:sp>
          <p:nvSpPr>
            <p:cNvPr id="61" name="任意多边形: 形状 60"/>
            <p:cNvSpPr/>
            <p:nvPr/>
          </p:nvSpPr>
          <p:spPr>
            <a:xfrm>
              <a:off x="5625560" y="3189351"/>
              <a:ext cx="19811" cy="19811"/>
            </a:xfrm>
            <a:custGeom>
              <a:avLst/>
              <a:gdLst>
                <a:gd name="connsiteX0" fmla="*/ 9906 w 19811"/>
                <a:gd name="connsiteY0" fmla="*/ 19812 h 19811"/>
                <a:gd name="connsiteX1" fmla="*/ 19812 w 19811"/>
                <a:gd name="connsiteY1" fmla="*/ 9906 h 19811"/>
                <a:gd name="connsiteX2" fmla="*/ 9906 w 19811"/>
                <a:gd name="connsiteY2" fmla="*/ 0 h 19811"/>
                <a:gd name="connsiteX3" fmla="*/ 0 w 19811"/>
                <a:gd name="connsiteY3" fmla="*/ 9906 h 19811"/>
                <a:gd name="connsiteX4" fmla="*/ 9906 w 19811"/>
                <a:gd name="connsiteY4" fmla="*/ 19812 h 19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11" h="19811">
                  <a:moveTo>
                    <a:pt x="9906" y="19812"/>
                  </a:moveTo>
                  <a:cubicBezTo>
                    <a:pt x="15430" y="19812"/>
                    <a:pt x="19812" y="15335"/>
                    <a:pt x="19812" y="9906"/>
                  </a:cubicBezTo>
                  <a:cubicBezTo>
                    <a:pt x="19812" y="4381"/>
                    <a:pt x="15335" y="0"/>
                    <a:pt x="9906" y="0"/>
                  </a:cubicBezTo>
                  <a:cubicBezTo>
                    <a:pt x="4382" y="0"/>
                    <a:pt x="0" y="4477"/>
                    <a:pt x="0" y="9906"/>
                  </a:cubicBezTo>
                  <a:cubicBezTo>
                    <a:pt x="0" y="15430"/>
                    <a:pt x="4477" y="19812"/>
                    <a:pt x="9906" y="19812"/>
                  </a:cubicBezTo>
                  <a:close/>
                </a:path>
              </a:pathLst>
            </a:custGeom>
            <a:grpFill/>
            <a:ln w="9525" cap="flat">
              <a:noFill/>
              <a:prstDash val="solid"/>
              <a:miter/>
            </a:ln>
          </p:spPr>
          <p:txBody>
            <a:bodyPr rtlCol="0" anchor="ctr"/>
            <a:lstStyle/>
            <a:p>
              <a:endParaRPr lang="zh-CN" altLang="en-US"/>
            </a:p>
          </p:txBody>
        </p:sp>
        <p:sp>
          <p:nvSpPr>
            <p:cNvPr id="62" name="任意多边形: 形状 61"/>
            <p:cNvSpPr/>
            <p:nvPr/>
          </p:nvSpPr>
          <p:spPr>
            <a:xfrm>
              <a:off x="5732715" y="3181159"/>
              <a:ext cx="36386" cy="36385"/>
            </a:xfrm>
            <a:custGeom>
              <a:avLst/>
              <a:gdLst>
                <a:gd name="connsiteX0" fmla="*/ 18194 w 36386"/>
                <a:gd name="connsiteY0" fmla="*/ 36385 h 36385"/>
                <a:gd name="connsiteX1" fmla="*/ 36386 w 36386"/>
                <a:gd name="connsiteY1" fmla="*/ 18193 h 36385"/>
                <a:gd name="connsiteX2" fmla="*/ 18194 w 36386"/>
                <a:gd name="connsiteY2" fmla="*/ 0 h 36385"/>
                <a:gd name="connsiteX3" fmla="*/ 1 w 36386"/>
                <a:gd name="connsiteY3" fmla="*/ 18193 h 36385"/>
                <a:gd name="connsiteX4" fmla="*/ 18194 w 36386"/>
                <a:gd name="connsiteY4" fmla="*/ 36385 h 36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86" h="36385">
                  <a:moveTo>
                    <a:pt x="18194" y="36385"/>
                  </a:moveTo>
                  <a:cubicBezTo>
                    <a:pt x="28290" y="36385"/>
                    <a:pt x="36386" y="28194"/>
                    <a:pt x="36386" y="18193"/>
                  </a:cubicBezTo>
                  <a:cubicBezTo>
                    <a:pt x="36386" y="8096"/>
                    <a:pt x="28195" y="0"/>
                    <a:pt x="18194" y="0"/>
                  </a:cubicBezTo>
                  <a:cubicBezTo>
                    <a:pt x="8097" y="0"/>
                    <a:pt x="1" y="8192"/>
                    <a:pt x="1" y="18193"/>
                  </a:cubicBezTo>
                  <a:cubicBezTo>
                    <a:pt x="-94" y="28194"/>
                    <a:pt x="8097" y="36385"/>
                    <a:pt x="18194" y="36385"/>
                  </a:cubicBezTo>
                  <a:close/>
                </a:path>
              </a:pathLst>
            </a:custGeom>
            <a:grpFill/>
            <a:ln w="9525" cap="flat">
              <a:noFill/>
              <a:prstDash val="solid"/>
              <a:miter/>
            </a:ln>
          </p:spPr>
          <p:txBody>
            <a:bodyPr rtlCol="0" anchor="ctr"/>
            <a:lstStyle/>
            <a:p>
              <a:endParaRPr lang="zh-CN" altLang="en-US"/>
            </a:p>
          </p:txBody>
        </p:sp>
        <p:sp>
          <p:nvSpPr>
            <p:cNvPr id="63" name="任意多边形: 形状 62"/>
            <p:cNvSpPr/>
            <p:nvPr/>
          </p:nvSpPr>
          <p:spPr>
            <a:xfrm>
              <a:off x="5840634" y="3173634"/>
              <a:ext cx="51244" cy="51244"/>
            </a:xfrm>
            <a:custGeom>
              <a:avLst/>
              <a:gdLst>
                <a:gd name="connsiteX0" fmla="*/ 25622 w 51244"/>
                <a:gd name="connsiteY0" fmla="*/ 51245 h 51244"/>
                <a:gd name="connsiteX1" fmla="*/ 51245 w 51244"/>
                <a:gd name="connsiteY1" fmla="*/ 25622 h 51244"/>
                <a:gd name="connsiteX2" fmla="*/ 25622 w 51244"/>
                <a:gd name="connsiteY2" fmla="*/ 0 h 51244"/>
                <a:gd name="connsiteX3" fmla="*/ 0 w 51244"/>
                <a:gd name="connsiteY3" fmla="*/ 25622 h 51244"/>
                <a:gd name="connsiteX4" fmla="*/ 25622 w 51244"/>
                <a:gd name="connsiteY4" fmla="*/ 51245 h 51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44" h="51244">
                  <a:moveTo>
                    <a:pt x="25622" y="51245"/>
                  </a:moveTo>
                  <a:cubicBezTo>
                    <a:pt x="39719" y="51245"/>
                    <a:pt x="51245" y="39815"/>
                    <a:pt x="51245" y="25622"/>
                  </a:cubicBezTo>
                  <a:cubicBezTo>
                    <a:pt x="51245" y="11525"/>
                    <a:pt x="39815" y="0"/>
                    <a:pt x="25622" y="0"/>
                  </a:cubicBezTo>
                  <a:cubicBezTo>
                    <a:pt x="11525" y="0"/>
                    <a:pt x="0" y="11430"/>
                    <a:pt x="0" y="25622"/>
                  </a:cubicBezTo>
                  <a:cubicBezTo>
                    <a:pt x="0" y="39815"/>
                    <a:pt x="11525" y="51245"/>
                    <a:pt x="25622" y="51245"/>
                  </a:cubicBezTo>
                  <a:close/>
                </a:path>
              </a:pathLst>
            </a:custGeom>
            <a:grpFill/>
            <a:ln w="9525" cap="flat">
              <a:noFill/>
              <a:prstDash val="solid"/>
              <a:miter/>
            </a:ln>
          </p:spPr>
          <p:txBody>
            <a:bodyPr rtlCol="0" anchor="ctr"/>
            <a:lstStyle/>
            <a:p>
              <a:endParaRPr lang="zh-CN" altLang="en-US"/>
            </a:p>
          </p:txBody>
        </p:sp>
        <p:sp>
          <p:nvSpPr>
            <p:cNvPr id="64" name="任意多边形: 形状 63"/>
            <p:cNvSpPr/>
            <p:nvPr/>
          </p:nvSpPr>
          <p:spPr>
            <a:xfrm>
              <a:off x="5950362" y="3167919"/>
              <a:ext cx="62674" cy="62674"/>
            </a:xfrm>
            <a:custGeom>
              <a:avLst/>
              <a:gdLst>
                <a:gd name="connsiteX0" fmla="*/ 31338 w 62674"/>
                <a:gd name="connsiteY0" fmla="*/ 62674 h 62674"/>
                <a:gd name="connsiteX1" fmla="*/ 62675 w 62674"/>
                <a:gd name="connsiteY1" fmla="*/ 31337 h 62674"/>
                <a:gd name="connsiteX2" fmla="*/ 31338 w 62674"/>
                <a:gd name="connsiteY2" fmla="*/ 0 h 62674"/>
                <a:gd name="connsiteX3" fmla="*/ 0 w 62674"/>
                <a:gd name="connsiteY3" fmla="*/ 31337 h 62674"/>
                <a:gd name="connsiteX4" fmla="*/ 31338 w 62674"/>
                <a:gd name="connsiteY4" fmla="*/ 62674 h 62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674" h="62674">
                  <a:moveTo>
                    <a:pt x="31338" y="62674"/>
                  </a:moveTo>
                  <a:cubicBezTo>
                    <a:pt x="48673" y="62674"/>
                    <a:pt x="62675" y="48673"/>
                    <a:pt x="62675" y="31337"/>
                  </a:cubicBezTo>
                  <a:cubicBezTo>
                    <a:pt x="62675" y="14002"/>
                    <a:pt x="48673" y="0"/>
                    <a:pt x="31338" y="0"/>
                  </a:cubicBezTo>
                  <a:cubicBezTo>
                    <a:pt x="14002" y="0"/>
                    <a:pt x="0" y="14002"/>
                    <a:pt x="0" y="31337"/>
                  </a:cubicBezTo>
                  <a:cubicBezTo>
                    <a:pt x="-95" y="48673"/>
                    <a:pt x="14002" y="62674"/>
                    <a:pt x="31338" y="62674"/>
                  </a:cubicBezTo>
                  <a:close/>
                </a:path>
              </a:pathLst>
            </a:custGeom>
            <a:grpFill/>
            <a:ln w="9525" cap="flat">
              <a:noFill/>
              <a:prstDash val="solid"/>
              <a:miter/>
            </a:ln>
          </p:spPr>
          <p:txBody>
            <a:bodyPr rtlCol="0" anchor="ctr"/>
            <a:lstStyle/>
            <a:p>
              <a:endParaRPr lang="zh-CN" altLang="en-US"/>
            </a:p>
          </p:txBody>
        </p:sp>
        <p:sp>
          <p:nvSpPr>
            <p:cNvPr id="65" name="任意多边形: 形状 64"/>
            <p:cNvSpPr/>
            <p:nvPr/>
          </p:nvSpPr>
          <p:spPr>
            <a:xfrm>
              <a:off x="6063138" y="3165347"/>
              <a:ext cx="67817" cy="67817"/>
            </a:xfrm>
            <a:custGeom>
              <a:avLst/>
              <a:gdLst>
                <a:gd name="connsiteX0" fmla="*/ 33909 w 67817"/>
                <a:gd name="connsiteY0" fmla="*/ 67818 h 67817"/>
                <a:gd name="connsiteX1" fmla="*/ 67818 w 67817"/>
                <a:gd name="connsiteY1" fmla="*/ 33909 h 67817"/>
                <a:gd name="connsiteX2" fmla="*/ 33909 w 67817"/>
                <a:gd name="connsiteY2" fmla="*/ 0 h 67817"/>
                <a:gd name="connsiteX3" fmla="*/ 0 w 67817"/>
                <a:gd name="connsiteY3" fmla="*/ 33909 h 67817"/>
                <a:gd name="connsiteX4" fmla="*/ 33909 w 67817"/>
                <a:gd name="connsiteY4" fmla="*/ 67818 h 67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17" h="67817">
                  <a:moveTo>
                    <a:pt x="33909" y="67818"/>
                  </a:moveTo>
                  <a:cubicBezTo>
                    <a:pt x="52673" y="67818"/>
                    <a:pt x="67818" y="52673"/>
                    <a:pt x="67818" y="33909"/>
                  </a:cubicBezTo>
                  <a:cubicBezTo>
                    <a:pt x="67818" y="15145"/>
                    <a:pt x="52673" y="0"/>
                    <a:pt x="33909" y="0"/>
                  </a:cubicBezTo>
                  <a:cubicBezTo>
                    <a:pt x="15145" y="0"/>
                    <a:pt x="0" y="15145"/>
                    <a:pt x="0" y="33909"/>
                  </a:cubicBezTo>
                  <a:cubicBezTo>
                    <a:pt x="0" y="52673"/>
                    <a:pt x="15240" y="67818"/>
                    <a:pt x="33909" y="67818"/>
                  </a:cubicBezTo>
                  <a:close/>
                </a:path>
              </a:pathLst>
            </a:custGeom>
            <a:grpFill/>
            <a:ln w="9525" cap="flat">
              <a:noFill/>
              <a:prstDash val="solid"/>
              <a:miter/>
            </a:ln>
          </p:spPr>
          <p:txBody>
            <a:bodyPr rtlCol="0" anchor="ctr"/>
            <a:lstStyle/>
            <a:p>
              <a:endParaRPr lang="zh-CN" altLang="en-US"/>
            </a:p>
          </p:txBody>
        </p:sp>
        <p:sp>
          <p:nvSpPr>
            <p:cNvPr id="66" name="任意多边形: 形状 65"/>
            <p:cNvSpPr/>
            <p:nvPr/>
          </p:nvSpPr>
          <p:spPr>
            <a:xfrm>
              <a:off x="6180486" y="3167253"/>
              <a:ext cx="64007" cy="64007"/>
            </a:xfrm>
            <a:custGeom>
              <a:avLst/>
              <a:gdLst>
                <a:gd name="connsiteX0" fmla="*/ 64008 w 64007"/>
                <a:gd name="connsiteY0" fmla="*/ 32004 h 64007"/>
                <a:gd name="connsiteX1" fmla="*/ 32004 w 64007"/>
                <a:gd name="connsiteY1" fmla="*/ 64008 h 64007"/>
                <a:gd name="connsiteX2" fmla="*/ 0 w 64007"/>
                <a:gd name="connsiteY2" fmla="*/ 32004 h 64007"/>
                <a:gd name="connsiteX3" fmla="*/ 32004 w 64007"/>
                <a:gd name="connsiteY3" fmla="*/ 0 h 64007"/>
                <a:gd name="connsiteX4" fmla="*/ 64008 w 64007"/>
                <a:gd name="connsiteY4" fmla="*/ 32004 h 64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7" h="64007">
                  <a:moveTo>
                    <a:pt x="64008" y="32004"/>
                  </a:moveTo>
                  <a:cubicBezTo>
                    <a:pt x="64008" y="49679"/>
                    <a:pt x="49679" y="64008"/>
                    <a:pt x="32004" y="64008"/>
                  </a:cubicBezTo>
                  <a:cubicBezTo>
                    <a:pt x="14329" y="64008"/>
                    <a:pt x="0" y="49679"/>
                    <a:pt x="0" y="32004"/>
                  </a:cubicBezTo>
                  <a:cubicBezTo>
                    <a:pt x="0" y="14329"/>
                    <a:pt x="14329" y="0"/>
                    <a:pt x="32004" y="0"/>
                  </a:cubicBezTo>
                  <a:cubicBezTo>
                    <a:pt x="49679" y="0"/>
                    <a:pt x="64008" y="14329"/>
                    <a:pt x="64008" y="32004"/>
                  </a:cubicBezTo>
                  <a:close/>
                </a:path>
              </a:pathLst>
            </a:custGeom>
            <a:grpFill/>
            <a:ln w="9525" cap="flat">
              <a:noFill/>
              <a:prstDash val="solid"/>
              <a:miter/>
            </a:ln>
          </p:spPr>
          <p:txBody>
            <a:bodyPr rtlCol="0" anchor="ctr"/>
            <a:lstStyle/>
            <a:p>
              <a:endParaRPr lang="zh-CN" altLang="en-US"/>
            </a:p>
          </p:txBody>
        </p:sp>
        <p:sp>
          <p:nvSpPr>
            <p:cNvPr id="67" name="任意多边形: 形状 66"/>
            <p:cNvSpPr/>
            <p:nvPr/>
          </p:nvSpPr>
          <p:spPr>
            <a:xfrm>
              <a:off x="6301644" y="3173158"/>
              <a:ext cx="52387" cy="52387"/>
            </a:xfrm>
            <a:custGeom>
              <a:avLst/>
              <a:gdLst>
                <a:gd name="connsiteX0" fmla="*/ 26194 w 52387"/>
                <a:gd name="connsiteY0" fmla="*/ 52388 h 52387"/>
                <a:gd name="connsiteX1" fmla="*/ 52388 w 52387"/>
                <a:gd name="connsiteY1" fmla="*/ 26194 h 52387"/>
                <a:gd name="connsiteX2" fmla="*/ 26194 w 52387"/>
                <a:gd name="connsiteY2" fmla="*/ 0 h 52387"/>
                <a:gd name="connsiteX3" fmla="*/ 0 w 52387"/>
                <a:gd name="connsiteY3" fmla="*/ 26194 h 52387"/>
                <a:gd name="connsiteX4" fmla="*/ 26194 w 52387"/>
                <a:gd name="connsiteY4" fmla="*/ 52388 h 52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87" h="52387">
                  <a:moveTo>
                    <a:pt x="26194" y="52388"/>
                  </a:moveTo>
                  <a:cubicBezTo>
                    <a:pt x="40672" y="52388"/>
                    <a:pt x="52388" y="40672"/>
                    <a:pt x="52388" y="26194"/>
                  </a:cubicBezTo>
                  <a:cubicBezTo>
                    <a:pt x="52388" y="11716"/>
                    <a:pt x="40672" y="0"/>
                    <a:pt x="26194" y="0"/>
                  </a:cubicBezTo>
                  <a:cubicBezTo>
                    <a:pt x="11716" y="0"/>
                    <a:pt x="0" y="11716"/>
                    <a:pt x="0" y="26194"/>
                  </a:cubicBezTo>
                  <a:cubicBezTo>
                    <a:pt x="0" y="40672"/>
                    <a:pt x="11716" y="52388"/>
                    <a:pt x="26194" y="52388"/>
                  </a:cubicBezTo>
                  <a:close/>
                </a:path>
              </a:pathLst>
            </a:custGeom>
            <a:grpFill/>
            <a:ln w="9525" cap="flat">
              <a:noFill/>
              <a:prstDash val="solid"/>
              <a:miter/>
            </a:ln>
          </p:spPr>
          <p:txBody>
            <a:bodyPr rtlCol="0" anchor="ctr"/>
            <a:lstStyle/>
            <a:p>
              <a:endParaRPr lang="zh-CN" altLang="en-US"/>
            </a:p>
          </p:txBody>
        </p:sp>
        <p:sp>
          <p:nvSpPr>
            <p:cNvPr id="68" name="任意多边形: 形状 67"/>
            <p:cNvSpPr/>
            <p:nvPr/>
          </p:nvSpPr>
          <p:spPr>
            <a:xfrm>
              <a:off x="6424421" y="3180397"/>
              <a:ext cx="37719" cy="37718"/>
            </a:xfrm>
            <a:custGeom>
              <a:avLst/>
              <a:gdLst>
                <a:gd name="connsiteX0" fmla="*/ 18860 w 37719"/>
                <a:gd name="connsiteY0" fmla="*/ 37719 h 37718"/>
                <a:gd name="connsiteX1" fmla="*/ 37720 w 37719"/>
                <a:gd name="connsiteY1" fmla="*/ 18859 h 37718"/>
                <a:gd name="connsiteX2" fmla="*/ 18860 w 37719"/>
                <a:gd name="connsiteY2" fmla="*/ 0 h 37718"/>
                <a:gd name="connsiteX3" fmla="*/ 1 w 37719"/>
                <a:gd name="connsiteY3" fmla="*/ 18859 h 37718"/>
                <a:gd name="connsiteX4" fmla="*/ 18860 w 37719"/>
                <a:gd name="connsiteY4" fmla="*/ 37719 h 37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19" h="37718">
                  <a:moveTo>
                    <a:pt x="18860" y="37719"/>
                  </a:moveTo>
                  <a:cubicBezTo>
                    <a:pt x="29243" y="37719"/>
                    <a:pt x="37720" y="29242"/>
                    <a:pt x="37720" y="18859"/>
                  </a:cubicBezTo>
                  <a:cubicBezTo>
                    <a:pt x="37720" y="8477"/>
                    <a:pt x="29243" y="0"/>
                    <a:pt x="18860" y="0"/>
                  </a:cubicBezTo>
                  <a:cubicBezTo>
                    <a:pt x="8478" y="0"/>
                    <a:pt x="1" y="8477"/>
                    <a:pt x="1" y="18859"/>
                  </a:cubicBezTo>
                  <a:cubicBezTo>
                    <a:pt x="-94" y="29337"/>
                    <a:pt x="8383" y="37719"/>
                    <a:pt x="18860" y="37719"/>
                  </a:cubicBezTo>
                  <a:close/>
                </a:path>
              </a:pathLst>
            </a:custGeom>
            <a:grpFill/>
            <a:ln w="9525" cap="flat">
              <a:noFill/>
              <a:prstDash val="solid"/>
              <a:miter/>
            </a:ln>
          </p:spPr>
          <p:txBody>
            <a:bodyPr rtlCol="0" anchor="ctr"/>
            <a:lstStyle/>
            <a:p>
              <a:endParaRPr lang="zh-CN" altLang="en-US"/>
            </a:p>
          </p:txBody>
        </p:sp>
        <p:sp>
          <p:nvSpPr>
            <p:cNvPr id="69" name="任意多边形: 形状 68"/>
            <p:cNvSpPr/>
            <p:nvPr/>
          </p:nvSpPr>
          <p:spPr>
            <a:xfrm>
              <a:off x="6548056" y="3188684"/>
              <a:ext cx="21145" cy="21145"/>
            </a:xfrm>
            <a:custGeom>
              <a:avLst/>
              <a:gdLst>
                <a:gd name="connsiteX0" fmla="*/ 21146 w 21145"/>
                <a:gd name="connsiteY0" fmla="*/ 10573 h 21145"/>
                <a:gd name="connsiteX1" fmla="*/ 10573 w 21145"/>
                <a:gd name="connsiteY1" fmla="*/ 21146 h 21145"/>
                <a:gd name="connsiteX2" fmla="*/ 0 w 21145"/>
                <a:gd name="connsiteY2" fmla="*/ 10573 h 21145"/>
                <a:gd name="connsiteX3" fmla="*/ 10573 w 21145"/>
                <a:gd name="connsiteY3" fmla="*/ 0 h 21145"/>
                <a:gd name="connsiteX4" fmla="*/ 21146 w 21145"/>
                <a:gd name="connsiteY4" fmla="*/ 10573 h 21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5" h="21145">
                  <a:moveTo>
                    <a:pt x="21146" y="10573"/>
                  </a:moveTo>
                  <a:cubicBezTo>
                    <a:pt x="21146" y="16412"/>
                    <a:pt x="16412" y="21146"/>
                    <a:pt x="10573" y="21146"/>
                  </a:cubicBezTo>
                  <a:cubicBezTo>
                    <a:pt x="4734" y="21146"/>
                    <a:pt x="0" y="16412"/>
                    <a:pt x="0" y="10573"/>
                  </a:cubicBezTo>
                  <a:cubicBezTo>
                    <a:pt x="0" y="4734"/>
                    <a:pt x="4734" y="0"/>
                    <a:pt x="10573" y="0"/>
                  </a:cubicBezTo>
                  <a:cubicBezTo>
                    <a:pt x="16412" y="0"/>
                    <a:pt x="21146" y="4734"/>
                    <a:pt x="21146" y="10573"/>
                  </a:cubicBezTo>
                  <a:close/>
                </a:path>
              </a:pathLst>
            </a:custGeom>
            <a:grpFill/>
            <a:ln w="9525" cap="flat">
              <a:noFill/>
              <a:prstDash val="solid"/>
              <a:miter/>
            </a:ln>
          </p:spPr>
          <p:txBody>
            <a:bodyPr rtlCol="0" anchor="ctr"/>
            <a:lstStyle/>
            <a:p>
              <a:endParaRPr lang="zh-CN" altLang="en-US"/>
            </a:p>
          </p:txBody>
        </p:sp>
        <p:sp>
          <p:nvSpPr>
            <p:cNvPr id="70" name="任意多边形: 形状 69"/>
            <p:cNvSpPr/>
            <p:nvPr/>
          </p:nvSpPr>
          <p:spPr>
            <a:xfrm>
              <a:off x="6671500" y="3196685"/>
              <a:ext cx="5143" cy="5143"/>
            </a:xfrm>
            <a:custGeom>
              <a:avLst/>
              <a:gdLst>
                <a:gd name="connsiteX0" fmla="*/ 2572 w 5143"/>
                <a:gd name="connsiteY0" fmla="*/ 5144 h 5143"/>
                <a:gd name="connsiteX1" fmla="*/ 5144 w 5143"/>
                <a:gd name="connsiteY1" fmla="*/ 2572 h 5143"/>
                <a:gd name="connsiteX2" fmla="*/ 2572 w 5143"/>
                <a:gd name="connsiteY2" fmla="*/ 0 h 5143"/>
                <a:gd name="connsiteX3" fmla="*/ 0 w 5143"/>
                <a:gd name="connsiteY3" fmla="*/ 2572 h 5143"/>
                <a:gd name="connsiteX4" fmla="*/ 2572 w 5143"/>
                <a:gd name="connsiteY4" fmla="*/ 5144 h 5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 h="5143">
                  <a:moveTo>
                    <a:pt x="2572" y="5144"/>
                  </a:moveTo>
                  <a:cubicBezTo>
                    <a:pt x="4000" y="5144"/>
                    <a:pt x="5144" y="4000"/>
                    <a:pt x="5144" y="2572"/>
                  </a:cubicBezTo>
                  <a:cubicBezTo>
                    <a:pt x="5144" y="1143"/>
                    <a:pt x="4000" y="0"/>
                    <a:pt x="2572" y="0"/>
                  </a:cubicBezTo>
                  <a:cubicBezTo>
                    <a:pt x="1143" y="0"/>
                    <a:pt x="0" y="1143"/>
                    <a:pt x="0" y="2572"/>
                  </a:cubicBezTo>
                  <a:cubicBezTo>
                    <a:pt x="0" y="4000"/>
                    <a:pt x="1143" y="5144"/>
                    <a:pt x="2572" y="5144"/>
                  </a:cubicBezTo>
                  <a:close/>
                </a:path>
              </a:pathLst>
            </a:custGeom>
            <a:grpFill/>
            <a:ln w="9525" cap="flat">
              <a:noFill/>
              <a:prstDash val="solid"/>
              <a:miter/>
            </a:ln>
          </p:spPr>
          <p:txBody>
            <a:bodyPr rtlCol="0" anchor="ctr"/>
            <a:lstStyle/>
            <a:p>
              <a:endParaRPr lang="zh-CN" altLang="en-US"/>
            </a:p>
          </p:txBody>
        </p:sp>
        <p:sp>
          <p:nvSpPr>
            <p:cNvPr id="71" name="任意多边形: 形状 70"/>
            <p:cNvSpPr/>
            <p:nvPr/>
          </p:nvSpPr>
          <p:spPr>
            <a:xfrm>
              <a:off x="5515927" y="3310509"/>
              <a:ext cx="8381" cy="8381"/>
            </a:xfrm>
            <a:custGeom>
              <a:avLst/>
              <a:gdLst>
                <a:gd name="connsiteX0" fmla="*/ 8382 w 8381"/>
                <a:gd name="connsiteY0" fmla="*/ 4191 h 8381"/>
                <a:gd name="connsiteX1" fmla="*/ 4191 w 8381"/>
                <a:gd name="connsiteY1" fmla="*/ 8382 h 8381"/>
                <a:gd name="connsiteX2" fmla="*/ 0 w 8381"/>
                <a:gd name="connsiteY2" fmla="*/ 4191 h 8381"/>
                <a:gd name="connsiteX3" fmla="*/ 4191 w 8381"/>
                <a:gd name="connsiteY3" fmla="*/ 0 h 8381"/>
                <a:gd name="connsiteX4" fmla="*/ 8382 w 8381"/>
                <a:gd name="connsiteY4" fmla="*/ 4191 h 8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1" h="8381">
                  <a:moveTo>
                    <a:pt x="8382" y="4191"/>
                  </a:moveTo>
                  <a:cubicBezTo>
                    <a:pt x="8382" y="6506"/>
                    <a:pt x="6506" y="8382"/>
                    <a:pt x="4191" y="8382"/>
                  </a:cubicBezTo>
                  <a:cubicBezTo>
                    <a:pt x="1876" y="8382"/>
                    <a:pt x="0" y="6506"/>
                    <a:pt x="0" y="4191"/>
                  </a:cubicBezTo>
                  <a:cubicBezTo>
                    <a:pt x="0" y="1876"/>
                    <a:pt x="1876" y="0"/>
                    <a:pt x="4191" y="0"/>
                  </a:cubicBezTo>
                  <a:cubicBezTo>
                    <a:pt x="6506" y="0"/>
                    <a:pt x="8382" y="1876"/>
                    <a:pt x="8382" y="4191"/>
                  </a:cubicBezTo>
                  <a:close/>
                </a:path>
              </a:pathLst>
            </a:custGeom>
            <a:grpFill/>
            <a:ln w="9525" cap="flat">
              <a:noFill/>
              <a:prstDash val="solid"/>
              <a:miter/>
            </a:ln>
          </p:spPr>
          <p:txBody>
            <a:bodyPr rtlCol="0" anchor="ctr"/>
            <a:lstStyle/>
            <a:p>
              <a:endParaRPr lang="zh-CN" altLang="en-US"/>
            </a:p>
          </p:txBody>
        </p:sp>
        <p:sp>
          <p:nvSpPr>
            <p:cNvPr id="72" name="任意多边形: 形状 71"/>
            <p:cNvSpPr/>
            <p:nvPr/>
          </p:nvSpPr>
          <p:spPr>
            <a:xfrm>
              <a:off x="5622035" y="3301269"/>
              <a:ext cx="26860" cy="26860"/>
            </a:xfrm>
            <a:custGeom>
              <a:avLst/>
              <a:gdLst>
                <a:gd name="connsiteX0" fmla="*/ 13430 w 26860"/>
                <a:gd name="connsiteY0" fmla="*/ 26860 h 26860"/>
                <a:gd name="connsiteX1" fmla="*/ 26861 w 26860"/>
                <a:gd name="connsiteY1" fmla="*/ 13430 h 26860"/>
                <a:gd name="connsiteX2" fmla="*/ 13430 w 26860"/>
                <a:gd name="connsiteY2" fmla="*/ 0 h 26860"/>
                <a:gd name="connsiteX3" fmla="*/ 0 w 26860"/>
                <a:gd name="connsiteY3" fmla="*/ 13430 h 26860"/>
                <a:gd name="connsiteX4" fmla="*/ 13430 w 26860"/>
                <a:gd name="connsiteY4" fmla="*/ 26860 h 26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0" h="26860">
                  <a:moveTo>
                    <a:pt x="13430" y="26860"/>
                  </a:moveTo>
                  <a:cubicBezTo>
                    <a:pt x="20860" y="26860"/>
                    <a:pt x="26861" y="20860"/>
                    <a:pt x="26861" y="13430"/>
                  </a:cubicBezTo>
                  <a:cubicBezTo>
                    <a:pt x="26861" y="6001"/>
                    <a:pt x="20860" y="0"/>
                    <a:pt x="13430" y="0"/>
                  </a:cubicBezTo>
                  <a:cubicBezTo>
                    <a:pt x="6001" y="0"/>
                    <a:pt x="0" y="6001"/>
                    <a:pt x="0" y="13430"/>
                  </a:cubicBezTo>
                  <a:cubicBezTo>
                    <a:pt x="0" y="20860"/>
                    <a:pt x="6001" y="26860"/>
                    <a:pt x="13430" y="26860"/>
                  </a:cubicBezTo>
                  <a:close/>
                </a:path>
              </a:pathLst>
            </a:custGeom>
            <a:grpFill/>
            <a:ln w="9525" cap="flat">
              <a:noFill/>
              <a:prstDash val="solid"/>
              <a:miter/>
            </a:ln>
          </p:spPr>
          <p:txBody>
            <a:bodyPr rtlCol="0" anchor="ctr"/>
            <a:lstStyle/>
            <a:p>
              <a:endParaRPr lang="zh-CN" altLang="en-US"/>
            </a:p>
          </p:txBody>
        </p:sp>
        <p:sp>
          <p:nvSpPr>
            <p:cNvPr id="73" name="任意多边形: 形状 72"/>
            <p:cNvSpPr/>
            <p:nvPr/>
          </p:nvSpPr>
          <p:spPr>
            <a:xfrm>
              <a:off x="5728144" y="3291935"/>
              <a:ext cx="45529" cy="45529"/>
            </a:xfrm>
            <a:custGeom>
              <a:avLst/>
              <a:gdLst>
                <a:gd name="connsiteX0" fmla="*/ 45530 w 45529"/>
                <a:gd name="connsiteY0" fmla="*/ 22765 h 45529"/>
                <a:gd name="connsiteX1" fmla="*/ 22765 w 45529"/>
                <a:gd name="connsiteY1" fmla="*/ 45529 h 45529"/>
                <a:gd name="connsiteX2" fmla="*/ 0 w 45529"/>
                <a:gd name="connsiteY2" fmla="*/ 22765 h 45529"/>
                <a:gd name="connsiteX3" fmla="*/ 22765 w 45529"/>
                <a:gd name="connsiteY3" fmla="*/ 0 h 45529"/>
                <a:gd name="connsiteX4" fmla="*/ 45530 w 45529"/>
                <a:gd name="connsiteY4" fmla="*/ 22765 h 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29" h="45529">
                  <a:moveTo>
                    <a:pt x="45530" y="22765"/>
                  </a:moveTo>
                  <a:cubicBezTo>
                    <a:pt x="45530" y="35337"/>
                    <a:pt x="35337" y="45529"/>
                    <a:pt x="22765" y="45529"/>
                  </a:cubicBezTo>
                  <a:cubicBezTo>
                    <a:pt x="10192" y="45529"/>
                    <a:pt x="0" y="35337"/>
                    <a:pt x="0" y="22765"/>
                  </a:cubicBezTo>
                  <a:cubicBezTo>
                    <a:pt x="0" y="10192"/>
                    <a:pt x="10192" y="0"/>
                    <a:pt x="22765" y="0"/>
                  </a:cubicBezTo>
                  <a:cubicBezTo>
                    <a:pt x="35337" y="0"/>
                    <a:pt x="45530" y="10192"/>
                    <a:pt x="45530" y="22765"/>
                  </a:cubicBezTo>
                  <a:close/>
                </a:path>
              </a:pathLst>
            </a:custGeom>
            <a:grpFill/>
            <a:ln w="9525" cap="flat">
              <a:noFill/>
              <a:prstDash val="solid"/>
              <a:miter/>
            </a:ln>
          </p:spPr>
          <p:txBody>
            <a:bodyPr rtlCol="0" anchor="ctr"/>
            <a:lstStyle/>
            <a:p>
              <a:endParaRPr lang="zh-CN" altLang="en-US"/>
            </a:p>
          </p:txBody>
        </p:sp>
        <p:sp>
          <p:nvSpPr>
            <p:cNvPr id="74" name="任意多边形: 形状 73"/>
            <p:cNvSpPr/>
            <p:nvPr/>
          </p:nvSpPr>
          <p:spPr>
            <a:xfrm>
              <a:off x="5834919" y="3283362"/>
              <a:ext cx="62674" cy="62674"/>
            </a:xfrm>
            <a:custGeom>
              <a:avLst/>
              <a:gdLst>
                <a:gd name="connsiteX0" fmla="*/ 62674 w 62674"/>
                <a:gd name="connsiteY0" fmla="*/ 31337 h 62674"/>
                <a:gd name="connsiteX1" fmla="*/ 31337 w 62674"/>
                <a:gd name="connsiteY1" fmla="*/ 62675 h 62674"/>
                <a:gd name="connsiteX2" fmla="*/ 0 w 62674"/>
                <a:gd name="connsiteY2" fmla="*/ 31337 h 62674"/>
                <a:gd name="connsiteX3" fmla="*/ 31337 w 62674"/>
                <a:gd name="connsiteY3" fmla="*/ 0 h 62674"/>
                <a:gd name="connsiteX4" fmla="*/ 62674 w 62674"/>
                <a:gd name="connsiteY4" fmla="*/ 31337 h 62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674" h="62674">
                  <a:moveTo>
                    <a:pt x="62674" y="31337"/>
                  </a:moveTo>
                  <a:cubicBezTo>
                    <a:pt x="62674" y="48644"/>
                    <a:pt x="48644" y="62675"/>
                    <a:pt x="31337" y="62675"/>
                  </a:cubicBezTo>
                  <a:cubicBezTo>
                    <a:pt x="14030" y="62675"/>
                    <a:pt x="0" y="48644"/>
                    <a:pt x="0" y="31337"/>
                  </a:cubicBezTo>
                  <a:cubicBezTo>
                    <a:pt x="0" y="14030"/>
                    <a:pt x="14030" y="0"/>
                    <a:pt x="31337" y="0"/>
                  </a:cubicBezTo>
                  <a:cubicBezTo>
                    <a:pt x="48644" y="0"/>
                    <a:pt x="62674" y="14030"/>
                    <a:pt x="62674" y="31337"/>
                  </a:cubicBezTo>
                  <a:close/>
                </a:path>
              </a:pathLst>
            </a:custGeom>
            <a:grpFill/>
            <a:ln w="9525" cap="flat">
              <a:noFill/>
              <a:prstDash val="solid"/>
              <a:miter/>
            </a:ln>
          </p:spPr>
          <p:txBody>
            <a:bodyPr rtlCol="0" anchor="ctr"/>
            <a:lstStyle/>
            <a:p>
              <a:endParaRPr lang="zh-CN" altLang="en-US"/>
            </a:p>
          </p:txBody>
        </p:sp>
        <p:sp>
          <p:nvSpPr>
            <p:cNvPr id="75" name="任意多边形: 形状 74"/>
            <p:cNvSpPr/>
            <p:nvPr/>
          </p:nvSpPr>
          <p:spPr>
            <a:xfrm>
              <a:off x="5942647" y="3275647"/>
              <a:ext cx="78104" cy="78104"/>
            </a:xfrm>
            <a:custGeom>
              <a:avLst/>
              <a:gdLst>
                <a:gd name="connsiteX0" fmla="*/ 39052 w 78104"/>
                <a:gd name="connsiteY0" fmla="*/ 78105 h 78104"/>
                <a:gd name="connsiteX1" fmla="*/ 78105 w 78104"/>
                <a:gd name="connsiteY1" fmla="*/ 39052 h 78104"/>
                <a:gd name="connsiteX2" fmla="*/ 39052 w 78104"/>
                <a:gd name="connsiteY2" fmla="*/ 0 h 78104"/>
                <a:gd name="connsiteX3" fmla="*/ 0 w 78104"/>
                <a:gd name="connsiteY3" fmla="*/ 39052 h 78104"/>
                <a:gd name="connsiteX4" fmla="*/ 39052 w 78104"/>
                <a:gd name="connsiteY4" fmla="*/ 78105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39052" y="78105"/>
                  </a:moveTo>
                  <a:cubicBezTo>
                    <a:pt x="60579" y="78105"/>
                    <a:pt x="78105" y="60674"/>
                    <a:pt x="78105" y="39052"/>
                  </a:cubicBezTo>
                  <a:cubicBezTo>
                    <a:pt x="78105" y="17431"/>
                    <a:pt x="60674" y="0"/>
                    <a:pt x="39052" y="0"/>
                  </a:cubicBezTo>
                  <a:cubicBezTo>
                    <a:pt x="17526" y="0"/>
                    <a:pt x="0" y="17526"/>
                    <a:pt x="0" y="39052"/>
                  </a:cubicBezTo>
                  <a:cubicBezTo>
                    <a:pt x="0" y="60579"/>
                    <a:pt x="17431" y="78105"/>
                    <a:pt x="39052" y="78105"/>
                  </a:cubicBezTo>
                  <a:close/>
                </a:path>
              </a:pathLst>
            </a:custGeom>
            <a:grpFill/>
            <a:ln w="9525" cap="flat">
              <a:noFill/>
              <a:prstDash val="solid"/>
              <a:miter/>
            </a:ln>
          </p:spPr>
          <p:txBody>
            <a:bodyPr rtlCol="0" anchor="ctr"/>
            <a:lstStyle/>
            <a:p>
              <a:endParaRPr lang="zh-CN" altLang="en-US"/>
            </a:p>
          </p:txBody>
        </p:sp>
        <p:sp>
          <p:nvSpPr>
            <p:cNvPr id="76" name="任意多边形: 形状 75"/>
            <p:cNvSpPr/>
            <p:nvPr/>
          </p:nvSpPr>
          <p:spPr>
            <a:xfrm>
              <a:off x="6053804" y="3271456"/>
              <a:ext cx="86487" cy="86486"/>
            </a:xfrm>
            <a:custGeom>
              <a:avLst/>
              <a:gdLst>
                <a:gd name="connsiteX0" fmla="*/ 86487 w 86487"/>
                <a:gd name="connsiteY0" fmla="*/ 43244 h 86486"/>
                <a:gd name="connsiteX1" fmla="*/ 43244 w 86487"/>
                <a:gd name="connsiteY1" fmla="*/ 86487 h 86486"/>
                <a:gd name="connsiteX2" fmla="*/ 0 w 86487"/>
                <a:gd name="connsiteY2" fmla="*/ 43244 h 86486"/>
                <a:gd name="connsiteX3" fmla="*/ 43244 w 86487"/>
                <a:gd name="connsiteY3" fmla="*/ 0 h 86486"/>
                <a:gd name="connsiteX4" fmla="*/ 86487 w 86487"/>
                <a:gd name="connsiteY4" fmla="*/ 43244 h 86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87" h="86486">
                  <a:moveTo>
                    <a:pt x="86487" y="43244"/>
                  </a:moveTo>
                  <a:cubicBezTo>
                    <a:pt x="86487" y="67126"/>
                    <a:pt x="67126" y="86487"/>
                    <a:pt x="43244" y="86487"/>
                  </a:cubicBezTo>
                  <a:cubicBezTo>
                    <a:pt x="19361" y="86487"/>
                    <a:pt x="0" y="67126"/>
                    <a:pt x="0" y="43244"/>
                  </a:cubicBezTo>
                  <a:cubicBezTo>
                    <a:pt x="0" y="19361"/>
                    <a:pt x="19361" y="0"/>
                    <a:pt x="43244" y="0"/>
                  </a:cubicBezTo>
                  <a:cubicBezTo>
                    <a:pt x="67126" y="0"/>
                    <a:pt x="86487" y="19361"/>
                    <a:pt x="86487" y="43244"/>
                  </a:cubicBezTo>
                  <a:close/>
                </a:path>
              </a:pathLst>
            </a:custGeom>
            <a:grpFill/>
            <a:ln w="9525" cap="flat">
              <a:noFill/>
              <a:prstDash val="solid"/>
              <a:miter/>
            </a:ln>
          </p:spPr>
          <p:txBody>
            <a:bodyPr rtlCol="0" anchor="ctr"/>
            <a:lstStyle/>
            <a:p>
              <a:endParaRPr lang="zh-CN" altLang="en-US"/>
            </a:p>
          </p:txBody>
        </p:sp>
        <p:sp>
          <p:nvSpPr>
            <p:cNvPr id="77" name="任意多边形: 形状 76"/>
            <p:cNvSpPr/>
            <p:nvPr/>
          </p:nvSpPr>
          <p:spPr>
            <a:xfrm>
              <a:off x="6172771" y="3274980"/>
              <a:ext cx="79438" cy="79438"/>
            </a:xfrm>
            <a:custGeom>
              <a:avLst/>
              <a:gdLst>
                <a:gd name="connsiteX0" fmla="*/ 79439 w 79438"/>
                <a:gd name="connsiteY0" fmla="*/ 39719 h 79438"/>
                <a:gd name="connsiteX1" fmla="*/ 39719 w 79438"/>
                <a:gd name="connsiteY1" fmla="*/ 79438 h 79438"/>
                <a:gd name="connsiteX2" fmla="*/ 0 w 79438"/>
                <a:gd name="connsiteY2" fmla="*/ 39719 h 79438"/>
                <a:gd name="connsiteX3" fmla="*/ 39719 w 79438"/>
                <a:gd name="connsiteY3" fmla="*/ 0 h 79438"/>
                <a:gd name="connsiteX4" fmla="*/ 79439 w 79438"/>
                <a:gd name="connsiteY4" fmla="*/ 39719 h 79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38" h="79438">
                  <a:moveTo>
                    <a:pt x="79439" y="39719"/>
                  </a:moveTo>
                  <a:cubicBezTo>
                    <a:pt x="79439" y="61656"/>
                    <a:pt x="61656" y="79438"/>
                    <a:pt x="39719" y="79438"/>
                  </a:cubicBezTo>
                  <a:cubicBezTo>
                    <a:pt x="17783" y="79438"/>
                    <a:pt x="0" y="61656"/>
                    <a:pt x="0" y="39719"/>
                  </a:cubicBezTo>
                  <a:cubicBezTo>
                    <a:pt x="0" y="17783"/>
                    <a:pt x="17783" y="0"/>
                    <a:pt x="39719" y="0"/>
                  </a:cubicBezTo>
                  <a:cubicBezTo>
                    <a:pt x="61656" y="0"/>
                    <a:pt x="79439" y="17783"/>
                    <a:pt x="79439" y="39719"/>
                  </a:cubicBezTo>
                  <a:close/>
                </a:path>
              </a:pathLst>
            </a:custGeom>
            <a:grpFill/>
            <a:ln w="9525" cap="flat">
              <a:noFill/>
              <a:prstDash val="solid"/>
              <a:miter/>
            </a:ln>
          </p:spPr>
          <p:txBody>
            <a:bodyPr rtlCol="0" anchor="ctr"/>
            <a:lstStyle/>
            <a:p>
              <a:endParaRPr lang="zh-CN" altLang="en-US"/>
            </a:p>
          </p:txBody>
        </p:sp>
        <p:sp>
          <p:nvSpPr>
            <p:cNvPr id="78" name="任意多边形: 形状 77"/>
            <p:cNvSpPr/>
            <p:nvPr/>
          </p:nvSpPr>
          <p:spPr>
            <a:xfrm>
              <a:off x="6295834" y="3282696"/>
              <a:ext cx="64007" cy="64007"/>
            </a:xfrm>
            <a:custGeom>
              <a:avLst/>
              <a:gdLst>
                <a:gd name="connsiteX0" fmla="*/ 64008 w 64007"/>
                <a:gd name="connsiteY0" fmla="*/ 32004 h 64007"/>
                <a:gd name="connsiteX1" fmla="*/ 32004 w 64007"/>
                <a:gd name="connsiteY1" fmla="*/ 64008 h 64007"/>
                <a:gd name="connsiteX2" fmla="*/ 0 w 64007"/>
                <a:gd name="connsiteY2" fmla="*/ 32004 h 64007"/>
                <a:gd name="connsiteX3" fmla="*/ 32004 w 64007"/>
                <a:gd name="connsiteY3" fmla="*/ 0 h 64007"/>
                <a:gd name="connsiteX4" fmla="*/ 64008 w 64007"/>
                <a:gd name="connsiteY4" fmla="*/ 32004 h 64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7" h="64007">
                  <a:moveTo>
                    <a:pt x="64008" y="32004"/>
                  </a:moveTo>
                  <a:cubicBezTo>
                    <a:pt x="64008" y="49679"/>
                    <a:pt x="49679" y="64008"/>
                    <a:pt x="32004" y="64008"/>
                  </a:cubicBezTo>
                  <a:cubicBezTo>
                    <a:pt x="14329" y="64008"/>
                    <a:pt x="0" y="49679"/>
                    <a:pt x="0" y="32004"/>
                  </a:cubicBezTo>
                  <a:cubicBezTo>
                    <a:pt x="0" y="14329"/>
                    <a:pt x="14329" y="0"/>
                    <a:pt x="32004" y="0"/>
                  </a:cubicBezTo>
                  <a:cubicBezTo>
                    <a:pt x="49679" y="0"/>
                    <a:pt x="64008" y="14329"/>
                    <a:pt x="64008" y="32004"/>
                  </a:cubicBezTo>
                  <a:close/>
                </a:path>
              </a:pathLst>
            </a:custGeom>
            <a:grpFill/>
            <a:ln w="9525" cap="flat">
              <a:noFill/>
              <a:prstDash val="solid"/>
              <a:miter/>
            </a:ln>
          </p:spPr>
          <p:txBody>
            <a:bodyPr rtlCol="0" anchor="ctr"/>
            <a:lstStyle/>
            <a:p>
              <a:endParaRPr lang="zh-CN" altLang="en-US"/>
            </a:p>
          </p:txBody>
        </p:sp>
        <p:sp>
          <p:nvSpPr>
            <p:cNvPr id="79" name="任意多边形: 形状 78"/>
            <p:cNvSpPr/>
            <p:nvPr/>
          </p:nvSpPr>
          <p:spPr>
            <a:xfrm>
              <a:off x="6419850" y="3291363"/>
              <a:ext cx="46767" cy="46672"/>
            </a:xfrm>
            <a:custGeom>
              <a:avLst/>
              <a:gdLst>
                <a:gd name="connsiteX0" fmla="*/ 23431 w 46767"/>
                <a:gd name="connsiteY0" fmla="*/ 46673 h 46672"/>
                <a:gd name="connsiteX1" fmla="*/ 46768 w 46767"/>
                <a:gd name="connsiteY1" fmla="*/ 23336 h 46672"/>
                <a:gd name="connsiteX2" fmla="*/ 23431 w 46767"/>
                <a:gd name="connsiteY2" fmla="*/ 0 h 46672"/>
                <a:gd name="connsiteX3" fmla="*/ 0 w 46767"/>
                <a:gd name="connsiteY3" fmla="*/ 23336 h 46672"/>
                <a:gd name="connsiteX4" fmla="*/ 23431 w 46767"/>
                <a:gd name="connsiteY4" fmla="*/ 46673 h 46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67" h="46672">
                  <a:moveTo>
                    <a:pt x="23431" y="46673"/>
                  </a:moveTo>
                  <a:cubicBezTo>
                    <a:pt x="36290" y="46673"/>
                    <a:pt x="46768" y="36195"/>
                    <a:pt x="46768" y="23336"/>
                  </a:cubicBezTo>
                  <a:cubicBezTo>
                    <a:pt x="46768" y="10478"/>
                    <a:pt x="36290" y="0"/>
                    <a:pt x="23431" y="0"/>
                  </a:cubicBezTo>
                  <a:cubicBezTo>
                    <a:pt x="10573" y="0"/>
                    <a:pt x="0" y="10382"/>
                    <a:pt x="0" y="23336"/>
                  </a:cubicBezTo>
                  <a:cubicBezTo>
                    <a:pt x="0" y="36195"/>
                    <a:pt x="10477" y="46673"/>
                    <a:pt x="23431" y="46673"/>
                  </a:cubicBezTo>
                  <a:close/>
                </a:path>
              </a:pathLst>
            </a:custGeom>
            <a:grpFill/>
            <a:ln w="9525" cap="flat">
              <a:noFill/>
              <a:prstDash val="solid"/>
              <a:miter/>
            </a:ln>
          </p:spPr>
          <p:txBody>
            <a:bodyPr rtlCol="0" anchor="ctr"/>
            <a:lstStyle/>
            <a:p>
              <a:endParaRPr lang="zh-CN" altLang="en-US"/>
            </a:p>
          </p:txBody>
        </p:sp>
        <p:sp>
          <p:nvSpPr>
            <p:cNvPr id="80" name="任意多边形: 形状 79"/>
            <p:cNvSpPr/>
            <p:nvPr/>
          </p:nvSpPr>
          <p:spPr>
            <a:xfrm>
              <a:off x="6544532" y="3300603"/>
              <a:ext cx="28194" cy="28193"/>
            </a:xfrm>
            <a:custGeom>
              <a:avLst/>
              <a:gdLst>
                <a:gd name="connsiteX0" fmla="*/ 28194 w 28194"/>
                <a:gd name="connsiteY0" fmla="*/ 14097 h 28193"/>
                <a:gd name="connsiteX1" fmla="*/ 14097 w 28194"/>
                <a:gd name="connsiteY1" fmla="*/ 28194 h 28193"/>
                <a:gd name="connsiteX2" fmla="*/ 0 w 28194"/>
                <a:gd name="connsiteY2" fmla="*/ 14097 h 28193"/>
                <a:gd name="connsiteX3" fmla="*/ 14097 w 28194"/>
                <a:gd name="connsiteY3" fmla="*/ 0 h 28193"/>
                <a:gd name="connsiteX4" fmla="*/ 28194 w 28194"/>
                <a:gd name="connsiteY4" fmla="*/ 14097 h 28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94" h="28193">
                  <a:moveTo>
                    <a:pt x="28194" y="14097"/>
                  </a:moveTo>
                  <a:cubicBezTo>
                    <a:pt x="28194" y="21883"/>
                    <a:pt x="21883" y="28194"/>
                    <a:pt x="14097" y="28194"/>
                  </a:cubicBezTo>
                  <a:cubicBezTo>
                    <a:pt x="6311" y="28194"/>
                    <a:pt x="0" y="21883"/>
                    <a:pt x="0" y="14097"/>
                  </a:cubicBezTo>
                  <a:cubicBezTo>
                    <a:pt x="0" y="6311"/>
                    <a:pt x="6311" y="0"/>
                    <a:pt x="14097" y="0"/>
                  </a:cubicBezTo>
                  <a:cubicBezTo>
                    <a:pt x="21883" y="0"/>
                    <a:pt x="28194" y="6311"/>
                    <a:pt x="28194" y="14097"/>
                  </a:cubicBezTo>
                  <a:close/>
                </a:path>
              </a:pathLst>
            </a:custGeom>
            <a:grpFill/>
            <a:ln w="9525" cap="flat">
              <a:noFill/>
              <a:prstDash val="solid"/>
              <a:miter/>
            </a:ln>
          </p:spPr>
          <p:txBody>
            <a:bodyPr rtlCol="0" anchor="ctr"/>
            <a:lstStyle/>
            <a:p>
              <a:endParaRPr lang="zh-CN" altLang="en-US"/>
            </a:p>
          </p:txBody>
        </p:sp>
        <p:sp>
          <p:nvSpPr>
            <p:cNvPr id="81" name="任意多边形: 形状 80"/>
            <p:cNvSpPr/>
            <p:nvPr/>
          </p:nvSpPr>
          <p:spPr>
            <a:xfrm>
              <a:off x="6669309" y="3309937"/>
              <a:ext cx="9525" cy="9525"/>
            </a:xfrm>
            <a:custGeom>
              <a:avLst/>
              <a:gdLst>
                <a:gd name="connsiteX0" fmla="*/ 9525 w 9525"/>
                <a:gd name="connsiteY0" fmla="*/ 4763 h 9525"/>
                <a:gd name="connsiteX1" fmla="*/ 4763 w 9525"/>
                <a:gd name="connsiteY1" fmla="*/ 9525 h 9525"/>
                <a:gd name="connsiteX2" fmla="*/ 0 w 9525"/>
                <a:gd name="connsiteY2" fmla="*/ 4763 h 9525"/>
                <a:gd name="connsiteX3" fmla="*/ 4763 w 9525"/>
                <a:gd name="connsiteY3" fmla="*/ 0 h 9525"/>
                <a:gd name="connsiteX4" fmla="*/ 9525 w 9525"/>
                <a:gd name="connsiteY4" fmla="*/ 4763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525" y="4763"/>
                  </a:moveTo>
                  <a:cubicBezTo>
                    <a:pt x="9525" y="7393"/>
                    <a:pt x="7393" y="9525"/>
                    <a:pt x="4763" y="9525"/>
                  </a:cubicBezTo>
                  <a:cubicBezTo>
                    <a:pt x="2132" y="9525"/>
                    <a:pt x="0" y="7393"/>
                    <a:pt x="0" y="4763"/>
                  </a:cubicBezTo>
                  <a:cubicBezTo>
                    <a:pt x="0" y="2132"/>
                    <a:pt x="2132" y="0"/>
                    <a:pt x="4763" y="0"/>
                  </a:cubicBezTo>
                  <a:cubicBezTo>
                    <a:pt x="7393" y="0"/>
                    <a:pt x="9525" y="2132"/>
                    <a:pt x="9525" y="4763"/>
                  </a:cubicBezTo>
                  <a:close/>
                </a:path>
              </a:pathLst>
            </a:custGeom>
            <a:grpFill/>
            <a:ln w="9525" cap="flat">
              <a:noFill/>
              <a:prstDash val="solid"/>
              <a:miter/>
            </a:ln>
          </p:spPr>
          <p:txBody>
            <a:bodyPr rtlCol="0" anchor="ctr"/>
            <a:lstStyle/>
            <a:p>
              <a:endParaRPr lang="zh-CN" altLang="en-US"/>
            </a:p>
          </p:txBody>
        </p:sp>
        <p:sp>
          <p:nvSpPr>
            <p:cNvPr id="82" name="任意多边形: 形状 81"/>
            <p:cNvSpPr/>
            <p:nvPr/>
          </p:nvSpPr>
          <p:spPr>
            <a:xfrm>
              <a:off x="5514975" y="3424904"/>
              <a:ext cx="10287" cy="10286"/>
            </a:xfrm>
            <a:custGeom>
              <a:avLst/>
              <a:gdLst>
                <a:gd name="connsiteX0" fmla="*/ 10287 w 10287"/>
                <a:gd name="connsiteY0" fmla="*/ 5144 h 10286"/>
                <a:gd name="connsiteX1" fmla="*/ 5144 w 10287"/>
                <a:gd name="connsiteY1" fmla="*/ 10287 h 10286"/>
                <a:gd name="connsiteX2" fmla="*/ 0 w 10287"/>
                <a:gd name="connsiteY2" fmla="*/ 5144 h 10286"/>
                <a:gd name="connsiteX3" fmla="*/ 5144 w 10287"/>
                <a:gd name="connsiteY3" fmla="*/ 0 h 10286"/>
                <a:gd name="connsiteX4" fmla="*/ 10287 w 10287"/>
                <a:gd name="connsiteY4" fmla="*/ 5144 h 10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 h="10286">
                  <a:moveTo>
                    <a:pt x="10287" y="5144"/>
                  </a:moveTo>
                  <a:cubicBezTo>
                    <a:pt x="10287" y="7984"/>
                    <a:pt x="7984" y="10287"/>
                    <a:pt x="5144" y="10287"/>
                  </a:cubicBezTo>
                  <a:cubicBezTo>
                    <a:pt x="2303" y="10287"/>
                    <a:pt x="0" y="7984"/>
                    <a:pt x="0" y="5144"/>
                  </a:cubicBezTo>
                  <a:cubicBezTo>
                    <a:pt x="0" y="2303"/>
                    <a:pt x="2303" y="0"/>
                    <a:pt x="5144" y="0"/>
                  </a:cubicBezTo>
                  <a:cubicBezTo>
                    <a:pt x="7984" y="0"/>
                    <a:pt x="10287" y="2303"/>
                    <a:pt x="10287" y="5144"/>
                  </a:cubicBezTo>
                  <a:close/>
                </a:path>
              </a:pathLst>
            </a:custGeom>
            <a:grpFill/>
            <a:ln w="9525" cap="flat">
              <a:noFill/>
              <a:prstDash val="solid"/>
              <a:miter/>
            </a:ln>
          </p:spPr>
          <p:txBody>
            <a:bodyPr rtlCol="0" anchor="ctr"/>
            <a:lstStyle/>
            <a:p>
              <a:endParaRPr lang="zh-CN" altLang="en-US"/>
            </a:p>
          </p:txBody>
        </p:sp>
        <p:sp>
          <p:nvSpPr>
            <p:cNvPr id="83" name="任意多边形: 形状 82"/>
            <p:cNvSpPr/>
            <p:nvPr/>
          </p:nvSpPr>
          <p:spPr>
            <a:xfrm>
              <a:off x="5620702" y="3415284"/>
              <a:ext cx="29527" cy="29527"/>
            </a:xfrm>
            <a:custGeom>
              <a:avLst/>
              <a:gdLst>
                <a:gd name="connsiteX0" fmla="*/ 14764 w 29527"/>
                <a:gd name="connsiteY0" fmla="*/ 29527 h 29527"/>
                <a:gd name="connsiteX1" fmla="*/ 29527 w 29527"/>
                <a:gd name="connsiteY1" fmla="*/ 14764 h 29527"/>
                <a:gd name="connsiteX2" fmla="*/ 14764 w 29527"/>
                <a:gd name="connsiteY2" fmla="*/ 0 h 29527"/>
                <a:gd name="connsiteX3" fmla="*/ 0 w 29527"/>
                <a:gd name="connsiteY3" fmla="*/ 14764 h 29527"/>
                <a:gd name="connsiteX4" fmla="*/ 14764 w 29527"/>
                <a:gd name="connsiteY4" fmla="*/ 29527 h 29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 h="29527">
                  <a:moveTo>
                    <a:pt x="14764" y="29527"/>
                  </a:moveTo>
                  <a:cubicBezTo>
                    <a:pt x="22860" y="29527"/>
                    <a:pt x="29527" y="22955"/>
                    <a:pt x="29527" y="14764"/>
                  </a:cubicBezTo>
                  <a:cubicBezTo>
                    <a:pt x="29527" y="6667"/>
                    <a:pt x="22955" y="0"/>
                    <a:pt x="14764" y="0"/>
                  </a:cubicBezTo>
                  <a:cubicBezTo>
                    <a:pt x="6667" y="0"/>
                    <a:pt x="0" y="6572"/>
                    <a:pt x="0" y="14764"/>
                  </a:cubicBezTo>
                  <a:cubicBezTo>
                    <a:pt x="95" y="22955"/>
                    <a:pt x="6667" y="29527"/>
                    <a:pt x="14764" y="29527"/>
                  </a:cubicBezTo>
                  <a:close/>
                </a:path>
              </a:pathLst>
            </a:custGeom>
            <a:grpFill/>
            <a:ln w="9525" cap="flat">
              <a:noFill/>
              <a:prstDash val="solid"/>
              <a:miter/>
            </a:ln>
          </p:spPr>
          <p:txBody>
            <a:bodyPr rtlCol="0" anchor="ctr"/>
            <a:lstStyle/>
            <a:p>
              <a:endParaRPr lang="zh-CN" altLang="en-US"/>
            </a:p>
          </p:txBody>
        </p:sp>
        <p:sp>
          <p:nvSpPr>
            <p:cNvPr id="84" name="任意多边形: 形状 83"/>
            <p:cNvSpPr/>
            <p:nvPr/>
          </p:nvSpPr>
          <p:spPr>
            <a:xfrm>
              <a:off x="5726619" y="3405854"/>
              <a:ext cx="48578" cy="48577"/>
            </a:xfrm>
            <a:custGeom>
              <a:avLst/>
              <a:gdLst>
                <a:gd name="connsiteX0" fmla="*/ 24289 w 48578"/>
                <a:gd name="connsiteY0" fmla="*/ 48577 h 48577"/>
                <a:gd name="connsiteX1" fmla="*/ 48578 w 48578"/>
                <a:gd name="connsiteY1" fmla="*/ 24289 h 48577"/>
                <a:gd name="connsiteX2" fmla="*/ 24289 w 48578"/>
                <a:gd name="connsiteY2" fmla="*/ 0 h 48577"/>
                <a:gd name="connsiteX3" fmla="*/ 1 w 48578"/>
                <a:gd name="connsiteY3" fmla="*/ 24289 h 48577"/>
                <a:gd name="connsiteX4" fmla="*/ 24289 w 48578"/>
                <a:gd name="connsiteY4" fmla="*/ 48577 h 48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78" h="48577">
                  <a:moveTo>
                    <a:pt x="24289" y="48577"/>
                  </a:moveTo>
                  <a:cubicBezTo>
                    <a:pt x="37720" y="48577"/>
                    <a:pt x="48578" y="37719"/>
                    <a:pt x="48578" y="24289"/>
                  </a:cubicBezTo>
                  <a:cubicBezTo>
                    <a:pt x="48578" y="10858"/>
                    <a:pt x="37720" y="0"/>
                    <a:pt x="24289" y="0"/>
                  </a:cubicBezTo>
                  <a:cubicBezTo>
                    <a:pt x="10859" y="0"/>
                    <a:pt x="1" y="10858"/>
                    <a:pt x="1" y="24289"/>
                  </a:cubicBezTo>
                  <a:cubicBezTo>
                    <a:pt x="-95" y="37624"/>
                    <a:pt x="10859" y="48577"/>
                    <a:pt x="24289" y="48577"/>
                  </a:cubicBezTo>
                  <a:close/>
                </a:path>
              </a:pathLst>
            </a:custGeom>
            <a:grpFill/>
            <a:ln w="9525" cap="flat">
              <a:noFill/>
              <a:prstDash val="solid"/>
              <a:miter/>
            </a:ln>
          </p:spPr>
          <p:txBody>
            <a:bodyPr rtlCol="0" anchor="ctr"/>
            <a:lstStyle/>
            <a:p>
              <a:endParaRPr lang="zh-CN" altLang="en-US"/>
            </a:p>
          </p:txBody>
        </p:sp>
        <p:sp>
          <p:nvSpPr>
            <p:cNvPr id="85" name="任意多边形: 形状 84"/>
            <p:cNvSpPr/>
            <p:nvPr/>
          </p:nvSpPr>
          <p:spPr>
            <a:xfrm>
              <a:off x="5832347" y="3396138"/>
              <a:ext cx="67817" cy="67817"/>
            </a:xfrm>
            <a:custGeom>
              <a:avLst/>
              <a:gdLst>
                <a:gd name="connsiteX0" fmla="*/ 33909 w 67817"/>
                <a:gd name="connsiteY0" fmla="*/ 67818 h 67817"/>
                <a:gd name="connsiteX1" fmla="*/ 67818 w 67817"/>
                <a:gd name="connsiteY1" fmla="*/ 33909 h 67817"/>
                <a:gd name="connsiteX2" fmla="*/ 33909 w 67817"/>
                <a:gd name="connsiteY2" fmla="*/ 0 h 67817"/>
                <a:gd name="connsiteX3" fmla="*/ 0 w 67817"/>
                <a:gd name="connsiteY3" fmla="*/ 33909 h 67817"/>
                <a:gd name="connsiteX4" fmla="*/ 33909 w 67817"/>
                <a:gd name="connsiteY4" fmla="*/ 67818 h 67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17" h="67817">
                  <a:moveTo>
                    <a:pt x="33909" y="67818"/>
                  </a:moveTo>
                  <a:cubicBezTo>
                    <a:pt x="52673" y="67818"/>
                    <a:pt x="67818" y="52673"/>
                    <a:pt x="67818" y="33909"/>
                  </a:cubicBezTo>
                  <a:cubicBezTo>
                    <a:pt x="67818" y="15145"/>
                    <a:pt x="52673" y="0"/>
                    <a:pt x="33909" y="0"/>
                  </a:cubicBezTo>
                  <a:cubicBezTo>
                    <a:pt x="15145" y="0"/>
                    <a:pt x="0" y="15145"/>
                    <a:pt x="0" y="33909"/>
                  </a:cubicBezTo>
                  <a:cubicBezTo>
                    <a:pt x="0" y="52673"/>
                    <a:pt x="15240" y="67818"/>
                    <a:pt x="33909" y="67818"/>
                  </a:cubicBezTo>
                  <a:close/>
                </a:path>
              </a:pathLst>
            </a:custGeom>
            <a:grpFill/>
            <a:ln w="9525" cap="flat">
              <a:noFill/>
              <a:prstDash val="solid"/>
              <a:miter/>
            </a:ln>
          </p:spPr>
          <p:txBody>
            <a:bodyPr rtlCol="0" anchor="ctr"/>
            <a:lstStyle/>
            <a:p>
              <a:endParaRPr lang="zh-CN" altLang="en-US"/>
            </a:p>
          </p:txBody>
        </p:sp>
        <p:sp>
          <p:nvSpPr>
            <p:cNvPr id="86" name="任意多边形: 形状 85"/>
            <p:cNvSpPr/>
            <p:nvPr/>
          </p:nvSpPr>
          <p:spPr>
            <a:xfrm>
              <a:off x="5938456" y="3386804"/>
              <a:ext cx="86486" cy="86487"/>
            </a:xfrm>
            <a:custGeom>
              <a:avLst/>
              <a:gdLst>
                <a:gd name="connsiteX0" fmla="*/ 86487 w 86486"/>
                <a:gd name="connsiteY0" fmla="*/ 43244 h 86487"/>
                <a:gd name="connsiteX1" fmla="*/ 43244 w 86486"/>
                <a:gd name="connsiteY1" fmla="*/ 86487 h 86487"/>
                <a:gd name="connsiteX2" fmla="*/ 0 w 86486"/>
                <a:gd name="connsiteY2" fmla="*/ 43244 h 86487"/>
                <a:gd name="connsiteX3" fmla="*/ 43244 w 86486"/>
                <a:gd name="connsiteY3" fmla="*/ 0 h 86487"/>
                <a:gd name="connsiteX4" fmla="*/ 86487 w 86486"/>
                <a:gd name="connsiteY4" fmla="*/ 43244 h 86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86" h="86487">
                  <a:moveTo>
                    <a:pt x="86487" y="43244"/>
                  </a:moveTo>
                  <a:cubicBezTo>
                    <a:pt x="86487" y="67126"/>
                    <a:pt x="67126" y="86487"/>
                    <a:pt x="43244" y="86487"/>
                  </a:cubicBezTo>
                  <a:cubicBezTo>
                    <a:pt x="19361" y="86487"/>
                    <a:pt x="0" y="67126"/>
                    <a:pt x="0" y="43244"/>
                  </a:cubicBezTo>
                  <a:cubicBezTo>
                    <a:pt x="0" y="19361"/>
                    <a:pt x="19361" y="0"/>
                    <a:pt x="43244" y="0"/>
                  </a:cubicBezTo>
                  <a:cubicBezTo>
                    <a:pt x="67126" y="0"/>
                    <a:pt x="86487" y="19361"/>
                    <a:pt x="86487" y="43244"/>
                  </a:cubicBezTo>
                  <a:close/>
                </a:path>
              </a:pathLst>
            </a:custGeom>
            <a:grpFill/>
            <a:ln w="9525" cap="flat">
              <a:noFill/>
              <a:prstDash val="solid"/>
              <a:miter/>
            </a:ln>
          </p:spPr>
          <p:txBody>
            <a:bodyPr rtlCol="0" anchor="ctr"/>
            <a:lstStyle/>
            <a:p>
              <a:endParaRPr lang="zh-CN" altLang="en-US"/>
            </a:p>
          </p:txBody>
        </p:sp>
        <p:sp>
          <p:nvSpPr>
            <p:cNvPr id="87" name="任意多边形: 形状 86"/>
            <p:cNvSpPr/>
            <p:nvPr/>
          </p:nvSpPr>
          <p:spPr>
            <a:xfrm>
              <a:off x="6047136" y="3380136"/>
              <a:ext cx="99821" cy="99821"/>
            </a:xfrm>
            <a:custGeom>
              <a:avLst/>
              <a:gdLst>
                <a:gd name="connsiteX0" fmla="*/ 99822 w 99821"/>
                <a:gd name="connsiteY0" fmla="*/ 49911 h 99821"/>
                <a:gd name="connsiteX1" fmla="*/ 49911 w 99821"/>
                <a:gd name="connsiteY1" fmla="*/ 99822 h 99821"/>
                <a:gd name="connsiteX2" fmla="*/ 0 w 99821"/>
                <a:gd name="connsiteY2" fmla="*/ 49911 h 99821"/>
                <a:gd name="connsiteX3" fmla="*/ 49911 w 99821"/>
                <a:gd name="connsiteY3" fmla="*/ 0 h 99821"/>
                <a:gd name="connsiteX4" fmla="*/ 99822 w 99821"/>
                <a:gd name="connsiteY4" fmla="*/ 49911 h 99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21" h="99821">
                  <a:moveTo>
                    <a:pt x="99822" y="49911"/>
                  </a:moveTo>
                  <a:cubicBezTo>
                    <a:pt x="99822" y="77476"/>
                    <a:pt x="77476" y="99822"/>
                    <a:pt x="49911" y="99822"/>
                  </a:cubicBezTo>
                  <a:cubicBezTo>
                    <a:pt x="22346" y="99822"/>
                    <a:pt x="0" y="77476"/>
                    <a:pt x="0" y="49911"/>
                  </a:cubicBezTo>
                  <a:cubicBezTo>
                    <a:pt x="0" y="22346"/>
                    <a:pt x="22346" y="0"/>
                    <a:pt x="49911" y="0"/>
                  </a:cubicBezTo>
                  <a:cubicBezTo>
                    <a:pt x="77476" y="0"/>
                    <a:pt x="99822" y="22346"/>
                    <a:pt x="99822" y="49911"/>
                  </a:cubicBezTo>
                  <a:close/>
                </a:path>
              </a:pathLst>
            </a:custGeom>
            <a:grpFill/>
            <a:ln w="9525" cap="flat">
              <a:noFill/>
              <a:prstDash val="solid"/>
              <a:miter/>
            </a:ln>
          </p:spPr>
          <p:txBody>
            <a:bodyPr rtlCol="0" anchor="ctr"/>
            <a:lstStyle/>
            <a:p>
              <a:endParaRPr lang="zh-CN" altLang="en-US"/>
            </a:p>
          </p:txBody>
        </p:sp>
        <p:sp>
          <p:nvSpPr>
            <p:cNvPr id="88" name="任意多边形: 形状 87"/>
            <p:cNvSpPr/>
            <p:nvPr/>
          </p:nvSpPr>
          <p:spPr>
            <a:xfrm>
              <a:off x="6168675" y="3386232"/>
              <a:ext cx="87629" cy="87629"/>
            </a:xfrm>
            <a:custGeom>
              <a:avLst/>
              <a:gdLst>
                <a:gd name="connsiteX0" fmla="*/ 87630 w 87629"/>
                <a:gd name="connsiteY0" fmla="*/ 43815 h 87629"/>
                <a:gd name="connsiteX1" fmla="*/ 43815 w 87629"/>
                <a:gd name="connsiteY1" fmla="*/ 87630 h 87629"/>
                <a:gd name="connsiteX2" fmla="*/ 0 w 87629"/>
                <a:gd name="connsiteY2" fmla="*/ 43815 h 87629"/>
                <a:gd name="connsiteX3" fmla="*/ 43815 w 87629"/>
                <a:gd name="connsiteY3" fmla="*/ 0 h 87629"/>
                <a:gd name="connsiteX4" fmla="*/ 87630 w 87629"/>
                <a:gd name="connsiteY4" fmla="*/ 43815 h 8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629" h="87629">
                  <a:moveTo>
                    <a:pt x="87630" y="43815"/>
                  </a:moveTo>
                  <a:cubicBezTo>
                    <a:pt x="87630" y="68013"/>
                    <a:pt x="68013" y="87630"/>
                    <a:pt x="43815" y="87630"/>
                  </a:cubicBezTo>
                  <a:cubicBezTo>
                    <a:pt x="19617" y="87630"/>
                    <a:pt x="0" y="68013"/>
                    <a:pt x="0" y="43815"/>
                  </a:cubicBezTo>
                  <a:cubicBezTo>
                    <a:pt x="0" y="19617"/>
                    <a:pt x="19617" y="0"/>
                    <a:pt x="43815" y="0"/>
                  </a:cubicBezTo>
                  <a:cubicBezTo>
                    <a:pt x="68013" y="0"/>
                    <a:pt x="87630" y="19617"/>
                    <a:pt x="87630" y="43815"/>
                  </a:cubicBezTo>
                  <a:close/>
                </a:path>
              </a:pathLst>
            </a:custGeom>
            <a:grpFill/>
            <a:ln w="9525" cap="flat">
              <a:noFill/>
              <a:prstDash val="solid"/>
              <a:miter/>
            </a:ln>
          </p:spPr>
          <p:txBody>
            <a:bodyPr rtlCol="0" anchor="ctr"/>
            <a:lstStyle/>
            <a:p>
              <a:endParaRPr lang="zh-CN" altLang="en-US"/>
            </a:p>
          </p:txBody>
        </p:sp>
        <p:sp>
          <p:nvSpPr>
            <p:cNvPr id="89" name="任意多边形: 形状 88"/>
            <p:cNvSpPr/>
            <p:nvPr/>
          </p:nvSpPr>
          <p:spPr>
            <a:xfrm>
              <a:off x="6293262" y="3395471"/>
              <a:ext cx="69151" cy="69151"/>
            </a:xfrm>
            <a:custGeom>
              <a:avLst/>
              <a:gdLst>
                <a:gd name="connsiteX0" fmla="*/ 34576 w 69151"/>
                <a:gd name="connsiteY0" fmla="*/ 69151 h 69151"/>
                <a:gd name="connsiteX1" fmla="*/ 69152 w 69151"/>
                <a:gd name="connsiteY1" fmla="*/ 34576 h 69151"/>
                <a:gd name="connsiteX2" fmla="*/ 34576 w 69151"/>
                <a:gd name="connsiteY2" fmla="*/ 0 h 69151"/>
                <a:gd name="connsiteX3" fmla="*/ 0 w 69151"/>
                <a:gd name="connsiteY3" fmla="*/ 34576 h 69151"/>
                <a:gd name="connsiteX4" fmla="*/ 34576 w 69151"/>
                <a:gd name="connsiteY4" fmla="*/ 69151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69151"/>
                  </a:moveTo>
                  <a:cubicBezTo>
                    <a:pt x="53626" y="69151"/>
                    <a:pt x="69152" y="53721"/>
                    <a:pt x="69152" y="34576"/>
                  </a:cubicBezTo>
                  <a:cubicBezTo>
                    <a:pt x="69152" y="15526"/>
                    <a:pt x="53721" y="0"/>
                    <a:pt x="34576" y="0"/>
                  </a:cubicBezTo>
                  <a:cubicBezTo>
                    <a:pt x="15526" y="0"/>
                    <a:pt x="0" y="15430"/>
                    <a:pt x="0" y="34576"/>
                  </a:cubicBezTo>
                  <a:cubicBezTo>
                    <a:pt x="0" y="53721"/>
                    <a:pt x="15526" y="69151"/>
                    <a:pt x="34576" y="69151"/>
                  </a:cubicBezTo>
                  <a:close/>
                </a:path>
              </a:pathLst>
            </a:custGeom>
            <a:grpFill/>
            <a:ln w="9525" cap="flat">
              <a:noFill/>
              <a:prstDash val="solid"/>
              <a:miter/>
            </a:ln>
          </p:spPr>
          <p:txBody>
            <a:bodyPr rtlCol="0" anchor="ctr"/>
            <a:lstStyle/>
            <a:p>
              <a:endParaRPr lang="zh-CN" altLang="en-US"/>
            </a:p>
          </p:txBody>
        </p:sp>
        <p:sp>
          <p:nvSpPr>
            <p:cNvPr id="90" name="任意多边形: 形状 89"/>
            <p:cNvSpPr/>
            <p:nvPr/>
          </p:nvSpPr>
          <p:spPr>
            <a:xfrm>
              <a:off x="6418325" y="3405092"/>
              <a:ext cx="49911" cy="49910"/>
            </a:xfrm>
            <a:custGeom>
              <a:avLst/>
              <a:gdLst>
                <a:gd name="connsiteX0" fmla="*/ 24956 w 49911"/>
                <a:gd name="connsiteY0" fmla="*/ 49911 h 49910"/>
                <a:gd name="connsiteX1" fmla="*/ 49911 w 49911"/>
                <a:gd name="connsiteY1" fmla="*/ 24955 h 49910"/>
                <a:gd name="connsiteX2" fmla="*/ 24956 w 49911"/>
                <a:gd name="connsiteY2" fmla="*/ 0 h 49910"/>
                <a:gd name="connsiteX3" fmla="*/ 0 w 49911"/>
                <a:gd name="connsiteY3" fmla="*/ 24955 h 49910"/>
                <a:gd name="connsiteX4" fmla="*/ 24956 w 49911"/>
                <a:gd name="connsiteY4" fmla="*/ 49911 h 49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11" h="49910">
                  <a:moveTo>
                    <a:pt x="24956" y="49911"/>
                  </a:moveTo>
                  <a:cubicBezTo>
                    <a:pt x="38767" y="49911"/>
                    <a:pt x="49911" y="38767"/>
                    <a:pt x="49911" y="24955"/>
                  </a:cubicBezTo>
                  <a:cubicBezTo>
                    <a:pt x="49911" y="11144"/>
                    <a:pt x="38767" y="0"/>
                    <a:pt x="24956" y="0"/>
                  </a:cubicBezTo>
                  <a:cubicBezTo>
                    <a:pt x="11144" y="0"/>
                    <a:pt x="0" y="11144"/>
                    <a:pt x="0" y="24955"/>
                  </a:cubicBezTo>
                  <a:cubicBezTo>
                    <a:pt x="0" y="38767"/>
                    <a:pt x="11144" y="49911"/>
                    <a:pt x="24956" y="49911"/>
                  </a:cubicBezTo>
                  <a:close/>
                </a:path>
              </a:pathLst>
            </a:custGeom>
            <a:grpFill/>
            <a:ln w="9525" cap="flat">
              <a:noFill/>
              <a:prstDash val="solid"/>
              <a:miter/>
            </a:ln>
          </p:spPr>
          <p:txBody>
            <a:bodyPr rtlCol="0" anchor="ctr"/>
            <a:lstStyle/>
            <a:p>
              <a:endParaRPr lang="zh-CN" altLang="en-US"/>
            </a:p>
          </p:txBody>
        </p:sp>
        <p:sp>
          <p:nvSpPr>
            <p:cNvPr id="91" name="任意多边形: 形状 90"/>
            <p:cNvSpPr/>
            <p:nvPr/>
          </p:nvSpPr>
          <p:spPr>
            <a:xfrm>
              <a:off x="6543293" y="3414712"/>
              <a:ext cx="30670" cy="30670"/>
            </a:xfrm>
            <a:custGeom>
              <a:avLst/>
              <a:gdLst>
                <a:gd name="connsiteX0" fmla="*/ 15335 w 30670"/>
                <a:gd name="connsiteY0" fmla="*/ 30671 h 30670"/>
                <a:gd name="connsiteX1" fmla="*/ 30671 w 30670"/>
                <a:gd name="connsiteY1" fmla="*/ 15335 h 30670"/>
                <a:gd name="connsiteX2" fmla="*/ 15335 w 30670"/>
                <a:gd name="connsiteY2" fmla="*/ 0 h 30670"/>
                <a:gd name="connsiteX3" fmla="*/ 0 w 30670"/>
                <a:gd name="connsiteY3" fmla="*/ 15335 h 30670"/>
                <a:gd name="connsiteX4" fmla="*/ 15335 w 30670"/>
                <a:gd name="connsiteY4" fmla="*/ 30671 h 30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0" h="30670">
                  <a:moveTo>
                    <a:pt x="15335" y="30671"/>
                  </a:moveTo>
                  <a:cubicBezTo>
                    <a:pt x="23813" y="30671"/>
                    <a:pt x="30671" y="23813"/>
                    <a:pt x="30671" y="15335"/>
                  </a:cubicBezTo>
                  <a:cubicBezTo>
                    <a:pt x="30671" y="6858"/>
                    <a:pt x="23813" y="0"/>
                    <a:pt x="15335" y="0"/>
                  </a:cubicBezTo>
                  <a:cubicBezTo>
                    <a:pt x="6858" y="0"/>
                    <a:pt x="0" y="6858"/>
                    <a:pt x="0" y="15335"/>
                  </a:cubicBezTo>
                  <a:cubicBezTo>
                    <a:pt x="0" y="23813"/>
                    <a:pt x="6858" y="30671"/>
                    <a:pt x="15335" y="30671"/>
                  </a:cubicBezTo>
                  <a:close/>
                </a:path>
              </a:pathLst>
            </a:custGeom>
            <a:grpFill/>
            <a:ln w="9525" cap="flat">
              <a:noFill/>
              <a:prstDash val="solid"/>
              <a:miter/>
            </a:ln>
          </p:spPr>
          <p:txBody>
            <a:bodyPr rtlCol="0" anchor="ctr"/>
            <a:lstStyle/>
            <a:p>
              <a:endParaRPr lang="zh-CN" altLang="en-US"/>
            </a:p>
          </p:txBody>
        </p:sp>
        <p:sp>
          <p:nvSpPr>
            <p:cNvPr id="92" name="任意多边形: 形状 91"/>
            <p:cNvSpPr/>
            <p:nvPr/>
          </p:nvSpPr>
          <p:spPr>
            <a:xfrm>
              <a:off x="6668357" y="3424332"/>
              <a:ext cx="11429" cy="11430"/>
            </a:xfrm>
            <a:custGeom>
              <a:avLst/>
              <a:gdLst>
                <a:gd name="connsiteX0" fmla="*/ 11430 w 11429"/>
                <a:gd name="connsiteY0" fmla="*/ 5715 h 11430"/>
                <a:gd name="connsiteX1" fmla="*/ 5715 w 11429"/>
                <a:gd name="connsiteY1" fmla="*/ 11430 h 11430"/>
                <a:gd name="connsiteX2" fmla="*/ 0 w 11429"/>
                <a:gd name="connsiteY2" fmla="*/ 5715 h 11430"/>
                <a:gd name="connsiteX3" fmla="*/ 5715 w 11429"/>
                <a:gd name="connsiteY3" fmla="*/ 0 h 11430"/>
                <a:gd name="connsiteX4" fmla="*/ 11430 w 11429"/>
                <a:gd name="connsiteY4" fmla="*/ 5715 h 11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9" h="11430">
                  <a:moveTo>
                    <a:pt x="11430" y="5715"/>
                  </a:moveTo>
                  <a:cubicBezTo>
                    <a:pt x="11430" y="8871"/>
                    <a:pt x="8871" y="11430"/>
                    <a:pt x="5715" y="11430"/>
                  </a:cubicBezTo>
                  <a:cubicBezTo>
                    <a:pt x="2559" y="11430"/>
                    <a:pt x="0" y="8871"/>
                    <a:pt x="0" y="5715"/>
                  </a:cubicBezTo>
                  <a:cubicBezTo>
                    <a:pt x="0" y="2559"/>
                    <a:pt x="2559" y="0"/>
                    <a:pt x="5715" y="0"/>
                  </a:cubicBezTo>
                  <a:cubicBezTo>
                    <a:pt x="8871" y="0"/>
                    <a:pt x="11430" y="2559"/>
                    <a:pt x="11430" y="5715"/>
                  </a:cubicBezTo>
                  <a:close/>
                </a:path>
              </a:pathLst>
            </a:custGeom>
            <a:grpFill/>
            <a:ln w="9525" cap="flat">
              <a:noFill/>
              <a:prstDash val="solid"/>
              <a:miter/>
            </a:ln>
          </p:spPr>
          <p:txBody>
            <a:bodyPr rtlCol="0" anchor="ctr"/>
            <a:lstStyle/>
            <a:p>
              <a:endParaRPr lang="zh-CN" altLang="en-US"/>
            </a:p>
          </p:txBody>
        </p:sp>
        <p:sp>
          <p:nvSpPr>
            <p:cNvPr id="93" name="任意多边形: 形状 92"/>
            <p:cNvSpPr/>
            <p:nvPr/>
          </p:nvSpPr>
          <p:spPr>
            <a:xfrm>
              <a:off x="5515927" y="3541204"/>
              <a:ext cx="8382" cy="8382"/>
            </a:xfrm>
            <a:custGeom>
              <a:avLst/>
              <a:gdLst>
                <a:gd name="connsiteX0" fmla="*/ 4191 w 8382"/>
                <a:gd name="connsiteY0" fmla="*/ 8382 h 8382"/>
                <a:gd name="connsiteX1" fmla="*/ 8382 w 8382"/>
                <a:gd name="connsiteY1" fmla="*/ 4191 h 8382"/>
                <a:gd name="connsiteX2" fmla="*/ 4191 w 8382"/>
                <a:gd name="connsiteY2" fmla="*/ 0 h 8382"/>
                <a:gd name="connsiteX3" fmla="*/ 0 w 8382"/>
                <a:gd name="connsiteY3" fmla="*/ 4191 h 8382"/>
                <a:gd name="connsiteX4" fmla="*/ 4191 w 8382"/>
                <a:gd name="connsiteY4" fmla="*/ 8382 h 8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2" h="8382">
                  <a:moveTo>
                    <a:pt x="4191" y="8382"/>
                  </a:moveTo>
                  <a:cubicBezTo>
                    <a:pt x="6477" y="8382"/>
                    <a:pt x="8382" y="6477"/>
                    <a:pt x="8382" y="4191"/>
                  </a:cubicBezTo>
                  <a:cubicBezTo>
                    <a:pt x="8382" y="1905"/>
                    <a:pt x="6477" y="0"/>
                    <a:pt x="4191" y="0"/>
                  </a:cubicBezTo>
                  <a:cubicBezTo>
                    <a:pt x="1905" y="0"/>
                    <a:pt x="0" y="1905"/>
                    <a:pt x="0" y="4191"/>
                  </a:cubicBezTo>
                  <a:cubicBezTo>
                    <a:pt x="0" y="6477"/>
                    <a:pt x="1905" y="8382"/>
                    <a:pt x="4191" y="8382"/>
                  </a:cubicBezTo>
                  <a:close/>
                </a:path>
              </a:pathLst>
            </a:custGeom>
            <a:grpFill/>
            <a:ln w="9525" cap="flat">
              <a:noFill/>
              <a:prstDash val="solid"/>
              <a:miter/>
            </a:ln>
          </p:spPr>
          <p:txBody>
            <a:bodyPr rtlCol="0" anchor="ctr"/>
            <a:lstStyle/>
            <a:p>
              <a:endParaRPr lang="zh-CN" altLang="en-US"/>
            </a:p>
          </p:txBody>
        </p:sp>
        <p:sp>
          <p:nvSpPr>
            <p:cNvPr id="94" name="任意多边形: 形状 93"/>
            <p:cNvSpPr/>
            <p:nvPr/>
          </p:nvSpPr>
          <p:spPr>
            <a:xfrm>
              <a:off x="5622035" y="3532060"/>
              <a:ext cx="26860" cy="26860"/>
            </a:xfrm>
            <a:custGeom>
              <a:avLst/>
              <a:gdLst>
                <a:gd name="connsiteX0" fmla="*/ 13430 w 26860"/>
                <a:gd name="connsiteY0" fmla="*/ 26860 h 26860"/>
                <a:gd name="connsiteX1" fmla="*/ 26861 w 26860"/>
                <a:gd name="connsiteY1" fmla="*/ 13430 h 26860"/>
                <a:gd name="connsiteX2" fmla="*/ 13430 w 26860"/>
                <a:gd name="connsiteY2" fmla="*/ 0 h 26860"/>
                <a:gd name="connsiteX3" fmla="*/ 0 w 26860"/>
                <a:gd name="connsiteY3" fmla="*/ 13430 h 26860"/>
                <a:gd name="connsiteX4" fmla="*/ 13430 w 26860"/>
                <a:gd name="connsiteY4" fmla="*/ 26860 h 26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0" h="26860">
                  <a:moveTo>
                    <a:pt x="13430" y="26860"/>
                  </a:moveTo>
                  <a:cubicBezTo>
                    <a:pt x="20860" y="26860"/>
                    <a:pt x="26861" y="20860"/>
                    <a:pt x="26861" y="13430"/>
                  </a:cubicBezTo>
                  <a:cubicBezTo>
                    <a:pt x="26861" y="6001"/>
                    <a:pt x="20860" y="0"/>
                    <a:pt x="13430" y="0"/>
                  </a:cubicBezTo>
                  <a:cubicBezTo>
                    <a:pt x="6001" y="0"/>
                    <a:pt x="0" y="6001"/>
                    <a:pt x="0" y="13430"/>
                  </a:cubicBezTo>
                  <a:cubicBezTo>
                    <a:pt x="0" y="20860"/>
                    <a:pt x="6001" y="26860"/>
                    <a:pt x="13430" y="26860"/>
                  </a:cubicBezTo>
                  <a:close/>
                </a:path>
              </a:pathLst>
            </a:custGeom>
            <a:grpFill/>
            <a:ln w="9525" cap="flat">
              <a:noFill/>
              <a:prstDash val="solid"/>
              <a:miter/>
            </a:ln>
          </p:spPr>
          <p:txBody>
            <a:bodyPr rtlCol="0" anchor="ctr"/>
            <a:lstStyle/>
            <a:p>
              <a:endParaRPr lang="zh-CN" altLang="en-US"/>
            </a:p>
          </p:txBody>
        </p:sp>
        <p:sp>
          <p:nvSpPr>
            <p:cNvPr id="95" name="任意多边形: 形状 94"/>
            <p:cNvSpPr/>
            <p:nvPr/>
          </p:nvSpPr>
          <p:spPr>
            <a:xfrm>
              <a:off x="5728144" y="3522726"/>
              <a:ext cx="45529" cy="45529"/>
            </a:xfrm>
            <a:custGeom>
              <a:avLst/>
              <a:gdLst>
                <a:gd name="connsiteX0" fmla="*/ 45530 w 45529"/>
                <a:gd name="connsiteY0" fmla="*/ 22765 h 45529"/>
                <a:gd name="connsiteX1" fmla="*/ 22765 w 45529"/>
                <a:gd name="connsiteY1" fmla="*/ 45530 h 45529"/>
                <a:gd name="connsiteX2" fmla="*/ 0 w 45529"/>
                <a:gd name="connsiteY2" fmla="*/ 22765 h 45529"/>
                <a:gd name="connsiteX3" fmla="*/ 22765 w 45529"/>
                <a:gd name="connsiteY3" fmla="*/ 0 h 45529"/>
                <a:gd name="connsiteX4" fmla="*/ 45530 w 45529"/>
                <a:gd name="connsiteY4" fmla="*/ 22765 h 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29" h="45529">
                  <a:moveTo>
                    <a:pt x="45530" y="22765"/>
                  </a:moveTo>
                  <a:cubicBezTo>
                    <a:pt x="45530" y="35337"/>
                    <a:pt x="35337" y="45530"/>
                    <a:pt x="22765" y="45530"/>
                  </a:cubicBezTo>
                  <a:cubicBezTo>
                    <a:pt x="10192" y="45530"/>
                    <a:pt x="0" y="35337"/>
                    <a:pt x="0" y="22765"/>
                  </a:cubicBezTo>
                  <a:cubicBezTo>
                    <a:pt x="0" y="10192"/>
                    <a:pt x="10192" y="0"/>
                    <a:pt x="22765" y="0"/>
                  </a:cubicBezTo>
                  <a:cubicBezTo>
                    <a:pt x="35337" y="0"/>
                    <a:pt x="45530" y="10192"/>
                    <a:pt x="45530" y="22765"/>
                  </a:cubicBezTo>
                  <a:close/>
                </a:path>
              </a:pathLst>
            </a:custGeom>
            <a:grpFill/>
            <a:ln w="9525" cap="flat">
              <a:noFill/>
              <a:prstDash val="solid"/>
              <a:miter/>
            </a:ln>
          </p:spPr>
          <p:txBody>
            <a:bodyPr rtlCol="0" anchor="ctr"/>
            <a:lstStyle/>
            <a:p>
              <a:endParaRPr lang="zh-CN" altLang="en-US"/>
            </a:p>
          </p:txBody>
        </p:sp>
        <p:sp>
          <p:nvSpPr>
            <p:cNvPr id="96" name="任意多边形: 形状 95"/>
            <p:cNvSpPr/>
            <p:nvPr/>
          </p:nvSpPr>
          <p:spPr>
            <a:xfrm>
              <a:off x="5834253" y="3513486"/>
              <a:ext cx="64007" cy="64007"/>
            </a:xfrm>
            <a:custGeom>
              <a:avLst/>
              <a:gdLst>
                <a:gd name="connsiteX0" fmla="*/ 64008 w 64007"/>
                <a:gd name="connsiteY0" fmla="*/ 32004 h 64007"/>
                <a:gd name="connsiteX1" fmla="*/ 32004 w 64007"/>
                <a:gd name="connsiteY1" fmla="*/ 64008 h 64007"/>
                <a:gd name="connsiteX2" fmla="*/ 0 w 64007"/>
                <a:gd name="connsiteY2" fmla="*/ 32004 h 64007"/>
                <a:gd name="connsiteX3" fmla="*/ 32004 w 64007"/>
                <a:gd name="connsiteY3" fmla="*/ 0 h 64007"/>
                <a:gd name="connsiteX4" fmla="*/ 64008 w 64007"/>
                <a:gd name="connsiteY4" fmla="*/ 32004 h 64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7" h="64007">
                  <a:moveTo>
                    <a:pt x="64008" y="32004"/>
                  </a:moveTo>
                  <a:cubicBezTo>
                    <a:pt x="64008" y="49679"/>
                    <a:pt x="49679" y="64008"/>
                    <a:pt x="32004" y="64008"/>
                  </a:cubicBezTo>
                  <a:cubicBezTo>
                    <a:pt x="14329" y="64008"/>
                    <a:pt x="0" y="49679"/>
                    <a:pt x="0" y="32004"/>
                  </a:cubicBezTo>
                  <a:cubicBezTo>
                    <a:pt x="0" y="14329"/>
                    <a:pt x="14329" y="0"/>
                    <a:pt x="32004" y="0"/>
                  </a:cubicBezTo>
                  <a:cubicBezTo>
                    <a:pt x="49679" y="0"/>
                    <a:pt x="64008" y="14329"/>
                    <a:pt x="64008" y="32004"/>
                  </a:cubicBezTo>
                  <a:close/>
                </a:path>
              </a:pathLst>
            </a:custGeom>
            <a:grpFill/>
            <a:ln w="9525" cap="flat">
              <a:noFill/>
              <a:prstDash val="solid"/>
              <a:miter/>
            </a:ln>
          </p:spPr>
          <p:txBody>
            <a:bodyPr rtlCol="0" anchor="ctr"/>
            <a:lstStyle/>
            <a:p>
              <a:endParaRPr lang="zh-CN" altLang="en-US"/>
            </a:p>
          </p:txBody>
        </p:sp>
        <p:sp>
          <p:nvSpPr>
            <p:cNvPr id="97" name="任意多边形: 形状 96"/>
            <p:cNvSpPr/>
            <p:nvPr/>
          </p:nvSpPr>
          <p:spPr>
            <a:xfrm>
              <a:off x="5941980" y="3505676"/>
              <a:ext cx="79438" cy="79438"/>
            </a:xfrm>
            <a:custGeom>
              <a:avLst/>
              <a:gdLst>
                <a:gd name="connsiteX0" fmla="*/ 39719 w 79438"/>
                <a:gd name="connsiteY0" fmla="*/ 79438 h 79438"/>
                <a:gd name="connsiteX1" fmla="*/ 79438 w 79438"/>
                <a:gd name="connsiteY1" fmla="*/ 39719 h 79438"/>
                <a:gd name="connsiteX2" fmla="*/ 39719 w 79438"/>
                <a:gd name="connsiteY2" fmla="*/ 0 h 79438"/>
                <a:gd name="connsiteX3" fmla="*/ 0 w 79438"/>
                <a:gd name="connsiteY3" fmla="*/ 39719 h 79438"/>
                <a:gd name="connsiteX4" fmla="*/ 39719 w 79438"/>
                <a:gd name="connsiteY4" fmla="*/ 79438 h 79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38" h="79438">
                  <a:moveTo>
                    <a:pt x="39719" y="79438"/>
                  </a:moveTo>
                  <a:cubicBezTo>
                    <a:pt x="61627" y="79438"/>
                    <a:pt x="79438" y="61627"/>
                    <a:pt x="79438" y="39719"/>
                  </a:cubicBezTo>
                  <a:cubicBezTo>
                    <a:pt x="79438" y="17812"/>
                    <a:pt x="61627" y="0"/>
                    <a:pt x="39719" y="0"/>
                  </a:cubicBezTo>
                  <a:cubicBezTo>
                    <a:pt x="17812" y="0"/>
                    <a:pt x="0" y="17812"/>
                    <a:pt x="0" y="39719"/>
                  </a:cubicBezTo>
                  <a:cubicBezTo>
                    <a:pt x="0" y="61722"/>
                    <a:pt x="17812" y="79438"/>
                    <a:pt x="39719" y="79438"/>
                  </a:cubicBezTo>
                  <a:close/>
                </a:path>
              </a:pathLst>
            </a:custGeom>
            <a:grpFill/>
            <a:ln w="9525" cap="flat">
              <a:noFill/>
              <a:prstDash val="solid"/>
              <a:miter/>
            </a:ln>
          </p:spPr>
          <p:txBody>
            <a:bodyPr rtlCol="0" anchor="ctr"/>
            <a:lstStyle/>
            <a:p>
              <a:endParaRPr lang="zh-CN" altLang="en-US"/>
            </a:p>
          </p:txBody>
        </p:sp>
        <p:sp>
          <p:nvSpPr>
            <p:cNvPr id="98" name="任意多边形: 形状 97"/>
            <p:cNvSpPr/>
            <p:nvPr/>
          </p:nvSpPr>
          <p:spPr>
            <a:xfrm>
              <a:off x="6053232" y="3501675"/>
              <a:ext cx="87629" cy="87629"/>
            </a:xfrm>
            <a:custGeom>
              <a:avLst/>
              <a:gdLst>
                <a:gd name="connsiteX0" fmla="*/ 87630 w 87629"/>
                <a:gd name="connsiteY0" fmla="*/ 43815 h 87629"/>
                <a:gd name="connsiteX1" fmla="*/ 43815 w 87629"/>
                <a:gd name="connsiteY1" fmla="*/ 87630 h 87629"/>
                <a:gd name="connsiteX2" fmla="*/ 0 w 87629"/>
                <a:gd name="connsiteY2" fmla="*/ 43815 h 87629"/>
                <a:gd name="connsiteX3" fmla="*/ 43815 w 87629"/>
                <a:gd name="connsiteY3" fmla="*/ 0 h 87629"/>
                <a:gd name="connsiteX4" fmla="*/ 87630 w 87629"/>
                <a:gd name="connsiteY4" fmla="*/ 43815 h 8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629" h="87629">
                  <a:moveTo>
                    <a:pt x="87630" y="43815"/>
                  </a:moveTo>
                  <a:cubicBezTo>
                    <a:pt x="87630" y="68013"/>
                    <a:pt x="68013" y="87630"/>
                    <a:pt x="43815" y="87630"/>
                  </a:cubicBezTo>
                  <a:cubicBezTo>
                    <a:pt x="19617" y="87630"/>
                    <a:pt x="0" y="68013"/>
                    <a:pt x="0" y="43815"/>
                  </a:cubicBezTo>
                  <a:cubicBezTo>
                    <a:pt x="0" y="19617"/>
                    <a:pt x="19617" y="0"/>
                    <a:pt x="43815" y="0"/>
                  </a:cubicBezTo>
                  <a:cubicBezTo>
                    <a:pt x="68013" y="0"/>
                    <a:pt x="87630" y="19617"/>
                    <a:pt x="87630" y="43815"/>
                  </a:cubicBezTo>
                  <a:close/>
                </a:path>
              </a:pathLst>
            </a:custGeom>
            <a:grpFill/>
            <a:ln w="9525" cap="flat">
              <a:noFill/>
              <a:prstDash val="solid"/>
              <a:miter/>
            </a:ln>
          </p:spPr>
          <p:txBody>
            <a:bodyPr rtlCol="0" anchor="ctr"/>
            <a:lstStyle/>
            <a:p>
              <a:endParaRPr lang="zh-CN" altLang="en-US"/>
            </a:p>
          </p:txBody>
        </p:sp>
        <p:sp>
          <p:nvSpPr>
            <p:cNvPr id="99" name="任意多边形: 形状 98"/>
            <p:cNvSpPr/>
            <p:nvPr/>
          </p:nvSpPr>
          <p:spPr>
            <a:xfrm>
              <a:off x="6172199" y="3505200"/>
              <a:ext cx="80581" cy="80581"/>
            </a:xfrm>
            <a:custGeom>
              <a:avLst/>
              <a:gdLst>
                <a:gd name="connsiteX0" fmla="*/ 40291 w 80581"/>
                <a:gd name="connsiteY0" fmla="*/ 80581 h 80581"/>
                <a:gd name="connsiteX1" fmla="*/ 80582 w 80581"/>
                <a:gd name="connsiteY1" fmla="*/ 40291 h 80581"/>
                <a:gd name="connsiteX2" fmla="*/ 40291 w 80581"/>
                <a:gd name="connsiteY2" fmla="*/ 0 h 80581"/>
                <a:gd name="connsiteX3" fmla="*/ 0 w 80581"/>
                <a:gd name="connsiteY3" fmla="*/ 40291 h 80581"/>
                <a:gd name="connsiteX4" fmla="*/ 40291 w 80581"/>
                <a:gd name="connsiteY4" fmla="*/ 80581 h 80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 h="80581">
                  <a:moveTo>
                    <a:pt x="40291" y="80581"/>
                  </a:moveTo>
                  <a:cubicBezTo>
                    <a:pt x="62580" y="80581"/>
                    <a:pt x="80582" y="62484"/>
                    <a:pt x="80582" y="40291"/>
                  </a:cubicBezTo>
                  <a:cubicBezTo>
                    <a:pt x="80582" y="18002"/>
                    <a:pt x="62484" y="0"/>
                    <a:pt x="40291" y="0"/>
                  </a:cubicBezTo>
                  <a:cubicBezTo>
                    <a:pt x="18098" y="0"/>
                    <a:pt x="0" y="18098"/>
                    <a:pt x="0" y="40291"/>
                  </a:cubicBezTo>
                  <a:cubicBezTo>
                    <a:pt x="-95" y="62484"/>
                    <a:pt x="18003" y="80581"/>
                    <a:pt x="40291" y="80581"/>
                  </a:cubicBezTo>
                  <a:close/>
                </a:path>
              </a:pathLst>
            </a:custGeom>
            <a:grpFill/>
            <a:ln w="9525" cap="flat">
              <a:noFill/>
              <a:prstDash val="solid"/>
              <a:miter/>
            </a:ln>
          </p:spPr>
          <p:txBody>
            <a:bodyPr rtlCol="0" anchor="ctr"/>
            <a:lstStyle/>
            <a:p>
              <a:endParaRPr lang="zh-CN" altLang="en-US"/>
            </a:p>
          </p:txBody>
        </p:sp>
        <p:sp>
          <p:nvSpPr>
            <p:cNvPr id="100" name="任意多边形: 形状 99"/>
            <p:cNvSpPr/>
            <p:nvPr/>
          </p:nvSpPr>
          <p:spPr>
            <a:xfrm>
              <a:off x="6295167" y="3512820"/>
              <a:ext cx="65341" cy="65341"/>
            </a:xfrm>
            <a:custGeom>
              <a:avLst/>
              <a:gdLst>
                <a:gd name="connsiteX0" fmla="*/ 65341 w 65341"/>
                <a:gd name="connsiteY0" fmla="*/ 32671 h 65341"/>
                <a:gd name="connsiteX1" fmla="*/ 32671 w 65341"/>
                <a:gd name="connsiteY1" fmla="*/ 65342 h 65341"/>
                <a:gd name="connsiteX2" fmla="*/ 0 w 65341"/>
                <a:gd name="connsiteY2" fmla="*/ 32671 h 65341"/>
                <a:gd name="connsiteX3" fmla="*/ 32671 w 65341"/>
                <a:gd name="connsiteY3" fmla="*/ 0 h 65341"/>
                <a:gd name="connsiteX4" fmla="*/ 65341 w 65341"/>
                <a:gd name="connsiteY4" fmla="*/ 32671 h 65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41" h="65341">
                  <a:moveTo>
                    <a:pt x="65341" y="32671"/>
                  </a:moveTo>
                  <a:cubicBezTo>
                    <a:pt x="65341" y="50714"/>
                    <a:pt x="50714" y="65342"/>
                    <a:pt x="32671" y="65342"/>
                  </a:cubicBezTo>
                  <a:cubicBezTo>
                    <a:pt x="14627" y="65342"/>
                    <a:pt x="0" y="50714"/>
                    <a:pt x="0" y="32671"/>
                  </a:cubicBezTo>
                  <a:cubicBezTo>
                    <a:pt x="0" y="14627"/>
                    <a:pt x="14627" y="0"/>
                    <a:pt x="32671" y="0"/>
                  </a:cubicBezTo>
                  <a:cubicBezTo>
                    <a:pt x="50714" y="0"/>
                    <a:pt x="65341" y="14627"/>
                    <a:pt x="65341" y="32671"/>
                  </a:cubicBezTo>
                  <a:close/>
                </a:path>
              </a:pathLst>
            </a:custGeom>
            <a:grpFill/>
            <a:ln w="9525" cap="flat">
              <a:noFill/>
              <a:prstDash val="solid"/>
              <a:miter/>
            </a:ln>
          </p:spPr>
          <p:txBody>
            <a:bodyPr rtlCol="0" anchor="ctr"/>
            <a:lstStyle/>
            <a:p>
              <a:endParaRPr lang="zh-CN" altLang="en-US"/>
            </a:p>
          </p:txBody>
        </p:sp>
        <p:sp>
          <p:nvSpPr>
            <p:cNvPr id="101" name="任意多边形: 形状 100"/>
            <p:cNvSpPr/>
            <p:nvPr/>
          </p:nvSpPr>
          <p:spPr>
            <a:xfrm>
              <a:off x="6419564" y="3521678"/>
              <a:ext cx="47434" cy="47434"/>
            </a:xfrm>
            <a:custGeom>
              <a:avLst/>
              <a:gdLst>
                <a:gd name="connsiteX0" fmla="*/ 23717 w 47434"/>
                <a:gd name="connsiteY0" fmla="*/ 47434 h 47434"/>
                <a:gd name="connsiteX1" fmla="*/ 47434 w 47434"/>
                <a:gd name="connsiteY1" fmla="*/ 23717 h 47434"/>
                <a:gd name="connsiteX2" fmla="*/ 23717 w 47434"/>
                <a:gd name="connsiteY2" fmla="*/ 0 h 47434"/>
                <a:gd name="connsiteX3" fmla="*/ 0 w 47434"/>
                <a:gd name="connsiteY3" fmla="*/ 23717 h 47434"/>
                <a:gd name="connsiteX4" fmla="*/ 23717 w 47434"/>
                <a:gd name="connsiteY4" fmla="*/ 47434 h 47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 h="47434">
                  <a:moveTo>
                    <a:pt x="23717" y="47434"/>
                  </a:moveTo>
                  <a:cubicBezTo>
                    <a:pt x="36767" y="47434"/>
                    <a:pt x="47434" y="36862"/>
                    <a:pt x="47434" y="23717"/>
                  </a:cubicBezTo>
                  <a:cubicBezTo>
                    <a:pt x="47434" y="10668"/>
                    <a:pt x="36862" y="0"/>
                    <a:pt x="23717" y="0"/>
                  </a:cubicBezTo>
                  <a:cubicBezTo>
                    <a:pt x="10668" y="0"/>
                    <a:pt x="0" y="10573"/>
                    <a:pt x="0" y="23717"/>
                  </a:cubicBezTo>
                  <a:cubicBezTo>
                    <a:pt x="0" y="36862"/>
                    <a:pt x="10573" y="47434"/>
                    <a:pt x="23717" y="47434"/>
                  </a:cubicBezTo>
                  <a:close/>
                </a:path>
              </a:pathLst>
            </a:custGeom>
            <a:grpFill/>
            <a:ln w="9525" cap="flat">
              <a:noFill/>
              <a:prstDash val="solid"/>
              <a:miter/>
            </a:ln>
          </p:spPr>
          <p:txBody>
            <a:bodyPr rtlCol="0" anchor="ctr"/>
            <a:lstStyle/>
            <a:p>
              <a:endParaRPr lang="zh-CN" altLang="en-US"/>
            </a:p>
          </p:txBody>
        </p:sp>
        <p:sp>
          <p:nvSpPr>
            <p:cNvPr id="102" name="任意多边形: 形状 101"/>
            <p:cNvSpPr/>
            <p:nvPr/>
          </p:nvSpPr>
          <p:spPr>
            <a:xfrm>
              <a:off x="6544246" y="3531108"/>
              <a:ext cx="28765" cy="28765"/>
            </a:xfrm>
            <a:custGeom>
              <a:avLst/>
              <a:gdLst>
                <a:gd name="connsiteX0" fmla="*/ 14383 w 28765"/>
                <a:gd name="connsiteY0" fmla="*/ 28765 h 28765"/>
                <a:gd name="connsiteX1" fmla="*/ 28766 w 28765"/>
                <a:gd name="connsiteY1" fmla="*/ 14383 h 28765"/>
                <a:gd name="connsiteX2" fmla="*/ 14383 w 28765"/>
                <a:gd name="connsiteY2" fmla="*/ 0 h 28765"/>
                <a:gd name="connsiteX3" fmla="*/ 0 w 28765"/>
                <a:gd name="connsiteY3" fmla="*/ 14383 h 28765"/>
                <a:gd name="connsiteX4" fmla="*/ 14383 w 28765"/>
                <a:gd name="connsiteY4" fmla="*/ 28765 h 28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65" h="28765">
                  <a:moveTo>
                    <a:pt x="14383" y="28765"/>
                  </a:moveTo>
                  <a:cubicBezTo>
                    <a:pt x="22289" y="28765"/>
                    <a:pt x="28766" y="22288"/>
                    <a:pt x="28766" y="14383"/>
                  </a:cubicBezTo>
                  <a:cubicBezTo>
                    <a:pt x="28766" y="6477"/>
                    <a:pt x="22289" y="0"/>
                    <a:pt x="14383" y="0"/>
                  </a:cubicBezTo>
                  <a:cubicBezTo>
                    <a:pt x="6477" y="0"/>
                    <a:pt x="0" y="6477"/>
                    <a:pt x="0" y="14383"/>
                  </a:cubicBezTo>
                  <a:cubicBezTo>
                    <a:pt x="0" y="22288"/>
                    <a:pt x="6477" y="28765"/>
                    <a:pt x="14383" y="28765"/>
                  </a:cubicBezTo>
                  <a:close/>
                </a:path>
              </a:pathLst>
            </a:custGeom>
            <a:grpFill/>
            <a:ln w="9525" cap="flat">
              <a:noFill/>
              <a:prstDash val="solid"/>
              <a:miter/>
            </a:ln>
          </p:spPr>
          <p:txBody>
            <a:bodyPr rtlCol="0" anchor="ctr"/>
            <a:lstStyle/>
            <a:p>
              <a:endParaRPr lang="zh-CN" altLang="en-US"/>
            </a:p>
          </p:txBody>
        </p:sp>
        <p:sp>
          <p:nvSpPr>
            <p:cNvPr id="103" name="任意多边形: 形状 102"/>
            <p:cNvSpPr/>
            <p:nvPr/>
          </p:nvSpPr>
          <p:spPr>
            <a:xfrm>
              <a:off x="6668928" y="3540347"/>
              <a:ext cx="10287" cy="10287"/>
            </a:xfrm>
            <a:custGeom>
              <a:avLst/>
              <a:gdLst>
                <a:gd name="connsiteX0" fmla="*/ 10287 w 10287"/>
                <a:gd name="connsiteY0" fmla="*/ 5144 h 10287"/>
                <a:gd name="connsiteX1" fmla="*/ 5144 w 10287"/>
                <a:gd name="connsiteY1" fmla="*/ 10287 h 10287"/>
                <a:gd name="connsiteX2" fmla="*/ 0 w 10287"/>
                <a:gd name="connsiteY2" fmla="*/ 5144 h 10287"/>
                <a:gd name="connsiteX3" fmla="*/ 5144 w 10287"/>
                <a:gd name="connsiteY3" fmla="*/ 0 h 10287"/>
                <a:gd name="connsiteX4" fmla="*/ 10287 w 10287"/>
                <a:gd name="connsiteY4" fmla="*/ 5144 h 10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 h="10287">
                  <a:moveTo>
                    <a:pt x="10287" y="5144"/>
                  </a:moveTo>
                  <a:cubicBezTo>
                    <a:pt x="10287" y="7984"/>
                    <a:pt x="7984" y="10287"/>
                    <a:pt x="5144" y="10287"/>
                  </a:cubicBezTo>
                  <a:cubicBezTo>
                    <a:pt x="2303" y="10287"/>
                    <a:pt x="0" y="7984"/>
                    <a:pt x="0" y="5144"/>
                  </a:cubicBezTo>
                  <a:cubicBezTo>
                    <a:pt x="0" y="2303"/>
                    <a:pt x="2303" y="0"/>
                    <a:pt x="5144" y="0"/>
                  </a:cubicBezTo>
                  <a:cubicBezTo>
                    <a:pt x="7984" y="0"/>
                    <a:pt x="10287" y="2303"/>
                    <a:pt x="10287" y="5144"/>
                  </a:cubicBezTo>
                  <a:close/>
                </a:path>
              </a:pathLst>
            </a:custGeom>
            <a:grpFill/>
            <a:ln w="9525" cap="flat">
              <a:noFill/>
              <a:prstDash val="solid"/>
              <a:miter/>
            </a:ln>
          </p:spPr>
          <p:txBody>
            <a:bodyPr rtlCol="0" anchor="ctr"/>
            <a:lstStyle/>
            <a:p>
              <a:endParaRPr lang="zh-CN" altLang="en-US"/>
            </a:p>
          </p:txBody>
        </p:sp>
        <p:sp>
          <p:nvSpPr>
            <p:cNvPr id="104" name="任意多边形: 形状 103"/>
            <p:cNvSpPr/>
            <p:nvPr/>
          </p:nvSpPr>
          <p:spPr>
            <a:xfrm>
              <a:off x="5517832" y="3658552"/>
              <a:ext cx="4571" cy="4572"/>
            </a:xfrm>
            <a:custGeom>
              <a:avLst/>
              <a:gdLst>
                <a:gd name="connsiteX0" fmla="*/ 2286 w 4571"/>
                <a:gd name="connsiteY0" fmla="*/ 4572 h 4572"/>
                <a:gd name="connsiteX1" fmla="*/ 4572 w 4571"/>
                <a:gd name="connsiteY1" fmla="*/ 2286 h 4572"/>
                <a:gd name="connsiteX2" fmla="*/ 2286 w 4571"/>
                <a:gd name="connsiteY2" fmla="*/ 0 h 4572"/>
                <a:gd name="connsiteX3" fmla="*/ 0 w 4571"/>
                <a:gd name="connsiteY3" fmla="*/ 2286 h 4572"/>
                <a:gd name="connsiteX4" fmla="*/ 2286 w 4571"/>
                <a:gd name="connsiteY4" fmla="*/ 4572 h 4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1" h="4572">
                  <a:moveTo>
                    <a:pt x="2286" y="4572"/>
                  </a:moveTo>
                  <a:cubicBezTo>
                    <a:pt x="3524" y="4572"/>
                    <a:pt x="4572" y="3524"/>
                    <a:pt x="4572" y="2286"/>
                  </a:cubicBezTo>
                  <a:cubicBezTo>
                    <a:pt x="4572" y="1048"/>
                    <a:pt x="3524" y="0"/>
                    <a:pt x="2286" y="0"/>
                  </a:cubicBezTo>
                  <a:cubicBezTo>
                    <a:pt x="1048" y="0"/>
                    <a:pt x="0" y="1048"/>
                    <a:pt x="0" y="2286"/>
                  </a:cubicBezTo>
                  <a:cubicBezTo>
                    <a:pt x="0" y="3524"/>
                    <a:pt x="1048" y="4572"/>
                    <a:pt x="2286" y="4572"/>
                  </a:cubicBezTo>
                  <a:close/>
                </a:path>
              </a:pathLst>
            </a:custGeom>
            <a:grpFill/>
            <a:ln w="9525" cap="flat">
              <a:noFill/>
              <a:prstDash val="solid"/>
              <a:miter/>
            </a:ln>
          </p:spPr>
          <p:txBody>
            <a:bodyPr rtlCol="0" anchor="ctr"/>
            <a:lstStyle/>
            <a:p>
              <a:endParaRPr lang="zh-CN" altLang="en-US"/>
            </a:p>
          </p:txBody>
        </p:sp>
        <p:sp>
          <p:nvSpPr>
            <p:cNvPr id="105" name="任意多边形: 形状 104"/>
            <p:cNvSpPr/>
            <p:nvPr/>
          </p:nvSpPr>
          <p:spPr>
            <a:xfrm>
              <a:off x="5625179" y="3650646"/>
              <a:ext cx="20478" cy="20478"/>
            </a:xfrm>
            <a:custGeom>
              <a:avLst/>
              <a:gdLst>
                <a:gd name="connsiteX0" fmla="*/ 10287 w 20478"/>
                <a:gd name="connsiteY0" fmla="*/ 20479 h 20478"/>
                <a:gd name="connsiteX1" fmla="*/ 20479 w 20478"/>
                <a:gd name="connsiteY1" fmla="*/ 10192 h 20478"/>
                <a:gd name="connsiteX2" fmla="*/ 10287 w 20478"/>
                <a:gd name="connsiteY2" fmla="*/ 0 h 20478"/>
                <a:gd name="connsiteX3" fmla="*/ 0 w 20478"/>
                <a:gd name="connsiteY3" fmla="*/ 10192 h 20478"/>
                <a:gd name="connsiteX4" fmla="*/ 10287 w 20478"/>
                <a:gd name="connsiteY4" fmla="*/ 20479 h 20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8" h="20478">
                  <a:moveTo>
                    <a:pt x="10287" y="20479"/>
                  </a:moveTo>
                  <a:cubicBezTo>
                    <a:pt x="15907" y="20479"/>
                    <a:pt x="20479" y="15907"/>
                    <a:pt x="20479" y="10192"/>
                  </a:cubicBezTo>
                  <a:cubicBezTo>
                    <a:pt x="20479" y="4572"/>
                    <a:pt x="15907" y="0"/>
                    <a:pt x="10287" y="0"/>
                  </a:cubicBezTo>
                  <a:cubicBezTo>
                    <a:pt x="4667" y="0"/>
                    <a:pt x="0" y="4572"/>
                    <a:pt x="0" y="10192"/>
                  </a:cubicBezTo>
                  <a:cubicBezTo>
                    <a:pt x="95" y="15907"/>
                    <a:pt x="4667" y="20479"/>
                    <a:pt x="10287" y="20479"/>
                  </a:cubicBezTo>
                  <a:close/>
                </a:path>
              </a:pathLst>
            </a:custGeom>
            <a:grpFill/>
            <a:ln w="9525" cap="flat">
              <a:noFill/>
              <a:prstDash val="solid"/>
              <a:miter/>
            </a:ln>
          </p:spPr>
          <p:txBody>
            <a:bodyPr rtlCol="0" anchor="ctr"/>
            <a:lstStyle/>
            <a:p>
              <a:endParaRPr lang="zh-CN" altLang="en-US"/>
            </a:p>
          </p:txBody>
        </p:sp>
        <p:sp>
          <p:nvSpPr>
            <p:cNvPr id="106" name="任意多边形: 形状 105"/>
            <p:cNvSpPr/>
            <p:nvPr/>
          </p:nvSpPr>
          <p:spPr>
            <a:xfrm>
              <a:off x="5732049" y="3641979"/>
              <a:ext cx="37718" cy="37718"/>
            </a:xfrm>
            <a:custGeom>
              <a:avLst/>
              <a:gdLst>
                <a:gd name="connsiteX0" fmla="*/ 18859 w 37718"/>
                <a:gd name="connsiteY0" fmla="*/ 37719 h 37718"/>
                <a:gd name="connsiteX1" fmla="*/ 37719 w 37718"/>
                <a:gd name="connsiteY1" fmla="*/ 18859 h 37718"/>
                <a:gd name="connsiteX2" fmla="*/ 18859 w 37718"/>
                <a:gd name="connsiteY2" fmla="*/ 0 h 37718"/>
                <a:gd name="connsiteX3" fmla="*/ 0 w 37718"/>
                <a:gd name="connsiteY3" fmla="*/ 18859 h 37718"/>
                <a:gd name="connsiteX4" fmla="*/ 18859 w 37718"/>
                <a:gd name="connsiteY4" fmla="*/ 37719 h 37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18" h="37718">
                  <a:moveTo>
                    <a:pt x="18859" y="37719"/>
                  </a:moveTo>
                  <a:cubicBezTo>
                    <a:pt x="29242" y="37719"/>
                    <a:pt x="37719" y="29242"/>
                    <a:pt x="37719" y="18859"/>
                  </a:cubicBezTo>
                  <a:cubicBezTo>
                    <a:pt x="37719" y="8477"/>
                    <a:pt x="29242" y="0"/>
                    <a:pt x="18859" y="0"/>
                  </a:cubicBezTo>
                  <a:cubicBezTo>
                    <a:pt x="8477" y="0"/>
                    <a:pt x="0" y="8477"/>
                    <a:pt x="0" y="18859"/>
                  </a:cubicBezTo>
                  <a:cubicBezTo>
                    <a:pt x="0" y="29337"/>
                    <a:pt x="8382" y="37719"/>
                    <a:pt x="18859" y="37719"/>
                  </a:cubicBezTo>
                  <a:close/>
                </a:path>
              </a:pathLst>
            </a:custGeom>
            <a:grpFill/>
            <a:ln w="9525" cap="flat">
              <a:noFill/>
              <a:prstDash val="solid"/>
              <a:miter/>
            </a:ln>
          </p:spPr>
          <p:txBody>
            <a:bodyPr rtlCol="0" anchor="ctr"/>
            <a:lstStyle/>
            <a:p>
              <a:endParaRPr lang="zh-CN" altLang="en-US"/>
            </a:p>
          </p:txBody>
        </p:sp>
        <p:sp>
          <p:nvSpPr>
            <p:cNvPr id="107" name="任意多边形: 形状 106"/>
            <p:cNvSpPr/>
            <p:nvPr/>
          </p:nvSpPr>
          <p:spPr>
            <a:xfrm>
              <a:off x="5840063" y="3634644"/>
              <a:ext cx="52387" cy="52387"/>
            </a:xfrm>
            <a:custGeom>
              <a:avLst/>
              <a:gdLst>
                <a:gd name="connsiteX0" fmla="*/ 52388 w 52387"/>
                <a:gd name="connsiteY0" fmla="*/ 26194 h 52387"/>
                <a:gd name="connsiteX1" fmla="*/ 26194 w 52387"/>
                <a:gd name="connsiteY1" fmla="*/ 52387 h 52387"/>
                <a:gd name="connsiteX2" fmla="*/ 0 w 52387"/>
                <a:gd name="connsiteY2" fmla="*/ 26194 h 52387"/>
                <a:gd name="connsiteX3" fmla="*/ 26194 w 52387"/>
                <a:gd name="connsiteY3" fmla="*/ 0 h 52387"/>
                <a:gd name="connsiteX4" fmla="*/ 52388 w 52387"/>
                <a:gd name="connsiteY4" fmla="*/ 26194 h 52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87" h="52387">
                  <a:moveTo>
                    <a:pt x="52388" y="26194"/>
                  </a:moveTo>
                  <a:cubicBezTo>
                    <a:pt x="52388" y="40660"/>
                    <a:pt x="40660" y="52387"/>
                    <a:pt x="26194" y="52387"/>
                  </a:cubicBezTo>
                  <a:cubicBezTo>
                    <a:pt x="11727" y="52387"/>
                    <a:pt x="0" y="40660"/>
                    <a:pt x="0" y="26194"/>
                  </a:cubicBezTo>
                  <a:cubicBezTo>
                    <a:pt x="0" y="11727"/>
                    <a:pt x="11727" y="0"/>
                    <a:pt x="26194" y="0"/>
                  </a:cubicBezTo>
                  <a:cubicBezTo>
                    <a:pt x="40660" y="0"/>
                    <a:pt x="52388" y="11727"/>
                    <a:pt x="52388" y="26194"/>
                  </a:cubicBezTo>
                  <a:close/>
                </a:path>
              </a:pathLst>
            </a:custGeom>
            <a:grpFill/>
            <a:ln w="9525" cap="flat">
              <a:noFill/>
              <a:prstDash val="solid"/>
              <a:miter/>
            </a:ln>
          </p:spPr>
          <p:txBody>
            <a:bodyPr rtlCol="0" anchor="ctr"/>
            <a:lstStyle/>
            <a:p>
              <a:endParaRPr lang="zh-CN" altLang="en-US"/>
            </a:p>
          </p:txBody>
        </p:sp>
        <p:sp>
          <p:nvSpPr>
            <p:cNvPr id="108" name="任意多边形: 形状 107"/>
            <p:cNvSpPr/>
            <p:nvPr/>
          </p:nvSpPr>
          <p:spPr>
            <a:xfrm>
              <a:off x="5949695" y="3628834"/>
              <a:ext cx="64008" cy="64007"/>
            </a:xfrm>
            <a:custGeom>
              <a:avLst/>
              <a:gdLst>
                <a:gd name="connsiteX0" fmla="*/ 32004 w 64008"/>
                <a:gd name="connsiteY0" fmla="*/ 64008 h 64007"/>
                <a:gd name="connsiteX1" fmla="*/ 64008 w 64008"/>
                <a:gd name="connsiteY1" fmla="*/ 32004 h 64007"/>
                <a:gd name="connsiteX2" fmla="*/ 32004 w 64008"/>
                <a:gd name="connsiteY2" fmla="*/ 0 h 64007"/>
                <a:gd name="connsiteX3" fmla="*/ 0 w 64008"/>
                <a:gd name="connsiteY3" fmla="*/ 32004 h 64007"/>
                <a:gd name="connsiteX4" fmla="*/ 32004 w 64008"/>
                <a:gd name="connsiteY4" fmla="*/ 64008 h 64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8" h="64007">
                  <a:moveTo>
                    <a:pt x="32004" y="64008"/>
                  </a:moveTo>
                  <a:cubicBezTo>
                    <a:pt x="49721" y="64008"/>
                    <a:pt x="64008" y="49720"/>
                    <a:pt x="64008" y="32004"/>
                  </a:cubicBezTo>
                  <a:cubicBezTo>
                    <a:pt x="64008" y="14288"/>
                    <a:pt x="49721" y="0"/>
                    <a:pt x="32004" y="0"/>
                  </a:cubicBezTo>
                  <a:cubicBezTo>
                    <a:pt x="14288" y="0"/>
                    <a:pt x="0" y="14288"/>
                    <a:pt x="0" y="32004"/>
                  </a:cubicBezTo>
                  <a:cubicBezTo>
                    <a:pt x="0" y="49720"/>
                    <a:pt x="14288" y="64008"/>
                    <a:pt x="32004" y="64008"/>
                  </a:cubicBezTo>
                  <a:close/>
                </a:path>
              </a:pathLst>
            </a:custGeom>
            <a:grpFill/>
            <a:ln w="9525" cap="flat">
              <a:noFill/>
              <a:prstDash val="solid"/>
              <a:miter/>
            </a:ln>
          </p:spPr>
          <p:txBody>
            <a:bodyPr rtlCol="0" anchor="ctr"/>
            <a:lstStyle/>
            <a:p>
              <a:endParaRPr lang="zh-CN" altLang="en-US"/>
            </a:p>
          </p:txBody>
        </p:sp>
        <p:sp>
          <p:nvSpPr>
            <p:cNvPr id="109" name="任意多边形: 形状 108"/>
            <p:cNvSpPr/>
            <p:nvPr/>
          </p:nvSpPr>
          <p:spPr>
            <a:xfrm>
              <a:off x="6062471" y="3626262"/>
              <a:ext cx="69151" cy="69151"/>
            </a:xfrm>
            <a:custGeom>
              <a:avLst/>
              <a:gdLst>
                <a:gd name="connsiteX0" fmla="*/ 34576 w 69151"/>
                <a:gd name="connsiteY0" fmla="*/ 69152 h 69151"/>
                <a:gd name="connsiteX1" fmla="*/ 69151 w 69151"/>
                <a:gd name="connsiteY1" fmla="*/ 34576 h 69151"/>
                <a:gd name="connsiteX2" fmla="*/ 34576 w 69151"/>
                <a:gd name="connsiteY2" fmla="*/ 0 h 69151"/>
                <a:gd name="connsiteX3" fmla="*/ 0 w 69151"/>
                <a:gd name="connsiteY3" fmla="*/ 34576 h 69151"/>
                <a:gd name="connsiteX4" fmla="*/ 34576 w 69151"/>
                <a:gd name="connsiteY4" fmla="*/ 69152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69152"/>
                  </a:moveTo>
                  <a:cubicBezTo>
                    <a:pt x="53626" y="69152"/>
                    <a:pt x="69151" y="53721"/>
                    <a:pt x="69151" y="34576"/>
                  </a:cubicBezTo>
                  <a:cubicBezTo>
                    <a:pt x="69151" y="15431"/>
                    <a:pt x="53721" y="0"/>
                    <a:pt x="34576" y="0"/>
                  </a:cubicBezTo>
                  <a:cubicBezTo>
                    <a:pt x="15430" y="0"/>
                    <a:pt x="0" y="15431"/>
                    <a:pt x="0" y="34576"/>
                  </a:cubicBezTo>
                  <a:cubicBezTo>
                    <a:pt x="0" y="53721"/>
                    <a:pt x="15526" y="69152"/>
                    <a:pt x="34576" y="69152"/>
                  </a:cubicBezTo>
                  <a:close/>
                </a:path>
              </a:pathLst>
            </a:custGeom>
            <a:grpFill/>
            <a:ln w="9525" cap="flat">
              <a:noFill/>
              <a:prstDash val="solid"/>
              <a:miter/>
            </a:ln>
          </p:spPr>
          <p:txBody>
            <a:bodyPr rtlCol="0" anchor="ctr"/>
            <a:lstStyle/>
            <a:p>
              <a:endParaRPr lang="zh-CN" altLang="en-US"/>
            </a:p>
          </p:txBody>
        </p:sp>
        <p:sp>
          <p:nvSpPr>
            <p:cNvPr id="110" name="任意多边形: 形状 109"/>
            <p:cNvSpPr/>
            <p:nvPr/>
          </p:nvSpPr>
          <p:spPr>
            <a:xfrm>
              <a:off x="6179820" y="3628167"/>
              <a:ext cx="65341" cy="65341"/>
            </a:xfrm>
            <a:custGeom>
              <a:avLst/>
              <a:gdLst>
                <a:gd name="connsiteX0" fmla="*/ 65342 w 65341"/>
                <a:gd name="connsiteY0" fmla="*/ 32671 h 65341"/>
                <a:gd name="connsiteX1" fmla="*/ 32671 w 65341"/>
                <a:gd name="connsiteY1" fmla="*/ 65341 h 65341"/>
                <a:gd name="connsiteX2" fmla="*/ 0 w 65341"/>
                <a:gd name="connsiteY2" fmla="*/ 32671 h 65341"/>
                <a:gd name="connsiteX3" fmla="*/ 32671 w 65341"/>
                <a:gd name="connsiteY3" fmla="*/ 0 h 65341"/>
                <a:gd name="connsiteX4" fmla="*/ 65342 w 65341"/>
                <a:gd name="connsiteY4" fmla="*/ 32671 h 65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41" h="65341">
                  <a:moveTo>
                    <a:pt x="65342" y="32671"/>
                  </a:moveTo>
                  <a:cubicBezTo>
                    <a:pt x="65342" y="50714"/>
                    <a:pt x="50714" y="65341"/>
                    <a:pt x="32671" y="65341"/>
                  </a:cubicBezTo>
                  <a:cubicBezTo>
                    <a:pt x="14627" y="65341"/>
                    <a:pt x="0" y="50714"/>
                    <a:pt x="0" y="32671"/>
                  </a:cubicBezTo>
                  <a:cubicBezTo>
                    <a:pt x="0" y="14627"/>
                    <a:pt x="14627" y="0"/>
                    <a:pt x="32671" y="0"/>
                  </a:cubicBezTo>
                  <a:cubicBezTo>
                    <a:pt x="50714" y="0"/>
                    <a:pt x="65342" y="14627"/>
                    <a:pt x="65342" y="32671"/>
                  </a:cubicBezTo>
                  <a:close/>
                </a:path>
              </a:pathLst>
            </a:custGeom>
            <a:grpFill/>
            <a:ln w="9525" cap="flat">
              <a:noFill/>
              <a:prstDash val="solid"/>
              <a:miter/>
            </a:ln>
          </p:spPr>
          <p:txBody>
            <a:bodyPr rtlCol="0" anchor="ctr"/>
            <a:lstStyle/>
            <a:p>
              <a:endParaRPr lang="zh-CN" altLang="en-US"/>
            </a:p>
          </p:txBody>
        </p:sp>
        <p:sp>
          <p:nvSpPr>
            <p:cNvPr id="111" name="任意多边形: 形状 110"/>
            <p:cNvSpPr/>
            <p:nvPr/>
          </p:nvSpPr>
          <p:spPr>
            <a:xfrm>
              <a:off x="6300978" y="3633978"/>
              <a:ext cx="53720" cy="53720"/>
            </a:xfrm>
            <a:custGeom>
              <a:avLst/>
              <a:gdLst>
                <a:gd name="connsiteX0" fmla="*/ 53721 w 53720"/>
                <a:gd name="connsiteY0" fmla="*/ 26860 h 53720"/>
                <a:gd name="connsiteX1" fmla="*/ 26861 w 53720"/>
                <a:gd name="connsiteY1" fmla="*/ 53721 h 53720"/>
                <a:gd name="connsiteX2" fmla="*/ 0 w 53720"/>
                <a:gd name="connsiteY2" fmla="*/ 26860 h 53720"/>
                <a:gd name="connsiteX3" fmla="*/ 26861 w 53720"/>
                <a:gd name="connsiteY3" fmla="*/ 0 h 53720"/>
                <a:gd name="connsiteX4" fmla="*/ 53721 w 53720"/>
                <a:gd name="connsiteY4" fmla="*/ 26860 h 53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0" h="53720">
                  <a:moveTo>
                    <a:pt x="53721" y="26860"/>
                  </a:moveTo>
                  <a:cubicBezTo>
                    <a:pt x="53721" y="41695"/>
                    <a:pt x="41695" y="53721"/>
                    <a:pt x="26861" y="53721"/>
                  </a:cubicBezTo>
                  <a:cubicBezTo>
                    <a:pt x="12026" y="53721"/>
                    <a:pt x="0" y="41695"/>
                    <a:pt x="0" y="26860"/>
                  </a:cubicBezTo>
                  <a:cubicBezTo>
                    <a:pt x="0" y="12026"/>
                    <a:pt x="12026" y="0"/>
                    <a:pt x="26861" y="0"/>
                  </a:cubicBezTo>
                  <a:cubicBezTo>
                    <a:pt x="41695" y="0"/>
                    <a:pt x="53721" y="12026"/>
                    <a:pt x="53721" y="26860"/>
                  </a:cubicBezTo>
                  <a:close/>
                </a:path>
              </a:pathLst>
            </a:custGeom>
            <a:grpFill/>
            <a:ln w="9525" cap="flat">
              <a:noFill/>
              <a:prstDash val="solid"/>
              <a:miter/>
            </a:ln>
          </p:spPr>
          <p:txBody>
            <a:bodyPr rtlCol="0" anchor="ctr"/>
            <a:lstStyle/>
            <a:p>
              <a:endParaRPr lang="zh-CN" altLang="en-US"/>
            </a:p>
          </p:txBody>
        </p:sp>
        <p:sp>
          <p:nvSpPr>
            <p:cNvPr id="112" name="任意多边形: 形状 111"/>
            <p:cNvSpPr/>
            <p:nvPr/>
          </p:nvSpPr>
          <p:spPr>
            <a:xfrm>
              <a:off x="6423755" y="3641312"/>
              <a:ext cx="39052" cy="39052"/>
            </a:xfrm>
            <a:custGeom>
              <a:avLst/>
              <a:gdLst>
                <a:gd name="connsiteX0" fmla="*/ 19526 w 39052"/>
                <a:gd name="connsiteY0" fmla="*/ 39052 h 39052"/>
                <a:gd name="connsiteX1" fmla="*/ 39052 w 39052"/>
                <a:gd name="connsiteY1" fmla="*/ 19526 h 39052"/>
                <a:gd name="connsiteX2" fmla="*/ 19526 w 39052"/>
                <a:gd name="connsiteY2" fmla="*/ 0 h 39052"/>
                <a:gd name="connsiteX3" fmla="*/ 0 w 39052"/>
                <a:gd name="connsiteY3" fmla="*/ 19526 h 39052"/>
                <a:gd name="connsiteX4" fmla="*/ 19526 w 39052"/>
                <a:gd name="connsiteY4" fmla="*/ 39052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 h="39052">
                  <a:moveTo>
                    <a:pt x="19526" y="39052"/>
                  </a:moveTo>
                  <a:cubicBezTo>
                    <a:pt x="30289" y="39052"/>
                    <a:pt x="39052" y="30290"/>
                    <a:pt x="39052" y="19526"/>
                  </a:cubicBezTo>
                  <a:cubicBezTo>
                    <a:pt x="39052" y="8763"/>
                    <a:pt x="30289" y="0"/>
                    <a:pt x="19526" y="0"/>
                  </a:cubicBezTo>
                  <a:cubicBezTo>
                    <a:pt x="8763" y="0"/>
                    <a:pt x="0" y="8763"/>
                    <a:pt x="0" y="19526"/>
                  </a:cubicBezTo>
                  <a:cubicBezTo>
                    <a:pt x="0" y="30290"/>
                    <a:pt x="8668" y="39052"/>
                    <a:pt x="19526" y="39052"/>
                  </a:cubicBezTo>
                  <a:close/>
                </a:path>
              </a:pathLst>
            </a:custGeom>
            <a:grpFill/>
            <a:ln w="9525" cap="flat">
              <a:noFill/>
              <a:prstDash val="solid"/>
              <a:miter/>
            </a:ln>
          </p:spPr>
          <p:txBody>
            <a:bodyPr rtlCol="0" anchor="ctr"/>
            <a:lstStyle/>
            <a:p>
              <a:endParaRPr lang="zh-CN" altLang="en-US"/>
            </a:p>
          </p:txBody>
        </p:sp>
        <p:sp>
          <p:nvSpPr>
            <p:cNvPr id="113" name="任意多边形: 形状 112"/>
            <p:cNvSpPr/>
            <p:nvPr/>
          </p:nvSpPr>
          <p:spPr>
            <a:xfrm>
              <a:off x="6547389" y="3649599"/>
              <a:ext cx="22479" cy="22479"/>
            </a:xfrm>
            <a:custGeom>
              <a:avLst/>
              <a:gdLst>
                <a:gd name="connsiteX0" fmla="*/ 22479 w 22479"/>
                <a:gd name="connsiteY0" fmla="*/ 11239 h 22479"/>
                <a:gd name="connsiteX1" fmla="*/ 11239 w 22479"/>
                <a:gd name="connsiteY1" fmla="*/ 22479 h 22479"/>
                <a:gd name="connsiteX2" fmla="*/ 0 w 22479"/>
                <a:gd name="connsiteY2" fmla="*/ 11239 h 22479"/>
                <a:gd name="connsiteX3" fmla="*/ 11239 w 22479"/>
                <a:gd name="connsiteY3" fmla="*/ 0 h 22479"/>
                <a:gd name="connsiteX4" fmla="*/ 22479 w 22479"/>
                <a:gd name="connsiteY4" fmla="*/ 11239 h 22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79" h="22479">
                  <a:moveTo>
                    <a:pt x="22479" y="11239"/>
                  </a:moveTo>
                  <a:cubicBezTo>
                    <a:pt x="22479" y="17447"/>
                    <a:pt x="17447" y="22479"/>
                    <a:pt x="11239" y="22479"/>
                  </a:cubicBezTo>
                  <a:cubicBezTo>
                    <a:pt x="5032" y="22479"/>
                    <a:pt x="0" y="17447"/>
                    <a:pt x="0" y="11239"/>
                  </a:cubicBezTo>
                  <a:cubicBezTo>
                    <a:pt x="0" y="5032"/>
                    <a:pt x="5032" y="0"/>
                    <a:pt x="11239" y="0"/>
                  </a:cubicBezTo>
                  <a:cubicBezTo>
                    <a:pt x="17447" y="0"/>
                    <a:pt x="22479" y="5032"/>
                    <a:pt x="22479" y="11239"/>
                  </a:cubicBezTo>
                  <a:close/>
                </a:path>
              </a:pathLst>
            </a:custGeom>
            <a:grpFill/>
            <a:ln w="9525" cap="flat">
              <a:noFill/>
              <a:prstDash val="solid"/>
              <a:miter/>
            </a:ln>
          </p:spPr>
          <p:txBody>
            <a:bodyPr rtlCol="0" anchor="ctr"/>
            <a:lstStyle/>
            <a:p>
              <a:endParaRPr lang="zh-CN" altLang="en-US"/>
            </a:p>
          </p:txBody>
        </p:sp>
        <p:sp>
          <p:nvSpPr>
            <p:cNvPr id="114" name="任意多边形: 形状 113"/>
            <p:cNvSpPr/>
            <p:nvPr/>
          </p:nvSpPr>
          <p:spPr>
            <a:xfrm>
              <a:off x="6671500" y="3658266"/>
              <a:ext cx="5143" cy="5143"/>
            </a:xfrm>
            <a:custGeom>
              <a:avLst/>
              <a:gdLst>
                <a:gd name="connsiteX0" fmla="*/ 2572 w 5143"/>
                <a:gd name="connsiteY0" fmla="*/ 5144 h 5143"/>
                <a:gd name="connsiteX1" fmla="*/ 5144 w 5143"/>
                <a:gd name="connsiteY1" fmla="*/ 2572 h 5143"/>
                <a:gd name="connsiteX2" fmla="*/ 2572 w 5143"/>
                <a:gd name="connsiteY2" fmla="*/ 0 h 5143"/>
                <a:gd name="connsiteX3" fmla="*/ 0 w 5143"/>
                <a:gd name="connsiteY3" fmla="*/ 2572 h 5143"/>
                <a:gd name="connsiteX4" fmla="*/ 2572 w 5143"/>
                <a:gd name="connsiteY4" fmla="*/ 5144 h 5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 h="5143">
                  <a:moveTo>
                    <a:pt x="2572" y="5144"/>
                  </a:moveTo>
                  <a:cubicBezTo>
                    <a:pt x="4000" y="5144"/>
                    <a:pt x="5144" y="4000"/>
                    <a:pt x="5144" y="2572"/>
                  </a:cubicBezTo>
                  <a:cubicBezTo>
                    <a:pt x="5144" y="1143"/>
                    <a:pt x="4000" y="0"/>
                    <a:pt x="2572" y="0"/>
                  </a:cubicBezTo>
                  <a:cubicBezTo>
                    <a:pt x="1143" y="0"/>
                    <a:pt x="0" y="1143"/>
                    <a:pt x="0" y="2572"/>
                  </a:cubicBezTo>
                  <a:cubicBezTo>
                    <a:pt x="0" y="4000"/>
                    <a:pt x="1143" y="5144"/>
                    <a:pt x="2572" y="5144"/>
                  </a:cubicBezTo>
                  <a:close/>
                </a:path>
              </a:pathLst>
            </a:custGeom>
            <a:grpFill/>
            <a:ln w="9525" cap="flat">
              <a:noFill/>
              <a:prstDash val="solid"/>
              <a:miter/>
            </a:ln>
          </p:spPr>
          <p:txBody>
            <a:bodyPr rtlCol="0" anchor="ctr"/>
            <a:lstStyle/>
            <a:p>
              <a:endParaRPr lang="zh-CN" altLang="en-US"/>
            </a:p>
          </p:txBody>
        </p:sp>
        <p:sp>
          <p:nvSpPr>
            <p:cNvPr id="115" name="任意多边形: 形状 114"/>
            <p:cNvSpPr/>
            <p:nvPr/>
          </p:nvSpPr>
          <p:spPr>
            <a:xfrm>
              <a:off x="5519832" y="3775995"/>
              <a:ext cx="571" cy="571"/>
            </a:xfrm>
            <a:custGeom>
              <a:avLst/>
              <a:gdLst>
                <a:gd name="connsiteX0" fmla="*/ 571 w 571"/>
                <a:gd name="connsiteY0" fmla="*/ 286 h 571"/>
                <a:gd name="connsiteX1" fmla="*/ 286 w 571"/>
                <a:gd name="connsiteY1" fmla="*/ 571 h 571"/>
                <a:gd name="connsiteX2" fmla="*/ 0 w 571"/>
                <a:gd name="connsiteY2" fmla="*/ 286 h 571"/>
                <a:gd name="connsiteX3" fmla="*/ 286 w 571"/>
                <a:gd name="connsiteY3" fmla="*/ 0 h 571"/>
                <a:gd name="connsiteX4" fmla="*/ 571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1" y="286"/>
                  </a:moveTo>
                  <a:cubicBezTo>
                    <a:pt x="571" y="444"/>
                    <a:pt x="444" y="571"/>
                    <a:pt x="286" y="571"/>
                  </a:cubicBezTo>
                  <a:cubicBezTo>
                    <a:pt x="128" y="571"/>
                    <a:pt x="0" y="444"/>
                    <a:pt x="0" y="286"/>
                  </a:cubicBezTo>
                  <a:cubicBezTo>
                    <a:pt x="0" y="128"/>
                    <a:pt x="128" y="0"/>
                    <a:pt x="286" y="0"/>
                  </a:cubicBezTo>
                  <a:cubicBezTo>
                    <a:pt x="444" y="0"/>
                    <a:pt x="571" y="128"/>
                    <a:pt x="571" y="286"/>
                  </a:cubicBezTo>
                  <a:close/>
                </a:path>
              </a:pathLst>
            </a:custGeom>
            <a:grpFill/>
            <a:ln w="9525" cap="flat">
              <a:noFill/>
              <a:prstDash val="solid"/>
              <a:miter/>
            </a:ln>
          </p:spPr>
          <p:txBody>
            <a:bodyPr rtlCol="0" anchor="ctr"/>
            <a:lstStyle/>
            <a:p>
              <a:endParaRPr lang="zh-CN" altLang="en-US"/>
            </a:p>
          </p:txBody>
        </p:sp>
        <p:sp>
          <p:nvSpPr>
            <p:cNvPr id="116" name="任意多边形: 形状 115"/>
            <p:cNvSpPr/>
            <p:nvPr/>
          </p:nvSpPr>
          <p:spPr>
            <a:xfrm>
              <a:off x="5630037" y="3770852"/>
              <a:ext cx="10858" cy="10858"/>
            </a:xfrm>
            <a:custGeom>
              <a:avLst/>
              <a:gdLst>
                <a:gd name="connsiteX0" fmla="*/ 10859 w 10858"/>
                <a:gd name="connsiteY0" fmla="*/ 5429 h 10858"/>
                <a:gd name="connsiteX1" fmla="*/ 5429 w 10858"/>
                <a:gd name="connsiteY1" fmla="*/ 10858 h 10858"/>
                <a:gd name="connsiteX2" fmla="*/ 0 w 10858"/>
                <a:gd name="connsiteY2" fmla="*/ 5429 h 10858"/>
                <a:gd name="connsiteX3" fmla="*/ 5429 w 10858"/>
                <a:gd name="connsiteY3" fmla="*/ 0 h 10858"/>
                <a:gd name="connsiteX4" fmla="*/ 10859 w 10858"/>
                <a:gd name="connsiteY4" fmla="*/ 5429 h 10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8" h="10858">
                  <a:moveTo>
                    <a:pt x="10859" y="5429"/>
                  </a:moveTo>
                  <a:cubicBezTo>
                    <a:pt x="10859" y="8428"/>
                    <a:pt x="8428" y="10858"/>
                    <a:pt x="5429" y="10858"/>
                  </a:cubicBezTo>
                  <a:cubicBezTo>
                    <a:pt x="2431" y="10858"/>
                    <a:pt x="0" y="8428"/>
                    <a:pt x="0" y="5429"/>
                  </a:cubicBezTo>
                  <a:cubicBezTo>
                    <a:pt x="0" y="2431"/>
                    <a:pt x="2431" y="0"/>
                    <a:pt x="5429" y="0"/>
                  </a:cubicBezTo>
                  <a:cubicBezTo>
                    <a:pt x="8428" y="0"/>
                    <a:pt x="10859" y="2431"/>
                    <a:pt x="10859" y="5429"/>
                  </a:cubicBezTo>
                  <a:close/>
                </a:path>
              </a:pathLst>
            </a:custGeom>
            <a:grpFill/>
            <a:ln w="9525" cap="flat">
              <a:noFill/>
              <a:prstDash val="solid"/>
              <a:miter/>
            </a:ln>
          </p:spPr>
          <p:txBody>
            <a:bodyPr rtlCol="0" anchor="ctr"/>
            <a:lstStyle/>
            <a:p>
              <a:endParaRPr lang="zh-CN" altLang="en-US"/>
            </a:p>
          </p:txBody>
        </p:sp>
        <p:sp>
          <p:nvSpPr>
            <p:cNvPr id="117" name="任意多边形: 形状 116"/>
            <p:cNvSpPr/>
            <p:nvPr/>
          </p:nvSpPr>
          <p:spPr>
            <a:xfrm>
              <a:off x="5738144" y="3763518"/>
              <a:ext cx="25528" cy="25527"/>
            </a:xfrm>
            <a:custGeom>
              <a:avLst/>
              <a:gdLst>
                <a:gd name="connsiteX0" fmla="*/ 12765 w 25528"/>
                <a:gd name="connsiteY0" fmla="*/ 25527 h 25527"/>
                <a:gd name="connsiteX1" fmla="*/ 25528 w 25528"/>
                <a:gd name="connsiteY1" fmla="*/ 12763 h 25527"/>
                <a:gd name="connsiteX2" fmla="*/ 12765 w 25528"/>
                <a:gd name="connsiteY2" fmla="*/ 0 h 25527"/>
                <a:gd name="connsiteX3" fmla="*/ 1 w 25528"/>
                <a:gd name="connsiteY3" fmla="*/ 12763 h 25527"/>
                <a:gd name="connsiteX4" fmla="*/ 12765 w 25528"/>
                <a:gd name="connsiteY4" fmla="*/ 25527 h 25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8" h="25527">
                  <a:moveTo>
                    <a:pt x="12765" y="25527"/>
                  </a:moveTo>
                  <a:cubicBezTo>
                    <a:pt x="19813" y="25527"/>
                    <a:pt x="25528" y="19812"/>
                    <a:pt x="25528" y="12763"/>
                  </a:cubicBezTo>
                  <a:cubicBezTo>
                    <a:pt x="25528" y="5715"/>
                    <a:pt x="19813" y="0"/>
                    <a:pt x="12765" y="0"/>
                  </a:cubicBezTo>
                  <a:cubicBezTo>
                    <a:pt x="5716" y="0"/>
                    <a:pt x="1" y="5715"/>
                    <a:pt x="1" y="12763"/>
                  </a:cubicBezTo>
                  <a:cubicBezTo>
                    <a:pt x="-94" y="19812"/>
                    <a:pt x="5716" y="25527"/>
                    <a:pt x="12765" y="25527"/>
                  </a:cubicBezTo>
                  <a:close/>
                </a:path>
              </a:pathLst>
            </a:custGeom>
            <a:grpFill/>
            <a:ln w="9525" cap="flat">
              <a:noFill/>
              <a:prstDash val="solid"/>
              <a:miter/>
            </a:ln>
          </p:spPr>
          <p:txBody>
            <a:bodyPr rtlCol="0" anchor="ctr"/>
            <a:lstStyle/>
            <a:p>
              <a:endParaRPr lang="zh-CN" altLang="en-US"/>
            </a:p>
          </p:txBody>
        </p:sp>
        <p:sp>
          <p:nvSpPr>
            <p:cNvPr id="118" name="任意多边形: 形状 117"/>
            <p:cNvSpPr/>
            <p:nvPr/>
          </p:nvSpPr>
          <p:spPr>
            <a:xfrm>
              <a:off x="5847397" y="3757422"/>
              <a:ext cx="37718" cy="37718"/>
            </a:xfrm>
            <a:custGeom>
              <a:avLst/>
              <a:gdLst>
                <a:gd name="connsiteX0" fmla="*/ 18859 w 37718"/>
                <a:gd name="connsiteY0" fmla="*/ 37719 h 37718"/>
                <a:gd name="connsiteX1" fmla="*/ 37719 w 37718"/>
                <a:gd name="connsiteY1" fmla="*/ 18859 h 37718"/>
                <a:gd name="connsiteX2" fmla="*/ 18859 w 37718"/>
                <a:gd name="connsiteY2" fmla="*/ 0 h 37718"/>
                <a:gd name="connsiteX3" fmla="*/ 0 w 37718"/>
                <a:gd name="connsiteY3" fmla="*/ 18859 h 37718"/>
                <a:gd name="connsiteX4" fmla="*/ 18859 w 37718"/>
                <a:gd name="connsiteY4" fmla="*/ 37719 h 37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18" h="37718">
                  <a:moveTo>
                    <a:pt x="18859" y="37719"/>
                  </a:moveTo>
                  <a:cubicBezTo>
                    <a:pt x="29242" y="37719"/>
                    <a:pt x="37719" y="29242"/>
                    <a:pt x="37719" y="18859"/>
                  </a:cubicBezTo>
                  <a:cubicBezTo>
                    <a:pt x="37719" y="8477"/>
                    <a:pt x="29242" y="0"/>
                    <a:pt x="18859" y="0"/>
                  </a:cubicBezTo>
                  <a:cubicBezTo>
                    <a:pt x="8477" y="0"/>
                    <a:pt x="0" y="8477"/>
                    <a:pt x="0" y="18859"/>
                  </a:cubicBezTo>
                  <a:cubicBezTo>
                    <a:pt x="0" y="29242"/>
                    <a:pt x="8477" y="37719"/>
                    <a:pt x="18859" y="37719"/>
                  </a:cubicBezTo>
                  <a:close/>
                </a:path>
              </a:pathLst>
            </a:custGeom>
            <a:grpFill/>
            <a:ln w="9525" cap="flat">
              <a:noFill/>
              <a:prstDash val="solid"/>
              <a:miter/>
            </a:ln>
          </p:spPr>
          <p:txBody>
            <a:bodyPr rtlCol="0" anchor="ctr"/>
            <a:lstStyle/>
            <a:p>
              <a:endParaRPr lang="zh-CN" altLang="en-US"/>
            </a:p>
          </p:txBody>
        </p:sp>
        <p:sp>
          <p:nvSpPr>
            <p:cNvPr id="119" name="任意多边形: 形状 118"/>
            <p:cNvSpPr/>
            <p:nvPr/>
          </p:nvSpPr>
          <p:spPr>
            <a:xfrm>
              <a:off x="5958363" y="3752850"/>
              <a:ext cx="46672" cy="46767"/>
            </a:xfrm>
            <a:custGeom>
              <a:avLst/>
              <a:gdLst>
                <a:gd name="connsiteX0" fmla="*/ 23336 w 46672"/>
                <a:gd name="connsiteY0" fmla="*/ 46768 h 46767"/>
                <a:gd name="connsiteX1" fmla="*/ 46673 w 46672"/>
                <a:gd name="connsiteY1" fmla="*/ 23431 h 46767"/>
                <a:gd name="connsiteX2" fmla="*/ 23336 w 46672"/>
                <a:gd name="connsiteY2" fmla="*/ 0 h 46767"/>
                <a:gd name="connsiteX3" fmla="*/ 0 w 46672"/>
                <a:gd name="connsiteY3" fmla="*/ 23336 h 46767"/>
                <a:gd name="connsiteX4" fmla="*/ 23336 w 46672"/>
                <a:gd name="connsiteY4" fmla="*/ 46768 h 46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72" h="46767">
                  <a:moveTo>
                    <a:pt x="23336" y="46768"/>
                  </a:moveTo>
                  <a:cubicBezTo>
                    <a:pt x="36195" y="46768"/>
                    <a:pt x="46673" y="36290"/>
                    <a:pt x="46673" y="23431"/>
                  </a:cubicBezTo>
                  <a:cubicBezTo>
                    <a:pt x="46673" y="10573"/>
                    <a:pt x="36195" y="0"/>
                    <a:pt x="23336" y="0"/>
                  </a:cubicBezTo>
                  <a:cubicBezTo>
                    <a:pt x="10478" y="0"/>
                    <a:pt x="0" y="10477"/>
                    <a:pt x="0" y="23336"/>
                  </a:cubicBezTo>
                  <a:cubicBezTo>
                    <a:pt x="0" y="36195"/>
                    <a:pt x="10382" y="46768"/>
                    <a:pt x="23336" y="46768"/>
                  </a:cubicBezTo>
                  <a:close/>
                </a:path>
              </a:pathLst>
            </a:custGeom>
            <a:grpFill/>
            <a:ln w="9525" cap="flat">
              <a:noFill/>
              <a:prstDash val="solid"/>
              <a:miter/>
            </a:ln>
          </p:spPr>
          <p:txBody>
            <a:bodyPr rtlCol="0" anchor="ctr"/>
            <a:lstStyle/>
            <a:p>
              <a:endParaRPr lang="zh-CN" altLang="en-US"/>
            </a:p>
          </p:txBody>
        </p:sp>
        <p:sp>
          <p:nvSpPr>
            <p:cNvPr id="120" name="任意多边形: 形状 119"/>
            <p:cNvSpPr/>
            <p:nvPr/>
          </p:nvSpPr>
          <p:spPr>
            <a:xfrm>
              <a:off x="6072092" y="3751325"/>
              <a:ext cx="49910" cy="49911"/>
            </a:xfrm>
            <a:custGeom>
              <a:avLst/>
              <a:gdLst>
                <a:gd name="connsiteX0" fmla="*/ 24955 w 49910"/>
                <a:gd name="connsiteY0" fmla="*/ 49911 h 49911"/>
                <a:gd name="connsiteX1" fmla="*/ 49911 w 49910"/>
                <a:gd name="connsiteY1" fmla="*/ 24956 h 49911"/>
                <a:gd name="connsiteX2" fmla="*/ 24955 w 49910"/>
                <a:gd name="connsiteY2" fmla="*/ 0 h 49911"/>
                <a:gd name="connsiteX3" fmla="*/ 0 w 49910"/>
                <a:gd name="connsiteY3" fmla="*/ 24956 h 49911"/>
                <a:gd name="connsiteX4" fmla="*/ 24955 w 49910"/>
                <a:gd name="connsiteY4" fmla="*/ 49911 h 4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10" h="49911">
                  <a:moveTo>
                    <a:pt x="24955" y="49911"/>
                  </a:moveTo>
                  <a:cubicBezTo>
                    <a:pt x="38767" y="49911"/>
                    <a:pt x="49911" y="38767"/>
                    <a:pt x="49911" y="24956"/>
                  </a:cubicBezTo>
                  <a:cubicBezTo>
                    <a:pt x="49911" y="11144"/>
                    <a:pt x="38767" y="0"/>
                    <a:pt x="24955" y="0"/>
                  </a:cubicBezTo>
                  <a:cubicBezTo>
                    <a:pt x="11144" y="0"/>
                    <a:pt x="0" y="11144"/>
                    <a:pt x="0" y="24956"/>
                  </a:cubicBezTo>
                  <a:cubicBezTo>
                    <a:pt x="0" y="38672"/>
                    <a:pt x="11144" y="49911"/>
                    <a:pt x="24955" y="49911"/>
                  </a:cubicBezTo>
                  <a:close/>
                </a:path>
              </a:pathLst>
            </a:custGeom>
            <a:grpFill/>
            <a:ln w="9525" cap="flat">
              <a:noFill/>
              <a:prstDash val="solid"/>
              <a:miter/>
            </a:ln>
          </p:spPr>
          <p:txBody>
            <a:bodyPr rtlCol="0" anchor="ctr"/>
            <a:lstStyle/>
            <a:p>
              <a:endParaRPr lang="zh-CN" altLang="en-US"/>
            </a:p>
          </p:txBody>
        </p:sp>
        <p:sp>
          <p:nvSpPr>
            <p:cNvPr id="121" name="任意多边形: 形状 120"/>
            <p:cNvSpPr/>
            <p:nvPr/>
          </p:nvSpPr>
          <p:spPr>
            <a:xfrm>
              <a:off x="6188773" y="3752468"/>
              <a:ext cx="47434" cy="47434"/>
            </a:xfrm>
            <a:custGeom>
              <a:avLst/>
              <a:gdLst>
                <a:gd name="connsiteX0" fmla="*/ 23717 w 47434"/>
                <a:gd name="connsiteY0" fmla="*/ 47435 h 47434"/>
                <a:gd name="connsiteX1" fmla="*/ 47435 w 47434"/>
                <a:gd name="connsiteY1" fmla="*/ 23717 h 47434"/>
                <a:gd name="connsiteX2" fmla="*/ 23717 w 47434"/>
                <a:gd name="connsiteY2" fmla="*/ 0 h 47434"/>
                <a:gd name="connsiteX3" fmla="*/ 0 w 47434"/>
                <a:gd name="connsiteY3" fmla="*/ 23717 h 47434"/>
                <a:gd name="connsiteX4" fmla="*/ 23717 w 47434"/>
                <a:gd name="connsiteY4" fmla="*/ 47435 h 47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 h="47434">
                  <a:moveTo>
                    <a:pt x="23717" y="47435"/>
                  </a:moveTo>
                  <a:cubicBezTo>
                    <a:pt x="36767" y="47435"/>
                    <a:pt x="47435" y="36862"/>
                    <a:pt x="47435" y="23717"/>
                  </a:cubicBezTo>
                  <a:cubicBezTo>
                    <a:pt x="47435" y="10668"/>
                    <a:pt x="36862" y="0"/>
                    <a:pt x="23717" y="0"/>
                  </a:cubicBezTo>
                  <a:cubicBezTo>
                    <a:pt x="10573" y="0"/>
                    <a:pt x="0" y="10573"/>
                    <a:pt x="0" y="23717"/>
                  </a:cubicBezTo>
                  <a:cubicBezTo>
                    <a:pt x="0" y="36862"/>
                    <a:pt x="10573" y="47435"/>
                    <a:pt x="23717" y="47435"/>
                  </a:cubicBezTo>
                  <a:close/>
                </a:path>
              </a:pathLst>
            </a:custGeom>
            <a:grpFill/>
            <a:ln w="9525" cap="flat">
              <a:noFill/>
              <a:prstDash val="solid"/>
              <a:miter/>
            </a:ln>
          </p:spPr>
          <p:txBody>
            <a:bodyPr rtlCol="0" anchor="ctr"/>
            <a:lstStyle/>
            <a:p>
              <a:endParaRPr lang="zh-CN" altLang="en-US"/>
            </a:p>
          </p:txBody>
        </p:sp>
        <p:sp>
          <p:nvSpPr>
            <p:cNvPr id="122" name="任意多边形: 形状 121"/>
            <p:cNvSpPr/>
            <p:nvPr/>
          </p:nvSpPr>
          <p:spPr>
            <a:xfrm>
              <a:off x="6308312" y="3756755"/>
              <a:ext cx="39052" cy="39052"/>
            </a:xfrm>
            <a:custGeom>
              <a:avLst/>
              <a:gdLst>
                <a:gd name="connsiteX0" fmla="*/ 19526 w 39052"/>
                <a:gd name="connsiteY0" fmla="*/ 39052 h 39052"/>
                <a:gd name="connsiteX1" fmla="*/ 39052 w 39052"/>
                <a:gd name="connsiteY1" fmla="*/ 19526 h 39052"/>
                <a:gd name="connsiteX2" fmla="*/ 19526 w 39052"/>
                <a:gd name="connsiteY2" fmla="*/ 0 h 39052"/>
                <a:gd name="connsiteX3" fmla="*/ 0 w 39052"/>
                <a:gd name="connsiteY3" fmla="*/ 19526 h 39052"/>
                <a:gd name="connsiteX4" fmla="*/ 19526 w 39052"/>
                <a:gd name="connsiteY4" fmla="*/ 39052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 h="39052">
                  <a:moveTo>
                    <a:pt x="19526" y="39052"/>
                  </a:moveTo>
                  <a:cubicBezTo>
                    <a:pt x="30290" y="39052"/>
                    <a:pt x="39052" y="30289"/>
                    <a:pt x="39052" y="19526"/>
                  </a:cubicBezTo>
                  <a:cubicBezTo>
                    <a:pt x="39052" y="8763"/>
                    <a:pt x="30290" y="0"/>
                    <a:pt x="19526" y="0"/>
                  </a:cubicBezTo>
                  <a:cubicBezTo>
                    <a:pt x="8763" y="0"/>
                    <a:pt x="0" y="8763"/>
                    <a:pt x="0" y="19526"/>
                  </a:cubicBezTo>
                  <a:cubicBezTo>
                    <a:pt x="0" y="30289"/>
                    <a:pt x="8763" y="39052"/>
                    <a:pt x="19526" y="39052"/>
                  </a:cubicBezTo>
                  <a:close/>
                </a:path>
              </a:pathLst>
            </a:custGeom>
            <a:grpFill/>
            <a:ln w="9525" cap="flat">
              <a:noFill/>
              <a:prstDash val="solid"/>
              <a:miter/>
            </a:ln>
          </p:spPr>
          <p:txBody>
            <a:bodyPr rtlCol="0" anchor="ctr"/>
            <a:lstStyle/>
            <a:p>
              <a:endParaRPr lang="zh-CN" altLang="en-US"/>
            </a:p>
          </p:txBody>
        </p:sp>
        <p:sp>
          <p:nvSpPr>
            <p:cNvPr id="123" name="任意多边形: 形状 122"/>
            <p:cNvSpPr/>
            <p:nvPr/>
          </p:nvSpPr>
          <p:spPr>
            <a:xfrm>
              <a:off x="6429851" y="3762851"/>
              <a:ext cx="26860" cy="26860"/>
            </a:xfrm>
            <a:custGeom>
              <a:avLst/>
              <a:gdLst>
                <a:gd name="connsiteX0" fmla="*/ 13430 w 26860"/>
                <a:gd name="connsiteY0" fmla="*/ 26860 h 26860"/>
                <a:gd name="connsiteX1" fmla="*/ 26860 w 26860"/>
                <a:gd name="connsiteY1" fmla="*/ 13430 h 26860"/>
                <a:gd name="connsiteX2" fmla="*/ 13430 w 26860"/>
                <a:gd name="connsiteY2" fmla="*/ 0 h 26860"/>
                <a:gd name="connsiteX3" fmla="*/ 0 w 26860"/>
                <a:gd name="connsiteY3" fmla="*/ 13430 h 26860"/>
                <a:gd name="connsiteX4" fmla="*/ 13430 w 26860"/>
                <a:gd name="connsiteY4" fmla="*/ 26860 h 26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0" h="26860">
                  <a:moveTo>
                    <a:pt x="13430" y="26860"/>
                  </a:moveTo>
                  <a:cubicBezTo>
                    <a:pt x="20860" y="26860"/>
                    <a:pt x="26860" y="20860"/>
                    <a:pt x="26860" y="13430"/>
                  </a:cubicBezTo>
                  <a:cubicBezTo>
                    <a:pt x="26860" y="6001"/>
                    <a:pt x="20860" y="0"/>
                    <a:pt x="13430" y="0"/>
                  </a:cubicBezTo>
                  <a:cubicBezTo>
                    <a:pt x="6001" y="0"/>
                    <a:pt x="0" y="6001"/>
                    <a:pt x="0" y="13430"/>
                  </a:cubicBezTo>
                  <a:cubicBezTo>
                    <a:pt x="0" y="20860"/>
                    <a:pt x="6001" y="26860"/>
                    <a:pt x="13430" y="26860"/>
                  </a:cubicBezTo>
                  <a:close/>
                </a:path>
              </a:pathLst>
            </a:custGeom>
            <a:grpFill/>
            <a:ln w="9525" cap="flat">
              <a:noFill/>
              <a:prstDash val="solid"/>
              <a:miter/>
            </a:ln>
          </p:spPr>
          <p:txBody>
            <a:bodyPr rtlCol="0" anchor="ctr"/>
            <a:lstStyle/>
            <a:p>
              <a:endParaRPr lang="zh-CN" altLang="en-US"/>
            </a:p>
          </p:txBody>
        </p:sp>
        <p:sp>
          <p:nvSpPr>
            <p:cNvPr id="124" name="任意多边形: 形状 123"/>
            <p:cNvSpPr/>
            <p:nvPr/>
          </p:nvSpPr>
          <p:spPr>
            <a:xfrm>
              <a:off x="6552533" y="3770185"/>
              <a:ext cx="12192" cy="12192"/>
            </a:xfrm>
            <a:custGeom>
              <a:avLst/>
              <a:gdLst>
                <a:gd name="connsiteX0" fmla="*/ 12192 w 12192"/>
                <a:gd name="connsiteY0" fmla="*/ 6096 h 12192"/>
                <a:gd name="connsiteX1" fmla="*/ 6096 w 12192"/>
                <a:gd name="connsiteY1" fmla="*/ 12192 h 12192"/>
                <a:gd name="connsiteX2" fmla="*/ 0 w 12192"/>
                <a:gd name="connsiteY2" fmla="*/ 6096 h 12192"/>
                <a:gd name="connsiteX3" fmla="*/ 6096 w 12192"/>
                <a:gd name="connsiteY3" fmla="*/ 0 h 12192"/>
                <a:gd name="connsiteX4" fmla="*/ 12192 w 12192"/>
                <a:gd name="connsiteY4" fmla="*/ 6096 h 12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 h="12192">
                  <a:moveTo>
                    <a:pt x="12192" y="6096"/>
                  </a:moveTo>
                  <a:cubicBezTo>
                    <a:pt x="12192" y="9463"/>
                    <a:pt x="9463" y="12192"/>
                    <a:pt x="6096" y="12192"/>
                  </a:cubicBezTo>
                  <a:cubicBezTo>
                    <a:pt x="2729" y="12192"/>
                    <a:pt x="0" y="9463"/>
                    <a:pt x="0" y="6096"/>
                  </a:cubicBezTo>
                  <a:cubicBezTo>
                    <a:pt x="0" y="2729"/>
                    <a:pt x="2729" y="0"/>
                    <a:pt x="6096" y="0"/>
                  </a:cubicBezTo>
                  <a:cubicBezTo>
                    <a:pt x="9463" y="0"/>
                    <a:pt x="12192" y="2729"/>
                    <a:pt x="12192" y="6096"/>
                  </a:cubicBezTo>
                  <a:close/>
                </a:path>
              </a:pathLst>
            </a:custGeom>
            <a:grpFill/>
            <a:ln w="9525" cap="flat">
              <a:noFill/>
              <a:prstDash val="solid"/>
              <a:miter/>
            </a:ln>
          </p:spPr>
          <p:txBody>
            <a:bodyPr rtlCol="0" anchor="ctr"/>
            <a:lstStyle/>
            <a:p>
              <a:endParaRPr lang="zh-CN" altLang="en-US"/>
            </a:p>
          </p:txBody>
        </p:sp>
        <p:sp>
          <p:nvSpPr>
            <p:cNvPr id="125" name="任意多边形: 形状 124"/>
            <p:cNvSpPr/>
            <p:nvPr/>
          </p:nvSpPr>
          <p:spPr>
            <a:xfrm>
              <a:off x="6673786" y="3775995"/>
              <a:ext cx="571" cy="571"/>
            </a:xfrm>
            <a:custGeom>
              <a:avLst/>
              <a:gdLst>
                <a:gd name="connsiteX0" fmla="*/ 572 w 571"/>
                <a:gd name="connsiteY0" fmla="*/ 286 h 571"/>
                <a:gd name="connsiteX1" fmla="*/ 286 w 571"/>
                <a:gd name="connsiteY1" fmla="*/ 571 h 571"/>
                <a:gd name="connsiteX2" fmla="*/ 0 w 571"/>
                <a:gd name="connsiteY2" fmla="*/ 286 h 571"/>
                <a:gd name="connsiteX3" fmla="*/ 286 w 571"/>
                <a:gd name="connsiteY3" fmla="*/ 0 h 571"/>
                <a:gd name="connsiteX4" fmla="*/ 572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2" y="286"/>
                  </a:moveTo>
                  <a:cubicBezTo>
                    <a:pt x="572" y="444"/>
                    <a:pt x="444" y="571"/>
                    <a:pt x="286" y="571"/>
                  </a:cubicBezTo>
                  <a:cubicBezTo>
                    <a:pt x="128" y="571"/>
                    <a:pt x="0" y="444"/>
                    <a:pt x="0" y="286"/>
                  </a:cubicBezTo>
                  <a:cubicBezTo>
                    <a:pt x="0" y="128"/>
                    <a:pt x="128" y="0"/>
                    <a:pt x="286" y="0"/>
                  </a:cubicBezTo>
                  <a:cubicBezTo>
                    <a:pt x="444" y="0"/>
                    <a:pt x="572" y="128"/>
                    <a:pt x="572" y="286"/>
                  </a:cubicBezTo>
                  <a:close/>
                </a:path>
              </a:pathLst>
            </a:custGeom>
            <a:grpFill/>
            <a:ln w="9525" cap="flat">
              <a:noFill/>
              <a:prstDash val="solid"/>
              <a:miter/>
            </a:ln>
          </p:spPr>
          <p:txBody>
            <a:bodyPr rtlCol="0" anchor="ctr"/>
            <a:lstStyle/>
            <a:p>
              <a:endParaRPr lang="zh-CN" altLang="en-US"/>
            </a:p>
          </p:txBody>
        </p:sp>
        <p:sp>
          <p:nvSpPr>
            <p:cNvPr id="126" name="任意多边形: 形状 125"/>
            <p:cNvSpPr/>
            <p:nvPr/>
          </p:nvSpPr>
          <p:spPr>
            <a:xfrm>
              <a:off x="5634513" y="3890676"/>
              <a:ext cx="1904" cy="1904"/>
            </a:xfrm>
            <a:custGeom>
              <a:avLst/>
              <a:gdLst>
                <a:gd name="connsiteX0" fmla="*/ 952 w 1904"/>
                <a:gd name="connsiteY0" fmla="*/ 1905 h 1904"/>
                <a:gd name="connsiteX1" fmla="*/ 1905 w 1904"/>
                <a:gd name="connsiteY1" fmla="*/ 952 h 1904"/>
                <a:gd name="connsiteX2" fmla="*/ 952 w 1904"/>
                <a:gd name="connsiteY2" fmla="*/ 0 h 1904"/>
                <a:gd name="connsiteX3" fmla="*/ 0 w 1904"/>
                <a:gd name="connsiteY3" fmla="*/ 952 h 1904"/>
                <a:gd name="connsiteX4" fmla="*/ 952 w 1904"/>
                <a:gd name="connsiteY4" fmla="*/ 1905 h 1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 h="1904">
                  <a:moveTo>
                    <a:pt x="952" y="1905"/>
                  </a:moveTo>
                  <a:cubicBezTo>
                    <a:pt x="1524" y="1905"/>
                    <a:pt x="1905" y="1429"/>
                    <a:pt x="1905" y="952"/>
                  </a:cubicBezTo>
                  <a:cubicBezTo>
                    <a:pt x="1905" y="381"/>
                    <a:pt x="1429" y="0"/>
                    <a:pt x="952" y="0"/>
                  </a:cubicBezTo>
                  <a:cubicBezTo>
                    <a:pt x="381" y="0"/>
                    <a:pt x="0" y="476"/>
                    <a:pt x="0" y="952"/>
                  </a:cubicBezTo>
                  <a:cubicBezTo>
                    <a:pt x="0" y="1524"/>
                    <a:pt x="476" y="1905"/>
                    <a:pt x="952" y="1905"/>
                  </a:cubicBezTo>
                  <a:close/>
                </a:path>
              </a:pathLst>
            </a:custGeom>
            <a:grpFill/>
            <a:ln w="9525" cap="flat">
              <a:noFill/>
              <a:prstDash val="solid"/>
              <a:miter/>
            </a:ln>
          </p:spPr>
          <p:txBody>
            <a:bodyPr rtlCol="0" anchor="ctr"/>
            <a:lstStyle/>
            <a:p>
              <a:endParaRPr lang="zh-CN" altLang="en-US"/>
            </a:p>
          </p:txBody>
        </p:sp>
        <p:sp>
          <p:nvSpPr>
            <p:cNvPr id="127" name="任意多边形: 形状 126"/>
            <p:cNvSpPr/>
            <p:nvPr/>
          </p:nvSpPr>
          <p:spPr>
            <a:xfrm>
              <a:off x="5745480" y="3886200"/>
              <a:ext cx="10858" cy="10858"/>
            </a:xfrm>
            <a:custGeom>
              <a:avLst/>
              <a:gdLst>
                <a:gd name="connsiteX0" fmla="*/ 10859 w 10858"/>
                <a:gd name="connsiteY0" fmla="*/ 5429 h 10858"/>
                <a:gd name="connsiteX1" fmla="*/ 5429 w 10858"/>
                <a:gd name="connsiteY1" fmla="*/ 10858 h 10858"/>
                <a:gd name="connsiteX2" fmla="*/ 0 w 10858"/>
                <a:gd name="connsiteY2" fmla="*/ 5429 h 10858"/>
                <a:gd name="connsiteX3" fmla="*/ 5429 w 10858"/>
                <a:gd name="connsiteY3" fmla="*/ 0 h 10858"/>
                <a:gd name="connsiteX4" fmla="*/ 10859 w 10858"/>
                <a:gd name="connsiteY4" fmla="*/ 5429 h 10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8" h="10858">
                  <a:moveTo>
                    <a:pt x="10859" y="5429"/>
                  </a:moveTo>
                  <a:cubicBezTo>
                    <a:pt x="10859" y="8428"/>
                    <a:pt x="8428" y="10858"/>
                    <a:pt x="5429" y="10858"/>
                  </a:cubicBezTo>
                  <a:cubicBezTo>
                    <a:pt x="2431" y="10858"/>
                    <a:pt x="0" y="8428"/>
                    <a:pt x="0" y="5429"/>
                  </a:cubicBezTo>
                  <a:cubicBezTo>
                    <a:pt x="0" y="2431"/>
                    <a:pt x="2431" y="0"/>
                    <a:pt x="5429" y="0"/>
                  </a:cubicBezTo>
                  <a:cubicBezTo>
                    <a:pt x="8428" y="0"/>
                    <a:pt x="10859" y="2431"/>
                    <a:pt x="10859" y="5429"/>
                  </a:cubicBezTo>
                  <a:close/>
                </a:path>
              </a:pathLst>
            </a:custGeom>
            <a:grpFill/>
            <a:ln w="9525" cap="flat">
              <a:noFill/>
              <a:prstDash val="solid"/>
              <a:miter/>
            </a:ln>
          </p:spPr>
          <p:txBody>
            <a:bodyPr rtlCol="0" anchor="ctr"/>
            <a:lstStyle/>
            <a:p>
              <a:endParaRPr lang="zh-CN" altLang="en-US"/>
            </a:p>
          </p:txBody>
        </p:sp>
        <p:sp>
          <p:nvSpPr>
            <p:cNvPr id="128" name="任意多边形: 形状 127"/>
            <p:cNvSpPr/>
            <p:nvPr/>
          </p:nvSpPr>
          <p:spPr>
            <a:xfrm>
              <a:off x="5855684" y="3881056"/>
              <a:ext cx="21145" cy="21145"/>
            </a:xfrm>
            <a:custGeom>
              <a:avLst/>
              <a:gdLst>
                <a:gd name="connsiteX0" fmla="*/ 21146 w 21145"/>
                <a:gd name="connsiteY0" fmla="*/ 10573 h 21145"/>
                <a:gd name="connsiteX1" fmla="*/ 10573 w 21145"/>
                <a:gd name="connsiteY1" fmla="*/ 21146 h 21145"/>
                <a:gd name="connsiteX2" fmla="*/ 0 w 21145"/>
                <a:gd name="connsiteY2" fmla="*/ 10573 h 21145"/>
                <a:gd name="connsiteX3" fmla="*/ 10573 w 21145"/>
                <a:gd name="connsiteY3" fmla="*/ 0 h 21145"/>
                <a:gd name="connsiteX4" fmla="*/ 21146 w 21145"/>
                <a:gd name="connsiteY4" fmla="*/ 10573 h 21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5" h="21145">
                  <a:moveTo>
                    <a:pt x="21146" y="10573"/>
                  </a:moveTo>
                  <a:cubicBezTo>
                    <a:pt x="21146" y="16412"/>
                    <a:pt x="16412" y="21146"/>
                    <a:pt x="10573" y="21146"/>
                  </a:cubicBezTo>
                  <a:cubicBezTo>
                    <a:pt x="4734" y="21146"/>
                    <a:pt x="0" y="16412"/>
                    <a:pt x="0" y="10573"/>
                  </a:cubicBezTo>
                  <a:cubicBezTo>
                    <a:pt x="0" y="4734"/>
                    <a:pt x="4734" y="0"/>
                    <a:pt x="10573" y="0"/>
                  </a:cubicBezTo>
                  <a:cubicBezTo>
                    <a:pt x="16412" y="0"/>
                    <a:pt x="21146" y="4734"/>
                    <a:pt x="21146" y="10573"/>
                  </a:cubicBezTo>
                  <a:close/>
                </a:path>
              </a:pathLst>
            </a:custGeom>
            <a:grpFill/>
            <a:ln w="9525" cap="flat">
              <a:noFill/>
              <a:prstDash val="solid"/>
              <a:miter/>
            </a:ln>
          </p:spPr>
          <p:txBody>
            <a:bodyPr rtlCol="0" anchor="ctr"/>
            <a:lstStyle/>
            <a:p>
              <a:endParaRPr lang="zh-CN" altLang="en-US"/>
            </a:p>
          </p:txBody>
        </p:sp>
        <p:sp>
          <p:nvSpPr>
            <p:cNvPr id="129" name="任意多边形: 形状 128"/>
            <p:cNvSpPr/>
            <p:nvPr/>
          </p:nvSpPr>
          <p:spPr>
            <a:xfrm>
              <a:off x="5967603" y="3877532"/>
              <a:ext cx="28193" cy="28194"/>
            </a:xfrm>
            <a:custGeom>
              <a:avLst/>
              <a:gdLst>
                <a:gd name="connsiteX0" fmla="*/ 14097 w 28193"/>
                <a:gd name="connsiteY0" fmla="*/ 28194 h 28194"/>
                <a:gd name="connsiteX1" fmla="*/ 28194 w 28193"/>
                <a:gd name="connsiteY1" fmla="*/ 14097 h 28194"/>
                <a:gd name="connsiteX2" fmla="*/ 14097 w 28193"/>
                <a:gd name="connsiteY2" fmla="*/ 0 h 28194"/>
                <a:gd name="connsiteX3" fmla="*/ 0 w 28193"/>
                <a:gd name="connsiteY3" fmla="*/ 14097 h 28194"/>
                <a:gd name="connsiteX4" fmla="*/ 14097 w 28193"/>
                <a:gd name="connsiteY4" fmla="*/ 28194 h 28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93" h="28194">
                  <a:moveTo>
                    <a:pt x="14097" y="28194"/>
                  </a:moveTo>
                  <a:cubicBezTo>
                    <a:pt x="21907" y="28194"/>
                    <a:pt x="28194" y="21908"/>
                    <a:pt x="28194" y="14097"/>
                  </a:cubicBezTo>
                  <a:cubicBezTo>
                    <a:pt x="28194" y="6287"/>
                    <a:pt x="21907" y="0"/>
                    <a:pt x="14097" y="0"/>
                  </a:cubicBezTo>
                  <a:cubicBezTo>
                    <a:pt x="6286" y="0"/>
                    <a:pt x="0" y="6287"/>
                    <a:pt x="0" y="14097"/>
                  </a:cubicBezTo>
                  <a:cubicBezTo>
                    <a:pt x="0" y="21908"/>
                    <a:pt x="6286" y="28194"/>
                    <a:pt x="14097" y="28194"/>
                  </a:cubicBezTo>
                  <a:close/>
                </a:path>
              </a:pathLst>
            </a:custGeom>
            <a:grpFill/>
            <a:ln w="9525" cap="flat">
              <a:noFill/>
              <a:prstDash val="solid"/>
              <a:miter/>
            </a:ln>
          </p:spPr>
          <p:txBody>
            <a:bodyPr rtlCol="0" anchor="ctr"/>
            <a:lstStyle/>
            <a:p>
              <a:endParaRPr lang="zh-CN" altLang="en-US"/>
            </a:p>
          </p:txBody>
        </p:sp>
        <p:sp>
          <p:nvSpPr>
            <p:cNvPr id="130" name="任意多边形: 形状 129"/>
            <p:cNvSpPr/>
            <p:nvPr/>
          </p:nvSpPr>
          <p:spPr>
            <a:xfrm>
              <a:off x="6081712" y="3876293"/>
              <a:ext cx="30670" cy="30670"/>
            </a:xfrm>
            <a:custGeom>
              <a:avLst/>
              <a:gdLst>
                <a:gd name="connsiteX0" fmla="*/ 15335 w 30670"/>
                <a:gd name="connsiteY0" fmla="*/ 30671 h 30670"/>
                <a:gd name="connsiteX1" fmla="*/ 30671 w 30670"/>
                <a:gd name="connsiteY1" fmla="*/ 15335 h 30670"/>
                <a:gd name="connsiteX2" fmla="*/ 15335 w 30670"/>
                <a:gd name="connsiteY2" fmla="*/ 0 h 30670"/>
                <a:gd name="connsiteX3" fmla="*/ 0 w 30670"/>
                <a:gd name="connsiteY3" fmla="*/ 15335 h 30670"/>
                <a:gd name="connsiteX4" fmla="*/ 15335 w 30670"/>
                <a:gd name="connsiteY4" fmla="*/ 30671 h 30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0" h="30670">
                  <a:moveTo>
                    <a:pt x="15335" y="30671"/>
                  </a:moveTo>
                  <a:cubicBezTo>
                    <a:pt x="23813" y="30671"/>
                    <a:pt x="30671" y="23813"/>
                    <a:pt x="30671" y="15335"/>
                  </a:cubicBezTo>
                  <a:cubicBezTo>
                    <a:pt x="30671" y="6858"/>
                    <a:pt x="23813" y="0"/>
                    <a:pt x="15335" y="0"/>
                  </a:cubicBezTo>
                  <a:cubicBezTo>
                    <a:pt x="6858" y="0"/>
                    <a:pt x="0" y="6858"/>
                    <a:pt x="0" y="15335"/>
                  </a:cubicBezTo>
                  <a:cubicBezTo>
                    <a:pt x="0" y="23813"/>
                    <a:pt x="6858" y="30671"/>
                    <a:pt x="15335" y="30671"/>
                  </a:cubicBezTo>
                  <a:close/>
                </a:path>
              </a:pathLst>
            </a:custGeom>
            <a:grpFill/>
            <a:ln w="9525" cap="flat">
              <a:noFill/>
              <a:prstDash val="solid"/>
              <a:miter/>
            </a:ln>
          </p:spPr>
          <p:txBody>
            <a:bodyPr rtlCol="0" anchor="ctr"/>
            <a:lstStyle/>
            <a:p>
              <a:endParaRPr lang="zh-CN" altLang="en-US"/>
            </a:p>
          </p:txBody>
        </p:sp>
        <p:sp>
          <p:nvSpPr>
            <p:cNvPr id="131" name="任意多边形: 形状 130"/>
            <p:cNvSpPr/>
            <p:nvPr/>
          </p:nvSpPr>
          <p:spPr>
            <a:xfrm>
              <a:off x="6198108" y="3877246"/>
              <a:ext cx="28765" cy="28765"/>
            </a:xfrm>
            <a:custGeom>
              <a:avLst/>
              <a:gdLst>
                <a:gd name="connsiteX0" fmla="*/ 14383 w 28765"/>
                <a:gd name="connsiteY0" fmla="*/ 28766 h 28765"/>
                <a:gd name="connsiteX1" fmla="*/ 28765 w 28765"/>
                <a:gd name="connsiteY1" fmla="*/ 14383 h 28765"/>
                <a:gd name="connsiteX2" fmla="*/ 14383 w 28765"/>
                <a:gd name="connsiteY2" fmla="*/ 0 h 28765"/>
                <a:gd name="connsiteX3" fmla="*/ 0 w 28765"/>
                <a:gd name="connsiteY3" fmla="*/ 14383 h 28765"/>
                <a:gd name="connsiteX4" fmla="*/ 14383 w 28765"/>
                <a:gd name="connsiteY4" fmla="*/ 28766 h 28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65" h="28765">
                  <a:moveTo>
                    <a:pt x="14383" y="28766"/>
                  </a:moveTo>
                  <a:cubicBezTo>
                    <a:pt x="22288" y="28766"/>
                    <a:pt x="28765" y="22289"/>
                    <a:pt x="28765" y="14383"/>
                  </a:cubicBezTo>
                  <a:cubicBezTo>
                    <a:pt x="28765" y="6477"/>
                    <a:pt x="22288" y="0"/>
                    <a:pt x="14383" y="0"/>
                  </a:cubicBezTo>
                  <a:cubicBezTo>
                    <a:pt x="6477" y="0"/>
                    <a:pt x="0" y="6477"/>
                    <a:pt x="0" y="14383"/>
                  </a:cubicBezTo>
                  <a:cubicBezTo>
                    <a:pt x="0" y="22289"/>
                    <a:pt x="6382" y="28766"/>
                    <a:pt x="14383" y="28766"/>
                  </a:cubicBezTo>
                  <a:close/>
                </a:path>
              </a:pathLst>
            </a:custGeom>
            <a:grpFill/>
            <a:ln w="9525" cap="flat">
              <a:noFill/>
              <a:prstDash val="solid"/>
              <a:miter/>
            </a:ln>
          </p:spPr>
          <p:txBody>
            <a:bodyPr rtlCol="0" anchor="ctr"/>
            <a:lstStyle/>
            <a:p>
              <a:endParaRPr lang="zh-CN" altLang="en-US"/>
            </a:p>
          </p:txBody>
        </p:sp>
        <p:sp>
          <p:nvSpPr>
            <p:cNvPr id="132" name="任意多边形: 形状 131"/>
            <p:cNvSpPr/>
            <p:nvPr/>
          </p:nvSpPr>
          <p:spPr>
            <a:xfrm>
              <a:off x="6316599" y="3880389"/>
              <a:ext cx="22479" cy="22479"/>
            </a:xfrm>
            <a:custGeom>
              <a:avLst/>
              <a:gdLst>
                <a:gd name="connsiteX0" fmla="*/ 22479 w 22479"/>
                <a:gd name="connsiteY0" fmla="*/ 11239 h 22479"/>
                <a:gd name="connsiteX1" fmla="*/ 11239 w 22479"/>
                <a:gd name="connsiteY1" fmla="*/ 22479 h 22479"/>
                <a:gd name="connsiteX2" fmla="*/ 0 w 22479"/>
                <a:gd name="connsiteY2" fmla="*/ 11239 h 22479"/>
                <a:gd name="connsiteX3" fmla="*/ 11239 w 22479"/>
                <a:gd name="connsiteY3" fmla="*/ 0 h 22479"/>
                <a:gd name="connsiteX4" fmla="*/ 22479 w 22479"/>
                <a:gd name="connsiteY4" fmla="*/ 11239 h 22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79" h="22479">
                  <a:moveTo>
                    <a:pt x="22479" y="11239"/>
                  </a:moveTo>
                  <a:cubicBezTo>
                    <a:pt x="22479" y="17447"/>
                    <a:pt x="17447" y="22479"/>
                    <a:pt x="11239" y="22479"/>
                  </a:cubicBezTo>
                  <a:cubicBezTo>
                    <a:pt x="5032" y="22479"/>
                    <a:pt x="0" y="17447"/>
                    <a:pt x="0" y="11239"/>
                  </a:cubicBezTo>
                  <a:cubicBezTo>
                    <a:pt x="0" y="5032"/>
                    <a:pt x="5032" y="0"/>
                    <a:pt x="11239" y="0"/>
                  </a:cubicBezTo>
                  <a:cubicBezTo>
                    <a:pt x="17447" y="0"/>
                    <a:pt x="22479" y="5032"/>
                    <a:pt x="22479" y="11239"/>
                  </a:cubicBezTo>
                  <a:close/>
                </a:path>
              </a:pathLst>
            </a:custGeom>
            <a:grpFill/>
            <a:ln w="9525" cap="flat">
              <a:noFill/>
              <a:prstDash val="solid"/>
              <a:miter/>
            </a:ln>
          </p:spPr>
          <p:txBody>
            <a:bodyPr rtlCol="0" anchor="ctr"/>
            <a:lstStyle/>
            <a:p>
              <a:endParaRPr lang="zh-CN" altLang="en-US"/>
            </a:p>
          </p:txBody>
        </p:sp>
        <p:sp>
          <p:nvSpPr>
            <p:cNvPr id="133" name="任意多边形: 形状 132"/>
            <p:cNvSpPr/>
            <p:nvPr/>
          </p:nvSpPr>
          <p:spPr>
            <a:xfrm>
              <a:off x="6437185" y="3885533"/>
              <a:ext cx="12192" cy="12192"/>
            </a:xfrm>
            <a:custGeom>
              <a:avLst/>
              <a:gdLst>
                <a:gd name="connsiteX0" fmla="*/ 12192 w 12192"/>
                <a:gd name="connsiteY0" fmla="*/ 6096 h 12192"/>
                <a:gd name="connsiteX1" fmla="*/ 6096 w 12192"/>
                <a:gd name="connsiteY1" fmla="*/ 12192 h 12192"/>
                <a:gd name="connsiteX2" fmla="*/ 0 w 12192"/>
                <a:gd name="connsiteY2" fmla="*/ 6096 h 12192"/>
                <a:gd name="connsiteX3" fmla="*/ 6096 w 12192"/>
                <a:gd name="connsiteY3" fmla="*/ 0 h 12192"/>
                <a:gd name="connsiteX4" fmla="*/ 12192 w 12192"/>
                <a:gd name="connsiteY4" fmla="*/ 6096 h 12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 h="12192">
                  <a:moveTo>
                    <a:pt x="12192" y="6096"/>
                  </a:moveTo>
                  <a:cubicBezTo>
                    <a:pt x="12192" y="9463"/>
                    <a:pt x="9463" y="12192"/>
                    <a:pt x="6096" y="12192"/>
                  </a:cubicBezTo>
                  <a:cubicBezTo>
                    <a:pt x="2729" y="12192"/>
                    <a:pt x="0" y="9463"/>
                    <a:pt x="0" y="6096"/>
                  </a:cubicBezTo>
                  <a:cubicBezTo>
                    <a:pt x="0" y="2729"/>
                    <a:pt x="2729" y="0"/>
                    <a:pt x="6096" y="0"/>
                  </a:cubicBezTo>
                  <a:cubicBezTo>
                    <a:pt x="9463" y="0"/>
                    <a:pt x="12192" y="2729"/>
                    <a:pt x="12192" y="6096"/>
                  </a:cubicBezTo>
                  <a:close/>
                </a:path>
              </a:pathLst>
            </a:custGeom>
            <a:grpFill/>
            <a:ln w="9525" cap="flat">
              <a:noFill/>
              <a:prstDash val="solid"/>
              <a:miter/>
            </a:ln>
          </p:spPr>
          <p:txBody>
            <a:bodyPr rtlCol="0" anchor="ctr"/>
            <a:lstStyle/>
            <a:p>
              <a:endParaRPr lang="zh-CN" altLang="en-US"/>
            </a:p>
          </p:txBody>
        </p:sp>
        <p:sp>
          <p:nvSpPr>
            <p:cNvPr id="134" name="任意多边形: 形状 133"/>
            <p:cNvSpPr/>
            <p:nvPr/>
          </p:nvSpPr>
          <p:spPr>
            <a:xfrm>
              <a:off x="6557676" y="3890676"/>
              <a:ext cx="1904" cy="1904"/>
            </a:xfrm>
            <a:custGeom>
              <a:avLst/>
              <a:gdLst>
                <a:gd name="connsiteX0" fmla="*/ 952 w 1904"/>
                <a:gd name="connsiteY0" fmla="*/ 1905 h 1904"/>
                <a:gd name="connsiteX1" fmla="*/ 1905 w 1904"/>
                <a:gd name="connsiteY1" fmla="*/ 952 h 1904"/>
                <a:gd name="connsiteX2" fmla="*/ 952 w 1904"/>
                <a:gd name="connsiteY2" fmla="*/ 0 h 1904"/>
                <a:gd name="connsiteX3" fmla="*/ 0 w 1904"/>
                <a:gd name="connsiteY3" fmla="*/ 952 h 1904"/>
                <a:gd name="connsiteX4" fmla="*/ 952 w 1904"/>
                <a:gd name="connsiteY4" fmla="*/ 1905 h 1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 h="1904">
                  <a:moveTo>
                    <a:pt x="952" y="1905"/>
                  </a:moveTo>
                  <a:cubicBezTo>
                    <a:pt x="1524" y="1905"/>
                    <a:pt x="1905" y="1429"/>
                    <a:pt x="1905" y="952"/>
                  </a:cubicBezTo>
                  <a:cubicBezTo>
                    <a:pt x="1905" y="381"/>
                    <a:pt x="1429" y="0"/>
                    <a:pt x="952" y="0"/>
                  </a:cubicBezTo>
                  <a:cubicBezTo>
                    <a:pt x="381" y="0"/>
                    <a:pt x="0" y="476"/>
                    <a:pt x="0" y="952"/>
                  </a:cubicBezTo>
                  <a:cubicBezTo>
                    <a:pt x="0" y="1524"/>
                    <a:pt x="476" y="1905"/>
                    <a:pt x="952" y="1905"/>
                  </a:cubicBezTo>
                  <a:close/>
                </a:path>
              </a:pathLst>
            </a:custGeom>
            <a:grpFill/>
            <a:ln w="9525" cap="flat">
              <a:noFill/>
              <a:prstDash val="solid"/>
              <a:miter/>
            </a:ln>
          </p:spPr>
          <p:txBody>
            <a:bodyPr rtlCol="0" anchor="ctr"/>
            <a:lstStyle/>
            <a:p>
              <a:endParaRPr lang="zh-CN" altLang="en-US"/>
            </a:p>
          </p:txBody>
        </p:sp>
        <p:sp>
          <p:nvSpPr>
            <p:cNvPr id="135" name="任意多边形: 形状 134"/>
            <p:cNvSpPr/>
            <p:nvPr/>
          </p:nvSpPr>
          <p:spPr>
            <a:xfrm>
              <a:off x="5750623" y="4006786"/>
              <a:ext cx="571" cy="571"/>
            </a:xfrm>
            <a:custGeom>
              <a:avLst/>
              <a:gdLst>
                <a:gd name="connsiteX0" fmla="*/ 571 w 571"/>
                <a:gd name="connsiteY0" fmla="*/ 286 h 571"/>
                <a:gd name="connsiteX1" fmla="*/ 286 w 571"/>
                <a:gd name="connsiteY1" fmla="*/ 572 h 571"/>
                <a:gd name="connsiteX2" fmla="*/ 0 w 571"/>
                <a:gd name="connsiteY2" fmla="*/ 286 h 571"/>
                <a:gd name="connsiteX3" fmla="*/ 286 w 571"/>
                <a:gd name="connsiteY3" fmla="*/ 0 h 571"/>
                <a:gd name="connsiteX4" fmla="*/ 571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1" y="286"/>
                  </a:moveTo>
                  <a:cubicBezTo>
                    <a:pt x="571" y="444"/>
                    <a:pt x="444" y="572"/>
                    <a:pt x="286" y="572"/>
                  </a:cubicBezTo>
                  <a:cubicBezTo>
                    <a:pt x="128" y="572"/>
                    <a:pt x="0" y="444"/>
                    <a:pt x="0" y="286"/>
                  </a:cubicBezTo>
                  <a:cubicBezTo>
                    <a:pt x="0" y="128"/>
                    <a:pt x="128" y="0"/>
                    <a:pt x="286" y="0"/>
                  </a:cubicBezTo>
                  <a:cubicBezTo>
                    <a:pt x="444" y="0"/>
                    <a:pt x="571" y="128"/>
                    <a:pt x="571" y="286"/>
                  </a:cubicBezTo>
                  <a:close/>
                </a:path>
              </a:pathLst>
            </a:custGeom>
            <a:grpFill/>
            <a:ln w="9525" cap="flat">
              <a:noFill/>
              <a:prstDash val="solid"/>
              <a:miter/>
            </a:ln>
          </p:spPr>
          <p:txBody>
            <a:bodyPr rtlCol="0" anchor="ctr"/>
            <a:lstStyle/>
            <a:p>
              <a:endParaRPr lang="zh-CN" altLang="en-US"/>
            </a:p>
          </p:txBody>
        </p:sp>
        <p:sp>
          <p:nvSpPr>
            <p:cNvPr id="136" name="任意多边形: 形状 135"/>
            <p:cNvSpPr/>
            <p:nvPr/>
          </p:nvSpPr>
          <p:spPr>
            <a:xfrm>
              <a:off x="5863685" y="4004500"/>
              <a:ext cx="5143" cy="5143"/>
            </a:xfrm>
            <a:custGeom>
              <a:avLst/>
              <a:gdLst>
                <a:gd name="connsiteX0" fmla="*/ 2572 w 5143"/>
                <a:gd name="connsiteY0" fmla="*/ 5144 h 5143"/>
                <a:gd name="connsiteX1" fmla="*/ 5144 w 5143"/>
                <a:gd name="connsiteY1" fmla="*/ 2572 h 5143"/>
                <a:gd name="connsiteX2" fmla="*/ 2572 w 5143"/>
                <a:gd name="connsiteY2" fmla="*/ 0 h 5143"/>
                <a:gd name="connsiteX3" fmla="*/ 0 w 5143"/>
                <a:gd name="connsiteY3" fmla="*/ 2572 h 5143"/>
                <a:gd name="connsiteX4" fmla="*/ 2572 w 5143"/>
                <a:gd name="connsiteY4" fmla="*/ 5144 h 5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 h="5143">
                  <a:moveTo>
                    <a:pt x="2572" y="5144"/>
                  </a:moveTo>
                  <a:cubicBezTo>
                    <a:pt x="4000" y="5144"/>
                    <a:pt x="5144" y="4000"/>
                    <a:pt x="5144" y="2572"/>
                  </a:cubicBezTo>
                  <a:cubicBezTo>
                    <a:pt x="5144" y="1143"/>
                    <a:pt x="4000" y="0"/>
                    <a:pt x="2572" y="0"/>
                  </a:cubicBezTo>
                  <a:cubicBezTo>
                    <a:pt x="1143" y="0"/>
                    <a:pt x="0" y="1143"/>
                    <a:pt x="0" y="2572"/>
                  </a:cubicBezTo>
                  <a:cubicBezTo>
                    <a:pt x="0" y="4000"/>
                    <a:pt x="1143" y="5144"/>
                    <a:pt x="2572" y="5144"/>
                  </a:cubicBezTo>
                  <a:close/>
                </a:path>
              </a:pathLst>
            </a:custGeom>
            <a:grpFill/>
            <a:ln w="9525" cap="flat">
              <a:noFill/>
              <a:prstDash val="solid"/>
              <a:miter/>
            </a:ln>
          </p:spPr>
          <p:txBody>
            <a:bodyPr rtlCol="0" anchor="ctr"/>
            <a:lstStyle/>
            <a:p>
              <a:endParaRPr lang="zh-CN" altLang="en-US"/>
            </a:p>
          </p:txBody>
        </p:sp>
        <p:sp>
          <p:nvSpPr>
            <p:cNvPr id="137" name="任意多边形: 形状 136"/>
            <p:cNvSpPr/>
            <p:nvPr/>
          </p:nvSpPr>
          <p:spPr>
            <a:xfrm>
              <a:off x="5976934" y="4002309"/>
              <a:ext cx="9527" cy="9525"/>
            </a:xfrm>
            <a:custGeom>
              <a:avLst/>
              <a:gdLst>
                <a:gd name="connsiteX0" fmla="*/ 4765 w 9527"/>
                <a:gd name="connsiteY0" fmla="*/ 9525 h 9525"/>
                <a:gd name="connsiteX1" fmla="*/ 9528 w 9527"/>
                <a:gd name="connsiteY1" fmla="*/ 4763 h 9525"/>
                <a:gd name="connsiteX2" fmla="*/ 4765 w 9527"/>
                <a:gd name="connsiteY2" fmla="*/ 0 h 9525"/>
                <a:gd name="connsiteX3" fmla="*/ 3 w 9527"/>
                <a:gd name="connsiteY3" fmla="*/ 4763 h 9525"/>
                <a:gd name="connsiteX4" fmla="*/ 4765 w 9527"/>
                <a:gd name="connsiteY4" fmla="*/ 9525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7" h="9525">
                  <a:moveTo>
                    <a:pt x="4765" y="9525"/>
                  </a:moveTo>
                  <a:cubicBezTo>
                    <a:pt x="7432" y="9525"/>
                    <a:pt x="9528" y="7334"/>
                    <a:pt x="9528" y="4763"/>
                  </a:cubicBezTo>
                  <a:cubicBezTo>
                    <a:pt x="9528" y="2096"/>
                    <a:pt x="7337" y="0"/>
                    <a:pt x="4765" y="0"/>
                  </a:cubicBezTo>
                  <a:cubicBezTo>
                    <a:pt x="2099" y="0"/>
                    <a:pt x="3" y="2191"/>
                    <a:pt x="3" y="4763"/>
                  </a:cubicBezTo>
                  <a:cubicBezTo>
                    <a:pt x="-92" y="7334"/>
                    <a:pt x="2099" y="9525"/>
                    <a:pt x="4765" y="9525"/>
                  </a:cubicBezTo>
                  <a:close/>
                </a:path>
              </a:pathLst>
            </a:custGeom>
            <a:grpFill/>
            <a:ln w="9525" cap="flat">
              <a:noFill/>
              <a:prstDash val="solid"/>
              <a:miter/>
            </a:ln>
          </p:spPr>
          <p:txBody>
            <a:bodyPr rtlCol="0" anchor="ctr"/>
            <a:lstStyle/>
            <a:p>
              <a:endParaRPr lang="zh-CN" altLang="en-US"/>
            </a:p>
          </p:txBody>
        </p:sp>
        <p:sp>
          <p:nvSpPr>
            <p:cNvPr id="138" name="任意多边形: 形状 137"/>
            <p:cNvSpPr/>
            <p:nvPr/>
          </p:nvSpPr>
          <p:spPr>
            <a:xfrm>
              <a:off x="6091332" y="4001357"/>
              <a:ext cx="11430" cy="11429"/>
            </a:xfrm>
            <a:custGeom>
              <a:avLst/>
              <a:gdLst>
                <a:gd name="connsiteX0" fmla="*/ 11430 w 11430"/>
                <a:gd name="connsiteY0" fmla="*/ 5715 h 11429"/>
                <a:gd name="connsiteX1" fmla="*/ 5715 w 11430"/>
                <a:gd name="connsiteY1" fmla="*/ 11430 h 11429"/>
                <a:gd name="connsiteX2" fmla="*/ 0 w 11430"/>
                <a:gd name="connsiteY2" fmla="*/ 5715 h 11429"/>
                <a:gd name="connsiteX3" fmla="*/ 5715 w 11430"/>
                <a:gd name="connsiteY3" fmla="*/ 0 h 11429"/>
                <a:gd name="connsiteX4" fmla="*/ 11430 w 11430"/>
                <a:gd name="connsiteY4" fmla="*/ 5715 h 11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 h="11429">
                  <a:moveTo>
                    <a:pt x="11430" y="5715"/>
                  </a:moveTo>
                  <a:cubicBezTo>
                    <a:pt x="11430" y="8871"/>
                    <a:pt x="8871" y="11430"/>
                    <a:pt x="5715" y="11430"/>
                  </a:cubicBezTo>
                  <a:cubicBezTo>
                    <a:pt x="2559" y="11430"/>
                    <a:pt x="0" y="8871"/>
                    <a:pt x="0" y="5715"/>
                  </a:cubicBezTo>
                  <a:cubicBezTo>
                    <a:pt x="0" y="2559"/>
                    <a:pt x="2559" y="0"/>
                    <a:pt x="5715" y="0"/>
                  </a:cubicBezTo>
                  <a:cubicBezTo>
                    <a:pt x="8871" y="0"/>
                    <a:pt x="11430" y="2559"/>
                    <a:pt x="11430" y="5715"/>
                  </a:cubicBezTo>
                  <a:close/>
                </a:path>
              </a:pathLst>
            </a:custGeom>
            <a:grpFill/>
            <a:ln w="9525" cap="flat">
              <a:noFill/>
              <a:prstDash val="solid"/>
              <a:miter/>
            </a:ln>
          </p:spPr>
          <p:txBody>
            <a:bodyPr rtlCol="0" anchor="ctr"/>
            <a:lstStyle/>
            <a:p>
              <a:endParaRPr lang="zh-CN" altLang="en-US"/>
            </a:p>
          </p:txBody>
        </p:sp>
        <p:sp>
          <p:nvSpPr>
            <p:cNvPr id="139" name="任意多边形: 形状 138"/>
            <p:cNvSpPr/>
            <p:nvPr/>
          </p:nvSpPr>
          <p:spPr>
            <a:xfrm>
              <a:off x="6207347" y="4001928"/>
              <a:ext cx="10287" cy="10287"/>
            </a:xfrm>
            <a:custGeom>
              <a:avLst/>
              <a:gdLst>
                <a:gd name="connsiteX0" fmla="*/ 10287 w 10287"/>
                <a:gd name="connsiteY0" fmla="*/ 5144 h 10287"/>
                <a:gd name="connsiteX1" fmla="*/ 5143 w 10287"/>
                <a:gd name="connsiteY1" fmla="*/ 10287 h 10287"/>
                <a:gd name="connsiteX2" fmla="*/ 0 w 10287"/>
                <a:gd name="connsiteY2" fmla="*/ 5144 h 10287"/>
                <a:gd name="connsiteX3" fmla="*/ 5143 w 10287"/>
                <a:gd name="connsiteY3" fmla="*/ 0 h 10287"/>
                <a:gd name="connsiteX4" fmla="*/ 10287 w 10287"/>
                <a:gd name="connsiteY4" fmla="*/ 5144 h 10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 h="10287">
                  <a:moveTo>
                    <a:pt x="10287" y="5144"/>
                  </a:moveTo>
                  <a:cubicBezTo>
                    <a:pt x="10287" y="7984"/>
                    <a:pt x="7984" y="10287"/>
                    <a:pt x="5143" y="10287"/>
                  </a:cubicBezTo>
                  <a:cubicBezTo>
                    <a:pt x="2303" y="10287"/>
                    <a:pt x="0" y="7984"/>
                    <a:pt x="0" y="5144"/>
                  </a:cubicBezTo>
                  <a:cubicBezTo>
                    <a:pt x="0" y="2303"/>
                    <a:pt x="2303" y="0"/>
                    <a:pt x="5143" y="0"/>
                  </a:cubicBezTo>
                  <a:cubicBezTo>
                    <a:pt x="7984" y="0"/>
                    <a:pt x="10287" y="2303"/>
                    <a:pt x="10287" y="5144"/>
                  </a:cubicBezTo>
                  <a:close/>
                </a:path>
              </a:pathLst>
            </a:custGeom>
            <a:grpFill/>
            <a:ln w="9525" cap="flat">
              <a:noFill/>
              <a:prstDash val="solid"/>
              <a:miter/>
            </a:ln>
          </p:spPr>
          <p:txBody>
            <a:bodyPr rtlCol="0" anchor="ctr"/>
            <a:lstStyle/>
            <a:p>
              <a:endParaRPr lang="zh-CN" altLang="en-US"/>
            </a:p>
          </p:txBody>
        </p:sp>
        <p:sp>
          <p:nvSpPr>
            <p:cNvPr id="140" name="任意多边形: 形状 139"/>
            <p:cNvSpPr/>
            <p:nvPr/>
          </p:nvSpPr>
          <p:spPr>
            <a:xfrm>
              <a:off x="6325266" y="4004500"/>
              <a:ext cx="5143" cy="5143"/>
            </a:xfrm>
            <a:custGeom>
              <a:avLst/>
              <a:gdLst>
                <a:gd name="connsiteX0" fmla="*/ 2572 w 5143"/>
                <a:gd name="connsiteY0" fmla="*/ 5144 h 5143"/>
                <a:gd name="connsiteX1" fmla="*/ 5144 w 5143"/>
                <a:gd name="connsiteY1" fmla="*/ 2572 h 5143"/>
                <a:gd name="connsiteX2" fmla="*/ 2572 w 5143"/>
                <a:gd name="connsiteY2" fmla="*/ 0 h 5143"/>
                <a:gd name="connsiteX3" fmla="*/ 0 w 5143"/>
                <a:gd name="connsiteY3" fmla="*/ 2572 h 5143"/>
                <a:gd name="connsiteX4" fmla="*/ 2572 w 5143"/>
                <a:gd name="connsiteY4" fmla="*/ 5144 h 5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 h="5143">
                  <a:moveTo>
                    <a:pt x="2572" y="5144"/>
                  </a:moveTo>
                  <a:cubicBezTo>
                    <a:pt x="4000" y="5144"/>
                    <a:pt x="5144" y="4000"/>
                    <a:pt x="5144" y="2572"/>
                  </a:cubicBezTo>
                  <a:cubicBezTo>
                    <a:pt x="5144" y="1143"/>
                    <a:pt x="4000" y="0"/>
                    <a:pt x="2572" y="0"/>
                  </a:cubicBezTo>
                  <a:cubicBezTo>
                    <a:pt x="1143" y="0"/>
                    <a:pt x="0" y="1143"/>
                    <a:pt x="0" y="2572"/>
                  </a:cubicBezTo>
                  <a:cubicBezTo>
                    <a:pt x="0" y="4000"/>
                    <a:pt x="1143" y="5144"/>
                    <a:pt x="2572" y="5144"/>
                  </a:cubicBezTo>
                  <a:close/>
                </a:path>
              </a:pathLst>
            </a:custGeom>
            <a:grpFill/>
            <a:ln w="9525" cap="flat">
              <a:noFill/>
              <a:prstDash val="solid"/>
              <a:miter/>
            </a:ln>
          </p:spPr>
          <p:txBody>
            <a:bodyPr rtlCol="0" anchor="ctr"/>
            <a:lstStyle/>
            <a:p>
              <a:endParaRPr lang="zh-CN" altLang="en-US"/>
            </a:p>
          </p:txBody>
        </p:sp>
        <p:sp>
          <p:nvSpPr>
            <p:cNvPr id="141" name="任意多边形: 形状 140"/>
            <p:cNvSpPr/>
            <p:nvPr/>
          </p:nvSpPr>
          <p:spPr>
            <a:xfrm>
              <a:off x="6442995" y="4006786"/>
              <a:ext cx="571" cy="571"/>
            </a:xfrm>
            <a:custGeom>
              <a:avLst/>
              <a:gdLst>
                <a:gd name="connsiteX0" fmla="*/ 571 w 571"/>
                <a:gd name="connsiteY0" fmla="*/ 286 h 571"/>
                <a:gd name="connsiteX1" fmla="*/ 286 w 571"/>
                <a:gd name="connsiteY1" fmla="*/ 572 h 571"/>
                <a:gd name="connsiteX2" fmla="*/ 0 w 571"/>
                <a:gd name="connsiteY2" fmla="*/ 286 h 571"/>
                <a:gd name="connsiteX3" fmla="*/ 286 w 571"/>
                <a:gd name="connsiteY3" fmla="*/ 0 h 571"/>
                <a:gd name="connsiteX4" fmla="*/ 571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1" y="286"/>
                  </a:moveTo>
                  <a:cubicBezTo>
                    <a:pt x="571" y="444"/>
                    <a:pt x="444" y="572"/>
                    <a:pt x="286" y="572"/>
                  </a:cubicBezTo>
                  <a:cubicBezTo>
                    <a:pt x="128" y="572"/>
                    <a:pt x="0" y="444"/>
                    <a:pt x="0" y="286"/>
                  </a:cubicBezTo>
                  <a:cubicBezTo>
                    <a:pt x="0" y="128"/>
                    <a:pt x="128" y="0"/>
                    <a:pt x="286" y="0"/>
                  </a:cubicBezTo>
                  <a:cubicBezTo>
                    <a:pt x="444" y="0"/>
                    <a:pt x="571" y="128"/>
                    <a:pt x="571" y="286"/>
                  </a:cubicBezTo>
                  <a:close/>
                </a:path>
              </a:pathLst>
            </a:custGeom>
            <a:grpFill/>
            <a:ln w="9525" cap="flat">
              <a:noFill/>
              <a:prstDash val="solid"/>
              <a:miter/>
            </a:ln>
          </p:spPr>
          <p:txBody>
            <a:bodyPr rtlCol="0" anchor="ctr"/>
            <a:lstStyle/>
            <a:p>
              <a:endParaRPr lang="zh-CN" altLang="en-US"/>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p:cNvSpPr/>
          <p:nvPr userDrawn="1"/>
        </p:nvSpPr>
        <p:spPr>
          <a:xfrm>
            <a:off x="0" y="0"/>
            <a:ext cx="173754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1" name="图片 30"/>
          <p:cNvPicPr>
            <a:picLocks noChangeAspect="1"/>
          </p:cNvPicPr>
          <p:nvPr userDrawn="1"/>
        </p:nvPicPr>
        <p:blipFill rotWithShape="1">
          <a:blip r:embed="rId2" cstate="print">
            <a:extLst>
              <a:ext uri="{28A0092B-C50C-407E-A947-70E740481C1C}">
                <a14:useLocalDpi xmlns:a14="http://schemas.microsoft.com/office/drawing/2010/main" val="0"/>
              </a:ext>
            </a:extLst>
          </a:blip>
          <a:srcRect r="80387"/>
          <a:stretch>
            <a:fillRect/>
          </a:stretch>
        </p:blipFill>
        <p:spPr>
          <a:xfrm>
            <a:off x="461760" y="396652"/>
            <a:ext cx="869688" cy="831909"/>
          </a:xfrm>
          <a:prstGeom prst="rect">
            <a:avLst/>
          </a:prstGeom>
        </p:spPr>
      </p:pic>
      <p:sp>
        <p:nvSpPr>
          <p:cNvPr id="30" name="矩形 29"/>
          <p:cNvSpPr/>
          <p:nvPr userDrawn="1"/>
        </p:nvSpPr>
        <p:spPr>
          <a:xfrm>
            <a:off x="11671301" y="6337301"/>
            <a:ext cx="520700" cy="520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9367194" y="6415088"/>
            <a:ext cx="2743200" cy="365125"/>
          </a:xfrm>
        </p:spPr>
        <p:txBody>
          <a:bodyPr/>
          <a:lstStyle>
            <a:lvl1pPr>
              <a:defRPr sz="1400">
                <a:solidFill>
                  <a:schemeClr val="bg1"/>
                </a:solidFill>
              </a:defRPr>
            </a:lvl1pPr>
          </a:lstStyle>
          <a:p>
            <a:fld id="{3E75C6D3-133E-4A51-8F1C-F484242B8F05}"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75C6D3-133E-4A51-8F1C-F484242B8F0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75C6D3-133E-4A51-8F1C-F484242B8F0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75C6D3-133E-4A51-8F1C-F484242B8F0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75C6D3-133E-4A51-8F1C-F484242B8F0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notesSlide" Target="../notesSlides/notesSlide3.xml"/><Relationship Id="rId20" Type="http://schemas.openxmlformats.org/officeDocument/2006/relationships/slideLayout" Target="../slideLayouts/slideLayout2.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slide" Target="slide8.xml"/><Relationship Id="rId1" Type="http://schemas.openxmlformats.org/officeDocument/2006/relationships/slide" Target="slide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10.xml"/><Relationship Id="rId1" Type="http://schemas.openxmlformats.org/officeDocument/2006/relationships/slide" Target="slide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3.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slide" Target="slide10.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slide" Target="slide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 Target="slide10.xml"/><Relationship Id="rId1" Type="http://schemas.openxmlformats.org/officeDocument/2006/relationships/slide" Target="slide4.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图片 65"/>
          <p:cNvPicPr>
            <a:picLocks noChangeAspect="1"/>
          </p:cNvPicPr>
          <p:nvPr/>
        </p:nvPicPr>
        <p:blipFill rotWithShape="1">
          <a:blip r:embed="rId1" cstate="print">
            <a:alphaModFix amt="60000"/>
            <a:extLst>
              <a:ext uri="{28A0092B-C50C-407E-A947-70E740481C1C}">
                <a14:useLocalDpi xmlns:a14="http://schemas.microsoft.com/office/drawing/2010/main" val="0"/>
              </a:ext>
            </a:extLst>
          </a:blip>
          <a:srcRect l="50151"/>
          <a:stretch>
            <a:fillRect/>
          </a:stretch>
        </p:blipFill>
        <p:spPr>
          <a:xfrm>
            <a:off x="0" y="17891"/>
            <a:ext cx="3439538" cy="6858000"/>
          </a:xfrm>
          <a:prstGeom prst="rect">
            <a:avLst/>
          </a:prstGeom>
        </p:spPr>
      </p:pic>
      <p:sp>
        <p:nvSpPr>
          <p:cNvPr id="2" name="标题 1"/>
          <p:cNvSpPr>
            <a:spLocks noGrp="1"/>
          </p:cNvSpPr>
          <p:nvPr>
            <p:ph type="ctrTitle"/>
          </p:nvPr>
        </p:nvSpPr>
        <p:spPr>
          <a:xfrm>
            <a:off x="578485" y="1396365"/>
            <a:ext cx="8442325" cy="1655445"/>
          </a:xfrm>
        </p:spPr>
        <p:txBody>
          <a:bodyPr>
            <a:noAutofit/>
          </a:bodyPr>
          <a:lstStyle/>
          <a:p>
            <a:pPr algn="ctr">
              <a:lnSpc>
                <a:spcPct val="130000"/>
              </a:lnSpc>
            </a:pPr>
            <a:br>
              <a:rPr lang="en-US" altLang="zh-CN" sz="2400" b="1" dirty="0">
                <a:solidFill>
                  <a:schemeClr val="tx1">
                    <a:lumMod val="65000"/>
                    <a:lumOff val="35000"/>
                  </a:schemeClr>
                </a:solidFill>
                <a:latin typeface="黑体" panose="02010609060101010101" pitchFamily="49" charset="-122"/>
                <a:ea typeface="黑体" panose="02010609060101010101" pitchFamily="49" charset="-122"/>
              </a:rPr>
            </a:br>
            <a:r>
              <a:rPr lang="en-US" altLang="zh-CN" sz="4000" b="1" dirty="0">
                <a:solidFill>
                  <a:schemeClr val="accent1"/>
                </a:solidFill>
                <a:latin typeface="黑体" panose="02010609060101010101" pitchFamily="49" charset="-122"/>
                <a:ea typeface="黑体" panose="02010609060101010101" pitchFamily="49" charset="-122"/>
              </a:rPr>
              <a:t>***************</a:t>
            </a:r>
            <a:endParaRPr lang="en-US" altLang="zh-CN" sz="4000" b="1" dirty="0">
              <a:solidFill>
                <a:schemeClr val="accent1"/>
              </a:solidFill>
              <a:latin typeface="黑体" panose="02010609060101010101" pitchFamily="49" charset="-122"/>
              <a:ea typeface="黑体" panose="02010609060101010101" pitchFamily="49" charset="-122"/>
            </a:endParaRPr>
          </a:p>
        </p:txBody>
      </p:sp>
      <p:sp>
        <p:nvSpPr>
          <p:cNvPr id="5" name="矩形 4"/>
          <p:cNvSpPr/>
          <p:nvPr/>
        </p:nvSpPr>
        <p:spPr>
          <a:xfrm>
            <a:off x="9266841" y="0"/>
            <a:ext cx="187839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9020174" y="2243138"/>
            <a:ext cx="2371725" cy="2371725"/>
          </a:xfrm>
          <a:prstGeom prst="ellipse">
            <a:avLst/>
          </a:prstGeom>
          <a:solidFill>
            <a:schemeClr val="bg1"/>
          </a:solidFill>
          <a:ln>
            <a:noFill/>
          </a:ln>
          <a:effectLst>
            <a:glow rad="1270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4" name="直接连接符 33"/>
          <p:cNvCxnSpPr/>
          <p:nvPr/>
        </p:nvCxnSpPr>
        <p:spPr>
          <a:xfrm flipV="1">
            <a:off x="2858267" y="1184397"/>
            <a:ext cx="4167505" cy="1905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6" name="文本框 85"/>
          <p:cNvSpPr txBox="1"/>
          <p:nvPr/>
        </p:nvSpPr>
        <p:spPr>
          <a:xfrm>
            <a:off x="3303992" y="4066494"/>
            <a:ext cx="1140460" cy="368300"/>
          </a:xfrm>
          <a:prstGeom prst="rect">
            <a:avLst/>
          </a:prstGeom>
          <a:noFill/>
        </p:spPr>
        <p:txBody>
          <a:bodyPr wrap="none" rtlCol="0">
            <a:spAutoFit/>
          </a:bodyPr>
          <a:lstStyle/>
          <a:p>
            <a:r>
              <a:rPr lang="zh-CN" altLang="en-US" dirty="0">
                <a:latin typeface="+mn-ea"/>
              </a:rPr>
              <a:t>姓    名：</a:t>
            </a:r>
            <a:endParaRPr lang="zh-CN" altLang="en-US" dirty="0">
              <a:latin typeface="+mn-ea"/>
            </a:endParaRPr>
          </a:p>
        </p:txBody>
      </p:sp>
      <p:pic>
        <p:nvPicPr>
          <p:cNvPr id="35" name="图片 3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85397" y="2250943"/>
            <a:ext cx="2406502" cy="2391897"/>
          </a:xfrm>
          <a:prstGeom prst="rect">
            <a:avLst/>
          </a:prstGeom>
        </p:spPr>
      </p:pic>
      <p:sp>
        <p:nvSpPr>
          <p:cNvPr id="7" name="文本框 6"/>
          <p:cNvSpPr txBox="1"/>
          <p:nvPr/>
        </p:nvSpPr>
        <p:spPr>
          <a:xfrm>
            <a:off x="3303992" y="4535031"/>
            <a:ext cx="1140460" cy="368300"/>
          </a:xfrm>
          <a:prstGeom prst="rect">
            <a:avLst/>
          </a:prstGeom>
          <a:noFill/>
        </p:spPr>
        <p:txBody>
          <a:bodyPr wrap="none" rtlCol="0">
            <a:spAutoFit/>
          </a:bodyPr>
          <a:lstStyle/>
          <a:p>
            <a:r>
              <a:rPr lang="zh-CN" altLang="en-US" dirty="0">
                <a:latin typeface="+mn-ea"/>
              </a:rPr>
              <a:t>学    号：</a:t>
            </a:r>
            <a:endParaRPr lang="zh-CN" altLang="en-US" dirty="0">
              <a:latin typeface="+mn-ea"/>
            </a:endParaRPr>
          </a:p>
        </p:txBody>
      </p:sp>
      <p:sp>
        <p:nvSpPr>
          <p:cNvPr id="8" name="文本框 7"/>
          <p:cNvSpPr txBox="1"/>
          <p:nvPr/>
        </p:nvSpPr>
        <p:spPr>
          <a:xfrm>
            <a:off x="3303992" y="5003568"/>
            <a:ext cx="2441575" cy="368300"/>
          </a:xfrm>
          <a:prstGeom prst="rect">
            <a:avLst/>
          </a:prstGeom>
          <a:noFill/>
        </p:spPr>
        <p:txBody>
          <a:bodyPr wrap="none" rtlCol="0">
            <a:spAutoFit/>
          </a:bodyPr>
          <a:lstStyle/>
          <a:p>
            <a:r>
              <a:rPr lang="zh-CN" altLang="en-US" dirty="0">
                <a:latin typeface="+mn-ea"/>
              </a:rPr>
              <a:t>老    师：</a:t>
            </a:r>
            <a:r>
              <a:rPr lang="en-US" altLang="zh-CN" dirty="0">
                <a:latin typeface="+mn-ea"/>
              </a:rPr>
              <a:t> </a:t>
            </a:r>
            <a:r>
              <a:rPr lang="zh-CN" altLang="en-US" dirty="0">
                <a:latin typeface="+mn-ea"/>
              </a:rPr>
              <a:t>刘建</a:t>
            </a:r>
            <a:r>
              <a:rPr lang="en-US" altLang="zh-CN" dirty="0">
                <a:latin typeface="+mn-ea"/>
              </a:rPr>
              <a:t>/</a:t>
            </a:r>
            <a:r>
              <a:rPr lang="zh-CN" altLang="en-US" dirty="0">
                <a:latin typeface="+mn-ea"/>
              </a:rPr>
              <a:t>凤维杰</a:t>
            </a:r>
            <a:endParaRPr lang="zh-CN" altLang="en-US" dirty="0">
              <a:latin typeface="+mn-ea"/>
            </a:endParaRPr>
          </a:p>
        </p:txBody>
      </p:sp>
      <p:sp>
        <p:nvSpPr>
          <p:cNvPr id="3" name="文本框 2"/>
          <p:cNvSpPr txBox="1"/>
          <p:nvPr/>
        </p:nvSpPr>
        <p:spPr>
          <a:xfrm>
            <a:off x="3249295" y="631190"/>
            <a:ext cx="3691890" cy="460375"/>
          </a:xfrm>
          <a:prstGeom prst="rect">
            <a:avLst/>
          </a:prstGeom>
          <a:noFill/>
        </p:spPr>
        <p:txBody>
          <a:bodyPr wrap="square" rtlCol="0">
            <a:spAutoFit/>
          </a:bodyPr>
          <a:p>
            <a:r>
              <a:rPr lang="zh-CN" altLang="en-US" sz="2400">
                <a:latin typeface="黑体" panose="02010609060101010101" pitchFamily="49" charset="-122"/>
                <a:ea typeface="黑体" panose="02010609060101010101" pitchFamily="49" charset="-122"/>
              </a:rPr>
              <a:t>机器学习基础</a:t>
            </a:r>
            <a:r>
              <a:rPr lang="en-US" altLang="zh-CN" sz="2400">
                <a:latin typeface="黑体" panose="02010609060101010101" pitchFamily="49" charset="-122"/>
                <a:ea typeface="黑体" panose="02010609060101010101" pitchFamily="49" charset="-122"/>
              </a:rPr>
              <a:t>-</a:t>
            </a:r>
            <a:r>
              <a:rPr lang="zh-CN" altLang="en-US" sz="2400">
                <a:highlight>
                  <a:srgbClr val="00FF00"/>
                </a:highlight>
                <a:latin typeface="黑体" panose="02010609060101010101" pitchFamily="49" charset="-122"/>
                <a:ea typeface="黑体" panose="02010609060101010101" pitchFamily="49" charset="-122"/>
              </a:rPr>
              <a:t>平时成绩</a:t>
            </a:r>
            <a:endParaRPr lang="zh-CN" altLang="en-US" sz="2400">
              <a:highlight>
                <a:srgbClr val="00FF00"/>
              </a:highlight>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文本框 140"/>
          <p:cNvSpPr txBox="1"/>
          <p:nvPr/>
        </p:nvSpPr>
        <p:spPr>
          <a:xfrm>
            <a:off x="945562" y="139700"/>
            <a:ext cx="1010920" cy="1568450"/>
          </a:xfrm>
          <a:prstGeom prst="rect">
            <a:avLst/>
          </a:prstGeom>
          <a:noFill/>
        </p:spPr>
        <p:txBody>
          <a:bodyPr wrap="none" rtlCol="0">
            <a:spAutoFit/>
          </a:bodyPr>
          <a:lstStyle/>
          <a:p>
            <a:pPr algn="ctr"/>
            <a:r>
              <a:rPr lang="en-US" altLang="zh-CN" sz="9600" b="1" spc="600" dirty="0">
                <a:solidFill>
                  <a:schemeClr val="bg1"/>
                </a:solidFill>
                <a:latin typeface="+mj-ea"/>
                <a:ea typeface="+mj-ea"/>
              </a:rPr>
              <a:t>0</a:t>
            </a:r>
            <a:endParaRPr lang="zh-CN" altLang="en-US" sz="9600" b="1" spc="600" dirty="0">
              <a:solidFill>
                <a:schemeClr val="bg1"/>
              </a:solidFill>
              <a:latin typeface="+mj-ea"/>
              <a:ea typeface="+mj-ea"/>
            </a:endParaRPr>
          </a:p>
        </p:txBody>
      </p:sp>
      <p:sp>
        <p:nvSpPr>
          <p:cNvPr id="3" name="文本框 2"/>
          <p:cNvSpPr txBox="1"/>
          <p:nvPr/>
        </p:nvSpPr>
        <p:spPr>
          <a:xfrm>
            <a:off x="800782" y="1496200"/>
            <a:ext cx="1300480" cy="337185"/>
          </a:xfrm>
          <a:prstGeom prst="rect">
            <a:avLst/>
          </a:prstGeom>
          <a:noFill/>
        </p:spPr>
        <p:txBody>
          <a:bodyPr wrap="none" rtlCol="0">
            <a:spAutoFit/>
          </a:bodyPr>
          <a:lstStyle/>
          <a:p>
            <a:pPr algn="ctr"/>
            <a:r>
              <a:rPr lang="zh-CN" altLang="en-US" sz="1600" spc="600" dirty="0">
                <a:solidFill>
                  <a:schemeClr val="bg1"/>
                </a:solidFill>
                <a:latin typeface="+mn-ea"/>
              </a:rPr>
              <a:t>评分细则</a:t>
            </a:r>
            <a:endParaRPr lang="zh-CN" altLang="en-US" sz="1600" spc="600" dirty="0">
              <a:solidFill>
                <a:schemeClr val="bg1"/>
              </a:solidFill>
              <a:latin typeface="+mn-ea"/>
            </a:endParaRPr>
          </a:p>
        </p:txBody>
      </p:sp>
      <p:graphicFrame>
        <p:nvGraphicFramePr>
          <p:cNvPr id="2" name="表格 1"/>
          <p:cNvGraphicFramePr/>
          <p:nvPr/>
        </p:nvGraphicFramePr>
        <p:xfrm>
          <a:off x="659765" y="2380615"/>
          <a:ext cx="11690350" cy="3927475"/>
        </p:xfrm>
        <a:graphic>
          <a:graphicData uri="http://schemas.openxmlformats.org/drawingml/2006/table">
            <a:tbl>
              <a:tblPr/>
              <a:tblGrid>
                <a:gridCol w="2011045"/>
                <a:gridCol w="7665085"/>
                <a:gridCol w="1041400"/>
              </a:tblGrid>
              <a:tr h="218440">
                <a:tc gridSpan="3">
                  <a:txBody>
                    <a:bodyPr/>
                    <a:p>
                      <a:pPr marL="0" indent="0" algn="ctr">
                        <a:spcBef>
                          <a:spcPct val="0"/>
                        </a:spcBef>
                        <a:spcAft>
                          <a:spcPct val="0"/>
                        </a:spcAft>
                      </a:pPr>
                      <a:r>
                        <a:rPr lang="en-US" altLang="zh-CN" sz="1400" b="1">
                          <a:latin typeface="黑体" panose="02010609060101010101" pitchFamily="49" charset="-122"/>
                          <a:ea typeface="黑体" panose="02010609060101010101" pitchFamily="49" charset="-122"/>
                        </a:rPr>
                        <a:t>“</a:t>
                      </a:r>
                      <a:r>
                        <a:rPr lang="zh-CN" sz="1400" b="1">
                          <a:latin typeface="黑体" panose="02010609060101010101" pitchFamily="49" charset="-122"/>
                          <a:ea typeface="黑体" panose="02010609060101010101" pitchFamily="49" charset="-122"/>
                        </a:rPr>
                        <a:t>机器学习</a:t>
                      </a:r>
                      <a:r>
                        <a:rPr lang="en-US" altLang="zh-CN" sz="1400" b="1">
                          <a:latin typeface="黑体" panose="02010609060101010101" pitchFamily="49" charset="-122"/>
                          <a:ea typeface="黑体" panose="02010609060101010101" pitchFamily="49" charset="-122"/>
                        </a:rPr>
                        <a:t>-</a:t>
                      </a:r>
                      <a:r>
                        <a:rPr lang="zh-CN" altLang="en-US" sz="1400" b="1">
                          <a:latin typeface="黑体" panose="02010609060101010101" pitchFamily="49" charset="-122"/>
                          <a:ea typeface="黑体" panose="02010609060101010101" pitchFamily="49" charset="-122"/>
                        </a:rPr>
                        <a:t>平时成绩”评分细则</a:t>
                      </a:r>
                      <a:endParaRPr lang="zh-CN" altLang="en-US" sz="1400" b="1">
                        <a:latin typeface="黑体" panose="02010609060101010101" pitchFamily="49" charset="-122"/>
                        <a:ea typeface="黑体" panose="02010609060101010101" pitchFamily="49"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hMerge="1">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r>
              <a:tr h="342265">
                <a:tc>
                  <a:txBody>
                    <a:bodyPr/>
                    <a:p>
                      <a:pPr marL="0" indent="0" algn="ctr">
                        <a:spcBef>
                          <a:spcPct val="0"/>
                        </a:spcBef>
                        <a:spcAft>
                          <a:spcPct val="0"/>
                        </a:spcAft>
                      </a:pPr>
                      <a:r>
                        <a:rPr lang="zh-CN" sz="1200" b="1">
                          <a:latin typeface="Times New Roman" panose="02020603050405020304"/>
                          <a:ea typeface="宋体" panose="02010600030101010101" pitchFamily="2" charset="-122"/>
                        </a:rPr>
                        <a:t>成绩等级</a:t>
                      </a:r>
                      <a:endParaRPr lang="zh-CN" sz="1200" b="1">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1200" b="1">
                          <a:latin typeface="Times New Roman" panose="02020603050405020304"/>
                          <a:ea typeface="宋体" panose="02010600030101010101" pitchFamily="2" charset="-122"/>
                        </a:rPr>
                        <a:t>具体表现</a:t>
                      </a:r>
                      <a:endParaRPr lang="zh-CN" sz="1200" b="1">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zh-CN" sz="1200" b="1">
                          <a:latin typeface="Times New Roman" panose="02020603050405020304"/>
                          <a:ea typeface="宋体" panose="02010600030101010101" pitchFamily="2" charset="-122"/>
                        </a:rPr>
                        <a:t>教师评分</a:t>
                      </a:r>
                      <a:endParaRPr lang="zh-CN" sz="1200" b="1">
                        <a:latin typeface="Times New Roman" panose="02020603050405020304"/>
                        <a:ea typeface="宋体" panose="02010600030101010101" pitchFamily="2" charset="-122"/>
                      </a:endParaRPr>
                    </a:p>
                  </a:txBody>
                  <a:tcPr marL="68580" marR="68580" marT="0" marB="0" anchor="t" anchorCtr="0">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748030">
                <a:tc>
                  <a:txBody>
                    <a:bodyPr/>
                    <a:p>
                      <a:pPr marL="0" indent="0" algn="ctr">
                        <a:spcBef>
                          <a:spcPct val="0"/>
                        </a:spcBef>
                        <a:spcAft>
                          <a:spcPct val="0"/>
                        </a:spcAft>
                      </a:pPr>
                      <a:r>
                        <a:rPr lang="zh-CN" sz="1200">
                          <a:latin typeface="Times New Roman" panose="02020603050405020304"/>
                          <a:ea typeface="宋体" panose="02010600030101010101" pitchFamily="2" charset="-122"/>
                        </a:rPr>
                        <a:t>优秀（</a:t>
                      </a:r>
                      <a:r>
                        <a:rPr lang="en-US" altLang="zh-CN" sz="1200">
                          <a:latin typeface="Times New Roman" panose="02020603050405020304"/>
                          <a:ea typeface="Times New Roman" panose="02020603050405020304"/>
                        </a:rPr>
                        <a:t>100-</a:t>
                      </a:r>
                      <a:r>
                        <a:rPr lang="en-US" altLang="zh-CN" sz="1200">
                          <a:latin typeface="Times New Roman" panose="02020603050405020304"/>
                          <a:ea typeface="Times New Roman" panose="02020603050405020304"/>
                        </a:rPr>
                        <a:t>90</a:t>
                      </a:r>
                      <a:r>
                        <a:rPr lang="en-US" altLang="zh-CN" sz="1200">
                          <a:latin typeface="Times New Roman" panose="02020603050405020304"/>
                          <a:ea typeface="Times New Roman" panose="02020603050405020304"/>
                        </a:rPr>
                        <a:t>]</a:t>
                      </a:r>
                      <a:endParaRPr lang="en-US" altLang="zh-CN" sz="12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l">
                        <a:spcBef>
                          <a:spcPct val="0"/>
                        </a:spcBef>
                        <a:spcAft>
                          <a:spcPct val="0"/>
                        </a:spcAft>
                      </a:pPr>
                      <a:r>
                        <a:rPr lang="zh-CN" altLang="en-US" sz="1200">
                          <a:latin typeface="Times New Roman" panose="02020603050405020304"/>
                          <a:ea typeface="宋体" panose="02010600030101010101" pitchFamily="2" charset="-122"/>
                        </a:rPr>
                        <a:t>在</a:t>
                      </a:r>
                      <a:r>
                        <a:rPr lang="zh-CN" altLang="en-US" sz="1200" b="1">
                          <a:latin typeface="Times New Roman" panose="02020603050405020304"/>
                          <a:ea typeface="宋体" panose="02010600030101010101" pitchFamily="2" charset="-122"/>
                        </a:rPr>
                        <a:t>课堂上</a:t>
                      </a:r>
                      <a:r>
                        <a:rPr lang="zh-CN" altLang="en-US" sz="1200">
                          <a:latin typeface="Times New Roman" panose="02020603050405020304"/>
                          <a:ea typeface="宋体" panose="02010600030101010101" pitchFamily="2" charset="-122"/>
                        </a:rPr>
                        <a:t>借助</a:t>
                      </a:r>
                      <a:r>
                        <a:rPr lang="en-US" altLang="zh-CN" sz="1200">
                          <a:latin typeface="Times New Roman" panose="02020603050405020304"/>
                          <a:ea typeface="宋体" panose="02010600030101010101" pitchFamily="2" charset="-122"/>
                        </a:rPr>
                        <a:t>PPT</a:t>
                      </a:r>
                      <a:r>
                        <a:rPr lang="zh-CN" altLang="en-US" sz="1200">
                          <a:latin typeface="Times New Roman" panose="02020603050405020304"/>
                          <a:ea typeface="宋体" panose="02010600030101010101" pitchFamily="2" charset="-122"/>
                        </a:rPr>
                        <a:t>进行精彩的讲解，内容阐述清晰且逻辑连贯，表达流畅且准确；或在课堂上积极准确回答</a:t>
                      </a:r>
                      <a:r>
                        <a:rPr lang="en-US" altLang="zh-CN" sz="1200">
                          <a:latin typeface="Times New Roman" panose="02020603050405020304"/>
                          <a:ea typeface="宋体" panose="02010600030101010101" pitchFamily="2" charset="-122"/>
                        </a:rPr>
                        <a:t>2</a:t>
                      </a:r>
                      <a:r>
                        <a:rPr lang="zh-CN" altLang="en-US" sz="1200">
                          <a:latin typeface="Times New Roman" panose="02020603050405020304"/>
                          <a:ea typeface="宋体" panose="02010600030101010101" pitchFamily="2" charset="-122"/>
                        </a:rPr>
                        <a:t>个及以上的问题并于在线表格中填写问题与准确答案（回答问题见统计表格）。</a:t>
                      </a:r>
                      <a:endParaRPr lang="zh-CN" altLang="en-US" sz="12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a:latin typeface="Times New Roman" panose="02020603050405020304"/>
                          <a:ea typeface="宋体" panose="02010600030101010101" pitchFamily="2" charset="-122"/>
                        </a:rPr>
                        <a:t> </a:t>
                      </a:r>
                      <a:endParaRPr lang="en-US" altLang="zh-CN" sz="12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748665">
                <a:tc>
                  <a:txBody>
                    <a:bodyPr/>
                    <a:p>
                      <a:pPr marL="0" indent="0" algn="ctr">
                        <a:spcBef>
                          <a:spcPct val="0"/>
                        </a:spcBef>
                        <a:spcAft>
                          <a:spcPct val="0"/>
                        </a:spcAft>
                      </a:pPr>
                      <a:r>
                        <a:rPr lang="zh-CN" sz="1200">
                          <a:latin typeface="Times New Roman" panose="02020603050405020304"/>
                          <a:ea typeface="宋体" panose="02010600030101010101" pitchFamily="2" charset="-122"/>
                        </a:rPr>
                        <a:t>良好（</a:t>
                      </a:r>
                      <a:r>
                        <a:rPr lang="en-US" altLang="zh-CN" sz="1200">
                          <a:latin typeface="Times New Roman" panose="02020603050405020304"/>
                          <a:ea typeface="Times New Roman" panose="02020603050405020304"/>
                        </a:rPr>
                        <a:t>90</a:t>
                      </a:r>
                      <a:r>
                        <a:rPr lang="en-US" altLang="zh-CN" sz="1200">
                          <a:latin typeface="Times New Roman" panose="02020603050405020304"/>
                          <a:ea typeface="Times New Roman" panose="02020603050405020304"/>
                        </a:rPr>
                        <a:t>-</a:t>
                      </a:r>
                      <a:r>
                        <a:rPr lang="en-US" altLang="zh-CN" sz="1200">
                          <a:latin typeface="Times New Roman" panose="02020603050405020304"/>
                          <a:ea typeface="Times New Roman" panose="02020603050405020304"/>
                        </a:rPr>
                        <a:t>80</a:t>
                      </a:r>
                      <a:r>
                        <a:rPr lang="en-US" altLang="zh-CN" sz="1200">
                          <a:latin typeface="Times New Roman" panose="02020603050405020304"/>
                          <a:ea typeface="Times New Roman" panose="02020603050405020304"/>
                        </a:rPr>
                        <a:t>]</a:t>
                      </a:r>
                      <a:endParaRPr lang="en-US" altLang="zh-CN" sz="12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l">
                        <a:spcBef>
                          <a:spcPct val="0"/>
                        </a:spcBef>
                        <a:spcAft>
                          <a:spcPct val="0"/>
                        </a:spcAft>
                      </a:pPr>
                      <a:r>
                        <a:rPr lang="zh-CN" altLang="en-US" sz="1200">
                          <a:latin typeface="Times New Roman" panose="02020603050405020304"/>
                          <a:ea typeface="宋体" panose="02010600030101010101" pitchFamily="2" charset="-122"/>
                          <a:sym typeface="+mn-ea"/>
                        </a:rPr>
                        <a:t>在</a:t>
                      </a:r>
                      <a:r>
                        <a:rPr lang="zh-CN" altLang="en-US" sz="1200" b="1">
                          <a:latin typeface="Times New Roman" panose="02020603050405020304"/>
                          <a:ea typeface="宋体" panose="02010600030101010101" pitchFamily="2" charset="-122"/>
                          <a:sym typeface="+mn-ea"/>
                        </a:rPr>
                        <a:t>课堂上</a:t>
                      </a:r>
                      <a:r>
                        <a:rPr lang="zh-CN" altLang="en-US" sz="1200">
                          <a:latin typeface="Times New Roman" panose="02020603050405020304"/>
                          <a:ea typeface="宋体" panose="02010600030101010101" pitchFamily="2" charset="-122"/>
                          <a:sym typeface="+mn-ea"/>
                        </a:rPr>
                        <a:t>借助</a:t>
                      </a:r>
                      <a:r>
                        <a:rPr lang="en-US" altLang="zh-CN" sz="1200">
                          <a:latin typeface="Times New Roman" panose="02020603050405020304"/>
                          <a:ea typeface="宋体" panose="02010600030101010101" pitchFamily="2" charset="-122"/>
                          <a:sym typeface="+mn-ea"/>
                        </a:rPr>
                        <a:t>PPT</a:t>
                      </a:r>
                      <a:r>
                        <a:rPr lang="zh-CN" altLang="en-US" sz="1200">
                          <a:latin typeface="Times New Roman" panose="02020603050405020304"/>
                          <a:ea typeface="宋体" panose="02010600030101010101" pitchFamily="2" charset="-122"/>
                          <a:sym typeface="+mn-ea"/>
                        </a:rPr>
                        <a:t>进行讲解，内容阐述较为出色，能够较好地介绍所用方法，表达和阐述也较为清晰；或在</a:t>
                      </a:r>
                      <a:r>
                        <a:rPr lang="zh-CN" altLang="en-US" sz="1200">
                          <a:latin typeface="Times New Roman" panose="02020603050405020304"/>
                          <a:ea typeface="宋体" panose="02010600030101010101" pitchFamily="2" charset="-122"/>
                          <a:sym typeface="+mn-ea"/>
                        </a:rPr>
                        <a:t>课堂上积极准确回答</a:t>
                      </a:r>
                      <a:r>
                        <a:rPr lang="en-US" altLang="zh-CN" sz="1200">
                          <a:latin typeface="Times New Roman" panose="02020603050405020304"/>
                          <a:ea typeface="宋体" panose="02010600030101010101" pitchFamily="2" charset="-122"/>
                          <a:sym typeface="+mn-ea"/>
                        </a:rPr>
                        <a:t>1</a:t>
                      </a:r>
                      <a:r>
                        <a:rPr lang="zh-CN" altLang="en-US" sz="1200">
                          <a:latin typeface="Times New Roman" panose="02020603050405020304"/>
                          <a:ea typeface="宋体" panose="02010600030101010101" pitchFamily="2" charset="-122"/>
                          <a:sym typeface="+mn-ea"/>
                        </a:rPr>
                        <a:t>个问题并于在线表格中填写问题与准确答案（回答问题见统计表格）。</a:t>
                      </a:r>
                      <a:endParaRPr lang="zh-CN" sz="1200" i="0">
                        <a:latin typeface="Segoe UI" panose="020B0502040204020203"/>
                        <a:ea typeface="Segoe UI" panose="020B0502040204020203"/>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a:latin typeface="Times New Roman" panose="02020603050405020304"/>
                          <a:ea typeface="宋体" panose="02010600030101010101" pitchFamily="2" charset="-122"/>
                        </a:rPr>
                        <a:t> </a:t>
                      </a:r>
                      <a:endParaRPr lang="en-US" altLang="zh-CN" sz="12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747395">
                <a:tc>
                  <a:txBody>
                    <a:bodyPr/>
                    <a:p>
                      <a:pPr marL="0" indent="0" algn="ctr">
                        <a:spcBef>
                          <a:spcPct val="0"/>
                        </a:spcBef>
                        <a:spcAft>
                          <a:spcPct val="0"/>
                        </a:spcAft>
                      </a:pPr>
                      <a:r>
                        <a:rPr lang="zh-CN" sz="1200">
                          <a:latin typeface="Times New Roman" panose="02020603050405020304"/>
                          <a:ea typeface="宋体" panose="02010600030101010101" pitchFamily="2" charset="-122"/>
                        </a:rPr>
                        <a:t>中等（</a:t>
                      </a:r>
                      <a:r>
                        <a:rPr lang="en-US" altLang="zh-CN" sz="1200">
                          <a:latin typeface="Times New Roman" panose="02020603050405020304"/>
                          <a:ea typeface="Times New Roman" panose="02020603050405020304"/>
                        </a:rPr>
                        <a:t>80</a:t>
                      </a:r>
                      <a:r>
                        <a:rPr lang="en-US" altLang="zh-CN" sz="1200">
                          <a:latin typeface="Times New Roman" panose="02020603050405020304"/>
                          <a:ea typeface="Times New Roman" panose="02020603050405020304"/>
                        </a:rPr>
                        <a:t>-</a:t>
                      </a:r>
                      <a:r>
                        <a:rPr lang="en-US" altLang="zh-CN" sz="1200">
                          <a:latin typeface="Times New Roman" panose="02020603050405020304"/>
                          <a:ea typeface="Times New Roman" panose="02020603050405020304"/>
                        </a:rPr>
                        <a:t>70</a:t>
                      </a:r>
                      <a:r>
                        <a:rPr lang="en-US" altLang="zh-CN" sz="1200">
                          <a:latin typeface="Times New Roman" panose="02020603050405020304"/>
                          <a:ea typeface="Times New Roman" panose="02020603050405020304"/>
                        </a:rPr>
                        <a:t>]</a:t>
                      </a:r>
                      <a:endParaRPr lang="en-US" altLang="zh-CN" sz="12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l">
                        <a:spcBef>
                          <a:spcPct val="0"/>
                        </a:spcBef>
                        <a:spcAft>
                          <a:spcPct val="0"/>
                        </a:spcAft>
                      </a:pPr>
                      <a:r>
                        <a:rPr lang="zh-CN" sz="1200" i="0">
                          <a:latin typeface="Segoe UI" panose="020B0502040204020203"/>
                          <a:ea typeface="Segoe UI" panose="020B0502040204020203"/>
                        </a:rPr>
                        <a:t>制作</a:t>
                      </a:r>
                      <a:r>
                        <a:rPr lang="en-US" altLang="zh-CN" sz="1200" i="0">
                          <a:latin typeface="Segoe UI" panose="020B0502040204020203"/>
                          <a:ea typeface="Segoe UI" panose="020B0502040204020203"/>
                        </a:rPr>
                        <a:t>PPT, </a:t>
                      </a:r>
                      <a:r>
                        <a:rPr lang="zh-CN" altLang="en-US" sz="1200" i="0">
                          <a:latin typeface="Segoe UI" panose="020B0502040204020203"/>
                          <a:ea typeface="宋体" panose="02010600030101010101" pitchFamily="2" charset="-122"/>
                        </a:rPr>
                        <a:t>组内进行讨论与展示，</a:t>
                      </a:r>
                      <a:r>
                        <a:rPr lang="zh-CN" sz="1200" i="0">
                          <a:latin typeface="Segoe UI" panose="020B0502040204020203"/>
                          <a:ea typeface="Segoe UI" panose="020B0502040204020203"/>
                        </a:rPr>
                        <a:t>能够基本阐述所讲内容</a:t>
                      </a:r>
                      <a:r>
                        <a:rPr lang="zh-CN" altLang="en-US" sz="1200">
                          <a:latin typeface="Times New Roman" panose="02020603050405020304"/>
                          <a:ea typeface="宋体" panose="02010600030101010101" pitchFamily="2" charset="-122"/>
                          <a:sym typeface="+mn-ea"/>
                        </a:rPr>
                        <a:t>；且</a:t>
                      </a:r>
                      <a:r>
                        <a:rPr lang="zh-CN" altLang="en-US" sz="1200">
                          <a:latin typeface="Times New Roman" panose="02020603050405020304"/>
                          <a:ea typeface="宋体" panose="02010600030101010101" pitchFamily="2" charset="-122"/>
                          <a:sym typeface="+mn-ea"/>
                        </a:rPr>
                        <a:t>未积极参与课堂提问与互动。</a:t>
                      </a:r>
                      <a:endParaRPr lang="zh-CN" sz="1200" i="0">
                        <a:latin typeface="Segoe UI" panose="020B0502040204020203"/>
                        <a:ea typeface="Segoe UI" panose="020B0502040204020203"/>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a:latin typeface="Times New Roman" panose="02020603050405020304"/>
                          <a:ea typeface="宋体" panose="02010600030101010101" pitchFamily="2" charset="-122"/>
                        </a:rPr>
                        <a:t> </a:t>
                      </a:r>
                      <a:endParaRPr lang="en-US" altLang="zh-CN" sz="12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61340">
                <a:tc>
                  <a:txBody>
                    <a:bodyPr/>
                    <a:p>
                      <a:pPr marL="0" indent="0" algn="ctr">
                        <a:spcBef>
                          <a:spcPct val="0"/>
                        </a:spcBef>
                        <a:spcAft>
                          <a:spcPct val="0"/>
                        </a:spcAft>
                      </a:pPr>
                      <a:r>
                        <a:rPr lang="zh-CN" sz="1200">
                          <a:latin typeface="Times New Roman" panose="02020603050405020304"/>
                          <a:ea typeface="宋体" panose="02010600030101010101" pitchFamily="2" charset="-122"/>
                        </a:rPr>
                        <a:t>及格（</a:t>
                      </a:r>
                      <a:r>
                        <a:rPr lang="en-US" altLang="zh-CN" sz="1200">
                          <a:latin typeface="Times New Roman" panose="02020603050405020304"/>
                          <a:ea typeface="Times New Roman" panose="02020603050405020304"/>
                        </a:rPr>
                        <a:t>70</a:t>
                      </a:r>
                      <a:r>
                        <a:rPr lang="en-US" altLang="zh-CN" sz="1200">
                          <a:latin typeface="Times New Roman" panose="02020603050405020304"/>
                          <a:ea typeface="Times New Roman" panose="02020603050405020304"/>
                        </a:rPr>
                        <a:t>-60]</a:t>
                      </a:r>
                      <a:endParaRPr lang="en-US" altLang="zh-CN" sz="1200">
                        <a:latin typeface="Times New Roman" panose="02020603050405020304"/>
                        <a:ea typeface="Times New Roman" panose="02020603050405020304"/>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l">
                        <a:spcBef>
                          <a:spcPct val="0"/>
                        </a:spcBef>
                        <a:spcAft>
                          <a:spcPct val="0"/>
                        </a:spcAft>
                      </a:pPr>
                      <a:r>
                        <a:rPr lang="zh-CN" sz="1200">
                          <a:latin typeface="Segoe UI" panose="020B0502040204020203"/>
                          <a:ea typeface="Segoe UI" panose="020B0502040204020203"/>
                          <a:sym typeface="+mn-ea"/>
                        </a:rPr>
                        <a:t>制作</a:t>
                      </a:r>
                      <a:r>
                        <a:rPr lang="en-US" altLang="zh-CN" sz="1200">
                          <a:latin typeface="Segoe UI" panose="020B0502040204020203"/>
                          <a:ea typeface="Segoe UI" panose="020B0502040204020203"/>
                          <a:sym typeface="+mn-ea"/>
                        </a:rPr>
                        <a:t>PPT, </a:t>
                      </a:r>
                      <a:r>
                        <a:rPr lang="zh-CN" altLang="en-US" sz="1200">
                          <a:latin typeface="Segoe UI" panose="020B0502040204020203"/>
                          <a:ea typeface="宋体" panose="02010600030101010101" pitchFamily="2" charset="-122"/>
                          <a:sym typeface="+mn-ea"/>
                        </a:rPr>
                        <a:t>组内进行讨论与展示，</a:t>
                      </a:r>
                      <a:r>
                        <a:rPr lang="zh-CN" sz="1200">
                          <a:latin typeface="Segoe UI" panose="020B0502040204020203"/>
                          <a:ea typeface="Segoe UI" panose="020B0502040204020203"/>
                          <a:sym typeface="+mn-ea"/>
                        </a:rPr>
                        <a:t>能够基本阐述所讲内容，</a:t>
                      </a:r>
                      <a:r>
                        <a:rPr lang="zh-CN" sz="1200" i="0">
                          <a:latin typeface="Segoe UI" panose="020B0502040204020203"/>
                          <a:ea typeface="Segoe UI" panose="020B0502040204020203"/>
                        </a:rPr>
                        <a:t>但在表达和阐述方面不够通顺清晰，可能存在一些语病或逻辑不连贯之处，需要进一步提升语言表达能力和逻辑思维能力</a:t>
                      </a:r>
                      <a:r>
                        <a:rPr lang="zh-CN" altLang="en-US" sz="1200">
                          <a:latin typeface="Times New Roman" panose="02020603050405020304"/>
                          <a:ea typeface="宋体" panose="02010600030101010101" pitchFamily="2" charset="-122"/>
                          <a:sym typeface="+mn-ea"/>
                        </a:rPr>
                        <a:t>，且</a:t>
                      </a:r>
                      <a:r>
                        <a:rPr lang="zh-CN" altLang="en-US" sz="1200">
                          <a:latin typeface="Times New Roman" panose="02020603050405020304"/>
                          <a:ea typeface="宋体" panose="02010600030101010101" pitchFamily="2" charset="-122"/>
                          <a:sym typeface="+mn-ea"/>
                        </a:rPr>
                        <a:t>未积极参与课堂提问与互动。</a:t>
                      </a:r>
                      <a:endParaRPr lang="zh-CN" sz="1200" i="0">
                        <a:latin typeface="Segoe UI" panose="020B0502040204020203"/>
                        <a:ea typeface="Segoe UI" panose="020B0502040204020203"/>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r>
                        <a:rPr lang="en-US" altLang="zh-CN" sz="1200">
                          <a:latin typeface="Times New Roman" panose="02020603050405020304"/>
                          <a:ea typeface="宋体" panose="02010600030101010101" pitchFamily="2" charset="-122"/>
                        </a:rPr>
                        <a:t> </a:t>
                      </a:r>
                      <a:endParaRPr lang="en-US" altLang="zh-CN" sz="12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61340">
                <a:tc>
                  <a:txBody>
                    <a:bodyPr/>
                    <a:p>
                      <a:pPr marL="0" indent="0" algn="ctr">
                        <a:spcBef>
                          <a:spcPct val="0"/>
                        </a:spcBef>
                        <a:spcAft>
                          <a:spcPct val="0"/>
                        </a:spcAft>
                      </a:pPr>
                      <a:r>
                        <a:rPr lang="zh-CN" sz="1200">
                          <a:latin typeface="Times New Roman" panose="02020603050405020304"/>
                          <a:ea typeface="宋体" panose="02010600030101010101" pitchFamily="2" charset="-122"/>
                        </a:rPr>
                        <a:t>不及格（</a:t>
                      </a:r>
                      <a:r>
                        <a:rPr lang="en-US" altLang="zh-CN" sz="1200">
                          <a:latin typeface="Times New Roman" panose="02020603050405020304"/>
                          <a:ea typeface="Times New Roman" panose="02020603050405020304"/>
                        </a:rPr>
                        <a:t>&lt;60</a:t>
                      </a:r>
                      <a:r>
                        <a:rPr lang="zh-CN" sz="1200">
                          <a:latin typeface="Times New Roman" panose="02020603050405020304"/>
                          <a:ea typeface="宋体" panose="02010600030101010101" pitchFamily="2" charset="-122"/>
                        </a:rPr>
                        <a:t>）</a:t>
                      </a:r>
                      <a:endParaRPr lang="zh-CN" sz="12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l">
                        <a:spcBef>
                          <a:spcPct val="0"/>
                        </a:spcBef>
                        <a:spcAft>
                          <a:spcPct val="0"/>
                        </a:spcAft>
                      </a:pPr>
                      <a:r>
                        <a:rPr lang="zh-CN" sz="1200">
                          <a:latin typeface="Segoe UI" panose="020B0502040204020203"/>
                          <a:ea typeface="Segoe UI" panose="020B0502040204020203"/>
                          <a:sym typeface="+mn-ea"/>
                        </a:rPr>
                        <a:t>未制作</a:t>
                      </a:r>
                      <a:r>
                        <a:rPr lang="en-US" altLang="zh-CN" sz="1200">
                          <a:latin typeface="Segoe UI" panose="020B0502040204020203"/>
                          <a:ea typeface="Segoe UI" panose="020B0502040204020203"/>
                          <a:sym typeface="+mn-ea"/>
                        </a:rPr>
                        <a:t>PPT</a:t>
                      </a:r>
                      <a:r>
                        <a:rPr lang="zh-CN" altLang="en-US" sz="1200">
                          <a:latin typeface="Segoe UI" panose="020B0502040204020203"/>
                          <a:ea typeface="宋体" panose="02010600030101010101" pitchFamily="2" charset="-122"/>
                          <a:sym typeface="+mn-ea"/>
                        </a:rPr>
                        <a:t>，且未积极</a:t>
                      </a:r>
                      <a:r>
                        <a:rPr lang="zh-CN" altLang="en-US" sz="1200">
                          <a:latin typeface="Segoe UI" panose="020B0502040204020203"/>
                          <a:ea typeface="宋体" panose="02010600030101010101" pitchFamily="2" charset="-122"/>
                          <a:sym typeface="+mn-ea"/>
                        </a:rPr>
                        <a:t>参与课堂提问</a:t>
                      </a:r>
                      <a:r>
                        <a:rPr lang="en-US" altLang="zh-CN" sz="1200">
                          <a:latin typeface="Segoe UI" panose="020B0502040204020203"/>
                          <a:ea typeface="Segoe UI" panose="020B0502040204020203"/>
                          <a:sym typeface="+mn-ea"/>
                        </a:rPr>
                        <a:t> </a:t>
                      </a:r>
                      <a:r>
                        <a:rPr lang="zh-CN" sz="1200" i="0">
                          <a:latin typeface="Segoe UI" panose="020B0502040204020203"/>
                          <a:ea typeface="Segoe UI" panose="020B0502040204020203"/>
                        </a:rPr>
                        <a:t>。</a:t>
                      </a:r>
                      <a:endParaRPr lang="zh-CN" sz="1200" i="0">
                        <a:latin typeface="Segoe UI" panose="020B0502040204020203"/>
                        <a:ea typeface="Segoe UI" panose="020B0502040204020203"/>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spcBef>
                          <a:spcPct val="0"/>
                        </a:spcBef>
                        <a:spcAft>
                          <a:spcPct val="0"/>
                        </a:spcAft>
                      </a:pPr>
                      <a:endParaRPr sz="1200">
                        <a:latin typeface="Times New Roman" panose="02020603050405020304"/>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4" name="文本框 3"/>
          <p:cNvSpPr txBox="1"/>
          <p:nvPr/>
        </p:nvSpPr>
        <p:spPr>
          <a:xfrm>
            <a:off x="9292590" y="6381115"/>
            <a:ext cx="2124075" cy="414020"/>
          </a:xfrm>
          <a:prstGeom prst="rect">
            <a:avLst/>
          </a:prstGeom>
        </p:spPr>
        <p:txBody>
          <a:bodyPr wrap="square">
            <a:spAutoFit/>
          </a:bodyPr>
          <a:p>
            <a:pPr marL="0" indent="0" algn="just" defTabSz="266700">
              <a:spcBef>
                <a:spcPct val="0"/>
              </a:spcBef>
              <a:spcAft>
                <a:spcPct val="0"/>
              </a:spcAft>
            </a:pPr>
            <a:r>
              <a:rPr lang="zh-CN" altLang="en-US" sz="1600">
                <a:latin typeface="Calibri" panose="020F0502020204030204"/>
                <a:ea typeface="宋体" panose="02010600030101010101" pitchFamily="2" charset="-122"/>
              </a:rPr>
              <a:t>老师签名：</a:t>
            </a:r>
            <a:r>
              <a:rPr lang="zh-CN" altLang="en-US" sz="2100">
                <a:latin typeface="方正舒体" panose="02010601030101010101" charset="-122"/>
                <a:ea typeface="方正舒体" panose="02010601030101010101" charset="-122"/>
              </a:rPr>
              <a:t>刘建</a:t>
            </a:r>
            <a:endParaRPr lang="zh-CN" altLang="en-US" sz="2100">
              <a:latin typeface="方正舒体" panose="02010601030101010101" charset="-122"/>
              <a:ea typeface="方正舒体" panose="0201060103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矩形: 圆角 174"/>
          <p:cNvSpPr/>
          <p:nvPr>
            <p:custDataLst>
              <p:tags r:id="rId1"/>
            </p:custDataLst>
          </p:nvPr>
        </p:nvSpPr>
        <p:spPr>
          <a:xfrm>
            <a:off x="1066015" y="2955471"/>
            <a:ext cx="645242" cy="645242"/>
          </a:xfrm>
          <a:prstGeom prst="roundRect">
            <a:avLst>
              <a:gd name="adj" fmla="val 902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2" name="文本框 171"/>
          <p:cNvSpPr txBox="1"/>
          <p:nvPr>
            <p:custDataLst>
              <p:tags r:id="rId2"/>
            </p:custDataLst>
          </p:nvPr>
        </p:nvSpPr>
        <p:spPr>
          <a:xfrm>
            <a:off x="364310" y="4090237"/>
            <a:ext cx="2143985" cy="4298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mj-ea"/>
                <a:ea typeface="+mj-ea"/>
                <a:cs typeface="+mn-cs"/>
              </a:rPr>
              <a:t>***</a:t>
            </a:r>
            <a:endParaRPr kumimoji="0" lang="en-US" altLang="zh-CN" sz="2200" b="1" i="0" u="none" strike="noStrike" kern="1200" cap="none" spc="0" normalizeH="0" baseline="0" noProof="0" dirty="0">
              <a:ln>
                <a:noFill/>
              </a:ln>
              <a:solidFill>
                <a:srgbClr val="000000"/>
              </a:solidFill>
              <a:effectLst/>
              <a:uLnTx/>
              <a:uFillTx/>
              <a:latin typeface="+mj-ea"/>
              <a:ea typeface="+mj-ea"/>
              <a:cs typeface="+mn-cs"/>
            </a:endParaRPr>
          </a:p>
        </p:txBody>
      </p:sp>
      <p:sp>
        <p:nvSpPr>
          <p:cNvPr id="220" name="research_106198"/>
          <p:cNvSpPr/>
          <p:nvPr>
            <p:custDataLst>
              <p:tags r:id="rId3"/>
            </p:custDataLst>
          </p:nvPr>
        </p:nvSpPr>
        <p:spPr>
          <a:xfrm>
            <a:off x="1209900" y="3046472"/>
            <a:ext cx="357472" cy="463239"/>
          </a:xfrm>
          <a:custGeom>
            <a:avLst/>
            <a:gdLst>
              <a:gd name="connsiteX0" fmla="*/ 187633 w 468413"/>
              <a:gd name="connsiteY0" fmla="*/ 448867 h 607004"/>
              <a:gd name="connsiteX1" fmla="*/ 358190 w 468413"/>
              <a:gd name="connsiteY1" fmla="*/ 448867 h 607004"/>
              <a:gd name="connsiteX2" fmla="*/ 358190 w 468413"/>
              <a:gd name="connsiteY2" fmla="*/ 467708 h 607004"/>
              <a:gd name="connsiteX3" fmla="*/ 187633 w 468413"/>
              <a:gd name="connsiteY3" fmla="*/ 467708 h 607004"/>
              <a:gd name="connsiteX4" fmla="*/ 110153 w 468413"/>
              <a:gd name="connsiteY4" fmla="*/ 448867 h 607004"/>
              <a:gd name="connsiteX5" fmla="*/ 156656 w 468413"/>
              <a:gd name="connsiteY5" fmla="*/ 448867 h 607004"/>
              <a:gd name="connsiteX6" fmla="*/ 156656 w 468413"/>
              <a:gd name="connsiteY6" fmla="*/ 467708 h 607004"/>
              <a:gd name="connsiteX7" fmla="*/ 110153 w 468413"/>
              <a:gd name="connsiteY7" fmla="*/ 467708 h 607004"/>
              <a:gd name="connsiteX8" fmla="*/ 187633 w 468413"/>
              <a:gd name="connsiteY8" fmla="*/ 356003 h 607004"/>
              <a:gd name="connsiteX9" fmla="*/ 358190 w 468413"/>
              <a:gd name="connsiteY9" fmla="*/ 356003 h 607004"/>
              <a:gd name="connsiteX10" fmla="*/ 358190 w 468413"/>
              <a:gd name="connsiteY10" fmla="*/ 374844 h 607004"/>
              <a:gd name="connsiteX11" fmla="*/ 187633 w 468413"/>
              <a:gd name="connsiteY11" fmla="*/ 374844 h 607004"/>
              <a:gd name="connsiteX12" fmla="*/ 110153 w 468413"/>
              <a:gd name="connsiteY12" fmla="*/ 356003 h 607004"/>
              <a:gd name="connsiteX13" fmla="*/ 156656 w 468413"/>
              <a:gd name="connsiteY13" fmla="*/ 356003 h 607004"/>
              <a:gd name="connsiteX14" fmla="*/ 156656 w 468413"/>
              <a:gd name="connsiteY14" fmla="*/ 374844 h 607004"/>
              <a:gd name="connsiteX15" fmla="*/ 110153 w 468413"/>
              <a:gd name="connsiteY15" fmla="*/ 374844 h 607004"/>
              <a:gd name="connsiteX16" fmla="*/ 187633 w 468413"/>
              <a:gd name="connsiteY16" fmla="*/ 263209 h 607004"/>
              <a:gd name="connsiteX17" fmla="*/ 358190 w 468413"/>
              <a:gd name="connsiteY17" fmla="*/ 263209 h 607004"/>
              <a:gd name="connsiteX18" fmla="*/ 358190 w 468413"/>
              <a:gd name="connsiteY18" fmla="*/ 281979 h 607004"/>
              <a:gd name="connsiteX19" fmla="*/ 187633 w 468413"/>
              <a:gd name="connsiteY19" fmla="*/ 281979 h 607004"/>
              <a:gd name="connsiteX20" fmla="*/ 110153 w 468413"/>
              <a:gd name="connsiteY20" fmla="*/ 263209 h 607004"/>
              <a:gd name="connsiteX21" fmla="*/ 156656 w 468413"/>
              <a:gd name="connsiteY21" fmla="*/ 263209 h 607004"/>
              <a:gd name="connsiteX22" fmla="*/ 156656 w 468413"/>
              <a:gd name="connsiteY22" fmla="*/ 281979 h 607004"/>
              <a:gd name="connsiteX23" fmla="*/ 110153 w 468413"/>
              <a:gd name="connsiteY23" fmla="*/ 281979 h 607004"/>
              <a:gd name="connsiteX24" fmla="*/ 187633 w 468413"/>
              <a:gd name="connsiteY24" fmla="*/ 170274 h 607004"/>
              <a:gd name="connsiteX25" fmla="*/ 358190 w 468413"/>
              <a:gd name="connsiteY25" fmla="*/ 170274 h 607004"/>
              <a:gd name="connsiteX26" fmla="*/ 358190 w 468413"/>
              <a:gd name="connsiteY26" fmla="*/ 189044 h 607004"/>
              <a:gd name="connsiteX27" fmla="*/ 187633 w 468413"/>
              <a:gd name="connsiteY27" fmla="*/ 189044 h 607004"/>
              <a:gd name="connsiteX28" fmla="*/ 110153 w 468413"/>
              <a:gd name="connsiteY28" fmla="*/ 170274 h 607004"/>
              <a:gd name="connsiteX29" fmla="*/ 156656 w 468413"/>
              <a:gd name="connsiteY29" fmla="*/ 170274 h 607004"/>
              <a:gd name="connsiteX30" fmla="*/ 156656 w 468413"/>
              <a:gd name="connsiteY30" fmla="*/ 189044 h 607004"/>
              <a:gd name="connsiteX31" fmla="*/ 110153 w 468413"/>
              <a:gd name="connsiteY31" fmla="*/ 189044 h 607004"/>
              <a:gd name="connsiteX32" fmla="*/ 73013 w 468413"/>
              <a:gd name="connsiteY32" fmla="*/ 96229 h 607004"/>
              <a:gd name="connsiteX33" fmla="*/ 73013 w 468413"/>
              <a:gd name="connsiteY33" fmla="*/ 534009 h 607004"/>
              <a:gd name="connsiteX34" fmla="*/ 395306 w 468413"/>
              <a:gd name="connsiteY34" fmla="*/ 534009 h 607004"/>
              <a:gd name="connsiteX35" fmla="*/ 395306 w 468413"/>
              <a:gd name="connsiteY35" fmla="*/ 96229 h 607004"/>
              <a:gd name="connsiteX36" fmla="*/ 365724 w 468413"/>
              <a:gd name="connsiteY36" fmla="*/ 96229 h 607004"/>
              <a:gd name="connsiteX37" fmla="*/ 342737 w 468413"/>
              <a:gd name="connsiteY37" fmla="*/ 111655 h 607004"/>
              <a:gd name="connsiteX38" fmla="*/ 125676 w 468413"/>
              <a:gd name="connsiteY38" fmla="*/ 111655 h 607004"/>
              <a:gd name="connsiteX39" fmla="*/ 102595 w 468413"/>
              <a:gd name="connsiteY39" fmla="*/ 96229 h 607004"/>
              <a:gd name="connsiteX40" fmla="*/ 18842 w 468413"/>
              <a:gd name="connsiteY40" fmla="*/ 49760 h 607004"/>
              <a:gd name="connsiteX41" fmla="*/ 18842 w 468413"/>
              <a:gd name="connsiteY41" fmla="*/ 588191 h 607004"/>
              <a:gd name="connsiteX42" fmla="*/ 449571 w 468413"/>
              <a:gd name="connsiteY42" fmla="*/ 588191 h 607004"/>
              <a:gd name="connsiteX43" fmla="*/ 449571 w 468413"/>
              <a:gd name="connsiteY43" fmla="*/ 49760 h 607004"/>
              <a:gd name="connsiteX44" fmla="*/ 367608 w 468413"/>
              <a:gd name="connsiteY44" fmla="*/ 49760 h 607004"/>
              <a:gd name="connsiteX45" fmla="*/ 367608 w 468413"/>
              <a:gd name="connsiteY45" fmla="*/ 77416 h 607004"/>
              <a:gd name="connsiteX46" fmla="*/ 414148 w 468413"/>
              <a:gd name="connsiteY46" fmla="*/ 77416 h 607004"/>
              <a:gd name="connsiteX47" fmla="*/ 414148 w 468413"/>
              <a:gd name="connsiteY47" fmla="*/ 552823 h 607004"/>
              <a:gd name="connsiteX48" fmla="*/ 54171 w 468413"/>
              <a:gd name="connsiteY48" fmla="*/ 552823 h 607004"/>
              <a:gd name="connsiteX49" fmla="*/ 54171 w 468413"/>
              <a:gd name="connsiteY49" fmla="*/ 77416 h 607004"/>
              <a:gd name="connsiteX50" fmla="*/ 100710 w 468413"/>
              <a:gd name="connsiteY50" fmla="*/ 77416 h 607004"/>
              <a:gd name="connsiteX51" fmla="*/ 100710 w 468413"/>
              <a:gd name="connsiteY51" fmla="*/ 49760 h 607004"/>
              <a:gd name="connsiteX52" fmla="*/ 164417 w 468413"/>
              <a:gd name="connsiteY52" fmla="*/ 46432 h 607004"/>
              <a:gd name="connsiteX53" fmla="*/ 303925 w 468413"/>
              <a:gd name="connsiteY53" fmla="*/ 46432 h 607004"/>
              <a:gd name="connsiteX54" fmla="*/ 303925 w 468413"/>
              <a:gd name="connsiteY54" fmla="*/ 65273 h 607004"/>
              <a:gd name="connsiteX55" fmla="*/ 164417 w 468413"/>
              <a:gd name="connsiteY55" fmla="*/ 65273 h 607004"/>
              <a:gd name="connsiteX56" fmla="*/ 125676 w 468413"/>
              <a:gd name="connsiteY56" fmla="*/ 18813 h 607004"/>
              <a:gd name="connsiteX57" fmla="*/ 119552 w 468413"/>
              <a:gd name="connsiteY57" fmla="*/ 24927 h 607004"/>
              <a:gd name="connsiteX58" fmla="*/ 119552 w 468413"/>
              <a:gd name="connsiteY58" fmla="*/ 86822 h 607004"/>
              <a:gd name="connsiteX59" fmla="*/ 125676 w 468413"/>
              <a:gd name="connsiteY59" fmla="*/ 92842 h 607004"/>
              <a:gd name="connsiteX60" fmla="*/ 342737 w 468413"/>
              <a:gd name="connsiteY60" fmla="*/ 92842 h 607004"/>
              <a:gd name="connsiteX61" fmla="*/ 348766 w 468413"/>
              <a:gd name="connsiteY61" fmla="*/ 86822 h 607004"/>
              <a:gd name="connsiteX62" fmla="*/ 348766 w 468413"/>
              <a:gd name="connsiteY62" fmla="*/ 24927 h 607004"/>
              <a:gd name="connsiteX63" fmla="*/ 342737 w 468413"/>
              <a:gd name="connsiteY63" fmla="*/ 18813 h 607004"/>
              <a:gd name="connsiteX64" fmla="*/ 125676 w 468413"/>
              <a:gd name="connsiteY64" fmla="*/ 0 h 607004"/>
              <a:gd name="connsiteX65" fmla="*/ 342737 w 468413"/>
              <a:gd name="connsiteY65" fmla="*/ 0 h 607004"/>
              <a:gd name="connsiteX66" fmla="*/ 367608 w 468413"/>
              <a:gd name="connsiteY66" fmla="*/ 24927 h 607004"/>
              <a:gd name="connsiteX67" fmla="*/ 367608 w 468413"/>
              <a:gd name="connsiteY67" fmla="*/ 30947 h 607004"/>
              <a:gd name="connsiteX68" fmla="*/ 468413 w 468413"/>
              <a:gd name="connsiteY68" fmla="*/ 30947 h 607004"/>
              <a:gd name="connsiteX69" fmla="*/ 468413 w 468413"/>
              <a:gd name="connsiteY69" fmla="*/ 607004 h 607004"/>
              <a:gd name="connsiteX70" fmla="*/ 0 w 468413"/>
              <a:gd name="connsiteY70" fmla="*/ 607004 h 607004"/>
              <a:gd name="connsiteX71" fmla="*/ 0 w 468413"/>
              <a:gd name="connsiteY71" fmla="*/ 30947 h 607004"/>
              <a:gd name="connsiteX72" fmla="*/ 100710 w 468413"/>
              <a:gd name="connsiteY72" fmla="*/ 30947 h 607004"/>
              <a:gd name="connsiteX73" fmla="*/ 100710 w 468413"/>
              <a:gd name="connsiteY73" fmla="*/ 24927 h 607004"/>
              <a:gd name="connsiteX74" fmla="*/ 125676 w 468413"/>
              <a:gd name="connsiteY74"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68413" h="607004">
                <a:moveTo>
                  <a:pt x="187633" y="448867"/>
                </a:moveTo>
                <a:lnTo>
                  <a:pt x="358190" y="448867"/>
                </a:lnTo>
                <a:lnTo>
                  <a:pt x="358190" y="467708"/>
                </a:lnTo>
                <a:lnTo>
                  <a:pt x="187633" y="467708"/>
                </a:lnTo>
                <a:close/>
                <a:moveTo>
                  <a:pt x="110153" y="448867"/>
                </a:moveTo>
                <a:lnTo>
                  <a:pt x="156656" y="448867"/>
                </a:lnTo>
                <a:lnTo>
                  <a:pt x="156656" y="467708"/>
                </a:lnTo>
                <a:lnTo>
                  <a:pt x="110153" y="467708"/>
                </a:lnTo>
                <a:close/>
                <a:moveTo>
                  <a:pt x="187633" y="356003"/>
                </a:moveTo>
                <a:lnTo>
                  <a:pt x="358190" y="356003"/>
                </a:lnTo>
                <a:lnTo>
                  <a:pt x="358190" y="374844"/>
                </a:lnTo>
                <a:lnTo>
                  <a:pt x="187633" y="374844"/>
                </a:lnTo>
                <a:close/>
                <a:moveTo>
                  <a:pt x="110153" y="356003"/>
                </a:moveTo>
                <a:lnTo>
                  <a:pt x="156656" y="356003"/>
                </a:lnTo>
                <a:lnTo>
                  <a:pt x="156656" y="374844"/>
                </a:lnTo>
                <a:lnTo>
                  <a:pt x="110153" y="374844"/>
                </a:lnTo>
                <a:close/>
                <a:moveTo>
                  <a:pt x="187633" y="263209"/>
                </a:moveTo>
                <a:lnTo>
                  <a:pt x="358190" y="263209"/>
                </a:lnTo>
                <a:lnTo>
                  <a:pt x="358190" y="281979"/>
                </a:lnTo>
                <a:lnTo>
                  <a:pt x="187633" y="281979"/>
                </a:lnTo>
                <a:close/>
                <a:moveTo>
                  <a:pt x="110153" y="263209"/>
                </a:moveTo>
                <a:lnTo>
                  <a:pt x="156656" y="263209"/>
                </a:lnTo>
                <a:lnTo>
                  <a:pt x="156656" y="281979"/>
                </a:lnTo>
                <a:lnTo>
                  <a:pt x="110153" y="281979"/>
                </a:lnTo>
                <a:close/>
                <a:moveTo>
                  <a:pt x="187633" y="170274"/>
                </a:moveTo>
                <a:lnTo>
                  <a:pt x="358190" y="170274"/>
                </a:lnTo>
                <a:lnTo>
                  <a:pt x="358190" y="189044"/>
                </a:lnTo>
                <a:lnTo>
                  <a:pt x="187633" y="189044"/>
                </a:lnTo>
                <a:close/>
                <a:moveTo>
                  <a:pt x="110153" y="170274"/>
                </a:moveTo>
                <a:lnTo>
                  <a:pt x="156656" y="170274"/>
                </a:lnTo>
                <a:lnTo>
                  <a:pt x="156656" y="189044"/>
                </a:lnTo>
                <a:lnTo>
                  <a:pt x="110153" y="189044"/>
                </a:lnTo>
                <a:close/>
                <a:moveTo>
                  <a:pt x="73013" y="96229"/>
                </a:moveTo>
                <a:lnTo>
                  <a:pt x="73013" y="534009"/>
                </a:lnTo>
                <a:lnTo>
                  <a:pt x="395306" y="534009"/>
                </a:lnTo>
                <a:lnTo>
                  <a:pt x="395306" y="96229"/>
                </a:lnTo>
                <a:lnTo>
                  <a:pt x="365724" y="96229"/>
                </a:lnTo>
                <a:cubicBezTo>
                  <a:pt x="362050" y="105259"/>
                  <a:pt x="353100" y="111655"/>
                  <a:pt x="342737" y="111655"/>
                </a:cubicBezTo>
                <a:lnTo>
                  <a:pt x="125676" y="111655"/>
                </a:lnTo>
                <a:cubicBezTo>
                  <a:pt x="115219" y="111655"/>
                  <a:pt x="106269" y="105259"/>
                  <a:pt x="102595" y="96229"/>
                </a:cubicBezTo>
                <a:close/>
                <a:moveTo>
                  <a:pt x="18842" y="49760"/>
                </a:moveTo>
                <a:lnTo>
                  <a:pt x="18842" y="588191"/>
                </a:lnTo>
                <a:lnTo>
                  <a:pt x="449571" y="588191"/>
                </a:lnTo>
                <a:lnTo>
                  <a:pt x="449571" y="49760"/>
                </a:lnTo>
                <a:lnTo>
                  <a:pt x="367608" y="49760"/>
                </a:lnTo>
                <a:lnTo>
                  <a:pt x="367608" y="77416"/>
                </a:lnTo>
                <a:lnTo>
                  <a:pt x="414148" y="77416"/>
                </a:lnTo>
                <a:lnTo>
                  <a:pt x="414148" y="552823"/>
                </a:lnTo>
                <a:lnTo>
                  <a:pt x="54171" y="552823"/>
                </a:lnTo>
                <a:lnTo>
                  <a:pt x="54171" y="77416"/>
                </a:lnTo>
                <a:lnTo>
                  <a:pt x="100710" y="77416"/>
                </a:lnTo>
                <a:lnTo>
                  <a:pt x="100710" y="49760"/>
                </a:lnTo>
                <a:close/>
                <a:moveTo>
                  <a:pt x="164417" y="46432"/>
                </a:moveTo>
                <a:lnTo>
                  <a:pt x="303925" y="46432"/>
                </a:lnTo>
                <a:lnTo>
                  <a:pt x="303925" y="65273"/>
                </a:lnTo>
                <a:lnTo>
                  <a:pt x="164417" y="65273"/>
                </a:lnTo>
                <a:close/>
                <a:moveTo>
                  <a:pt x="125676" y="18813"/>
                </a:moveTo>
                <a:cubicBezTo>
                  <a:pt x="122379" y="18813"/>
                  <a:pt x="119552" y="21635"/>
                  <a:pt x="119552" y="24927"/>
                </a:cubicBezTo>
                <a:lnTo>
                  <a:pt x="119552" y="86822"/>
                </a:lnTo>
                <a:cubicBezTo>
                  <a:pt x="119552" y="90114"/>
                  <a:pt x="122379" y="92842"/>
                  <a:pt x="125676" y="92842"/>
                </a:cubicBezTo>
                <a:lnTo>
                  <a:pt x="342737" y="92842"/>
                </a:lnTo>
                <a:cubicBezTo>
                  <a:pt x="346034" y="92842"/>
                  <a:pt x="348766" y="90114"/>
                  <a:pt x="348766" y="86822"/>
                </a:cubicBezTo>
                <a:lnTo>
                  <a:pt x="348766" y="24927"/>
                </a:lnTo>
                <a:cubicBezTo>
                  <a:pt x="348766" y="21635"/>
                  <a:pt x="346034" y="18813"/>
                  <a:pt x="342737" y="18813"/>
                </a:cubicBezTo>
                <a:close/>
                <a:moveTo>
                  <a:pt x="125676" y="0"/>
                </a:moveTo>
                <a:lnTo>
                  <a:pt x="342737" y="0"/>
                </a:lnTo>
                <a:cubicBezTo>
                  <a:pt x="356397" y="0"/>
                  <a:pt x="367608" y="11194"/>
                  <a:pt x="367608" y="24927"/>
                </a:cubicBezTo>
                <a:lnTo>
                  <a:pt x="367608" y="30947"/>
                </a:lnTo>
                <a:lnTo>
                  <a:pt x="468413" y="30947"/>
                </a:lnTo>
                <a:lnTo>
                  <a:pt x="468413" y="607004"/>
                </a:lnTo>
                <a:lnTo>
                  <a:pt x="0" y="607004"/>
                </a:lnTo>
                <a:lnTo>
                  <a:pt x="0" y="30947"/>
                </a:lnTo>
                <a:lnTo>
                  <a:pt x="100710" y="30947"/>
                </a:lnTo>
                <a:lnTo>
                  <a:pt x="100710" y="24927"/>
                </a:lnTo>
                <a:cubicBezTo>
                  <a:pt x="100710" y="11194"/>
                  <a:pt x="111921" y="0"/>
                  <a:pt x="12567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05" name="矩形: 圆角 204"/>
          <p:cNvSpPr/>
          <p:nvPr>
            <p:custDataLst>
              <p:tags r:id="rId4"/>
            </p:custDataLst>
          </p:nvPr>
        </p:nvSpPr>
        <p:spPr>
          <a:xfrm>
            <a:off x="4229509" y="2955471"/>
            <a:ext cx="645242" cy="645242"/>
          </a:xfrm>
          <a:prstGeom prst="roundRect">
            <a:avLst>
              <a:gd name="adj" fmla="val 902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6" name="文本框 205"/>
          <p:cNvSpPr txBox="1"/>
          <p:nvPr>
            <p:custDataLst>
              <p:tags r:id="rId5"/>
            </p:custDataLst>
          </p:nvPr>
        </p:nvSpPr>
        <p:spPr>
          <a:xfrm>
            <a:off x="3480136" y="4090237"/>
            <a:ext cx="2143985" cy="4298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mj-ea"/>
                <a:ea typeface="+mj-ea"/>
                <a:cs typeface="+mn-cs"/>
              </a:rPr>
              <a:t>***</a:t>
            </a:r>
            <a:endParaRPr kumimoji="0" lang="en-US" altLang="zh-CN" sz="2200" b="1" i="0" u="none" strike="noStrike" kern="1200" cap="none" spc="0" normalizeH="0" baseline="0" noProof="0" dirty="0">
              <a:ln>
                <a:noFill/>
              </a:ln>
              <a:solidFill>
                <a:srgbClr val="000000"/>
              </a:solidFill>
              <a:effectLst/>
              <a:uLnTx/>
              <a:uFillTx/>
              <a:latin typeface="+mj-ea"/>
              <a:ea typeface="+mj-ea"/>
              <a:cs typeface="+mn-cs"/>
            </a:endParaRPr>
          </a:p>
        </p:txBody>
      </p:sp>
      <p:sp>
        <p:nvSpPr>
          <p:cNvPr id="221" name="research_106198"/>
          <p:cNvSpPr/>
          <p:nvPr>
            <p:custDataLst>
              <p:tags r:id="rId6"/>
            </p:custDataLst>
          </p:nvPr>
        </p:nvSpPr>
        <p:spPr>
          <a:xfrm>
            <a:off x="4387908" y="3046471"/>
            <a:ext cx="328445" cy="463239"/>
          </a:xfrm>
          <a:custGeom>
            <a:avLst/>
            <a:gdLst>
              <a:gd name="T0" fmla="*/ 0 w 9020"/>
              <a:gd name="T1" fmla="*/ 12520 h 12720"/>
              <a:gd name="T2" fmla="*/ 7870 w 9020"/>
              <a:gd name="T3" fmla="*/ 10730 h 12720"/>
              <a:gd name="T4" fmla="*/ 8820 w 9020"/>
              <a:gd name="T5" fmla="*/ 12720 h 12720"/>
              <a:gd name="T6" fmla="*/ 8610 w 9020"/>
              <a:gd name="T7" fmla="*/ 11870 h 12720"/>
              <a:gd name="T8" fmla="*/ 400 w 9020"/>
              <a:gd name="T9" fmla="*/ 11870 h 12720"/>
              <a:gd name="T10" fmla="*/ 2950 w 9020"/>
              <a:gd name="T11" fmla="*/ 6680 h 12720"/>
              <a:gd name="T12" fmla="*/ 2210 w 9020"/>
              <a:gd name="T13" fmla="*/ 5830 h 12720"/>
              <a:gd name="T14" fmla="*/ 4220 w 9020"/>
              <a:gd name="T15" fmla="*/ 5110 h 12720"/>
              <a:gd name="T16" fmla="*/ 3240 w 9020"/>
              <a:gd name="T17" fmla="*/ 6640 h 12720"/>
              <a:gd name="T18" fmla="*/ 3060 w 9020"/>
              <a:gd name="T19" fmla="*/ 6230 h 12720"/>
              <a:gd name="T20" fmla="*/ 2660 w 9020"/>
              <a:gd name="T21" fmla="*/ 5910 h 12720"/>
              <a:gd name="T22" fmla="*/ 5320 w 9020"/>
              <a:gd name="T23" fmla="*/ 2250 h 12720"/>
              <a:gd name="T24" fmla="*/ 6090 w 9020"/>
              <a:gd name="T25" fmla="*/ 970 h 12720"/>
              <a:gd name="T26" fmla="*/ 6970 w 9020"/>
              <a:gd name="T27" fmla="*/ 1680 h 12720"/>
              <a:gd name="T28" fmla="*/ 6020 w 9020"/>
              <a:gd name="T29" fmla="*/ 2750 h 12720"/>
              <a:gd name="T30" fmla="*/ 6540 w 9020"/>
              <a:gd name="T31" fmla="*/ 1600 h 12720"/>
              <a:gd name="T32" fmla="*/ 7140 w 9020"/>
              <a:gd name="T33" fmla="*/ 2020 h 12720"/>
              <a:gd name="T34" fmla="*/ 5780 w 9020"/>
              <a:gd name="T35" fmla="*/ 900 h 12720"/>
              <a:gd name="T36" fmla="*/ 6680 w 9020"/>
              <a:gd name="T37" fmla="*/ 60 h 12720"/>
              <a:gd name="T38" fmla="*/ 7820 w 9020"/>
              <a:gd name="T39" fmla="*/ 1340 h 12720"/>
              <a:gd name="T40" fmla="*/ 6270 w 9020"/>
              <a:gd name="T41" fmla="*/ 860 h 12720"/>
              <a:gd name="T42" fmla="*/ 6580 w 9020"/>
              <a:gd name="T43" fmla="*/ 500 h 12720"/>
              <a:gd name="T44" fmla="*/ 200 w 9020"/>
              <a:gd name="T45" fmla="*/ 9050 h 12720"/>
              <a:gd name="T46" fmla="*/ 200 w 9020"/>
              <a:gd name="T47" fmla="*/ 7520 h 12720"/>
              <a:gd name="T48" fmla="*/ 3710 w 9020"/>
              <a:gd name="T49" fmla="*/ 8850 h 12720"/>
              <a:gd name="T50" fmla="*/ 3310 w 9020"/>
              <a:gd name="T51" fmla="*/ 8650 h 12720"/>
              <a:gd name="T52" fmla="*/ 400 w 9020"/>
              <a:gd name="T53" fmla="*/ 8650 h 12720"/>
              <a:gd name="T54" fmla="*/ 1160 w 9020"/>
              <a:gd name="T55" fmla="*/ 11030 h 12720"/>
              <a:gd name="T56" fmla="*/ 2360 w 9020"/>
              <a:gd name="T57" fmla="*/ 8670 h 12720"/>
              <a:gd name="T58" fmla="*/ 6110 w 9020"/>
              <a:gd name="T59" fmla="*/ 6090 h 12720"/>
              <a:gd name="T60" fmla="*/ 4820 w 9020"/>
              <a:gd name="T61" fmla="*/ 4800 h 12720"/>
              <a:gd name="T62" fmla="*/ 5560 w 9020"/>
              <a:gd name="T63" fmla="*/ 4470 h 12720"/>
              <a:gd name="T64" fmla="*/ 5710 w 9020"/>
              <a:gd name="T65" fmla="*/ 3690 h 12720"/>
              <a:gd name="T66" fmla="*/ 7860 w 9020"/>
              <a:gd name="T67" fmla="*/ 4760 h 12720"/>
              <a:gd name="T68" fmla="*/ 7740 w 9020"/>
              <a:gd name="T69" fmla="*/ 11130 h 12720"/>
              <a:gd name="T70" fmla="*/ 7540 w 9020"/>
              <a:gd name="T71" fmla="*/ 5020 h 12720"/>
              <a:gd name="T72" fmla="*/ 5560 w 9020"/>
              <a:gd name="T73" fmla="*/ 4860 h 12720"/>
              <a:gd name="T74" fmla="*/ 6510 w 9020"/>
              <a:gd name="T75" fmla="*/ 5880 h 12720"/>
              <a:gd name="T76" fmla="*/ 3660 w 9020"/>
              <a:gd name="T77" fmla="*/ 9970 h 12720"/>
              <a:gd name="T78" fmla="*/ 4470 w 9020"/>
              <a:gd name="T79" fmla="*/ 5750 h 12720"/>
              <a:gd name="T80" fmla="*/ 2810 w 9020"/>
              <a:gd name="T81" fmla="*/ 4390 h 12720"/>
              <a:gd name="T82" fmla="*/ 5210 w 9020"/>
              <a:gd name="T83" fmla="*/ 1640 h 12720"/>
              <a:gd name="T84" fmla="*/ 6020 w 9020"/>
              <a:gd name="T85" fmla="*/ 3940 h 12720"/>
              <a:gd name="T86" fmla="*/ 5550 w 9020"/>
              <a:gd name="T87" fmla="*/ 3890 h 12720"/>
              <a:gd name="T88" fmla="*/ 5460 w 9020"/>
              <a:gd name="T89" fmla="*/ 4530 h 12720"/>
              <a:gd name="T90" fmla="*/ 4470 w 9020"/>
              <a:gd name="T91" fmla="*/ 5750 h 12720"/>
              <a:gd name="T92" fmla="*/ 5000 w 9020"/>
              <a:gd name="T93" fmla="*/ 4580 h 12720"/>
              <a:gd name="T94" fmla="*/ 5830 w 9020"/>
              <a:gd name="T95" fmla="*/ 3570 h 12720"/>
              <a:gd name="T96" fmla="*/ 3290 w 9020"/>
              <a:gd name="T97" fmla="*/ 4340 h 12720"/>
              <a:gd name="T98" fmla="*/ 4870 w 9020"/>
              <a:gd name="T99" fmla="*/ 4190 h 12720"/>
              <a:gd name="T100" fmla="*/ 6230 w 9020"/>
              <a:gd name="T101" fmla="*/ 4190 h 12720"/>
              <a:gd name="T102" fmla="*/ 5280 w 9020"/>
              <a:gd name="T103" fmla="*/ 4180 h 12720"/>
              <a:gd name="T104" fmla="*/ 5840 w 9020"/>
              <a:gd name="T105" fmla="*/ 4180 h 12720"/>
              <a:gd name="T106" fmla="*/ 6140 w 9020"/>
              <a:gd name="T107" fmla="*/ 10190 h 12720"/>
              <a:gd name="T108" fmla="*/ 7010 w 9020"/>
              <a:gd name="T109" fmla="*/ 9320 h 12720"/>
              <a:gd name="T110" fmla="*/ 5521 w 9020"/>
              <a:gd name="T111" fmla="*/ 9054 h 12720"/>
              <a:gd name="T112" fmla="*/ 6810 w 9020"/>
              <a:gd name="T113" fmla="*/ 9310 h 12720"/>
              <a:gd name="T114" fmla="*/ 1330 w 9020"/>
              <a:gd name="T115" fmla="*/ 11830 h 12720"/>
              <a:gd name="T116" fmla="*/ 7740 w 9020"/>
              <a:gd name="T117" fmla="*/ 11630 h 12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20" h="12720">
                <a:moveTo>
                  <a:pt x="8820" y="12720"/>
                </a:moveTo>
                <a:lnTo>
                  <a:pt x="200" y="12720"/>
                </a:lnTo>
                <a:cubicBezTo>
                  <a:pt x="90" y="12720"/>
                  <a:pt x="0" y="12630"/>
                  <a:pt x="0" y="12520"/>
                </a:cubicBezTo>
                <a:lnTo>
                  <a:pt x="0" y="11870"/>
                </a:lnTo>
                <a:cubicBezTo>
                  <a:pt x="0" y="11240"/>
                  <a:pt x="510" y="10730"/>
                  <a:pt x="1140" y="10730"/>
                </a:cubicBezTo>
                <a:lnTo>
                  <a:pt x="7870" y="10730"/>
                </a:lnTo>
                <a:cubicBezTo>
                  <a:pt x="8500" y="10730"/>
                  <a:pt x="9010" y="11240"/>
                  <a:pt x="9010" y="11870"/>
                </a:cubicBezTo>
                <a:lnTo>
                  <a:pt x="9010" y="12520"/>
                </a:lnTo>
                <a:cubicBezTo>
                  <a:pt x="9020" y="12630"/>
                  <a:pt x="8930" y="12720"/>
                  <a:pt x="8820" y="12720"/>
                </a:cubicBezTo>
                <a:close/>
                <a:moveTo>
                  <a:pt x="400" y="12320"/>
                </a:moveTo>
                <a:lnTo>
                  <a:pt x="8610" y="12320"/>
                </a:lnTo>
                <a:lnTo>
                  <a:pt x="8610" y="11870"/>
                </a:lnTo>
                <a:cubicBezTo>
                  <a:pt x="8610" y="11460"/>
                  <a:pt x="8280" y="11130"/>
                  <a:pt x="7870" y="11130"/>
                </a:cubicBezTo>
                <a:lnTo>
                  <a:pt x="1140" y="11130"/>
                </a:lnTo>
                <a:cubicBezTo>
                  <a:pt x="730" y="11130"/>
                  <a:pt x="400" y="11460"/>
                  <a:pt x="400" y="11870"/>
                </a:cubicBezTo>
                <a:lnTo>
                  <a:pt x="400" y="12320"/>
                </a:lnTo>
                <a:close/>
                <a:moveTo>
                  <a:pt x="3080" y="6720"/>
                </a:moveTo>
                <a:cubicBezTo>
                  <a:pt x="3040" y="6720"/>
                  <a:pt x="2990" y="6710"/>
                  <a:pt x="2950" y="6680"/>
                </a:cubicBezTo>
                <a:lnTo>
                  <a:pt x="2240" y="6110"/>
                </a:lnTo>
                <a:cubicBezTo>
                  <a:pt x="2200" y="6080"/>
                  <a:pt x="2170" y="6030"/>
                  <a:pt x="2170" y="5980"/>
                </a:cubicBezTo>
                <a:cubicBezTo>
                  <a:pt x="2160" y="5930"/>
                  <a:pt x="2180" y="5870"/>
                  <a:pt x="2210" y="5830"/>
                </a:cubicBezTo>
                <a:lnTo>
                  <a:pt x="3230" y="4570"/>
                </a:lnTo>
                <a:cubicBezTo>
                  <a:pt x="3300" y="4480"/>
                  <a:pt x="3430" y="4470"/>
                  <a:pt x="3510" y="4540"/>
                </a:cubicBezTo>
                <a:lnTo>
                  <a:pt x="4220" y="5110"/>
                </a:lnTo>
                <a:cubicBezTo>
                  <a:pt x="4260" y="5140"/>
                  <a:pt x="4290" y="5190"/>
                  <a:pt x="4290" y="5240"/>
                </a:cubicBezTo>
                <a:cubicBezTo>
                  <a:pt x="4300" y="5290"/>
                  <a:pt x="4280" y="5350"/>
                  <a:pt x="4250" y="5390"/>
                </a:cubicBezTo>
                <a:lnTo>
                  <a:pt x="3240" y="6640"/>
                </a:lnTo>
                <a:cubicBezTo>
                  <a:pt x="3200" y="6690"/>
                  <a:pt x="3140" y="6720"/>
                  <a:pt x="3080" y="6720"/>
                </a:cubicBezTo>
                <a:close/>
                <a:moveTo>
                  <a:pt x="2660" y="5910"/>
                </a:moveTo>
                <a:lnTo>
                  <a:pt x="3060" y="6230"/>
                </a:lnTo>
                <a:lnTo>
                  <a:pt x="3810" y="5300"/>
                </a:lnTo>
                <a:lnTo>
                  <a:pt x="3410" y="4980"/>
                </a:lnTo>
                <a:lnTo>
                  <a:pt x="2660" y="5910"/>
                </a:lnTo>
                <a:close/>
                <a:moveTo>
                  <a:pt x="6020" y="2750"/>
                </a:moveTo>
                <a:cubicBezTo>
                  <a:pt x="5970" y="2750"/>
                  <a:pt x="5930" y="2730"/>
                  <a:pt x="5890" y="2710"/>
                </a:cubicBezTo>
                <a:lnTo>
                  <a:pt x="5320" y="2250"/>
                </a:lnTo>
                <a:cubicBezTo>
                  <a:pt x="5280" y="2220"/>
                  <a:pt x="5250" y="2170"/>
                  <a:pt x="5250" y="2120"/>
                </a:cubicBezTo>
                <a:cubicBezTo>
                  <a:pt x="5240" y="2070"/>
                  <a:pt x="5260" y="2010"/>
                  <a:pt x="5290" y="1970"/>
                </a:cubicBezTo>
                <a:lnTo>
                  <a:pt x="6090" y="970"/>
                </a:lnTo>
                <a:cubicBezTo>
                  <a:pt x="6160" y="880"/>
                  <a:pt x="6290" y="870"/>
                  <a:pt x="6370" y="940"/>
                </a:cubicBezTo>
                <a:lnTo>
                  <a:pt x="6940" y="1400"/>
                </a:lnTo>
                <a:cubicBezTo>
                  <a:pt x="7030" y="1470"/>
                  <a:pt x="7040" y="1600"/>
                  <a:pt x="6970" y="1680"/>
                </a:cubicBezTo>
                <a:lnTo>
                  <a:pt x="6170" y="2680"/>
                </a:lnTo>
                <a:cubicBezTo>
                  <a:pt x="6140" y="2720"/>
                  <a:pt x="6090" y="2750"/>
                  <a:pt x="6040" y="2750"/>
                </a:cubicBezTo>
                <a:lnTo>
                  <a:pt x="6020" y="2750"/>
                </a:lnTo>
                <a:close/>
                <a:moveTo>
                  <a:pt x="5740" y="2070"/>
                </a:moveTo>
                <a:lnTo>
                  <a:pt x="5990" y="2280"/>
                </a:lnTo>
                <a:lnTo>
                  <a:pt x="6540" y="1600"/>
                </a:lnTo>
                <a:lnTo>
                  <a:pt x="6290" y="1390"/>
                </a:lnTo>
                <a:lnTo>
                  <a:pt x="5740" y="2070"/>
                </a:lnTo>
                <a:close/>
                <a:moveTo>
                  <a:pt x="7140" y="2020"/>
                </a:moveTo>
                <a:cubicBezTo>
                  <a:pt x="7100" y="2020"/>
                  <a:pt x="7050" y="2010"/>
                  <a:pt x="7010" y="1980"/>
                </a:cubicBezTo>
                <a:lnTo>
                  <a:pt x="5850" y="1040"/>
                </a:lnTo>
                <a:cubicBezTo>
                  <a:pt x="5810" y="1010"/>
                  <a:pt x="5780" y="960"/>
                  <a:pt x="5780" y="900"/>
                </a:cubicBezTo>
                <a:cubicBezTo>
                  <a:pt x="5780" y="850"/>
                  <a:pt x="5790" y="790"/>
                  <a:pt x="5830" y="750"/>
                </a:cubicBezTo>
                <a:lnTo>
                  <a:pt x="6400" y="90"/>
                </a:lnTo>
                <a:cubicBezTo>
                  <a:pt x="6470" y="10"/>
                  <a:pt x="6590" y="0"/>
                  <a:pt x="6680" y="60"/>
                </a:cubicBezTo>
                <a:lnTo>
                  <a:pt x="7840" y="1000"/>
                </a:lnTo>
                <a:cubicBezTo>
                  <a:pt x="7930" y="1070"/>
                  <a:pt x="7940" y="1200"/>
                  <a:pt x="7870" y="1280"/>
                </a:cubicBezTo>
                <a:lnTo>
                  <a:pt x="7820" y="1340"/>
                </a:lnTo>
                <a:lnTo>
                  <a:pt x="7300" y="1950"/>
                </a:lnTo>
                <a:cubicBezTo>
                  <a:pt x="7260" y="2000"/>
                  <a:pt x="7200" y="2020"/>
                  <a:pt x="7140" y="2020"/>
                </a:cubicBezTo>
                <a:close/>
                <a:moveTo>
                  <a:pt x="6270" y="860"/>
                </a:moveTo>
                <a:lnTo>
                  <a:pt x="7120" y="1550"/>
                </a:lnTo>
                <a:lnTo>
                  <a:pt x="7430" y="1190"/>
                </a:lnTo>
                <a:lnTo>
                  <a:pt x="6580" y="500"/>
                </a:lnTo>
                <a:lnTo>
                  <a:pt x="6270" y="860"/>
                </a:lnTo>
                <a:close/>
                <a:moveTo>
                  <a:pt x="3520" y="9050"/>
                </a:moveTo>
                <a:lnTo>
                  <a:pt x="200" y="9050"/>
                </a:lnTo>
                <a:cubicBezTo>
                  <a:pt x="90" y="9050"/>
                  <a:pt x="0" y="8960"/>
                  <a:pt x="0" y="8850"/>
                </a:cubicBezTo>
                <a:lnTo>
                  <a:pt x="0" y="7720"/>
                </a:lnTo>
                <a:cubicBezTo>
                  <a:pt x="0" y="7610"/>
                  <a:pt x="90" y="7520"/>
                  <a:pt x="200" y="7520"/>
                </a:cubicBezTo>
                <a:lnTo>
                  <a:pt x="3510" y="7520"/>
                </a:lnTo>
                <a:cubicBezTo>
                  <a:pt x="3620" y="7520"/>
                  <a:pt x="3710" y="7610"/>
                  <a:pt x="3710" y="7720"/>
                </a:cubicBezTo>
                <a:lnTo>
                  <a:pt x="3710" y="8850"/>
                </a:lnTo>
                <a:cubicBezTo>
                  <a:pt x="3720" y="8960"/>
                  <a:pt x="3630" y="9050"/>
                  <a:pt x="3520" y="9050"/>
                </a:cubicBezTo>
                <a:close/>
                <a:moveTo>
                  <a:pt x="400" y="8650"/>
                </a:moveTo>
                <a:lnTo>
                  <a:pt x="3310" y="8650"/>
                </a:lnTo>
                <a:lnTo>
                  <a:pt x="3310" y="7920"/>
                </a:lnTo>
                <a:lnTo>
                  <a:pt x="400" y="7920"/>
                </a:lnTo>
                <a:lnTo>
                  <a:pt x="400" y="8650"/>
                </a:lnTo>
                <a:close/>
                <a:moveTo>
                  <a:pt x="7740" y="11130"/>
                </a:moveTo>
                <a:lnTo>
                  <a:pt x="1330" y="11130"/>
                </a:lnTo>
                <a:cubicBezTo>
                  <a:pt x="1260" y="11130"/>
                  <a:pt x="1200" y="11090"/>
                  <a:pt x="1160" y="11030"/>
                </a:cubicBezTo>
                <a:cubicBezTo>
                  <a:pt x="1120" y="10970"/>
                  <a:pt x="1120" y="10900"/>
                  <a:pt x="1150" y="10830"/>
                </a:cubicBezTo>
                <a:lnTo>
                  <a:pt x="2230" y="8770"/>
                </a:lnTo>
                <a:cubicBezTo>
                  <a:pt x="2260" y="8720"/>
                  <a:pt x="2300" y="8680"/>
                  <a:pt x="2360" y="8670"/>
                </a:cubicBezTo>
                <a:cubicBezTo>
                  <a:pt x="2420" y="8660"/>
                  <a:pt x="2470" y="8670"/>
                  <a:pt x="2520" y="8700"/>
                </a:cubicBezTo>
                <a:lnTo>
                  <a:pt x="3720" y="9530"/>
                </a:lnTo>
                <a:lnTo>
                  <a:pt x="6110" y="6090"/>
                </a:lnTo>
                <a:lnTo>
                  <a:pt x="4850" y="5080"/>
                </a:lnTo>
                <a:cubicBezTo>
                  <a:pt x="4810" y="5050"/>
                  <a:pt x="4780" y="5000"/>
                  <a:pt x="4780" y="4950"/>
                </a:cubicBezTo>
                <a:cubicBezTo>
                  <a:pt x="4770" y="4900"/>
                  <a:pt x="4790" y="4840"/>
                  <a:pt x="4820" y="4800"/>
                </a:cubicBezTo>
                <a:lnTo>
                  <a:pt x="5110" y="4440"/>
                </a:lnTo>
                <a:cubicBezTo>
                  <a:pt x="5180" y="4360"/>
                  <a:pt x="5300" y="4340"/>
                  <a:pt x="5390" y="4410"/>
                </a:cubicBezTo>
                <a:cubicBezTo>
                  <a:pt x="5430" y="4440"/>
                  <a:pt x="5480" y="4470"/>
                  <a:pt x="5560" y="4470"/>
                </a:cubicBezTo>
                <a:cubicBezTo>
                  <a:pt x="5720" y="4470"/>
                  <a:pt x="5840" y="4340"/>
                  <a:pt x="5840" y="4190"/>
                </a:cubicBezTo>
                <a:cubicBezTo>
                  <a:pt x="5840" y="4110"/>
                  <a:pt x="5800" y="4030"/>
                  <a:pt x="5740" y="3970"/>
                </a:cubicBezTo>
                <a:cubicBezTo>
                  <a:pt x="5660" y="3900"/>
                  <a:pt x="5650" y="3780"/>
                  <a:pt x="5710" y="3690"/>
                </a:cubicBezTo>
                <a:lnTo>
                  <a:pt x="5890" y="3470"/>
                </a:lnTo>
                <a:cubicBezTo>
                  <a:pt x="5960" y="3380"/>
                  <a:pt x="6080" y="3370"/>
                  <a:pt x="6170" y="3440"/>
                </a:cubicBezTo>
                <a:lnTo>
                  <a:pt x="7860" y="4760"/>
                </a:lnTo>
                <a:cubicBezTo>
                  <a:pt x="7910" y="4800"/>
                  <a:pt x="7940" y="4860"/>
                  <a:pt x="7940" y="4920"/>
                </a:cubicBezTo>
                <a:lnTo>
                  <a:pt x="7940" y="10930"/>
                </a:lnTo>
                <a:cubicBezTo>
                  <a:pt x="7940" y="11040"/>
                  <a:pt x="7850" y="11130"/>
                  <a:pt x="7740" y="11130"/>
                </a:cubicBezTo>
                <a:close/>
                <a:moveTo>
                  <a:pt x="1660" y="10730"/>
                </a:moveTo>
                <a:lnTo>
                  <a:pt x="7540" y="10730"/>
                </a:lnTo>
                <a:lnTo>
                  <a:pt x="7540" y="5020"/>
                </a:lnTo>
                <a:lnTo>
                  <a:pt x="6210" y="3980"/>
                </a:lnTo>
                <a:cubicBezTo>
                  <a:pt x="6230" y="4040"/>
                  <a:pt x="6240" y="4110"/>
                  <a:pt x="6240" y="4180"/>
                </a:cubicBezTo>
                <a:cubicBezTo>
                  <a:pt x="6240" y="4560"/>
                  <a:pt x="5930" y="4860"/>
                  <a:pt x="5560" y="4860"/>
                </a:cubicBezTo>
                <a:cubicBezTo>
                  <a:pt x="5480" y="4860"/>
                  <a:pt x="5390" y="4840"/>
                  <a:pt x="5320" y="4810"/>
                </a:cubicBezTo>
                <a:lnTo>
                  <a:pt x="5260" y="4880"/>
                </a:lnTo>
                <a:lnTo>
                  <a:pt x="6510" y="5880"/>
                </a:lnTo>
                <a:cubicBezTo>
                  <a:pt x="6590" y="5950"/>
                  <a:pt x="6610" y="6060"/>
                  <a:pt x="6550" y="6150"/>
                </a:cubicBezTo>
                <a:lnTo>
                  <a:pt x="3940" y="9920"/>
                </a:lnTo>
                <a:cubicBezTo>
                  <a:pt x="3880" y="10010"/>
                  <a:pt x="3750" y="10030"/>
                  <a:pt x="3660" y="9970"/>
                </a:cubicBezTo>
                <a:lnTo>
                  <a:pt x="2480" y="9150"/>
                </a:lnTo>
                <a:lnTo>
                  <a:pt x="1660" y="10730"/>
                </a:lnTo>
                <a:close/>
                <a:moveTo>
                  <a:pt x="4470" y="5750"/>
                </a:moveTo>
                <a:cubicBezTo>
                  <a:pt x="4430" y="5750"/>
                  <a:pt x="4380" y="5740"/>
                  <a:pt x="4340" y="5710"/>
                </a:cubicBezTo>
                <a:lnTo>
                  <a:pt x="2880" y="4520"/>
                </a:lnTo>
                <a:cubicBezTo>
                  <a:pt x="2840" y="4490"/>
                  <a:pt x="2810" y="4440"/>
                  <a:pt x="2810" y="4390"/>
                </a:cubicBezTo>
                <a:cubicBezTo>
                  <a:pt x="2800" y="4340"/>
                  <a:pt x="2820" y="4280"/>
                  <a:pt x="2850" y="4240"/>
                </a:cubicBezTo>
                <a:lnTo>
                  <a:pt x="4930" y="1670"/>
                </a:lnTo>
                <a:cubicBezTo>
                  <a:pt x="5000" y="1580"/>
                  <a:pt x="5130" y="1570"/>
                  <a:pt x="5210" y="1640"/>
                </a:cubicBezTo>
                <a:lnTo>
                  <a:pt x="6670" y="2820"/>
                </a:lnTo>
                <a:cubicBezTo>
                  <a:pt x="6760" y="2890"/>
                  <a:pt x="6770" y="3020"/>
                  <a:pt x="6700" y="3100"/>
                </a:cubicBezTo>
                <a:lnTo>
                  <a:pt x="6020" y="3940"/>
                </a:lnTo>
                <a:cubicBezTo>
                  <a:pt x="5990" y="3980"/>
                  <a:pt x="5940" y="4010"/>
                  <a:pt x="5880" y="4010"/>
                </a:cubicBezTo>
                <a:cubicBezTo>
                  <a:pt x="5830" y="4020"/>
                  <a:pt x="5770" y="4000"/>
                  <a:pt x="5730" y="3960"/>
                </a:cubicBezTo>
                <a:cubicBezTo>
                  <a:pt x="5690" y="3930"/>
                  <a:pt x="5630" y="3890"/>
                  <a:pt x="5550" y="3890"/>
                </a:cubicBezTo>
                <a:cubicBezTo>
                  <a:pt x="5390" y="3890"/>
                  <a:pt x="5270" y="4020"/>
                  <a:pt x="5270" y="4170"/>
                </a:cubicBezTo>
                <a:cubicBezTo>
                  <a:pt x="5270" y="4260"/>
                  <a:pt x="5310" y="4340"/>
                  <a:pt x="5380" y="4390"/>
                </a:cubicBezTo>
                <a:cubicBezTo>
                  <a:pt x="5420" y="4420"/>
                  <a:pt x="5450" y="4470"/>
                  <a:pt x="5460" y="4530"/>
                </a:cubicBezTo>
                <a:cubicBezTo>
                  <a:pt x="5470" y="4590"/>
                  <a:pt x="5450" y="4640"/>
                  <a:pt x="5420" y="4680"/>
                </a:cubicBezTo>
                <a:lnTo>
                  <a:pt x="4620" y="5670"/>
                </a:lnTo>
                <a:cubicBezTo>
                  <a:pt x="4580" y="5720"/>
                  <a:pt x="4530" y="5750"/>
                  <a:pt x="4470" y="5750"/>
                </a:cubicBezTo>
                <a:close/>
                <a:moveTo>
                  <a:pt x="3290" y="4340"/>
                </a:moveTo>
                <a:lnTo>
                  <a:pt x="4440" y="5270"/>
                </a:lnTo>
                <a:lnTo>
                  <a:pt x="5000" y="4580"/>
                </a:lnTo>
                <a:cubicBezTo>
                  <a:pt x="4920" y="4470"/>
                  <a:pt x="4880" y="4330"/>
                  <a:pt x="4880" y="4190"/>
                </a:cubicBezTo>
                <a:cubicBezTo>
                  <a:pt x="4880" y="3810"/>
                  <a:pt x="5190" y="3510"/>
                  <a:pt x="5560" y="3510"/>
                </a:cubicBezTo>
                <a:cubicBezTo>
                  <a:pt x="5650" y="3510"/>
                  <a:pt x="5740" y="3530"/>
                  <a:pt x="5830" y="3570"/>
                </a:cubicBezTo>
                <a:lnTo>
                  <a:pt x="6270" y="3020"/>
                </a:lnTo>
                <a:lnTo>
                  <a:pt x="5110" y="2070"/>
                </a:lnTo>
                <a:lnTo>
                  <a:pt x="3290" y="4340"/>
                </a:lnTo>
                <a:close/>
                <a:moveTo>
                  <a:pt x="5560" y="4870"/>
                </a:moveTo>
                <a:cubicBezTo>
                  <a:pt x="5410" y="4870"/>
                  <a:pt x="5260" y="4820"/>
                  <a:pt x="5140" y="4730"/>
                </a:cubicBezTo>
                <a:cubicBezTo>
                  <a:pt x="4970" y="4600"/>
                  <a:pt x="4870" y="4400"/>
                  <a:pt x="4870" y="4190"/>
                </a:cubicBezTo>
                <a:cubicBezTo>
                  <a:pt x="4870" y="3810"/>
                  <a:pt x="5180" y="3510"/>
                  <a:pt x="5550" y="3510"/>
                </a:cubicBezTo>
                <a:cubicBezTo>
                  <a:pt x="5710" y="3510"/>
                  <a:pt x="5870" y="3570"/>
                  <a:pt x="5990" y="3670"/>
                </a:cubicBezTo>
                <a:cubicBezTo>
                  <a:pt x="6140" y="3800"/>
                  <a:pt x="6230" y="3990"/>
                  <a:pt x="6230" y="4190"/>
                </a:cubicBezTo>
                <a:cubicBezTo>
                  <a:pt x="6240" y="4560"/>
                  <a:pt x="5940" y="4870"/>
                  <a:pt x="5560" y="4870"/>
                </a:cubicBezTo>
                <a:close/>
                <a:moveTo>
                  <a:pt x="5560" y="3900"/>
                </a:moveTo>
                <a:cubicBezTo>
                  <a:pt x="5400" y="3900"/>
                  <a:pt x="5280" y="4030"/>
                  <a:pt x="5280" y="4180"/>
                </a:cubicBezTo>
                <a:cubicBezTo>
                  <a:pt x="5280" y="4270"/>
                  <a:pt x="5320" y="4350"/>
                  <a:pt x="5390" y="4400"/>
                </a:cubicBezTo>
                <a:cubicBezTo>
                  <a:pt x="5430" y="4430"/>
                  <a:pt x="5480" y="4460"/>
                  <a:pt x="5560" y="4460"/>
                </a:cubicBezTo>
                <a:cubicBezTo>
                  <a:pt x="5720" y="4460"/>
                  <a:pt x="5840" y="4330"/>
                  <a:pt x="5840" y="4180"/>
                </a:cubicBezTo>
                <a:cubicBezTo>
                  <a:pt x="5840" y="4100"/>
                  <a:pt x="5800" y="4020"/>
                  <a:pt x="5740" y="3960"/>
                </a:cubicBezTo>
                <a:cubicBezTo>
                  <a:pt x="5700" y="3930"/>
                  <a:pt x="5640" y="3900"/>
                  <a:pt x="5560" y="3900"/>
                </a:cubicBezTo>
                <a:close/>
                <a:moveTo>
                  <a:pt x="6140" y="10190"/>
                </a:moveTo>
                <a:cubicBezTo>
                  <a:pt x="5660" y="10190"/>
                  <a:pt x="5270" y="9800"/>
                  <a:pt x="5270" y="9320"/>
                </a:cubicBezTo>
                <a:cubicBezTo>
                  <a:pt x="5270" y="8840"/>
                  <a:pt x="5660" y="8450"/>
                  <a:pt x="6140" y="8450"/>
                </a:cubicBezTo>
                <a:cubicBezTo>
                  <a:pt x="6620" y="8450"/>
                  <a:pt x="7010" y="8840"/>
                  <a:pt x="7010" y="9320"/>
                </a:cubicBezTo>
                <a:cubicBezTo>
                  <a:pt x="7020" y="9800"/>
                  <a:pt x="6630" y="10190"/>
                  <a:pt x="6140" y="10190"/>
                </a:cubicBezTo>
                <a:close/>
                <a:moveTo>
                  <a:pt x="6140" y="8640"/>
                </a:moveTo>
                <a:cubicBezTo>
                  <a:pt x="5869" y="8640"/>
                  <a:pt x="5625" y="8803"/>
                  <a:pt x="5521" y="9054"/>
                </a:cubicBezTo>
                <a:cubicBezTo>
                  <a:pt x="5417" y="9304"/>
                  <a:pt x="5475" y="9592"/>
                  <a:pt x="5666" y="9784"/>
                </a:cubicBezTo>
                <a:cubicBezTo>
                  <a:pt x="5858" y="9975"/>
                  <a:pt x="6146" y="10033"/>
                  <a:pt x="6396" y="9929"/>
                </a:cubicBezTo>
                <a:cubicBezTo>
                  <a:pt x="6647" y="9825"/>
                  <a:pt x="6810" y="9581"/>
                  <a:pt x="6810" y="9310"/>
                </a:cubicBezTo>
                <a:cubicBezTo>
                  <a:pt x="6820" y="8940"/>
                  <a:pt x="6520" y="8640"/>
                  <a:pt x="6140" y="8640"/>
                </a:cubicBezTo>
                <a:close/>
                <a:moveTo>
                  <a:pt x="7740" y="11830"/>
                </a:moveTo>
                <a:lnTo>
                  <a:pt x="1330" y="11830"/>
                </a:lnTo>
                <a:cubicBezTo>
                  <a:pt x="1270" y="11830"/>
                  <a:pt x="1230" y="11790"/>
                  <a:pt x="1230" y="11730"/>
                </a:cubicBezTo>
                <a:cubicBezTo>
                  <a:pt x="1230" y="11670"/>
                  <a:pt x="1270" y="11630"/>
                  <a:pt x="1330" y="11630"/>
                </a:cubicBezTo>
                <a:lnTo>
                  <a:pt x="7740" y="11630"/>
                </a:lnTo>
                <a:cubicBezTo>
                  <a:pt x="7800" y="11630"/>
                  <a:pt x="7840" y="11670"/>
                  <a:pt x="7840" y="11730"/>
                </a:cubicBezTo>
                <a:cubicBezTo>
                  <a:pt x="7840" y="11780"/>
                  <a:pt x="7790" y="11830"/>
                  <a:pt x="7740" y="1183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09" name="矩形: 圆角 208"/>
          <p:cNvSpPr/>
          <p:nvPr>
            <p:custDataLst>
              <p:tags r:id="rId7"/>
            </p:custDataLst>
          </p:nvPr>
        </p:nvSpPr>
        <p:spPr>
          <a:xfrm>
            <a:off x="7314466" y="3017729"/>
            <a:ext cx="645242" cy="645242"/>
          </a:xfrm>
          <a:prstGeom prst="roundRect">
            <a:avLst>
              <a:gd name="adj" fmla="val 902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0" name="文本框 209"/>
          <p:cNvSpPr txBox="1"/>
          <p:nvPr>
            <p:custDataLst>
              <p:tags r:id="rId8"/>
            </p:custDataLst>
          </p:nvPr>
        </p:nvSpPr>
        <p:spPr>
          <a:xfrm>
            <a:off x="6567880" y="4090236"/>
            <a:ext cx="2143985" cy="4298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mj-ea"/>
                <a:ea typeface="+mj-ea"/>
                <a:cs typeface="+mn-cs"/>
              </a:rPr>
              <a:t>***</a:t>
            </a:r>
            <a:endParaRPr kumimoji="0" lang="en-US" altLang="zh-CN" sz="2200" b="1" i="0" u="none" strike="noStrike" kern="1200" cap="none" spc="0" normalizeH="0" baseline="0" noProof="0" dirty="0">
              <a:ln>
                <a:noFill/>
              </a:ln>
              <a:solidFill>
                <a:srgbClr val="000000"/>
              </a:solidFill>
              <a:effectLst/>
              <a:uLnTx/>
              <a:uFillTx/>
              <a:latin typeface="+mj-ea"/>
              <a:ea typeface="+mj-ea"/>
              <a:cs typeface="+mn-cs"/>
            </a:endParaRPr>
          </a:p>
        </p:txBody>
      </p:sp>
      <p:sp>
        <p:nvSpPr>
          <p:cNvPr id="222" name="research_106198"/>
          <p:cNvSpPr/>
          <p:nvPr>
            <p:custDataLst>
              <p:tags r:id="rId9"/>
            </p:custDataLst>
          </p:nvPr>
        </p:nvSpPr>
        <p:spPr>
          <a:xfrm>
            <a:off x="7405468" y="3108729"/>
            <a:ext cx="463239" cy="457227"/>
          </a:xfrm>
          <a:custGeom>
            <a:avLst/>
            <a:gdLst>
              <a:gd name="connsiteX0" fmla="*/ 274567 w 432437"/>
              <a:gd name="connsiteY0" fmla="*/ 347163 h 426825"/>
              <a:gd name="connsiteX1" fmla="*/ 295552 w 432437"/>
              <a:gd name="connsiteY1" fmla="*/ 347163 h 426825"/>
              <a:gd name="connsiteX2" fmla="*/ 349003 w 432437"/>
              <a:gd name="connsiteY2" fmla="*/ 413395 h 426825"/>
              <a:gd name="connsiteX3" fmla="*/ 348047 w 432437"/>
              <a:gd name="connsiteY3" fmla="*/ 424913 h 426825"/>
              <a:gd name="connsiteX4" fmla="*/ 342312 w 432437"/>
              <a:gd name="connsiteY4" fmla="*/ 426825 h 426825"/>
              <a:gd name="connsiteX5" fmla="*/ 335578 w 432437"/>
              <a:gd name="connsiteY5" fmla="*/ 423957 h 426825"/>
              <a:gd name="connsiteX6" fmla="*/ 139097 w 432437"/>
              <a:gd name="connsiteY6" fmla="*/ 347163 h 426825"/>
              <a:gd name="connsiteX7" fmla="*/ 159837 w 432437"/>
              <a:gd name="connsiteY7" fmla="*/ 347163 h 426825"/>
              <a:gd name="connsiteX8" fmla="*/ 99706 w 432437"/>
              <a:gd name="connsiteY8" fmla="*/ 423957 h 426825"/>
              <a:gd name="connsiteX9" fmla="*/ 93015 w 432437"/>
              <a:gd name="connsiteY9" fmla="*/ 426825 h 426825"/>
              <a:gd name="connsiteX10" fmla="*/ 88192 w 432437"/>
              <a:gd name="connsiteY10" fmla="*/ 424913 h 426825"/>
              <a:gd name="connsiteX11" fmla="*/ 87236 w 432437"/>
              <a:gd name="connsiteY11" fmla="*/ 413395 h 426825"/>
              <a:gd name="connsiteX12" fmla="*/ 394044 w 432437"/>
              <a:gd name="connsiteY12" fmla="*/ 296364 h 426825"/>
              <a:gd name="connsiteX13" fmla="*/ 394159 w 432437"/>
              <a:gd name="connsiteY13" fmla="*/ 296364 h 426825"/>
              <a:gd name="connsiteX14" fmla="*/ 394098 w 432437"/>
              <a:gd name="connsiteY14" fmla="*/ 296418 h 426825"/>
              <a:gd name="connsiteX15" fmla="*/ 31587 w 432437"/>
              <a:gd name="connsiteY15" fmla="*/ 296364 h 426825"/>
              <a:gd name="connsiteX16" fmla="*/ 33602 w 432437"/>
              <a:gd name="connsiteY16" fmla="*/ 296364 h 426825"/>
              <a:gd name="connsiteX17" fmla="*/ 32592 w 432437"/>
              <a:gd name="connsiteY17" fmla="*/ 297374 h 426825"/>
              <a:gd name="connsiteX18" fmla="*/ 41239 w 432437"/>
              <a:gd name="connsiteY18" fmla="*/ 279069 h 426825"/>
              <a:gd name="connsiteX19" fmla="*/ 385495 w 432437"/>
              <a:gd name="connsiteY19" fmla="*/ 279069 h 426825"/>
              <a:gd name="connsiteX20" fmla="*/ 385495 w 432437"/>
              <a:gd name="connsiteY20" fmla="*/ 287770 h 426825"/>
              <a:gd name="connsiteX21" fmla="*/ 394044 w 432437"/>
              <a:gd name="connsiteY21" fmla="*/ 296364 h 426825"/>
              <a:gd name="connsiteX22" fmla="*/ 33602 w 432437"/>
              <a:gd name="connsiteY22" fmla="*/ 296364 h 426825"/>
              <a:gd name="connsiteX23" fmla="*/ 41239 w 432437"/>
              <a:gd name="connsiteY23" fmla="*/ 288726 h 426825"/>
              <a:gd name="connsiteX24" fmla="*/ 8646 w 432437"/>
              <a:gd name="connsiteY24" fmla="*/ 279069 h 426825"/>
              <a:gd name="connsiteX25" fmla="*/ 23989 w 432437"/>
              <a:gd name="connsiteY25" fmla="*/ 279069 h 426825"/>
              <a:gd name="connsiteX26" fmla="*/ 23989 w 432437"/>
              <a:gd name="connsiteY26" fmla="*/ 288726 h 426825"/>
              <a:gd name="connsiteX27" fmla="*/ 31587 w 432437"/>
              <a:gd name="connsiteY27" fmla="*/ 296364 h 426825"/>
              <a:gd name="connsiteX28" fmla="*/ 16293 w 432437"/>
              <a:gd name="connsiteY28" fmla="*/ 296364 h 426825"/>
              <a:gd name="connsiteX29" fmla="*/ 16293 w 432437"/>
              <a:gd name="connsiteY29" fmla="*/ 330867 h 426825"/>
              <a:gd name="connsiteX30" fmla="*/ 414232 w 432437"/>
              <a:gd name="connsiteY30" fmla="*/ 330867 h 426825"/>
              <a:gd name="connsiteX31" fmla="*/ 414232 w 432437"/>
              <a:gd name="connsiteY31" fmla="*/ 296364 h 426825"/>
              <a:gd name="connsiteX32" fmla="*/ 394159 w 432437"/>
              <a:gd name="connsiteY32" fmla="*/ 296364 h 426825"/>
              <a:gd name="connsiteX33" fmla="*/ 402745 w 432437"/>
              <a:gd name="connsiteY33" fmla="*/ 288726 h 426825"/>
              <a:gd name="connsiteX34" fmla="*/ 402745 w 432437"/>
              <a:gd name="connsiteY34" fmla="*/ 279069 h 426825"/>
              <a:gd name="connsiteX35" fmla="*/ 423791 w 432437"/>
              <a:gd name="connsiteY35" fmla="*/ 279069 h 426825"/>
              <a:gd name="connsiteX36" fmla="*/ 432437 w 432437"/>
              <a:gd name="connsiteY36" fmla="*/ 287716 h 426825"/>
              <a:gd name="connsiteX37" fmla="*/ 432437 w 432437"/>
              <a:gd name="connsiteY37" fmla="*/ 338559 h 426825"/>
              <a:gd name="connsiteX38" fmla="*/ 422835 w 432437"/>
              <a:gd name="connsiteY38" fmla="*/ 347163 h 426825"/>
              <a:gd name="connsiteX39" fmla="*/ 295552 w 432437"/>
              <a:gd name="connsiteY39" fmla="*/ 347163 h 426825"/>
              <a:gd name="connsiteX40" fmla="*/ 284745 w 432437"/>
              <a:gd name="connsiteY40" fmla="*/ 333772 h 426825"/>
              <a:gd name="connsiteX41" fmla="*/ 273275 w 432437"/>
              <a:gd name="connsiteY41" fmla="*/ 332816 h 426825"/>
              <a:gd name="connsiteX42" fmla="*/ 272319 w 432437"/>
              <a:gd name="connsiteY42" fmla="*/ 344334 h 426825"/>
              <a:gd name="connsiteX43" fmla="*/ 274567 w 432437"/>
              <a:gd name="connsiteY43" fmla="*/ 347163 h 426825"/>
              <a:gd name="connsiteX44" fmla="*/ 159837 w 432437"/>
              <a:gd name="connsiteY44" fmla="*/ 347163 h 426825"/>
              <a:gd name="connsiteX45" fmla="*/ 162052 w 432437"/>
              <a:gd name="connsiteY45" fmla="*/ 344334 h 426825"/>
              <a:gd name="connsiteX46" fmla="*/ 161096 w 432437"/>
              <a:gd name="connsiteY46" fmla="*/ 332816 h 426825"/>
              <a:gd name="connsiteX47" fmla="*/ 149582 w 432437"/>
              <a:gd name="connsiteY47" fmla="*/ 333772 h 426825"/>
              <a:gd name="connsiteX48" fmla="*/ 139097 w 432437"/>
              <a:gd name="connsiteY48" fmla="*/ 347163 h 426825"/>
              <a:gd name="connsiteX49" fmla="*/ 8646 w 432437"/>
              <a:gd name="connsiteY49" fmla="*/ 347163 h 426825"/>
              <a:gd name="connsiteX50" fmla="*/ 0 w 432437"/>
              <a:gd name="connsiteY50" fmla="*/ 338559 h 426825"/>
              <a:gd name="connsiteX51" fmla="*/ 0 w 432437"/>
              <a:gd name="connsiteY51" fmla="*/ 287716 h 426825"/>
              <a:gd name="connsiteX52" fmla="*/ 8646 w 432437"/>
              <a:gd name="connsiteY52" fmla="*/ 279069 h 426825"/>
              <a:gd name="connsiteX53" fmla="*/ 93024 w 432437"/>
              <a:gd name="connsiteY53" fmla="*/ 209090 h 426825"/>
              <a:gd name="connsiteX54" fmla="*/ 83423 w 432437"/>
              <a:gd name="connsiteY54" fmla="*/ 218693 h 426825"/>
              <a:gd name="connsiteX55" fmla="*/ 93024 w 432437"/>
              <a:gd name="connsiteY55" fmla="*/ 228295 h 426825"/>
              <a:gd name="connsiteX56" fmla="*/ 102583 w 432437"/>
              <a:gd name="connsiteY56" fmla="*/ 218693 h 426825"/>
              <a:gd name="connsiteX57" fmla="*/ 93024 w 432437"/>
              <a:gd name="connsiteY57" fmla="*/ 209090 h 426825"/>
              <a:gd name="connsiteX58" fmla="*/ 93024 w 432437"/>
              <a:gd name="connsiteY58" fmla="*/ 192797 h 426825"/>
              <a:gd name="connsiteX59" fmla="*/ 105915 w 432437"/>
              <a:gd name="connsiteY59" fmla="*/ 198299 h 426825"/>
              <a:gd name="connsiteX60" fmla="*/ 102573 w 432437"/>
              <a:gd name="connsiteY60" fmla="*/ 202386 h 426825"/>
              <a:gd name="connsiteX61" fmla="*/ 103529 w 432437"/>
              <a:gd name="connsiteY61" fmla="*/ 213904 h 426825"/>
              <a:gd name="connsiteX62" fmla="*/ 109307 w 432437"/>
              <a:gd name="connsiteY62" fmla="*/ 215816 h 426825"/>
              <a:gd name="connsiteX63" fmla="*/ 115042 w 432437"/>
              <a:gd name="connsiteY63" fmla="*/ 212948 h 426825"/>
              <a:gd name="connsiteX64" fmla="*/ 116338 w 432437"/>
              <a:gd name="connsiteY64" fmla="*/ 211362 h 426825"/>
              <a:gd name="connsiteX65" fmla="*/ 119875 w 432437"/>
              <a:gd name="connsiteY65" fmla="*/ 219649 h 426825"/>
              <a:gd name="connsiteX66" fmla="*/ 93024 w 432437"/>
              <a:gd name="connsiteY66" fmla="*/ 246500 h 426825"/>
              <a:gd name="connsiteX67" fmla="*/ 66174 w 432437"/>
              <a:gd name="connsiteY67" fmla="*/ 219649 h 426825"/>
              <a:gd name="connsiteX68" fmla="*/ 93024 w 432437"/>
              <a:gd name="connsiteY68" fmla="*/ 192797 h 426825"/>
              <a:gd name="connsiteX69" fmla="*/ 259862 w 432437"/>
              <a:gd name="connsiteY69" fmla="*/ 183195 h 426825"/>
              <a:gd name="connsiteX70" fmla="*/ 250260 w 432437"/>
              <a:gd name="connsiteY70" fmla="*/ 192797 h 426825"/>
              <a:gd name="connsiteX71" fmla="*/ 259862 w 432437"/>
              <a:gd name="connsiteY71" fmla="*/ 202399 h 426825"/>
              <a:gd name="connsiteX72" fmla="*/ 269420 w 432437"/>
              <a:gd name="connsiteY72" fmla="*/ 192797 h 426825"/>
              <a:gd name="connsiteX73" fmla="*/ 269420 w 432437"/>
              <a:gd name="connsiteY73" fmla="*/ 191841 h 426825"/>
              <a:gd name="connsiteX74" fmla="*/ 267508 w 432437"/>
              <a:gd name="connsiteY74" fmla="*/ 185150 h 426825"/>
              <a:gd name="connsiteX75" fmla="*/ 259862 w 432437"/>
              <a:gd name="connsiteY75" fmla="*/ 183195 h 426825"/>
              <a:gd name="connsiteX76" fmla="*/ 259862 w 432437"/>
              <a:gd name="connsiteY76" fmla="*/ 165946 h 426825"/>
              <a:gd name="connsiteX77" fmla="*/ 274588 w 432437"/>
              <a:gd name="connsiteY77" fmla="*/ 169430 h 426825"/>
              <a:gd name="connsiteX78" fmla="*/ 272319 w 432437"/>
              <a:gd name="connsiteY78" fmla="*/ 171702 h 426825"/>
              <a:gd name="connsiteX79" fmla="*/ 272319 w 432437"/>
              <a:gd name="connsiteY79" fmla="*/ 183176 h 426825"/>
              <a:gd name="connsiteX80" fmla="*/ 278054 w 432437"/>
              <a:gd name="connsiteY80" fmla="*/ 186088 h 426825"/>
              <a:gd name="connsiteX81" fmla="*/ 283789 w 432437"/>
              <a:gd name="connsiteY81" fmla="*/ 183176 h 426825"/>
              <a:gd name="connsiteX82" fmla="*/ 284459 w 432437"/>
              <a:gd name="connsiteY82" fmla="*/ 182506 h 426825"/>
              <a:gd name="connsiteX83" fmla="*/ 286712 w 432437"/>
              <a:gd name="connsiteY83" fmla="*/ 190885 h 426825"/>
              <a:gd name="connsiteX84" fmla="*/ 286712 w 432437"/>
              <a:gd name="connsiteY84" fmla="*/ 191841 h 426825"/>
              <a:gd name="connsiteX85" fmla="*/ 259862 w 432437"/>
              <a:gd name="connsiteY85" fmla="*/ 219649 h 426825"/>
              <a:gd name="connsiteX86" fmla="*/ 233011 w 432437"/>
              <a:gd name="connsiteY86" fmla="*/ 192797 h 426825"/>
              <a:gd name="connsiteX87" fmla="*/ 235014 w 432437"/>
              <a:gd name="connsiteY87" fmla="*/ 188105 h 426825"/>
              <a:gd name="connsiteX88" fmla="*/ 239691 w 432437"/>
              <a:gd name="connsiteY88" fmla="*/ 190869 h 426825"/>
              <a:gd name="connsiteX89" fmla="*/ 243514 w 432437"/>
              <a:gd name="connsiteY89" fmla="*/ 191825 h 426825"/>
              <a:gd name="connsiteX90" fmla="*/ 251204 w 432437"/>
              <a:gd name="connsiteY90" fmla="*/ 188000 h 426825"/>
              <a:gd name="connsiteX91" fmla="*/ 248337 w 432437"/>
              <a:gd name="connsiteY91" fmla="*/ 176483 h 426825"/>
              <a:gd name="connsiteX92" fmla="*/ 242817 w 432437"/>
              <a:gd name="connsiteY92" fmla="*/ 173221 h 426825"/>
              <a:gd name="connsiteX93" fmla="*/ 144187 w 432437"/>
              <a:gd name="connsiteY93" fmla="*/ 151493 h 426825"/>
              <a:gd name="connsiteX94" fmla="*/ 146112 w 432437"/>
              <a:gd name="connsiteY94" fmla="*/ 156001 h 426825"/>
              <a:gd name="connsiteX95" fmla="*/ 157597 w 432437"/>
              <a:gd name="connsiteY95" fmla="*/ 160904 h 426825"/>
              <a:gd name="connsiteX96" fmla="*/ 116338 w 432437"/>
              <a:gd name="connsiteY96" fmla="*/ 211362 h 426825"/>
              <a:gd name="connsiteX97" fmla="*/ 111842 w 432437"/>
              <a:gd name="connsiteY97" fmla="*/ 200830 h 426825"/>
              <a:gd name="connsiteX98" fmla="*/ 105915 w 432437"/>
              <a:gd name="connsiteY98" fmla="*/ 198299 h 426825"/>
              <a:gd name="connsiteX99" fmla="*/ 190858 w 432437"/>
              <a:gd name="connsiteY99" fmla="*/ 142522 h 426825"/>
              <a:gd name="connsiteX100" fmla="*/ 242817 w 432437"/>
              <a:gd name="connsiteY100" fmla="*/ 173221 h 426825"/>
              <a:gd name="connsiteX101" fmla="*/ 241044 w 432437"/>
              <a:gd name="connsiteY101" fmla="*/ 173978 h 426825"/>
              <a:gd name="connsiteX102" fmla="*/ 235014 w 432437"/>
              <a:gd name="connsiteY102" fmla="*/ 188105 h 426825"/>
              <a:gd name="connsiteX103" fmla="*/ 183474 w 432437"/>
              <a:gd name="connsiteY103" fmla="*/ 157653 h 426825"/>
              <a:gd name="connsiteX104" fmla="*/ 187913 w 432437"/>
              <a:gd name="connsiteY104" fmla="*/ 153476 h 426825"/>
              <a:gd name="connsiteX105" fmla="*/ 164930 w 432437"/>
              <a:gd name="connsiteY105" fmla="*/ 127580 h 426825"/>
              <a:gd name="connsiteX106" fmla="*/ 155328 w 432437"/>
              <a:gd name="connsiteY106" fmla="*/ 137182 h 426825"/>
              <a:gd name="connsiteX107" fmla="*/ 164930 w 432437"/>
              <a:gd name="connsiteY107" fmla="*/ 146785 h 426825"/>
              <a:gd name="connsiteX108" fmla="*/ 172576 w 432437"/>
              <a:gd name="connsiteY108" fmla="*/ 143917 h 426825"/>
              <a:gd name="connsiteX109" fmla="*/ 174531 w 432437"/>
              <a:gd name="connsiteY109" fmla="*/ 137182 h 426825"/>
              <a:gd name="connsiteX110" fmla="*/ 174531 w 432437"/>
              <a:gd name="connsiteY110" fmla="*/ 136226 h 426825"/>
              <a:gd name="connsiteX111" fmla="*/ 164930 w 432437"/>
              <a:gd name="connsiteY111" fmla="*/ 127580 h 426825"/>
              <a:gd name="connsiteX112" fmla="*/ 317141 w 432437"/>
              <a:gd name="connsiteY112" fmla="*/ 126823 h 426825"/>
              <a:gd name="connsiteX113" fmla="*/ 320596 w 432437"/>
              <a:gd name="connsiteY113" fmla="*/ 134907 h 426825"/>
              <a:gd name="connsiteX114" fmla="*/ 328653 w 432437"/>
              <a:gd name="connsiteY114" fmla="*/ 138337 h 426825"/>
              <a:gd name="connsiteX115" fmla="*/ 284459 w 432437"/>
              <a:gd name="connsiteY115" fmla="*/ 182506 h 426825"/>
              <a:gd name="connsiteX116" fmla="*/ 282845 w 432437"/>
              <a:gd name="connsiteY116" fmla="*/ 176504 h 426825"/>
              <a:gd name="connsiteX117" fmla="*/ 274596 w 432437"/>
              <a:gd name="connsiteY117" fmla="*/ 169432 h 426825"/>
              <a:gd name="connsiteX118" fmla="*/ 274588 w 432437"/>
              <a:gd name="connsiteY118" fmla="*/ 169430 h 426825"/>
              <a:gd name="connsiteX119" fmla="*/ 164930 w 432437"/>
              <a:gd name="connsiteY119" fmla="*/ 110331 h 426825"/>
              <a:gd name="connsiteX120" fmla="*/ 191780 w 432437"/>
              <a:gd name="connsiteY120" fmla="*/ 137182 h 426825"/>
              <a:gd name="connsiteX121" fmla="*/ 191780 w 432437"/>
              <a:gd name="connsiteY121" fmla="*/ 139094 h 426825"/>
              <a:gd name="connsiteX122" fmla="*/ 190858 w 432437"/>
              <a:gd name="connsiteY122" fmla="*/ 142522 h 426825"/>
              <a:gd name="connsiteX123" fmla="*/ 189857 w 432437"/>
              <a:gd name="connsiteY123" fmla="*/ 141930 h 426825"/>
              <a:gd name="connsiteX124" fmla="*/ 178344 w 432437"/>
              <a:gd name="connsiteY124" fmla="*/ 144842 h 426825"/>
              <a:gd name="connsiteX125" fmla="*/ 181212 w 432437"/>
              <a:gd name="connsiteY125" fmla="*/ 156316 h 426825"/>
              <a:gd name="connsiteX126" fmla="*/ 183474 w 432437"/>
              <a:gd name="connsiteY126" fmla="*/ 157653 h 426825"/>
              <a:gd name="connsiteX127" fmla="*/ 180381 w 432437"/>
              <a:gd name="connsiteY127" fmla="*/ 160563 h 426825"/>
              <a:gd name="connsiteX128" fmla="*/ 164930 w 432437"/>
              <a:gd name="connsiteY128" fmla="*/ 164034 h 426825"/>
              <a:gd name="connsiteX129" fmla="*/ 157597 w 432437"/>
              <a:gd name="connsiteY129" fmla="*/ 160904 h 426825"/>
              <a:gd name="connsiteX130" fmla="*/ 158185 w 432437"/>
              <a:gd name="connsiteY130" fmla="*/ 160184 h 426825"/>
              <a:gd name="connsiteX131" fmla="*/ 157229 w 432437"/>
              <a:gd name="connsiteY131" fmla="*/ 148667 h 426825"/>
              <a:gd name="connsiteX132" fmla="*/ 145716 w 432437"/>
              <a:gd name="connsiteY132" fmla="*/ 149623 h 426825"/>
              <a:gd name="connsiteX133" fmla="*/ 144187 w 432437"/>
              <a:gd name="connsiteY133" fmla="*/ 151493 h 426825"/>
              <a:gd name="connsiteX134" fmla="*/ 138079 w 432437"/>
              <a:gd name="connsiteY134" fmla="*/ 137182 h 426825"/>
              <a:gd name="connsiteX135" fmla="*/ 164930 w 432437"/>
              <a:gd name="connsiteY135" fmla="*/ 110331 h 426825"/>
              <a:gd name="connsiteX136" fmla="*/ 339414 w 432437"/>
              <a:gd name="connsiteY136" fmla="*/ 105551 h 426825"/>
              <a:gd name="connsiteX137" fmla="*/ 329855 w 432437"/>
              <a:gd name="connsiteY137" fmla="*/ 115110 h 426825"/>
              <a:gd name="connsiteX138" fmla="*/ 339414 w 432437"/>
              <a:gd name="connsiteY138" fmla="*/ 124712 h 426825"/>
              <a:gd name="connsiteX139" fmla="*/ 349015 w 432437"/>
              <a:gd name="connsiteY139" fmla="*/ 115110 h 426825"/>
              <a:gd name="connsiteX140" fmla="*/ 339414 w 432437"/>
              <a:gd name="connsiteY140" fmla="*/ 105551 h 426825"/>
              <a:gd name="connsiteX141" fmla="*/ 339414 w 432437"/>
              <a:gd name="connsiteY141" fmla="*/ 89258 h 426825"/>
              <a:gd name="connsiteX142" fmla="*/ 366264 w 432437"/>
              <a:gd name="connsiteY142" fmla="*/ 116110 h 426825"/>
              <a:gd name="connsiteX143" fmla="*/ 339414 w 432437"/>
              <a:gd name="connsiteY143" fmla="*/ 142918 h 426825"/>
              <a:gd name="connsiteX144" fmla="*/ 328653 w 432437"/>
              <a:gd name="connsiteY144" fmla="*/ 138337 h 426825"/>
              <a:gd name="connsiteX145" fmla="*/ 331754 w 432437"/>
              <a:gd name="connsiteY145" fmla="*/ 135237 h 426825"/>
              <a:gd name="connsiteX146" fmla="*/ 331754 w 432437"/>
              <a:gd name="connsiteY146" fmla="*/ 123720 h 426825"/>
              <a:gd name="connsiteX147" fmla="*/ 320241 w 432437"/>
              <a:gd name="connsiteY147" fmla="*/ 123720 h 426825"/>
              <a:gd name="connsiteX148" fmla="*/ 317141 w 432437"/>
              <a:gd name="connsiteY148" fmla="*/ 126823 h 426825"/>
              <a:gd name="connsiteX149" fmla="*/ 312563 w 432437"/>
              <a:gd name="connsiteY149" fmla="*/ 116110 h 426825"/>
              <a:gd name="connsiteX150" fmla="*/ 339414 w 432437"/>
              <a:gd name="connsiteY150" fmla="*/ 89258 h 426825"/>
              <a:gd name="connsiteX151" fmla="*/ 32592 w 432437"/>
              <a:gd name="connsiteY151" fmla="*/ 26886 h 426825"/>
              <a:gd name="connsiteX152" fmla="*/ 207116 w 432437"/>
              <a:gd name="connsiteY152" fmla="*/ 26886 h 426825"/>
              <a:gd name="connsiteX153" fmla="*/ 207116 w 432437"/>
              <a:gd name="connsiteY153" fmla="*/ 35503 h 426825"/>
              <a:gd name="connsiteX154" fmla="*/ 215719 w 432437"/>
              <a:gd name="connsiteY154" fmla="*/ 44107 h 426825"/>
              <a:gd name="connsiteX155" fmla="*/ 224365 w 432437"/>
              <a:gd name="connsiteY155" fmla="*/ 35503 h 426825"/>
              <a:gd name="connsiteX156" fmla="*/ 224365 w 432437"/>
              <a:gd name="connsiteY156" fmla="*/ 26886 h 426825"/>
              <a:gd name="connsiteX157" fmla="*/ 394098 w 432437"/>
              <a:gd name="connsiteY157" fmla="*/ 26886 h 426825"/>
              <a:gd name="connsiteX158" fmla="*/ 402745 w 432437"/>
              <a:gd name="connsiteY158" fmla="*/ 35534 h 426825"/>
              <a:gd name="connsiteX159" fmla="*/ 402745 w 432437"/>
              <a:gd name="connsiteY159" fmla="*/ 279069 h 426825"/>
              <a:gd name="connsiteX160" fmla="*/ 385495 w 432437"/>
              <a:gd name="connsiteY160" fmla="*/ 279069 h 426825"/>
              <a:gd name="connsiteX161" fmla="*/ 385495 w 432437"/>
              <a:gd name="connsiteY161" fmla="*/ 44139 h 426825"/>
              <a:gd name="connsiteX162" fmla="*/ 41239 w 432437"/>
              <a:gd name="connsiteY162" fmla="*/ 44139 h 426825"/>
              <a:gd name="connsiteX163" fmla="*/ 41239 w 432437"/>
              <a:gd name="connsiteY163" fmla="*/ 279069 h 426825"/>
              <a:gd name="connsiteX164" fmla="*/ 23989 w 432437"/>
              <a:gd name="connsiteY164" fmla="*/ 279069 h 426825"/>
              <a:gd name="connsiteX165" fmla="*/ 23989 w 432437"/>
              <a:gd name="connsiteY165" fmla="*/ 35534 h 426825"/>
              <a:gd name="connsiteX166" fmla="*/ 32592 w 432437"/>
              <a:gd name="connsiteY166" fmla="*/ 26886 h 426825"/>
              <a:gd name="connsiteX167" fmla="*/ 215719 w 432437"/>
              <a:gd name="connsiteY167" fmla="*/ 0 h 426825"/>
              <a:gd name="connsiteX168" fmla="*/ 224365 w 432437"/>
              <a:gd name="connsiteY168" fmla="*/ 8648 h 426825"/>
              <a:gd name="connsiteX169" fmla="*/ 224365 w 432437"/>
              <a:gd name="connsiteY169" fmla="*/ 26886 h 426825"/>
              <a:gd name="connsiteX170" fmla="*/ 207116 w 432437"/>
              <a:gd name="connsiteY170" fmla="*/ 26886 h 426825"/>
              <a:gd name="connsiteX171" fmla="*/ 207116 w 432437"/>
              <a:gd name="connsiteY171" fmla="*/ 8648 h 426825"/>
              <a:gd name="connsiteX172" fmla="*/ 215719 w 432437"/>
              <a:gd name="connsiteY172" fmla="*/ 0 h 42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432437" h="426825">
                <a:moveTo>
                  <a:pt x="274567" y="347163"/>
                </a:moveTo>
                <a:lnTo>
                  <a:pt x="295552" y="347163"/>
                </a:lnTo>
                <a:lnTo>
                  <a:pt x="349003" y="413395"/>
                </a:lnTo>
                <a:cubicBezTo>
                  <a:pt x="351870" y="417220"/>
                  <a:pt x="350914" y="422044"/>
                  <a:pt x="348047" y="424913"/>
                </a:cubicBezTo>
                <a:cubicBezTo>
                  <a:pt x="346135" y="425869"/>
                  <a:pt x="344223" y="426825"/>
                  <a:pt x="342312" y="426825"/>
                </a:cubicBezTo>
                <a:cubicBezTo>
                  <a:pt x="339401" y="426825"/>
                  <a:pt x="337489" y="425869"/>
                  <a:pt x="335578" y="423957"/>
                </a:cubicBezTo>
                <a:close/>
                <a:moveTo>
                  <a:pt x="139097" y="347163"/>
                </a:moveTo>
                <a:lnTo>
                  <a:pt x="159837" y="347163"/>
                </a:lnTo>
                <a:lnTo>
                  <a:pt x="99706" y="423957"/>
                </a:lnTo>
                <a:cubicBezTo>
                  <a:pt x="97794" y="425869"/>
                  <a:pt x="94927" y="426825"/>
                  <a:pt x="93015" y="426825"/>
                </a:cubicBezTo>
                <a:cubicBezTo>
                  <a:pt x="91103" y="426825"/>
                  <a:pt x="89148" y="425869"/>
                  <a:pt x="88192" y="424913"/>
                </a:cubicBezTo>
                <a:cubicBezTo>
                  <a:pt x="84369" y="422044"/>
                  <a:pt x="84369" y="417220"/>
                  <a:pt x="87236" y="413395"/>
                </a:cubicBezTo>
                <a:close/>
                <a:moveTo>
                  <a:pt x="394044" y="296364"/>
                </a:moveTo>
                <a:lnTo>
                  <a:pt x="394159" y="296364"/>
                </a:lnTo>
                <a:lnTo>
                  <a:pt x="394098" y="296418"/>
                </a:lnTo>
                <a:close/>
                <a:moveTo>
                  <a:pt x="31587" y="296364"/>
                </a:moveTo>
                <a:lnTo>
                  <a:pt x="33602" y="296364"/>
                </a:lnTo>
                <a:lnTo>
                  <a:pt x="32592" y="297374"/>
                </a:lnTo>
                <a:close/>
                <a:moveTo>
                  <a:pt x="41239" y="279069"/>
                </a:moveTo>
                <a:lnTo>
                  <a:pt x="385495" y="279069"/>
                </a:lnTo>
                <a:lnTo>
                  <a:pt x="385495" y="287770"/>
                </a:lnTo>
                <a:lnTo>
                  <a:pt x="394044" y="296364"/>
                </a:lnTo>
                <a:lnTo>
                  <a:pt x="33602" y="296364"/>
                </a:lnTo>
                <a:lnTo>
                  <a:pt x="41239" y="288726"/>
                </a:lnTo>
                <a:close/>
                <a:moveTo>
                  <a:pt x="8646" y="279069"/>
                </a:moveTo>
                <a:lnTo>
                  <a:pt x="23989" y="279069"/>
                </a:lnTo>
                <a:lnTo>
                  <a:pt x="23989" y="288726"/>
                </a:lnTo>
                <a:lnTo>
                  <a:pt x="31587" y="296364"/>
                </a:lnTo>
                <a:lnTo>
                  <a:pt x="16293" y="296364"/>
                </a:lnTo>
                <a:lnTo>
                  <a:pt x="16293" y="330867"/>
                </a:lnTo>
                <a:lnTo>
                  <a:pt x="414232" y="330867"/>
                </a:lnTo>
                <a:lnTo>
                  <a:pt x="414232" y="296364"/>
                </a:lnTo>
                <a:lnTo>
                  <a:pt x="394159" y="296364"/>
                </a:lnTo>
                <a:lnTo>
                  <a:pt x="402745" y="288726"/>
                </a:lnTo>
                <a:lnTo>
                  <a:pt x="402745" y="279069"/>
                </a:lnTo>
                <a:lnTo>
                  <a:pt x="423791" y="279069"/>
                </a:lnTo>
                <a:cubicBezTo>
                  <a:pt x="428614" y="279069"/>
                  <a:pt x="432437" y="282936"/>
                  <a:pt x="432437" y="287716"/>
                </a:cubicBezTo>
                <a:lnTo>
                  <a:pt x="432437" y="338559"/>
                </a:lnTo>
                <a:cubicBezTo>
                  <a:pt x="431481" y="343339"/>
                  <a:pt x="427658" y="347163"/>
                  <a:pt x="422835" y="347163"/>
                </a:cubicBezTo>
                <a:lnTo>
                  <a:pt x="295552" y="347163"/>
                </a:lnTo>
                <a:lnTo>
                  <a:pt x="284745" y="333772"/>
                </a:lnTo>
                <a:cubicBezTo>
                  <a:pt x="281877" y="330904"/>
                  <a:pt x="277098" y="329948"/>
                  <a:pt x="273275" y="332816"/>
                </a:cubicBezTo>
                <a:cubicBezTo>
                  <a:pt x="270364" y="335685"/>
                  <a:pt x="269408" y="340509"/>
                  <a:pt x="272319" y="344334"/>
                </a:cubicBezTo>
                <a:lnTo>
                  <a:pt x="274567" y="347163"/>
                </a:lnTo>
                <a:lnTo>
                  <a:pt x="159837" y="347163"/>
                </a:lnTo>
                <a:lnTo>
                  <a:pt x="162052" y="344334"/>
                </a:lnTo>
                <a:cubicBezTo>
                  <a:pt x="164919" y="340509"/>
                  <a:pt x="164919" y="335685"/>
                  <a:pt x="161096" y="332816"/>
                </a:cubicBezTo>
                <a:cubicBezTo>
                  <a:pt x="157229" y="329948"/>
                  <a:pt x="152450" y="329948"/>
                  <a:pt x="149582" y="333772"/>
                </a:cubicBezTo>
                <a:lnTo>
                  <a:pt x="139097" y="347163"/>
                </a:lnTo>
                <a:lnTo>
                  <a:pt x="8646" y="347163"/>
                </a:lnTo>
                <a:cubicBezTo>
                  <a:pt x="3823" y="347163"/>
                  <a:pt x="0" y="343339"/>
                  <a:pt x="0" y="338559"/>
                </a:cubicBezTo>
                <a:lnTo>
                  <a:pt x="0" y="287716"/>
                </a:lnTo>
                <a:cubicBezTo>
                  <a:pt x="0" y="282936"/>
                  <a:pt x="3823" y="279069"/>
                  <a:pt x="8646" y="279069"/>
                </a:cubicBezTo>
                <a:close/>
                <a:moveTo>
                  <a:pt x="93024" y="209090"/>
                </a:moveTo>
                <a:cubicBezTo>
                  <a:pt x="87246" y="209090"/>
                  <a:pt x="83423" y="213913"/>
                  <a:pt x="83423" y="218693"/>
                </a:cubicBezTo>
                <a:cubicBezTo>
                  <a:pt x="83423" y="223472"/>
                  <a:pt x="88202" y="228295"/>
                  <a:pt x="93024" y="228295"/>
                </a:cubicBezTo>
                <a:cubicBezTo>
                  <a:pt x="97804" y="228295"/>
                  <a:pt x="102583" y="223472"/>
                  <a:pt x="102583" y="218693"/>
                </a:cubicBezTo>
                <a:cubicBezTo>
                  <a:pt x="102583" y="213913"/>
                  <a:pt x="98759" y="209090"/>
                  <a:pt x="93024" y="209090"/>
                </a:cubicBezTo>
                <a:close/>
                <a:moveTo>
                  <a:pt x="93024" y="192797"/>
                </a:moveTo>
                <a:lnTo>
                  <a:pt x="105915" y="198299"/>
                </a:lnTo>
                <a:lnTo>
                  <a:pt x="102573" y="202386"/>
                </a:lnTo>
                <a:cubicBezTo>
                  <a:pt x="99706" y="205255"/>
                  <a:pt x="99706" y="210992"/>
                  <a:pt x="103529" y="213904"/>
                </a:cubicBezTo>
                <a:cubicBezTo>
                  <a:pt x="105484" y="214860"/>
                  <a:pt x="107396" y="215816"/>
                  <a:pt x="109307" y="215816"/>
                </a:cubicBezTo>
                <a:cubicBezTo>
                  <a:pt x="111219" y="215816"/>
                  <a:pt x="114087" y="214860"/>
                  <a:pt x="115042" y="212948"/>
                </a:cubicBezTo>
                <a:lnTo>
                  <a:pt x="116338" y="211362"/>
                </a:lnTo>
                <a:lnTo>
                  <a:pt x="119875" y="219649"/>
                </a:lnTo>
                <a:cubicBezTo>
                  <a:pt x="119875" y="234030"/>
                  <a:pt x="107405" y="246500"/>
                  <a:pt x="93024" y="246500"/>
                </a:cubicBezTo>
                <a:cubicBezTo>
                  <a:pt x="78643" y="246500"/>
                  <a:pt x="66174" y="234030"/>
                  <a:pt x="66174" y="219649"/>
                </a:cubicBezTo>
                <a:cubicBezTo>
                  <a:pt x="66174" y="205267"/>
                  <a:pt x="78643" y="192797"/>
                  <a:pt x="93024" y="192797"/>
                </a:cubicBezTo>
                <a:close/>
                <a:moveTo>
                  <a:pt x="259862" y="183195"/>
                </a:moveTo>
                <a:cubicBezTo>
                  <a:pt x="254083" y="183195"/>
                  <a:pt x="250260" y="188018"/>
                  <a:pt x="250260" y="192797"/>
                </a:cubicBezTo>
                <a:cubicBezTo>
                  <a:pt x="250260" y="197576"/>
                  <a:pt x="255039" y="202399"/>
                  <a:pt x="259862" y="202399"/>
                </a:cubicBezTo>
                <a:cubicBezTo>
                  <a:pt x="264641" y="202399"/>
                  <a:pt x="269420" y="197576"/>
                  <a:pt x="269420" y="192797"/>
                </a:cubicBezTo>
                <a:lnTo>
                  <a:pt x="269420" y="191841"/>
                </a:lnTo>
                <a:cubicBezTo>
                  <a:pt x="269420" y="191841"/>
                  <a:pt x="269420" y="187062"/>
                  <a:pt x="267508" y="185150"/>
                </a:cubicBezTo>
                <a:cubicBezTo>
                  <a:pt x="266553" y="183195"/>
                  <a:pt x="263685" y="183195"/>
                  <a:pt x="259862" y="183195"/>
                </a:cubicBezTo>
                <a:close/>
                <a:moveTo>
                  <a:pt x="259862" y="165946"/>
                </a:moveTo>
                <a:lnTo>
                  <a:pt x="274588" y="169430"/>
                </a:lnTo>
                <a:lnTo>
                  <a:pt x="272319" y="171702"/>
                </a:lnTo>
                <a:cubicBezTo>
                  <a:pt x="269408" y="174570"/>
                  <a:pt x="269408" y="180307"/>
                  <a:pt x="272319" y="183176"/>
                </a:cubicBezTo>
                <a:cubicBezTo>
                  <a:pt x="274231" y="185132"/>
                  <a:pt x="276142" y="186088"/>
                  <a:pt x="278054" y="186088"/>
                </a:cubicBezTo>
                <a:cubicBezTo>
                  <a:pt x="280922" y="186088"/>
                  <a:pt x="282833" y="185132"/>
                  <a:pt x="283789" y="183176"/>
                </a:cubicBezTo>
                <a:lnTo>
                  <a:pt x="284459" y="182506"/>
                </a:lnTo>
                <a:lnTo>
                  <a:pt x="286712" y="190885"/>
                </a:lnTo>
                <a:lnTo>
                  <a:pt x="286712" y="191841"/>
                </a:lnTo>
                <a:cubicBezTo>
                  <a:pt x="286712" y="207179"/>
                  <a:pt x="275199" y="219649"/>
                  <a:pt x="259862" y="219649"/>
                </a:cubicBezTo>
                <a:cubicBezTo>
                  <a:pt x="245481" y="219649"/>
                  <a:pt x="233011" y="207179"/>
                  <a:pt x="233011" y="192797"/>
                </a:cubicBezTo>
                <a:lnTo>
                  <a:pt x="235014" y="188105"/>
                </a:lnTo>
                <a:lnTo>
                  <a:pt x="239691" y="190869"/>
                </a:lnTo>
                <a:cubicBezTo>
                  <a:pt x="240647" y="191825"/>
                  <a:pt x="242558" y="191825"/>
                  <a:pt x="243514" y="191825"/>
                </a:cubicBezTo>
                <a:cubicBezTo>
                  <a:pt x="246425" y="191825"/>
                  <a:pt x="249292" y="190869"/>
                  <a:pt x="251204" y="188000"/>
                </a:cubicBezTo>
                <a:cubicBezTo>
                  <a:pt x="254072" y="184132"/>
                  <a:pt x="252160" y="178395"/>
                  <a:pt x="248337" y="176483"/>
                </a:cubicBezTo>
                <a:lnTo>
                  <a:pt x="242817" y="173221"/>
                </a:lnTo>
                <a:close/>
                <a:moveTo>
                  <a:pt x="144187" y="151493"/>
                </a:moveTo>
                <a:lnTo>
                  <a:pt x="146112" y="156001"/>
                </a:lnTo>
                <a:lnTo>
                  <a:pt x="157597" y="160904"/>
                </a:lnTo>
                <a:lnTo>
                  <a:pt x="116338" y="211362"/>
                </a:lnTo>
                <a:lnTo>
                  <a:pt x="111842" y="200830"/>
                </a:lnTo>
                <a:lnTo>
                  <a:pt x="105915" y="198299"/>
                </a:lnTo>
                <a:close/>
                <a:moveTo>
                  <a:pt x="190858" y="142522"/>
                </a:moveTo>
                <a:lnTo>
                  <a:pt x="242817" y="173221"/>
                </a:lnTo>
                <a:lnTo>
                  <a:pt x="241044" y="173978"/>
                </a:lnTo>
                <a:lnTo>
                  <a:pt x="235014" y="188105"/>
                </a:lnTo>
                <a:lnTo>
                  <a:pt x="183474" y="157653"/>
                </a:lnTo>
                <a:lnTo>
                  <a:pt x="187913" y="153476"/>
                </a:lnTo>
                <a:close/>
                <a:moveTo>
                  <a:pt x="164930" y="127580"/>
                </a:moveTo>
                <a:cubicBezTo>
                  <a:pt x="159151" y="127580"/>
                  <a:pt x="155328" y="132403"/>
                  <a:pt x="155328" y="137182"/>
                </a:cubicBezTo>
                <a:cubicBezTo>
                  <a:pt x="155328" y="141962"/>
                  <a:pt x="160107" y="146785"/>
                  <a:pt x="164930" y="146785"/>
                </a:cubicBezTo>
                <a:cubicBezTo>
                  <a:pt x="168753" y="146785"/>
                  <a:pt x="171620" y="145829"/>
                  <a:pt x="172576" y="143917"/>
                </a:cubicBezTo>
                <a:cubicBezTo>
                  <a:pt x="174531" y="141962"/>
                  <a:pt x="174531" y="138138"/>
                  <a:pt x="174531" y="137182"/>
                </a:cubicBezTo>
                <a:lnTo>
                  <a:pt x="174531" y="136226"/>
                </a:lnTo>
                <a:cubicBezTo>
                  <a:pt x="175487" y="131447"/>
                  <a:pt x="170665" y="127580"/>
                  <a:pt x="164930" y="127580"/>
                </a:cubicBezTo>
                <a:close/>
                <a:moveTo>
                  <a:pt x="317141" y="126823"/>
                </a:moveTo>
                <a:lnTo>
                  <a:pt x="320596" y="134907"/>
                </a:lnTo>
                <a:lnTo>
                  <a:pt x="328653" y="138337"/>
                </a:lnTo>
                <a:lnTo>
                  <a:pt x="284459" y="182506"/>
                </a:lnTo>
                <a:lnTo>
                  <a:pt x="282845" y="176504"/>
                </a:lnTo>
                <a:cubicBezTo>
                  <a:pt x="280934" y="174114"/>
                  <a:pt x="278305" y="171474"/>
                  <a:pt x="274596" y="169432"/>
                </a:cubicBezTo>
                <a:lnTo>
                  <a:pt x="274588" y="169430"/>
                </a:lnTo>
                <a:close/>
                <a:moveTo>
                  <a:pt x="164930" y="110331"/>
                </a:moveTo>
                <a:cubicBezTo>
                  <a:pt x="179311" y="110331"/>
                  <a:pt x="191780" y="121845"/>
                  <a:pt x="191780" y="137182"/>
                </a:cubicBezTo>
                <a:lnTo>
                  <a:pt x="191780" y="139094"/>
                </a:lnTo>
                <a:lnTo>
                  <a:pt x="190858" y="142522"/>
                </a:lnTo>
                <a:lnTo>
                  <a:pt x="189857" y="141930"/>
                </a:lnTo>
                <a:cubicBezTo>
                  <a:pt x="185991" y="139062"/>
                  <a:pt x="180256" y="140974"/>
                  <a:pt x="178344" y="144842"/>
                </a:cubicBezTo>
                <a:cubicBezTo>
                  <a:pt x="175477" y="148667"/>
                  <a:pt x="177388" y="154404"/>
                  <a:pt x="181212" y="156316"/>
                </a:cubicBezTo>
                <a:lnTo>
                  <a:pt x="183474" y="157653"/>
                </a:lnTo>
                <a:lnTo>
                  <a:pt x="180381" y="160563"/>
                </a:lnTo>
                <a:cubicBezTo>
                  <a:pt x="176672" y="162600"/>
                  <a:pt x="171643" y="164034"/>
                  <a:pt x="164930" y="164034"/>
                </a:cubicBezTo>
                <a:lnTo>
                  <a:pt x="157597" y="160904"/>
                </a:lnTo>
                <a:lnTo>
                  <a:pt x="158185" y="160184"/>
                </a:lnTo>
                <a:cubicBezTo>
                  <a:pt x="161096" y="157316"/>
                  <a:pt x="160097" y="151535"/>
                  <a:pt x="157229" y="148667"/>
                </a:cubicBezTo>
                <a:cubicBezTo>
                  <a:pt x="154362" y="145798"/>
                  <a:pt x="148627" y="145798"/>
                  <a:pt x="145716" y="149623"/>
                </a:cubicBezTo>
                <a:lnTo>
                  <a:pt x="144187" y="151493"/>
                </a:lnTo>
                <a:lnTo>
                  <a:pt x="138079" y="137182"/>
                </a:lnTo>
                <a:cubicBezTo>
                  <a:pt x="138079" y="122801"/>
                  <a:pt x="150549" y="110331"/>
                  <a:pt x="164930" y="110331"/>
                </a:cubicBezTo>
                <a:close/>
                <a:moveTo>
                  <a:pt x="339414" y="105551"/>
                </a:moveTo>
                <a:cubicBezTo>
                  <a:pt x="333679" y="105551"/>
                  <a:pt x="329855" y="110331"/>
                  <a:pt x="329855" y="115110"/>
                </a:cubicBezTo>
                <a:cubicBezTo>
                  <a:pt x="329855" y="119933"/>
                  <a:pt x="334634" y="124712"/>
                  <a:pt x="339414" y="124712"/>
                </a:cubicBezTo>
                <a:cubicBezTo>
                  <a:pt x="344236" y="124712"/>
                  <a:pt x="349015" y="119933"/>
                  <a:pt x="349015" y="115110"/>
                </a:cubicBezTo>
                <a:cubicBezTo>
                  <a:pt x="349015" y="110331"/>
                  <a:pt x="344236" y="105551"/>
                  <a:pt x="339414" y="105551"/>
                </a:cubicBezTo>
                <a:close/>
                <a:moveTo>
                  <a:pt x="339414" y="89258"/>
                </a:moveTo>
                <a:cubicBezTo>
                  <a:pt x="353795" y="89258"/>
                  <a:pt x="366264" y="101728"/>
                  <a:pt x="366264" y="116110"/>
                </a:cubicBezTo>
                <a:cubicBezTo>
                  <a:pt x="366264" y="130491"/>
                  <a:pt x="353795" y="142918"/>
                  <a:pt x="339414" y="142918"/>
                </a:cubicBezTo>
                <a:lnTo>
                  <a:pt x="328653" y="138337"/>
                </a:lnTo>
                <a:lnTo>
                  <a:pt x="331754" y="135237"/>
                </a:lnTo>
                <a:cubicBezTo>
                  <a:pt x="334622" y="132369"/>
                  <a:pt x="334622" y="126588"/>
                  <a:pt x="331754" y="123720"/>
                </a:cubicBezTo>
                <a:cubicBezTo>
                  <a:pt x="328887" y="120851"/>
                  <a:pt x="323108" y="120851"/>
                  <a:pt x="320241" y="123720"/>
                </a:cubicBezTo>
                <a:lnTo>
                  <a:pt x="317141" y="126823"/>
                </a:lnTo>
                <a:lnTo>
                  <a:pt x="312563" y="116110"/>
                </a:lnTo>
                <a:cubicBezTo>
                  <a:pt x="312563" y="101728"/>
                  <a:pt x="325033" y="89258"/>
                  <a:pt x="339414" y="89258"/>
                </a:cubicBezTo>
                <a:close/>
                <a:moveTo>
                  <a:pt x="32592" y="26886"/>
                </a:moveTo>
                <a:lnTo>
                  <a:pt x="207116" y="26886"/>
                </a:lnTo>
                <a:lnTo>
                  <a:pt x="207116" y="35503"/>
                </a:lnTo>
                <a:cubicBezTo>
                  <a:pt x="207116" y="40283"/>
                  <a:pt x="210940" y="44107"/>
                  <a:pt x="215719" y="44107"/>
                </a:cubicBezTo>
                <a:cubicBezTo>
                  <a:pt x="220542" y="44107"/>
                  <a:pt x="224365" y="40283"/>
                  <a:pt x="224365" y="35503"/>
                </a:cubicBezTo>
                <a:lnTo>
                  <a:pt x="224365" y="26886"/>
                </a:lnTo>
                <a:lnTo>
                  <a:pt x="394098" y="26886"/>
                </a:lnTo>
                <a:cubicBezTo>
                  <a:pt x="398921" y="26886"/>
                  <a:pt x="402745" y="30710"/>
                  <a:pt x="402745" y="35534"/>
                </a:cubicBezTo>
                <a:lnTo>
                  <a:pt x="402745" y="279069"/>
                </a:lnTo>
                <a:lnTo>
                  <a:pt x="385495" y="279069"/>
                </a:lnTo>
                <a:lnTo>
                  <a:pt x="385495" y="44139"/>
                </a:lnTo>
                <a:lnTo>
                  <a:pt x="41239" y="44139"/>
                </a:lnTo>
                <a:lnTo>
                  <a:pt x="41239" y="279069"/>
                </a:lnTo>
                <a:lnTo>
                  <a:pt x="23989" y="279069"/>
                </a:lnTo>
                <a:lnTo>
                  <a:pt x="23989" y="35534"/>
                </a:lnTo>
                <a:cubicBezTo>
                  <a:pt x="23989" y="30710"/>
                  <a:pt x="27813" y="26886"/>
                  <a:pt x="32592" y="26886"/>
                </a:cubicBezTo>
                <a:close/>
                <a:moveTo>
                  <a:pt x="215719" y="0"/>
                </a:moveTo>
                <a:cubicBezTo>
                  <a:pt x="220542" y="0"/>
                  <a:pt x="224365" y="3824"/>
                  <a:pt x="224365" y="8648"/>
                </a:cubicBezTo>
                <a:lnTo>
                  <a:pt x="224365" y="26886"/>
                </a:lnTo>
                <a:lnTo>
                  <a:pt x="207116" y="26886"/>
                </a:lnTo>
                <a:lnTo>
                  <a:pt x="207116" y="8648"/>
                </a:lnTo>
                <a:cubicBezTo>
                  <a:pt x="207116" y="3824"/>
                  <a:pt x="210940" y="0"/>
                  <a:pt x="21571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17" name="矩形: 圆角 216"/>
          <p:cNvSpPr/>
          <p:nvPr>
            <p:custDataLst>
              <p:tags r:id="rId10"/>
            </p:custDataLst>
          </p:nvPr>
        </p:nvSpPr>
        <p:spPr>
          <a:xfrm>
            <a:off x="10171046" y="2955471"/>
            <a:ext cx="645242" cy="645242"/>
          </a:xfrm>
          <a:prstGeom prst="roundRect">
            <a:avLst>
              <a:gd name="adj" fmla="val 902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8" name="文本框 217"/>
          <p:cNvSpPr txBox="1"/>
          <p:nvPr>
            <p:custDataLst>
              <p:tags r:id="rId11"/>
            </p:custDataLst>
          </p:nvPr>
        </p:nvSpPr>
        <p:spPr>
          <a:xfrm>
            <a:off x="9477784" y="4065672"/>
            <a:ext cx="2143985" cy="4298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a:ln>
                  <a:noFill/>
                </a:ln>
                <a:solidFill>
                  <a:srgbClr val="000000"/>
                </a:solidFill>
                <a:effectLst/>
                <a:uLnTx/>
                <a:uFillTx/>
                <a:latin typeface="+mj-ea"/>
                <a:ea typeface="+mj-ea"/>
                <a:cs typeface="+mn-cs"/>
              </a:rPr>
              <a:t>***</a:t>
            </a:r>
            <a:endParaRPr kumimoji="0" lang="en-US" altLang="zh-CN" sz="2200" b="1" i="0" u="none" strike="noStrike" kern="1200" cap="none" spc="0" normalizeH="0" baseline="0" noProof="0" dirty="0">
              <a:ln>
                <a:noFill/>
              </a:ln>
              <a:solidFill>
                <a:srgbClr val="000000"/>
              </a:solidFill>
              <a:effectLst/>
              <a:uLnTx/>
              <a:uFillTx/>
              <a:latin typeface="+mj-ea"/>
              <a:ea typeface="+mj-ea"/>
              <a:cs typeface="+mn-cs"/>
            </a:endParaRPr>
          </a:p>
        </p:txBody>
      </p:sp>
      <p:sp>
        <p:nvSpPr>
          <p:cNvPr id="224" name="research_106198"/>
          <p:cNvSpPr/>
          <p:nvPr>
            <p:custDataLst>
              <p:tags r:id="rId12"/>
            </p:custDataLst>
          </p:nvPr>
        </p:nvSpPr>
        <p:spPr>
          <a:xfrm>
            <a:off x="10262091" y="3046471"/>
            <a:ext cx="463153" cy="463239"/>
          </a:xfrm>
          <a:custGeom>
            <a:avLst/>
            <a:gdLst>
              <a:gd name="T0" fmla="*/ 5596 w 11192"/>
              <a:gd name="T1" fmla="*/ 0 h 11193"/>
              <a:gd name="T2" fmla="*/ 0 w 11192"/>
              <a:gd name="T3" fmla="*/ 5596 h 11193"/>
              <a:gd name="T4" fmla="*/ 5596 w 11192"/>
              <a:gd name="T5" fmla="*/ 11193 h 11193"/>
              <a:gd name="T6" fmla="*/ 11192 w 11192"/>
              <a:gd name="T7" fmla="*/ 5596 h 11193"/>
              <a:gd name="T8" fmla="*/ 5596 w 11192"/>
              <a:gd name="T9" fmla="*/ 0 h 11193"/>
              <a:gd name="T10" fmla="*/ 5596 w 11192"/>
              <a:gd name="T11" fmla="*/ 10949 h 11193"/>
              <a:gd name="T12" fmla="*/ 243 w 11192"/>
              <a:gd name="T13" fmla="*/ 5596 h 11193"/>
              <a:gd name="T14" fmla="*/ 5596 w 11192"/>
              <a:gd name="T15" fmla="*/ 243 h 11193"/>
              <a:gd name="T16" fmla="*/ 10949 w 11192"/>
              <a:gd name="T17" fmla="*/ 5596 h 11193"/>
              <a:gd name="T18" fmla="*/ 5596 w 11192"/>
              <a:gd name="T19" fmla="*/ 10949 h 11193"/>
              <a:gd name="T20" fmla="*/ 7362 w 11192"/>
              <a:gd name="T21" fmla="*/ 7175 h 11193"/>
              <a:gd name="T22" fmla="*/ 5243 w 11192"/>
              <a:gd name="T23" fmla="*/ 7175 h 11193"/>
              <a:gd name="T24" fmla="*/ 4010 w 11192"/>
              <a:gd name="T25" fmla="*/ 5948 h 11193"/>
              <a:gd name="T26" fmla="*/ 5243 w 11192"/>
              <a:gd name="T27" fmla="*/ 4721 h 11193"/>
              <a:gd name="T28" fmla="*/ 6857 w 11192"/>
              <a:gd name="T29" fmla="*/ 4721 h 11193"/>
              <a:gd name="T30" fmla="*/ 6458 w 11192"/>
              <a:gd name="T31" fmla="*/ 5118 h 11193"/>
              <a:gd name="T32" fmla="*/ 6458 w 11192"/>
              <a:gd name="T33" fmla="*/ 5372 h 11193"/>
              <a:gd name="T34" fmla="*/ 6585 w 11192"/>
              <a:gd name="T35" fmla="*/ 5424 h 11193"/>
              <a:gd name="T36" fmla="*/ 6712 w 11192"/>
              <a:gd name="T37" fmla="*/ 5372 h 11193"/>
              <a:gd name="T38" fmla="*/ 7419 w 11192"/>
              <a:gd name="T39" fmla="*/ 4668 h 11193"/>
              <a:gd name="T40" fmla="*/ 7419 w 11192"/>
              <a:gd name="T41" fmla="*/ 4415 h 11193"/>
              <a:gd name="T42" fmla="*/ 6712 w 11192"/>
              <a:gd name="T43" fmla="*/ 3711 h 11193"/>
              <a:gd name="T44" fmla="*/ 6458 w 11192"/>
              <a:gd name="T45" fmla="*/ 3711 h 11193"/>
              <a:gd name="T46" fmla="*/ 6458 w 11192"/>
              <a:gd name="T47" fmla="*/ 3965 h 11193"/>
              <a:gd name="T48" fmla="*/ 6857 w 11192"/>
              <a:gd name="T49" fmla="*/ 4362 h 11193"/>
              <a:gd name="T50" fmla="*/ 5243 w 11192"/>
              <a:gd name="T51" fmla="*/ 4362 h 11193"/>
              <a:gd name="T52" fmla="*/ 3649 w 11192"/>
              <a:gd name="T53" fmla="*/ 5948 h 11193"/>
              <a:gd name="T54" fmla="*/ 5243 w 11192"/>
              <a:gd name="T55" fmla="*/ 7534 h 11193"/>
              <a:gd name="T56" fmla="*/ 7362 w 11192"/>
              <a:gd name="T57" fmla="*/ 7534 h 11193"/>
              <a:gd name="T58" fmla="*/ 7542 w 11192"/>
              <a:gd name="T59" fmla="*/ 7355 h 11193"/>
              <a:gd name="T60" fmla="*/ 7362 w 11192"/>
              <a:gd name="T61" fmla="*/ 7175 h 1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92" h="11193">
                <a:moveTo>
                  <a:pt x="5596" y="0"/>
                </a:moveTo>
                <a:cubicBezTo>
                  <a:pt x="2510" y="0"/>
                  <a:pt x="0" y="2511"/>
                  <a:pt x="0" y="5596"/>
                </a:cubicBezTo>
                <a:cubicBezTo>
                  <a:pt x="0" y="8682"/>
                  <a:pt x="2510" y="11193"/>
                  <a:pt x="5596" y="11193"/>
                </a:cubicBezTo>
                <a:cubicBezTo>
                  <a:pt x="8682" y="11193"/>
                  <a:pt x="11192" y="8682"/>
                  <a:pt x="11192" y="5596"/>
                </a:cubicBezTo>
                <a:cubicBezTo>
                  <a:pt x="11192" y="2511"/>
                  <a:pt x="8682" y="0"/>
                  <a:pt x="5596" y="0"/>
                </a:cubicBezTo>
                <a:close/>
                <a:moveTo>
                  <a:pt x="5596" y="10949"/>
                </a:moveTo>
                <a:cubicBezTo>
                  <a:pt x="2644" y="10949"/>
                  <a:pt x="243" y="8548"/>
                  <a:pt x="243" y="5596"/>
                </a:cubicBezTo>
                <a:cubicBezTo>
                  <a:pt x="243" y="2645"/>
                  <a:pt x="2644" y="243"/>
                  <a:pt x="5596" y="243"/>
                </a:cubicBezTo>
                <a:cubicBezTo>
                  <a:pt x="8547" y="243"/>
                  <a:pt x="10949" y="2645"/>
                  <a:pt x="10949" y="5596"/>
                </a:cubicBezTo>
                <a:cubicBezTo>
                  <a:pt x="10949" y="8548"/>
                  <a:pt x="8547" y="10949"/>
                  <a:pt x="5596" y="10949"/>
                </a:cubicBezTo>
                <a:close/>
                <a:moveTo>
                  <a:pt x="7362" y="7175"/>
                </a:moveTo>
                <a:lnTo>
                  <a:pt x="5243" y="7175"/>
                </a:lnTo>
                <a:cubicBezTo>
                  <a:pt x="4563" y="7175"/>
                  <a:pt x="4010" y="6625"/>
                  <a:pt x="4010" y="5948"/>
                </a:cubicBezTo>
                <a:cubicBezTo>
                  <a:pt x="4010" y="5271"/>
                  <a:pt x="4563" y="4721"/>
                  <a:pt x="5243" y="4721"/>
                </a:cubicBezTo>
                <a:lnTo>
                  <a:pt x="6857" y="4721"/>
                </a:lnTo>
                <a:lnTo>
                  <a:pt x="6458" y="5118"/>
                </a:lnTo>
                <a:cubicBezTo>
                  <a:pt x="6387" y="5188"/>
                  <a:pt x="6387" y="5301"/>
                  <a:pt x="6458" y="5372"/>
                </a:cubicBezTo>
                <a:cubicBezTo>
                  <a:pt x="6493" y="5406"/>
                  <a:pt x="6539" y="5424"/>
                  <a:pt x="6585" y="5424"/>
                </a:cubicBezTo>
                <a:cubicBezTo>
                  <a:pt x="6631" y="5424"/>
                  <a:pt x="6677" y="5406"/>
                  <a:pt x="6712" y="5372"/>
                </a:cubicBezTo>
                <a:lnTo>
                  <a:pt x="7419" y="4668"/>
                </a:lnTo>
                <a:cubicBezTo>
                  <a:pt x="7489" y="4598"/>
                  <a:pt x="7489" y="4485"/>
                  <a:pt x="7419" y="4415"/>
                </a:cubicBezTo>
                <a:lnTo>
                  <a:pt x="6712" y="3711"/>
                </a:lnTo>
                <a:cubicBezTo>
                  <a:pt x="6642" y="3641"/>
                  <a:pt x="6528" y="3641"/>
                  <a:pt x="6458" y="3711"/>
                </a:cubicBezTo>
                <a:cubicBezTo>
                  <a:pt x="6387" y="3781"/>
                  <a:pt x="6387" y="3895"/>
                  <a:pt x="6458" y="3965"/>
                </a:cubicBezTo>
                <a:lnTo>
                  <a:pt x="6857" y="4362"/>
                </a:lnTo>
                <a:lnTo>
                  <a:pt x="5243" y="4362"/>
                </a:lnTo>
                <a:cubicBezTo>
                  <a:pt x="4364" y="4362"/>
                  <a:pt x="3649" y="5074"/>
                  <a:pt x="3649" y="5948"/>
                </a:cubicBezTo>
                <a:cubicBezTo>
                  <a:pt x="3649" y="6823"/>
                  <a:pt x="4364" y="7534"/>
                  <a:pt x="5243" y="7534"/>
                </a:cubicBezTo>
                <a:lnTo>
                  <a:pt x="7362" y="7534"/>
                </a:lnTo>
                <a:cubicBezTo>
                  <a:pt x="7462" y="7534"/>
                  <a:pt x="7542" y="7454"/>
                  <a:pt x="7542" y="7355"/>
                </a:cubicBezTo>
                <a:cubicBezTo>
                  <a:pt x="7542" y="7256"/>
                  <a:pt x="7462" y="7175"/>
                  <a:pt x="7362" y="717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cxnSp>
        <p:nvCxnSpPr>
          <p:cNvPr id="236" name="直接连接符 235"/>
          <p:cNvCxnSpPr/>
          <p:nvPr>
            <p:custDataLst>
              <p:tags r:id="rId13"/>
            </p:custDataLst>
          </p:nvPr>
        </p:nvCxnSpPr>
        <p:spPr>
          <a:xfrm>
            <a:off x="2931065" y="2801256"/>
            <a:ext cx="0" cy="3132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custDataLst>
              <p:tags r:id="rId14"/>
            </p:custDataLst>
          </p:nvPr>
        </p:nvCxnSpPr>
        <p:spPr>
          <a:xfrm>
            <a:off x="6096000" y="2801256"/>
            <a:ext cx="0" cy="3132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custDataLst>
              <p:tags r:id="rId15"/>
            </p:custDataLst>
          </p:nvPr>
        </p:nvCxnSpPr>
        <p:spPr>
          <a:xfrm>
            <a:off x="9254743" y="2793996"/>
            <a:ext cx="0" cy="3132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4" name="文本框 263"/>
          <p:cNvSpPr txBox="1"/>
          <p:nvPr>
            <p:custDataLst>
              <p:tags r:id="rId16"/>
            </p:custDataLst>
          </p:nvPr>
        </p:nvSpPr>
        <p:spPr>
          <a:xfrm>
            <a:off x="819443" y="4816461"/>
            <a:ext cx="1229825" cy="1107996"/>
          </a:xfrm>
          <a:prstGeom prst="rect">
            <a:avLst/>
          </a:prstGeom>
          <a:noFill/>
        </p:spPr>
        <p:txBody>
          <a:bodyPr wrap="none" rtlCol="0">
            <a:spAutoFit/>
          </a:bodyPr>
          <a:lstStyle/>
          <a:p>
            <a:pPr algn="ctr"/>
            <a:r>
              <a:rPr lang="en-US" altLang="zh-CN" sz="6600" b="1" dirty="0">
                <a:solidFill>
                  <a:schemeClr val="accent1">
                    <a:alpha val="20000"/>
                  </a:schemeClr>
                </a:solidFill>
                <a:latin typeface="+mj-ea"/>
                <a:ea typeface="+mj-ea"/>
              </a:rPr>
              <a:t>01</a:t>
            </a:r>
            <a:endParaRPr lang="zh-CN" altLang="en-US" sz="6600" b="1" dirty="0">
              <a:solidFill>
                <a:schemeClr val="accent1">
                  <a:alpha val="20000"/>
                </a:schemeClr>
              </a:solidFill>
              <a:latin typeface="+mj-ea"/>
              <a:ea typeface="+mj-ea"/>
            </a:endParaRPr>
          </a:p>
        </p:txBody>
      </p:sp>
      <p:sp>
        <p:nvSpPr>
          <p:cNvPr id="265" name="文本框 264"/>
          <p:cNvSpPr txBox="1"/>
          <p:nvPr>
            <p:custDataLst>
              <p:tags r:id="rId17"/>
            </p:custDataLst>
          </p:nvPr>
        </p:nvSpPr>
        <p:spPr>
          <a:xfrm>
            <a:off x="3937217" y="4823884"/>
            <a:ext cx="1229825" cy="1107996"/>
          </a:xfrm>
          <a:prstGeom prst="rect">
            <a:avLst/>
          </a:prstGeom>
          <a:noFill/>
        </p:spPr>
        <p:txBody>
          <a:bodyPr wrap="none" rtlCol="0">
            <a:spAutoFit/>
          </a:bodyPr>
          <a:lstStyle/>
          <a:p>
            <a:pPr algn="ctr"/>
            <a:r>
              <a:rPr lang="en-US" altLang="zh-CN" sz="6600" b="1" dirty="0">
                <a:solidFill>
                  <a:schemeClr val="accent1">
                    <a:alpha val="20000"/>
                  </a:schemeClr>
                </a:solidFill>
                <a:latin typeface="+mj-ea"/>
                <a:ea typeface="+mj-ea"/>
              </a:rPr>
              <a:t>02</a:t>
            </a:r>
            <a:endParaRPr lang="zh-CN" altLang="en-US" sz="6600" b="1" dirty="0">
              <a:solidFill>
                <a:schemeClr val="accent1">
                  <a:alpha val="20000"/>
                </a:schemeClr>
              </a:solidFill>
              <a:latin typeface="+mj-ea"/>
              <a:ea typeface="+mj-ea"/>
            </a:endParaRPr>
          </a:p>
        </p:txBody>
      </p:sp>
      <p:sp>
        <p:nvSpPr>
          <p:cNvPr id="266" name="文本框 265"/>
          <p:cNvSpPr txBox="1"/>
          <p:nvPr>
            <p:custDataLst>
              <p:tags r:id="rId18"/>
            </p:custDataLst>
          </p:nvPr>
        </p:nvSpPr>
        <p:spPr>
          <a:xfrm>
            <a:off x="7045647" y="4825260"/>
            <a:ext cx="1229825" cy="1107996"/>
          </a:xfrm>
          <a:prstGeom prst="rect">
            <a:avLst/>
          </a:prstGeom>
          <a:noFill/>
        </p:spPr>
        <p:txBody>
          <a:bodyPr wrap="none" rtlCol="0">
            <a:spAutoFit/>
          </a:bodyPr>
          <a:lstStyle/>
          <a:p>
            <a:pPr algn="ctr"/>
            <a:r>
              <a:rPr lang="en-US" altLang="zh-CN" sz="6600" b="1" dirty="0">
                <a:solidFill>
                  <a:schemeClr val="accent1">
                    <a:alpha val="20000"/>
                  </a:schemeClr>
                </a:solidFill>
                <a:latin typeface="+mj-ea"/>
                <a:ea typeface="+mj-ea"/>
              </a:rPr>
              <a:t>03</a:t>
            </a:r>
            <a:endParaRPr lang="zh-CN" altLang="en-US" sz="6600" b="1" dirty="0">
              <a:solidFill>
                <a:schemeClr val="accent1">
                  <a:alpha val="20000"/>
                </a:schemeClr>
              </a:solidFill>
              <a:latin typeface="+mj-ea"/>
              <a:ea typeface="+mj-ea"/>
            </a:endParaRPr>
          </a:p>
        </p:txBody>
      </p:sp>
      <p:sp>
        <p:nvSpPr>
          <p:cNvPr id="268" name="文本框 267"/>
          <p:cNvSpPr txBox="1"/>
          <p:nvPr>
            <p:custDataLst>
              <p:tags r:id="rId19"/>
            </p:custDataLst>
          </p:nvPr>
        </p:nvSpPr>
        <p:spPr>
          <a:xfrm>
            <a:off x="9934865" y="4823884"/>
            <a:ext cx="1229825" cy="1107996"/>
          </a:xfrm>
          <a:prstGeom prst="rect">
            <a:avLst/>
          </a:prstGeom>
          <a:noFill/>
        </p:spPr>
        <p:txBody>
          <a:bodyPr wrap="none" rtlCol="0">
            <a:spAutoFit/>
          </a:bodyPr>
          <a:lstStyle/>
          <a:p>
            <a:pPr algn="ctr"/>
            <a:r>
              <a:rPr lang="en-US" altLang="zh-CN" sz="6600" b="1" dirty="0">
                <a:solidFill>
                  <a:schemeClr val="accent1">
                    <a:alpha val="20000"/>
                  </a:schemeClr>
                </a:solidFill>
                <a:latin typeface="+mj-ea"/>
                <a:ea typeface="+mj-ea"/>
              </a:rPr>
              <a:t>04</a:t>
            </a:r>
            <a:endParaRPr lang="zh-CN" altLang="en-US" sz="6600" b="1" dirty="0">
              <a:solidFill>
                <a:schemeClr val="accent1">
                  <a:alpha val="20000"/>
                </a:schemeClr>
              </a:solidFill>
              <a:latin typeface="+mj-ea"/>
              <a:ea typeface="+mj-ea"/>
            </a:endParaRPr>
          </a:p>
        </p:txBody>
      </p:sp>
      <p:sp>
        <p:nvSpPr>
          <p:cNvPr id="270" name="文本框 269"/>
          <p:cNvSpPr txBox="1"/>
          <p:nvPr/>
        </p:nvSpPr>
        <p:spPr>
          <a:xfrm>
            <a:off x="435358" y="254000"/>
            <a:ext cx="2031325" cy="1107996"/>
          </a:xfrm>
          <a:prstGeom prst="rect">
            <a:avLst/>
          </a:prstGeom>
          <a:noFill/>
        </p:spPr>
        <p:txBody>
          <a:bodyPr wrap="none" rtlCol="0">
            <a:spAutoFit/>
          </a:bodyPr>
          <a:lstStyle/>
          <a:p>
            <a:pPr algn="ctr"/>
            <a:r>
              <a:rPr lang="zh-CN" altLang="en-US" sz="6600" b="1" spc="600" dirty="0">
                <a:solidFill>
                  <a:schemeClr val="bg1"/>
                </a:solidFill>
                <a:latin typeface="+mj-ea"/>
                <a:ea typeface="+mj-ea"/>
              </a:rPr>
              <a:t>目录</a:t>
            </a:r>
            <a:endParaRPr lang="zh-CN" altLang="en-US" sz="6600" b="1" spc="600" dirty="0">
              <a:solidFill>
                <a:schemeClr val="bg1"/>
              </a:solidFill>
              <a:latin typeface="+mj-ea"/>
              <a:ea typeface="+mj-ea"/>
            </a:endParaRPr>
          </a:p>
        </p:txBody>
      </p:sp>
      <p:sp>
        <p:nvSpPr>
          <p:cNvPr id="271" name="文本框 270"/>
          <p:cNvSpPr txBox="1"/>
          <p:nvPr/>
        </p:nvSpPr>
        <p:spPr>
          <a:xfrm>
            <a:off x="518524" y="1496200"/>
            <a:ext cx="1864998" cy="338554"/>
          </a:xfrm>
          <a:prstGeom prst="rect">
            <a:avLst/>
          </a:prstGeom>
          <a:noFill/>
        </p:spPr>
        <p:txBody>
          <a:bodyPr wrap="none" rtlCol="0">
            <a:spAutoFit/>
          </a:bodyPr>
          <a:lstStyle/>
          <a:p>
            <a:pPr algn="ctr"/>
            <a:r>
              <a:rPr lang="en-US" altLang="zh-CN" sz="1600" spc="600" dirty="0">
                <a:solidFill>
                  <a:schemeClr val="bg1"/>
                </a:solidFill>
                <a:latin typeface="+mn-ea"/>
              </a:rPr>
              <a:t>CONTENTS</a:t>
            </a:r>
            <a:endParaRPr lang="zh-CN" altLang="en-US" sz="1600" spc="600" dirty="0">
              <a:solidFill>
                <a:schemeClr val="bg1"/>
              </a:solidFill>
              <a:latin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文本框 140"/>
          <p:cNvSpPr txBox="1"/>
          <p:nvPr/>
        </p:nvSpPr>
        <p:spPr>
          <a:xfrm>
            <a:off x="521921" y="139700"/>
            <a:ext cx="1858201" cy="1569660"/>
          </a:xfrm>
          <a:prstGeom prst="rect">
            <a:avLst/>
          </a:prstGeom>
          <a:noFill/>
        </p:spPr>
        <p:txBody>
          <a:bodyPr wrap="none" rtlCol="0">
            <a:spAutoFit/>
          </a:bodyPr>
          <a:lstStyle/>
          <a:p>
            <a:pPr algn="ctr"/>
            <a:r>
              <a:rPr lang="en-US" altLang="zh-CN" sz="9600" b="1" spc="600" dirty="0">
                <a:solidFill>
                  <a:schemeClr val="bg1"/>
                </a:solidFill>
                <a:latin typeface="+mj-ea"/>
                <a:ea typeface="+mj-ea"/>
              </a:rPr>
              <a:t>01</a:t>
            </a:r>
            <a:endParaRPr lang="zh-CN" altLang="en-US" sz="9600" b="1" spc="600" dirty="0">
              <a:solidFill>
                <a:schemeClr val="bg1"/>
              </a:solidFill>
              <a:latin typeface="+mj-ea"/>
              <a:ea typeface="+mj-ea"/>
            </a:endParaRPr>
          </a:p>
        </p:txBody>
      </p:sp>
      <p:sp>
        <p:nvSpPr>
          <p:cNvPr id="172" name="文本框 171"/>
          <p:cNvSpPr txBox="1"/>
          <p:nvPr/>
        </p:nvSpPr>
        <p:spPr>
          <a:xfrm>
            <a:off x="3931794" y="3575650"/>
            <a:ext cx="4328412"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srgbClr val="000000"/>
                </a:solidFill>
                <a:effectLst/>
                <a:uLnTx/>
                <a:uFillTx/>
                <a:latin typeface="+mj-ea"/>
                <a:ea typeface="+mj-ea"/>
                <a:cs typeface="+mn-cs"/>
              </a:rPr>
              <a:t>***</a:t>
            </a:r>
            <a:endParaRPr kumimoji="0" lang="en-US" altLang="zh-CN" sz="4400" b="1" i="0" u="none" strike="noStrike" kern="1200" cap="none" spc="0" normalizeH="0" baseline="0" noProof="0" dirty="0">
              <a:ln>
                <a:noFill/>
              </a:ln>
              <a:solidFill>
                <a:srgbClr val="000000"/>
              </a:solidFill>
              <a:effectLst/>
              <a:uLnTx/>
              <a:uFillTx/>
              <a:latin typeface="+mj-ea"/>
              <a:ea typeface="+mj-ea"/>
              <a:cs typeface="+mn-cs"/>
            </a:endParaRPr>
          </a:p>
        </p:txBody>
      </p:sp>
      <p:sp>
        <p:nvSpPr>
          <p:cNvPr id="3" name="文本框 2"/>
          <p:cNvSpPr txBox="1"/>
          <p:nvPr/>
        </p:nvSpPr>
        <p:spPr>
          <a:xfrm>
            <a:off x="566965" y="1496200"/>
            <a:ext cx="1768113" cy="338554"/>
          </a:xfrm>
          <a:prstGeom prst="rect">
            <a:avLst/>
          </a:prstGeom>
          <a:noFill/>
        </p:spPr>
        <p:txBody>
          <a:bodyPr wrap="none" rtlCol="0">
            <a:spAutoFit/>
          </a:bodyPr>
          <a:lstStyle/>
          <a:p>
            <a:pPr algn="ctr"/>
            <a:r>
              <a:rPr lang="en-US" altLang="zh-CN" sz="1600" spc="600" dirty="0">
                <a:solidFill>
                  <a:schemeClr val="bg1"/>
                </a:solidFill>
                <a:latin typeface="+mn-ea"/>
              </a:rPr>
              <a:t>PART ONE</a:t>
            </a:r>
            <a:endParaRPr lang="zh-CN" altLang="en-US" sz="1600" spc="600" dirty="0">
              <a:solidFill>
                <a:schemeClr val="bg1"/>
              </a:solidFill>
              <a:latin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3103" y="1986796"/>
            <a:ext cx="1407421"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chemeClr val="bg1"/>
                </a:solidFill>
                <a:effectLst/>
                <a:uLnTx/>
                <a:uFillTx/>
                <a:latin typeface="+mj-ea"/>
                <a:ea typeface="+mj-ea"/>
                <a:cs typeface="+mn-cs"/>
              </a:rPr>
              <a:t>***</a:t>
            </a:r>
            <a:endParaRPr kumimoji="0" lang="en-US" altLang="zh-CN" sz="2000" b="1" i="0" u="none" strike="noStrike" kern="1200" cap="none" spc="0" normalizeH="0" baseline="0" noProof="0" dirty="0">
              <a:ln>
                <a:noFill/>
              </a:ln>
              <a:solidFill>
                <a:schemeClr val="bg1"/>
              </a:solidFill>
              <a:effectLst/>
              <a:uLnTx/>
              <a:uFillTx/>
              <a:latin typeface="+mj-ea"/>
              <a:ea typeface="+mj-ea"/>
              <a:cs typeface="+mn-cs"/>
            </a:endParaRPr>
          </a:p>
        </p:txBody>
      </p:sp>
      <p:sp>
        <p:nvSpPr>
          <p:cNvPr id="4" name="文本框 3">
            <a:hlinkClick r:id="rId1" action="ppaction://hlinksldjump"/>
          </p:cNvPr>
          <p:cNvSpPr txBox="1"/>
          <p:nvPr/>
        </p:nvSpPr>
        <p:spPr>
          <a:xfrm>
            <a:off x="114602" y="3296374"/>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i="0" u="none" strike="noStrike" kern="1200" cap="none" spc="0" normalizeH="0" baseline="0" noProof="0" dirty="0">
                <a:ln>
                  <a:noFill/>
                </a:ln>
                <a:solidFill>
                  <a:schemeClr val="bg1">
                    <a:lumMod val="65000"/>
                  </a:schemeClr>
                </a:solidFill>
                <a:effectLst/>
                <a:uLnTx/>
                <a:uFillTx/>
                <a:latin typeface="+mn-ea"/>
                <a:cs typeface="+mn-cs"/>
              </a:rPr>
              <a:t>***</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5" name="文本框 4">
            <a:hlinkClick r:id="rId2" action="ppaction://hlinksldjump"/>
          </p:cNvPr>
          <p:cNvSpPr txBox="1"/>
          <p:nvPr/>
        </p:nvSpPr>
        <p:spPr>
          <a:xfrm>
            <a:off x="114602" y="4309877"/>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i="0" u="none" strike="noStrike" kern="1200" cap="none" spc="0" normalizeH="0" baseline="0" noProof="0" dirty="0">
                <a:ln>
                  <a:noFill/>
                </a:ln>
                <a:solidFill>
                  <a:schemeClr val="bg1">
                    <a:lumMod val="65000"/>
                  </a:schemeClr>
                </a:solidFill>
                <a:effectLst/>
                <a:uLnTx/>
                <a:uFillTx/>
                <a:latin typeface="+mn-ea"/>
                <a:cs typeface="+mn-cs"/>
              </a:rPr>
              <a:t>***</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7" name="文本框 6">
            <a:hlinkClick r:id="" action="ppaction://noaction"/>
          </p:cNvPr>
          <p:cNvSpPr txBox="1"/>
          <p:nvPr/>
        </p:nvSpPr>
        <p:spPr>
          <a:xfrm>
            <a:off x="114602" y="5417248"/>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i="0" u="none" strike="noStrike" kern="1200" cap="none" spc="0" normalizeH="0" baseline="0" noProof="0" dirty="0">
                <a:ln>
                  <a:noFill/>
                </a:ln>
                <a:solidFill>
                  <a:schemeClr val="bg1">
                    <a:lumMod val="65000"/>
                  </a:schemeClr>
                </a:solidFill>
                <a:effectLst/>
                <a:uLnTx/>
                <a:uFillTx/>
                <a:latin typeface="+mn-ea"/>
                <a:cs typeface="+mn-cs"/>
              </a:rPr>
              <a:t>***</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cxnSp>
        <p:nvCxnSpPr>
          <p:cNvPr id="33" name="直接连接符 32"/>
          <p:cNvCxnSpPr/>
          <p:nvPr/>
        </p:nvCxnSpPr>
        <p:spPr>
          <a:xfrm flipV="1">
            <a:off x="387713" y="2522217"/>
            <a:ext cx="1142365" cy="5715"/>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等腰三角形 34"/>
          <p:cNvSpPr/>
          <p:nvPr/>
        </p:nvSpPr>
        <p:spPr>
          <a:xfrm rot="16200000">
            <a:off x="1630362" y="2136923"/>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3E75C6D3-133E-4A51-8F1C-F484242B8F05}" type="slidenum">
              <a:rPr lang="zh-CN" altLang="en-US" smtClean="0"/>
            </a:fld>
            <a:endParaRPr lang="zh-CN" altLang="en-US"/>
          </a:p>
        </p:txBody>
      </p:sp>
      <p:sp>
        <p:nvSpPr>
          <p:cNvPr id="14" name="文本框 13"/>
          <p:cNvSpPr txBox="1"/>
          <p:nvPr/>
        </p:nvSpPr>
        <p:spPr>
          <a:xfrm>
            <a:off x="1982961" y="213716"/>
            <a:ext cx="4429315" cy="565150"/>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lang="en-US" altLang="zh-CN" sz="2800" b="1" dirty="0">
                <a:latin typeface="微软雅黑" panose="020B0503020204020204" charset="-122"/>
                <a:ea typeface="微软雅黑" panose="020B0503020204020204" charset="-122"/>
              </a:rPr>
              <a:t>***</a:t>
            </a:r>
            <a:endPar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8" name="直接连接符 7"/>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文本框 140"/>
          <p:cNvSpPr txBox="1"/>
          <p:nvPr/>
        </p:nvSpPr>
        <p:spPr>
          <a:xfrm>
            <a:off x="521921" y="139700"/>
            <a:ext cx="1858201" cy="1569660"/>
          </a:xfrm>
          <a:prstGeom prst="rect">
            <a:avLst/>
          </a:prstGeom>
          <a:noFill/>
        </p:spPr>
        <p:txBody>
          <a:bodyPr wrap="none" rtlCol="0">
            <a:spAutoFit/>
          </a:bodyPr>
          <a:lstStyle/>
          <a:p>
            <a:pPr algn="ctr"/>
            <a:r>
              <a:rPr lang="en-US" altLang="zh-CN" sz="9600" b="1" spc="600" dirty="0">
                <a:solidFill>
                  <a:schemeClr val="bg1"/>
                </a:solidFill>
                <a:latin typeface="+mj-ea"/>
                <a:ea typeface="+mj-ea"/>
              </a:rPr>
              <a:t>02</a:t>
            </a:r>
            <a:endParaRPr lang="zh-CN" altLang="en-US" sz="9600" b="1" spc="600" dirty="0">
              <a:solidFill>
                <a:schemeClr val="bg1"/>
              </a:solidFill>
              <a:latin typeface="+mj-ea"/>
              <a:ea typeface="+mj-ea"/>
            </a:endParaRPr>
          </a:p>
        </p:txBody>
      </p:sp>
      <p:sp>
        <p:nvSpPr>
          <p:cNvPr id="172" name="文本框 171"/>
          <p:cNvSpPr txBox="1"/>
          <p:nvPr/>
        </p:nvSpPr>
        <p:spPr>
          <a:xfrm>
            <a:off x="4092256" y="2659559"/>
            <a:ext cx="400748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0" dirty="0">
                <a:ln>
                  <a:noFill/>
                </a:ln>
                <a:solidFill>
                  <a:srgbClr val="000000"/>
                </a:solidFill>
                <a:effectLst/>
                <a:uLnTx/>
                <a:uFillTx/>
                <a:latin typeface="+mj-ea"/>
                <a:ea typeface="+mj-ea"/>
                <a:cs typeface="+mn-cs"/>
              </a:rPr>
              <a:t>****</a:t>
            </a:r>
            <a:endParaRPr kumimoji="0" lang="en-US" altLang="zh-CN" sz="4400" b="1" i="0" u="none" strike="noStrike" kern="1200" cap="none" spc="0" normalizeH="0" baseline="0" noProof="0" dirty="0">
              <a:ln>
                <a:noFill/>
              </a:ln>
              <a:solidFill>
                <a:srgbClr val="000000"/>
              </a:solidFill>
              <a:effectLst/>
              <a:uLnTx/>
              <a:uFillTx/>
              <a:latin typeface="+mj-ea"/>
              <a:ea typeface="+mj-ea"/>
              <a:cs typeface="+mn-cs"/>
            </a:endParaRPr>
          </a:p>
        </p:txBody>
      </p:sp>
      <p:sp>
        <p:nvSpPr>
          <p:cNvPr id="3" name="文本框 2"/>
          <p:cNvSpPr txBox="1"/>
          <p:nvPr/>
        </p:nvSpPr>
        <p:spPr>
          <a:xfrm>
            <a:off x="541317" y="1496200"/>
            <a:ext cx="1819409" cy="338554"/>
          </a:xfrm>
          <a:prstGeom prst="rect">
            <a:avLst/>
          </a:prstGeom>
          <a:noFill/>
        </p:spPr>
        <p:txBody>
          <a:bodyPr wrap="none" rtlCol="0">
            <a:spAutoFit/>
          </a:bodyPr>
          <a:lstStyle/>
          <a:p>
            <a:pPr algn="ctr"/>
            <a:r>
              <a:rPr lang="en-US" altLang="zh-CN" sz="1600" spc="600" dirty="0">
                <a:solidFill>
                  <a:schemeClr val="bg1"/>
                </a:solidFill>
                <a:latin typeface="+mn-ea"/>
              </a:rPr>
              <a:t>PART TWO</a:t>
            </a:r>
            <a:endParaRPr lang="zh-CN" altLang="en-US" sz="1600" spc="600" dirty="0">
              <a:solidFill>
                <a:schemeClr val="bg1"/>
              </a:solidFill>
              <a:latin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组合 61"/>
          <p:cNvGrpSpPr/>
          <p:nvPr/>
        </p:nvGrpSpPr>
        <p:grpSpPr>
          <a:xfrm>
            <a:off x="55880" y="1894205"/>
            <a:ext cx="1698625" cy="4138295"/>
            <a:chOff x="88" y="2983"/>
            <a:chExt cx="2675" cy="6517"/>
          </a:xfrm>
        </p:grpSpPr>
        <p:sp>
          <p:nvSpPr>
            <p:cNvPr id="3" name="文本框 2">
              <a:hlinkClick r:id="rId1" action="ppaction://hlinksldjump"/>
            </p:cNvPr>
            <p:cNvSpPr txBox="1"/>
            <p:nvPr/>
          </p:nvSpPr>
          <p:spPr>
            <a:xfrm>
              <a:off x="88" y="2983"/>
              <a:ext cx="2478" cy="628"/>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en-US" altLang="zh-CN" dirty="0"/>
                <a:t>***</a:t>
              </a:r>
              <a:endParaRPr lang="en-US" altLang="zh-CN" dirty="0"/>
            </a:p>
          </p:txBody>
        </p:sp>
        <p:sp>
          <p:nvSpPr>
            <p:cNvPr id="4" name="文本框 3"/>
            <p:cNvSpPr txBox="1"/>
            <p:nvPr/>
          </p:nvSpPr>
          <p:spPr>
            <a:xfrm>
              <a:off x="209" y="4360"/>
              <a:ext cx="2478" cy="628"/>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schemeClr val="bg1"/>
                  </a:solidFill>
                  <a:effectLst/>
                  <a:uLnTx/>
                  <a:uFillTx/>
                  <a:latin typeface="+mj-ea"/>
                  <a:ea typeface="+mj-ea"/>
                </a:defRPr>
              </a:lvl1pPr>
            </a:lstStyle>
            <a:p>
              <a:r>
                <a:rPr lang="en-US" altLang="zh-CN" dirty="0"/>
                <a:t>***</a:t>
              </a:r>
              <a:endParaRPr lang="en-US" altLang="zh-CN" dirty="0"/>
            </a:p>
          </p:txBody>
        </p:sp>
        <p:sp>
          <p:nvSpPr>
            <p:cNvPr id="6" name="文本框 5">
              <a:hlinkClick r:id="rId2" action="ppaction://hlinksldjump"/>
            </p:cNvPr>
            <p:cNvSpPr txBox="1"/>
            <p:nvPr/>
          </p:nvSpPr>
          <p:spPr>
            <a:xfrm>
              <a:off x="129" y="7416"/>
              <a:ext cx="2478" cy="62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i="0" u="none" strike="noStrike" kern="1200" cap="none" spc="0" normalizeH="0" baseline="0" noProof="0" dirty="0">
                  <a:ln>
                    <a:noFill/>
                  </a:ln>
                  <a:solidFill>
                    <a:schemeClr val="bg1">
                      <a:lumMod val="65000"/>
                    </a:schemeClr>
                  </a:solidFill>
                  <a:effectLst/>
                  <a:uLnTx/>
                  <a:uFillTx/>
                  <a:latin typeface="+mn-ea"/>
                  <a:cs typeface="+mn-cs"/>
                </a:rPr>
                <a:t>***</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7" name="文本框 6">
              <a:hlinkClick r:id="" action="ppaction://noaction"/>
            </p:cNvPr>
            <p:cNvSpPr txBox="1"/>
            <p:nvPr/>
          </p:nvSpPr>
          <p:spPr>
            <a:xfrm>
              <a:off x="129" y="8872"/>
              <a:ext cx="2478" cy="62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i="0" u="none" strike="noStrike" kern="1200" cap="none" spc="0" normalizeH="0" baseline="0" noProof="0" dirty="0">
                  <a:ln>
                    <a:noFill/>
                  </a:ln>
                  <a:solidFill>
                    <a:schemeClr val="bg1">
                      <a:lumMod val="65000"/>
                    </a:schemeClr>
                  </a:solidFill>
                  <a:effectLst/>
                  <a:uLnTx/>
                  <a:uFillTx/>
                  <a:latin typeface="+mn-ea"/>
                  <a:cs typeface="+mn-cs"/>
                </a:rPr>
                <a:t>***</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9" name="等腰三角形 8"/>
            <p:cNvSpPr/>
            <p:nvPr/>
          </p:nvSpPr>
          <p:spPr>
            <a:xfrm rot="16200000">
              <a:off x="2594" y="4552"/>
              <a:ext cx="181" cy="15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532" y="5026"/>
              <a:ext cx="836"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8" name="灯片编号占位符 67"/>
          <p:cNvSpPr>
            <a:spLocks noGrp="1"/>
          </p:cNvSpPr>
          <p:nvPr>
            <p:ph type="sldNum" sz="quarter" idx="12"/>
          </p:nvPr>
        </p:nvSpPr>
        <p:spPr/>
        <p:txBody>
          <a:bodyPr/>
          <a:p>
            <a:fld id="{3E75C6D3-133E-4A51-8F1C-F484242B8F05}" type="slidenum">
              <a:rPr lang="zh-CN" altLang="en-US" smtClean="0"/>
            </a:fld>
            <a:endParaRPr lang="zh-CN" altLang="en-US" dirty="0"/>
          </a:p>
        </p:txBody>
      </p:sp>
      <p:sp>
        <p:nvSpPr>
          <p:cNvPr id="14" name="文本框 13"/>
          <p:cNvSpPr txBox="1"/>
          <p:nvPr/>
        </p:nvSpPr>
        <p:spPr>
          <a:xfrm>
            <a:off x="1982961" y="213716"/>
            <a:ext cx="4429315" cy="565150"/>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lang="en-US" altLang="zh-CN" sz="2800" b="1" dirty="0">
                <a:latin typeface="微软雅黑" panose="020B0503020204020204" charset="-122"/>
                <a:ea typeface="微软雅黑" panose="020B0503020204020204" charset="-122"/>
              </a:rPr>
              <a:t>***</a:t>
            </a:r>
            <a:endPar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8" name="直接连接符 7"/>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文本框 140"/>
          <p:cNvSpPr txBox="1"/>
          <p:nvPr/>
        </p:nvSpPr>
        <p:spPr>
          <a:xfrm>
            <a:off x="521921" y="139700"/>
            <a:ext cx="1858201" cy="1569660"/>
          </a:xfrm>
          <a:prstGeom prst="rect">
            <a:avLst/>
          </a:prstGeom>
          <a:noFill/>
        </p:spPr>
        <p:txBody>
          <a:bodyPr wrap="none" rtlCol="0">
            <a:spAutoFit/>
          </a:bodyPr>
          <a:lstStyle/>
          <a:p>
            <a:pPr algn="ctr"/>
            <a:r>
              <a:rPr lang="en-US" altLang="zh-CN" sz="9600" b="1" spc="600" dirty="0">
                <a:solidFill>
                  <a:schemeClr val="bg1"/>
                </a:solidFill>
                <a:latin typeface="+mj-ea"/>
                <a:ea typeface="+mj-ea"/>
              </a:rPr>
              <a:t>03</a:t>
            </a:r>
            <a:endParaRPr lang="zh-CN" altLang="en-US" sz="9600" b="1" spc="600" dirty="0">
              <a:solidFill>
                <a:schemeClr val="bg1"/>
              </a:solidFill>
              <a:latin typeface="+mj-ea"/>
              <a:ea typeface="+mj-ea"/>
            </a:endParaRPr>
          </a:p>
        </p:txBody>
      </p:sp>
      <p:sp>
        <p:nvSpPr>
          <p:cNvPr id="172" name="文本框 171"/>
          <p:cNvSpPr txBox="1"/>
          <p:nvPr/>
        </p:nvSpPr>
        <p:spPr>
          <a:xfrm>
            <a:off x="3879909" y="3365589"/>
            <a:ext cx="4575493"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400" b="1" dirty="0">
                <a:solidFill>
                  <a:srgbClr val="000000"/>
                </a:solidFill>
                <a:latin typeface="+mj-ea"/>
                <a:ea typeface="+mj-ea"/>
              </a:rPr>
              <a:t>***</a:t>
            </a:r>
            <a:endParaRPr kumimoji="0" lang="en-US" altLang="zh-CN" sz="4400" b="1" i="0" u="none" strike="noStrike" kern="1200" cap="none" spc="0" normalizeH="0" baseline="0" noProof="0" dirty="0">
              <a:ln>
                <a:noFill/>
              </a:ln>
              <a:solidFill>
                <a:srgbClr val="000000"/>
              </a:solidFill>
              <a:effectLst/>
              <a:uLnTx/>
              <a:uFillTx/>
              <a:latin typeface="+mj-ea"/>
              <a:ea typeface="+mj-ea"/>
              <a:cs typeface="+mn-cs"/>
            </a:endParaRPr>
          </a:p>
        </p:txBody>
      </p:sp>
      <p:sp>
        <p:nvSpPr>
          <p:cNvPr id="3" name="文本框 2"/>
          <p:cNvSpPr txBox="1"/>
          <p:nvPr/>
        </p:nvSpPr>
        <p:spPr>
          <a:xfrm>
            <a:off x="403460" y="1496200"/>
            <a:ext cx="2095125" cy="338554"/>
          </a:xfrm>
          <a:prstGeom prst="rect">
            <a:avLst/>
          </a:prstGeom>
          <a:noFill/>
        </p:spPr>
        <p:txBody>
          <a:bodyPr wrap="none" rtlCol="0">
            <a:spAutoFit/>
          </a:bodyPr>
          <a:lstStyle/>
          <a:p>
            <a:pPr algn="ctr"/>
            <a:r>
              <a:rPr lang="en-US" altLang="zh-CN" sz="1600" spc="600" dirty="0">
                <a:solidFill>
                  <a:schemeClr val="bg1"/>
                </a:solidFill>
                <a:latin typeface="+mn-ea"/>
              </a:rPr>
              <a:t>PART THREE</a:t>
            </a:r>
            <a:endParaRPr lang="zh-CN" altLang="en-US" sz="1600" spc="600" dirty="0">
              <a:solidFill>
                <a:schemeClr val="bg1"/>
              </a:solidFill>
              <a:latin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3E75C6D3-133E-4A51-8F1C-F484242B8F05}" type="slidenum">
              <a:rPr lang="zh-CN" altLang="en-US" smtClean="0"/>
            </a:fld>
            <a:endParaRPr lang="zh-CN" altLang="en-US" dirty="0"/>
          </a:p>
        </p:txBody>
      </p:sp>
      <p:sp>
        <p:nvSpPr>
          <p:cNvPr id="28" name="文本框 27">
            <a:hlinkClick r:id="rId1" action="ppaction://hlinksldjump"/>
          </p:cNvPr>
          <p:cNvSpPr txBox="1"/>
          <p:nvPr>
            <p:custDataLst>
              <p:tags r:id="rId2"/>
            </p:custDataLst>
          </p:nvPr>
        </p:nvSpPr>
        <p:spPr>
          <a:xfrm>
            <a:off x="82112" y="1849145"/>
            <a:ext cx="1573322" cy="39878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en-US" dirty="0"/>
              <a:t>***</a:t>
            </a:r>
            <a:endParaRPr lang="en-US" dirty="0"/>
          </a:p>
        </p:txBody>
      </p:sp>
      <p:sp>
        <p:nvSpPr>
          <p:cNvPr id="29" name="文本框 28"/>
          <p:cNvSpPr txBox="1"/>
          <p:nvPr>
            <p:custDataLst>
              <p:tags r:id="rId3"/>
            </p:custDataLst>
          </p:nvPr>
        </p:nvSpPr>
        <p:spPr>
          <a:xfrm>
            <a:off x="82112" y="3225120"/>
            <a:ext cx="1573322" cy="39878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en-US" altLang="zh-CN" dirty="0"/>
              <a:t>***</a:t>
            </a:r>
            <a:endParaRPr lang="en-US" altLang="zh-CN" dirty="0"/>
          </a:p>
        </p:txBody>
      </p:sp>
      <p:sp>
        <p:nvSpPr>
          <p:cNvPr id="30" name="文本框 29">
            <a:hlinkClick r:id="rId4" action="ppaction://hlinksldjump"/>
          </p:cNvPr>
          <p:cNvSpPr txBox="1"/>
          <p:nvPr>
            <p:custDataLst>
              <p:tags r:id="rId5"/>
            </p:custDataLst>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chemeClr val="bg1"/>
                </a:solidFill>
                <a:effectLst/>
                <a:uLnTx/>
                <a:uFillTx/>
                <a:latin typeface="+mj-ea"/>
                <a:ea typeface="+mj-ea"/>
                <a:cs typeface="+mn-cs"/>
              </a:rPr>
              <a:t>***</a:t>
            </a:r>
            <a:endParaRPr kumimoji="0" lang="en-US" altLang="zh-CN" sz="2000" b="1" i="0" u="none" strike="noStrike" kern="1200" cap="none" spc="0" normalizeH="0" baseline="0" noProof="0" dirty="0">
              <a:ln>
                <a:noFill/>
              </a:ln>
              <a:solidFill>
                <a:schemeClr val="bg1"/>
              </a:solidFill>
              <a:effectLst/>
              <a:uLnTx/>
              <a:uFillTx/>
              <a:latin typeface="+mj-ea"/>
              <a:ea typeface="+mj-ea"/>
              <a:cs typeface="+mn-cs"/>
            </a:endParaRPr>
          </a:p>
        </p:txBody>
      </p:sp>
      <p:sp>
        <p:nvSpPr>
          <p:cNvPr id="31" name="文本框 30">
            <a:hlinkClick r:id="" action="ppaction://noaction"/>
          </p:cNvPr>
          <p:cNvSpPr txBox="1"/>
          <p:nvPr/>
        </p:nvSpPr>
        <p:spPr>
          <a:xfrm>
            <a:off x="82112" y="5446444"/>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i="0" u="none" strike="noStrike" kern="1200" cap="none" spc="0" normalizeH="0" baseline="0" noProof="0" dirty="0">
                <a:ln>
                  <a:noFill/>
                </a:ln>
                <a:solidFill>
                  <a:schemeClr val="bg1">
                    <a:lumMod val="65000"/>
                  </a:schemeClr>
                </a:solidFill>
                <a:effectLst/>
                <a:uLnTx/>
                <a:uFillTx/>
                <a:latin typeface="+mn-ea"/>
                <a:cs typeface="+mn-cs"/>
              </a:rPr>
              <a:t>***</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32" name="等腰三角形 31"/>
          <p:cNvSpPr/>
          <p:nvPr>
            <p:custDataLst>
              <p:tags r:id="rId6"/>
            </p:custDataLst>
          </p:nvPr>
        </p:nvSpPr>
        <p:spPr>
          <a:xfrm rot="16200000">
            <a:off x="1630169" y="4586241"/>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p:cNvCxnSpPr/>
          <p:nvPr>
            <p:custDataLst>
              <p:tags r:id="rId7"/>
            </p:custDataLst>
          </p:nvPr>
        </p:nvCxnSpPr>
        <p:spPr>
          <a:xfrm>
            <a:off x="337762" y="4845840"/>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982961" y="213716"/>
            <a:ext cx="4429315" cy="565150"/>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lang="en-US" altLang="zh-CN" sz="2800" b="1" dirty="0">
                <a:latin typeface="微软雅黑" panose="020B0503020204020204" charset="-122"/>
                <a:ea typeface="微软雅黑" panose="020B0503020204020204" charset="-122"/>
              </a:rPr>
              <a:t>***</a:t>
            </a:r>
            <a:endPar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10" name="直接连接符 9"/>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文本框 140"/>
          <p:cNvSpPr txBox="1"/>
          <p:nvPr/>
        </p:nvSpPr>
        <p:spPr>
          <a:xfrm>
            <a:off x="521921" y="139700"/>
            <a:ext cx="1858201" cy="1569660"/>
          </a:xfrm>
          <a:prstGeom prst="rect">
            <a:avLst/>
          </a:prstGeom>
          <a:noFill/>
        </p:spPr>
        <p:txBody>
          <a:bodyPr wrap="none" rtlCol="0">
            <a:spAutoFit/>
          </a:bodyPr>
          <a:lstStyle/>
          <a:p>
            <a:pPr algn="ctr"/>
            <a:r>
              <a:rPr lang="en-US" altLang="zh-CN" sz="9600" b="1" spc="600" dirty="0">
                <a:solidFill>
                  <a:schemeClr val="bg1"/>
                </a:solidFill>
                <a:latin typeface="+mj-ea"/>
                <a:ea typeface="+mj-ea"/>
              </a:rPr>
              <a:t>04</a:t>
            </a:r>
            <a:endParaRPr lang="zh-CN" altLang="en-US" sz="9600" b="1" spc="600" dirty="0">
              <a:solidFill>
                <a:schemeClr val="bg1"/>
              </a:solidFill>
              <a:latin typeface="+mj-ea"/>
              <a:ea typeface="+mj-ea"/>
            </a:endParaRPr>
          </a:p>
        </p:txBody>
      </p:sp>
      <p:sp>
        <p:nvSpPr>
          <p:cNvPr id="172" name="文本框 171"/>
          <p:cNvSpPr txBox="1"/>
          <p:nvPr/>
        </p:nvSpPr>
        <p:spPr>
          <a:xfrm>
            <a:off x="4092256" y="3616751"/>
            <a:ext cx="4007487" cy="7683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400" b="1" dirty="0">
                <a:solidFill>
                  <a:srgbClr val="000000"/>
                </a:solidFill>
                <a:latin typeface="+mj-ea"/>
                <a:ea typeface="+mj-ea"/>
              </a:rPr>
              <a:t>***</a:t>
            </a:r>
            <a:endParaRPr kumimoji="0" lang="en-US" altLang="zh-CN" sz="4400" b="1" i="0" u="none" strike="noStrike" kern="1200" cap="none" spc="0" normalizeH="0" baseline="0" noProof="0" dirty="0">
              <a:ln>
                <a:noFill/>
              </a:ln>
              <a:solidFill>
                <a:srgbClr val="000000"/>
              </a:solidFill>
              <a:effectLst/>
              <a:uLnTx/>
              <a:uFillTx/>
              <a:latin typeface="+mj-ea"/>
              <a:ea typeface="+mj-ea"/>
              <a:cs typeface="+mn-cs"/>
            </a:endParaRPr>
          </a:p>
        </p:txBody>
      </p:sp>
      <p:sp>
        <p:nvSpPr>
          <p:cNvPr id="3" name="文本框 2"/>
          <p:cNvSpPr txBox="1"/>
          <p:nvPr/>
        </p:nvSpPr>
        <p:spPr>
          <a:xfrm>
            <a:off x="477197" y="1496200"/>
            <a:ext cx="1947649" cy="338554"/>
          </a:xfrm>
          <a:prstGeom prst="rect">
            <a:avLst/>
          </a:prstGeom>
          <a:noFill/>
        </p:spPr>
        <p:txBody>
          <a:bodyPr wrap="none" rtlCol="0">
            <a:spAutoFit/>
          </a:bodyPr>
          <a:lstStyle/>
          <a:p>
            <a:pPr algn="ctr"/>
            <a:r>
              <a:rPr lang="en-US" altLang="zh-CN" sz="1600" spc="600" dirty="0">
                <a:solidFill>
                  <a:schemeClr val="bg1"/>
                </a:solidFill>
                <a:latin typeface="+mn-ea"/>
              </a:rPr>
              <a:t>PART FOUR</a:t>
            </a:r>
            <a:endParaRPr lang="zh-CN" altLang="en-US" sz="1600" spc="600" dirty="0">
              <a:solidFill>
                <a:schemeClr val="bg1"/>
              </a:solidFill>
              <a:latin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3E75C6D3-133E-4A51-8F1C-F484242B8F05}" type="slidenum">
              <a:rPr lang="zh-CN" altLang="en-US" smtClean="0"/>
            </a:fld>
            <a:endParaRPr lang="zh-CN" altLang="en-US"/>
          </a:p>
        </p:txBody>
      </p:sp>
      <p:sp>
        <p:nvSpPr>
          <p:cNvPr id="11" name="文本框 10">
            <a:hlinkClick r:id="rId1" action="ppaction://hlinksldjump"/>
          </p:cNvPr>
          <p:cNvSpPr txBox="1"/>
          <p:nvPr/>
        </p:nvSpPr>
        <p:spPr>
          <a:xfrm>
            <a:off x="82112" y="1849145"/>
            <a:ext cx="1573322" cy="39878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en-US" dirty="0"/>
              <a:t>***</a:t>
            </a:r>
            <a:endParaRPr lang="en-US" dirty="0"/>
          </a:p>
        </p:txBody>
      </p:sp>
      <p:sp>
        <p:nvSpPr>
          <p:cNvPr id="12" name="文本框 11"/>
          <p:cNvSpPr txBox="1"/>
          <p:nvPr/>
        </p:nvSpPr>
        <p:spPr>
          <a:xfrm>
            <a:off x="82112" y="3225120"/>
            <a:ext cx="1573322" cy="39878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en-US" altLang="zh-CN" dirty="0"/>
              <a:t>***</a:t>
            </a:r>
            <a:endParaRPr lang="en-US" altLang="zh-CN" dirty="0"/>
          </a:p>
        </p:txBody>
      </p:sp>
      <p:sp>
        <p:nvSpPr>
          <p:cNvPr id="13" name="文本框 12">
            <a:hlinkClick r:id="rId2" action="ppaction://hlinksldjump"/>
          </p:cNvPr>
          <p:cNvSpPr txBox="1"/>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i="0" u="none" strike="noStrike" kern="1200" cap="none" spc="0" normalizeH="0" baseline="0" noProof="0" dirty="0">
                <a:ln>
                  <a:noFill/>
                </a:ln>
                <a:solidFill>
                  <a:schemeClr val="bg1">
                    <a:lumMod val="65000"/>
                  </a:schemeClr>
                </a:solidFill>
                <a:effectLst/>
                <a:uLnTx/>
                <a:uFillTx/>
                <a:latin typeface="+mn-ea"/>
                <a:cs typeface="+mn-cs"/>
              </a:rPr>
              <a:t>***</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14" name="文本框 13">
            <a:hlinkClick r:id="" action="ppaction://noaction"/>
          </p:cNvPr>
          <p:cNvSpPr txBox="1"/>
          <p:nvPr/>
        </p:nvSpPr>
        <p:spPr>
          <a:xfrm>
            <a:off x="82112" y="5450360"/>
            <a:ext cx="1573322" cy="39878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schemeClr val="bg1"/>
                </a:solidFill>
                <a:effectLst/>
                <a:uLnTx/>
                <a:uFillTx/>
                <a:latin typeface="+mj-ea"/>
                <a:ea typeface="+mj-ea"/>
              </a:defRPr>
            </a:lvl1pPr>
          </a:lstStyle>
          <a:p>
            <a:r>
              <a:rPr lang="en-US" altLang="zh-CN" dirty="0"/>
              <a:t>***</a:t>
            </a:r>
            <a:endParaRPr lang="en-US" altLang="zh-CN" dirty="0"/>
          </a:p>
        </p:txBody>
      </p:sp>
      <p:sp>
        <p:nvSpPr>
          <p:cNvPr id="15" name="等腰三角形 14"/>
          <p:cNvSpPr/>
          <p:nvPr/>
        </p:nvSpPr>
        <p:spPr>
          <a:xfrm rot="16200000">
            <a:off x="1647494" y="5596875"/>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348124" y="5850470"/>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982961" y="213716"/>
            <a:ext cx="4429315" cy="565150"/>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lang="en-US" altLang="zh-CN" sz="2800" b="1" dirty="0">
                <a:latin typeface="微软雅黑" panose="020B0503020204020204" charset="-122"/>
                <a:ea typeface="微软雅黑" panose="020B0503020204020204" charset="-122"/>
              </a:rPr>
              <a:t>***</a:t>
            </a:r>
            <a:endPar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10" name="直接连接符 9"/>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rcRect l="50151"/>
          <a:stretch>
            <a:fillRect/>
          </a:stretch>
        </p:blipFill>
        <p:spPr>
          <a:xfrm>
            <a:off x="0" y="17891"/>
            <a:ext cx="3439538" cy="6858000"/>
          </a:xfrm>
          <a:prstGeom prst="rect">
            <a:avLst/>
          </a:prstGeom>
        </p:spPr>
      </p:pic>
      <p:sp>
        <p:nvSpPr>
          <p:cNvPr id="2" name="标题 1"/>
          <p:cNvSpPr>
            <a:spLocks noGrp="1"/>
          </p:cNvSpPr>
          <p:nvPr>
            <p:ph type="ctrTitle"/>
          </p:nvPr>
        </p:nvSpPr>
        <p:spPr>
          <a:xfrm>
            <a:off x="1005431" y="948805"/>
            <a:ext cx="7578019" cy="1655761"/>
          </a:xfrm>
        </p:spPr>
        <p:txBody>
          <a:bodyPr>
            <a:noAutofit/>
          </a:bodyPr>
          <a:lstStyle/>
          <a:p>
            <a:pPr algn="l">
              <a:lnSpc>
                <a:spcPct val="130000"/>
              </a:lnSpc>
            </a:pPr>
            <a:br>
              <a:rPr lang="en-US" altLang="zh-CN" sz="2400" b="1" dirty="0"/>
            </a:br>
            <a:r>
              <a:rPr lang="zh-CN" altLang="en-US" sz="4800" b="1" dirty="0">
                <a:solidFill>
                  <a:schemeClr val="accent1"/>
                </a:solidFill>
              </a:rPr>
              <a:t>敬请各位老师批评指正！</a:t>
            </a:r>
            <a:endParaRPr lang="zh-CN" altLang="en-US" sz="4400" b="1" dirty="0">
              <a:solidFill>
                <a:schemeClr val="accent1"/>
              </a:solidFill>
            </a:endParaRPr>
          </a:p>
        </p:txBody>
      </p:sp>
      <p:sp>
        <p:nvSpPr>
          <p:cNvPr id="5" name="矩形 4"/>
          <p:cNvSpPr/>
          <p:nvPr/>
        </p:nvSpPr>
        <p:spPr>
          <a:xfrm>
            <a:off x="9266841" y="0"/>
            <a:ext cx="187839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9020174" y="2243138"/>
            <a:ext cx="2371725" cy="2371725"/>
          </a:xfrm>
          <a:prstGeom prst="ellipse">
            <a:avLst/>
          </a:prstGeom>
          <a:solidFill>
            <a:schemeClr val="bg1"/>
          </a:solidFill>
          <a:ln>
            <a:noFill/>
          </a:ln>
          <a:effectLst>
            <a:glow rad="1270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4" name="直接连接符 33"/>
          <p:cNvCxnSpPr/>
          <p:nvPr/>
        </p:nvCxnSpPr>
        <p:spPr>
          <a:xfrm>
            <a:off x="1136650" y="2875165"/>
            <a:ext cx="175260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1" name="图片 3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85397" y="2250943"/>
            <a:ext cx="2406502" cy="23918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2.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3.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4.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5.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6.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7.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8.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9.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10.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11.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12.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13.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14.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15.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16.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17.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18.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19.xml><?xml version="1.0" encoding="utf-8"?>
<p:tagLst xmlns:p="http://schemas.openxmlformats.org/presentationml/2006/main">
  <p:tag name="KSO_WM_DIAGRAM_VIRTUALLY_FRAME" val="{&quot;height&quot;:247.18582677165358,&quot;left&quot;:28.685826771653534,&quot;top&quot;:219.99968503937006,&quot;width&quot;:886.4140944881889}"/>
</p:tagLst>
</file>

<file path=ppt/tags/tag20.xml><?xml version="1.0" encoding="utf-8"?>
<p:tagLst xmlns:p="http://schemas.openxmlformats.org/presentationml/2006/main">
  <p:tag name="KSO_WM_DIAGRAM_VIRTUALLY_FRAME" val="{&quot;height&quot;:444.9215748031496,&quot;left&quot;:6.465511811023622,&quot;top&quot;:65.0655905511811,&quot;width&quot;:966.5038582677164}"/>
</p:tagLst>
</file>

<file path=ppt/tags/tag21.xml><?xml version="1.0" encoding="utf-8"?>
<p:tagLst xmlns:p="http://schemas.openxmlformats.org/presentationml/2006/main">
  <p:tag name="KSO_WM_DIAGRAM_VIRTUALLY_FRAME" val="{&quot;height&quot;:444.9215748031496,&quot;left&quot;:6.465511811023622,&quot;top&quot;:65.0655905511811,&quot;width&quot;:966.5038582677164}"/>
</p:tagLst>
</file>

<file path=ppt/tags/tag22.xml><?xml version="1.0" encoding="utf-8"?>
<p:tagLst xmlns:p="http://schemas.openxmlformats.org/presentationml/2006/main">
  <p:tag name="KSO_WM_DIAGRAM_VIRTUALLY_FRAME" val="{&quot;height&quot;:444.9215748031496,&quot;left&quot;:6.465511811023622,&quot;top&quot;:65.0655905511811,&quot;width&quot;:966.5038582677164}"/>
</p:tagLst>
</file>

<file path=ppt/tags/tag23.xml><?xml version="1.0" encoding="utf-8"?>
<p:tagLst xmlns:p="http://schemas.openxmlformats.org/presentationml/2006/main">
  <p:tag name="KSO_WM_DIAGRAM_VIRTUALLY_FRAME" val="{&quot;height&quot;:444.9215748031496,&quot;left&quot;:6.465511811023622,&quot;top&quot;:65.0655905511811,&quot;width&quot;:966.5038582677164}"/>
</p:tagLst>
</file>

<file path=ppt/tags/tag24.xml><?xml version="1.0" encoding="utf-8"?>
<p:tagLst xmlns:p="http://schemas.openxmlformats.org/presentationml/2006/main">
  <p:tag name="KSO_WM_DIAGRAM_VIRTUALLY_FRAME" val="{&quot;height&quot;:444.9215748031496,&quot;left&quot;:6.465511811023622,&quot;top&quot;:65.0655905511811,&quot;width&quot;:966.5038582677164}"/>
</p:tagLst>
</file>

<file path=ppt/tags/tag25.xml><?xml version="1.0" encoding="utf-8"?>
<p:tagLst xmlns:p="http://schemas.openxmlformats.org/presentationml/2006/main">
  <p:tag name="COMMONDATA" val="eyJoZGlkIjoiMmM4ZjdkYmQ2Nzk0ZTIzYThjMTRlNTk4YWVkZGI0ZTAifQ=="/>
</p:tagLst>
</file>

<file path=ppt/theme/theme1.xml><?xml version="1.0" encoding="utf-8"?>
<a:theme xmlns:a="http://schemas.openxmlformats.org/drawingml/2006/main" name="Office 主题​​">
  <a:themeElements>
    <a:clrScheme name="北大红">
      <a:dk1>
        <a:sysClr val="windowText" lastClr="000000"/>
      </a:dk1>
      <a:lt1>
        <a:sysClr val="window" lastClr="FFFFFF"/>
      </a:lt1>
      <a:dk2>
        <a:srgbClr val="44546A"/>
      </a:dk2>
      <a:lt2>
        <a:srgbClr val="E7E6E6"/>
      </a:lt2>
      <a:accent1>
        <a:srgbClr val="8B0012"/>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微软雅黑"/>
        <a:ea typeface="微软雅黑"/>
        <a:cs typeface=""/>
      </a:majorFont>
      <a:minorFont>
        <a:latin typeface="微软雅黑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665</Words>
  <Application>WPS 演示</Application>
  <PresentationFormat>宽屏</PresentationFormat>
  <Paragraphs>150</Paragraphs>
  <Slides>12</Slides>
  <Notes>19</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12</vt:i4>
      </vt:variant>
    </vt:vector>
  </HeadingPairs>
  <TitlesOfParts>
    <vt:vector size="32" baseType="lpstr">
      <vt:lpstr>Arial</vt:lpstr>
      <vt:lpstr>宋体</vt:lpstr>
      <vt:lpstr>Wingdings</vt:lpstr>
      <vt:lpstr>黑体</vt:lpstr>
      <vt:lpstr>微软雅黑</vt:lpstr>
      <vt:lpstr>Times New Roman</vt:lpstr>
      <vt:lpstr>Wingdings</vt:lpstr>
      <vt:lpstr>Songti TC</vt:lpstr>
      <vt:lpstr>Segoe Print</vt:lpstr>
      <vt:lpstr>Times New Roman</vt:lpstr>
      <vt:lpstr>微软雅黑 Light</vt:lpstr>
      <vt:lpstr>Arial Unicode MS</vt:lpstr>
      <vt:lpstr>等线</vt:lpstr>
      <vt:lpstr>思源黑体 CN Normal</vt:lpstr>
      <vt:lpstr>Songti TC</vt:lpstr>
      <vt:lpstr>思源黑体 CN Normal</vt:lpstr>
      <vt:lpstr>Segoe UI</vt:lpstr>
      <vt:lpstr>Calibri</vt:lpstr>
      <vt:lpstr>方正舒体</vt:lpstr>
      <vt:lpstr>Office 主题​​</vt:lpstr>
      <vt:lpstr> 可解释性机器学习驱动的癌症生物标志物发现与病理图像辅助诊断研究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敬请各位老师批评指正！</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学术风顶部导航栏 毕业论文答辩通用PPT模板</dc:title>
  <dc:creator>周家宝</dc:creator>
  <cp:lastModifiedBy>刘建</cp:lastModifiedBy>
  <cp:revision>464</cp:revision>
  <dcterms:created xsi:type="dcterms:W3CDTF">2023-04-28T01:38:00Z</dcterms:created>
  <dcterms:modified xsi:type="dcterms:W3CDTF">2026-04-20T00:08:11Z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EF36E964DB714F558031C0556C3E2F61_13</vt:lpwstr>
  </property>
  <property fmtid="{D5CDD505-2E9C-101B-9397-08002B2CF9AE}" pid="3" name="KSOProductBuildVer">
    <vt:lpwstr>2052-12.1.0.25225</vt:lpwstr>
  </property>
</Properties>
</file>