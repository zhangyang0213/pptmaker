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2"/>
  </p:sldMasterIdLst>
  <p:notesMasterIdLst>
    <p:notesMasterId r:id="rId30"/>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6425D"/>
    <a:srgbClr val="D5A18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61" d="100"/>
          <a:sy n="61" d="100"/>
        </p:scale>
        <p:origin x="77" y="23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96A4CD22-CF2D-4AB3-8881-E9BDE6FDFA79}" type="datetimeFigureOut">
              <a:rPr lang="zh-CN" altLang="en-US" smtClean="0"/>
              <a:t>2024-12-17</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BCFC9F8C-685B-4AFE-AB50-68D6C738A530}" type="slidenum">
              <a:rPr lang="zh-CN" altLang="en-US" smtClean="0"/>
              <a:t>‹#›</a:t>
            </a:fld>
            <a:endParaRPr lang="zh-CN" altLang="en-US"/>
          </a:p>
        </p:txBody>
      </p:sp>
    </p:spTree>
    <p:extLst>
      <p:ext uri="{BB962C8B-B14F-4D97-AF65-F5344CB8AC3E}">
        <p14:creationId xmlns:p14="http://schemas.microsoft.com/office/powerpoint/2010/main" val="2314694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小芥末素材 </a:t>
            </a:r>
            <a:r>
              <a:rPr lang="en-US" altLang="zh-CN"/>
              <a:t>rosyhouse.Taobao.com</a:t>
            </a:r>
            <a:endParaRPr lang="zh-CN" altLang="en-US"/>
          </a:p>
        </p:txBody>
      </p:sp>
      <p:sp>
        <p:nvSpPr>
          <p:cNvPr id="4" name="灯片编号占位符 3"/>
          <p:cNvSpPr>
            <a:spLocks noGrp="1"/>
          </p:cNvSpPr>
          <p:nvPr>
            <p:ph type="sldNum" sz="quarter" idx="10"/>
          </p:nvPr>
        </p:nvSpPr>
        <p:spPr/>
        <p:txBody>
          <a:bodyPr/>
          <a:lstStyle/>
          <a:p>
            <a:fld id="{BCFC9F8C-685B-4AFE-AB50-68D6C738A530}" type="slidenum">
              <a:rPr lang="zh-CN" altLang="en-US" smtClean="0"/>
              <a:t>4</a:t>
            </a:fld>
            <a:endParaRPr lang="zh-CN" altLang="en-US"/>
          </a:p>
        </p:txBody>
      </p:sp>
    </p:spTree>
    <p:extLst>
      <p:ext uri="{BB962C8B-B14F-4D97-AF65-F5344CB8AC3E}">
        <p14:creationId xmlns:p14="http://schemas.microsoft.com/office/powerpoint/2010/main" val="28207030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小芥末素材 </a:t>
            </a:r>
            <a:r>
              <a:rPr lang="en-US" altLang="zh-CN" dirty="0"/>
              <a:t>rosyhouse.Taobao.com</a:t>
            </a:r>
            <a:endParaRPr lang="zh-CN" altLang="en-US" dirty="0"/>
          </a:p>
        </p:txBody>
      </p:sp>
      <p:sp>
        <p:nvSpPr>
          <p:cNvPr id="4" name="灯片编号占位符 3"/>
          <p:cNvSpPr>
            <a:spLocks noGrp="1"/>
          </p:cNvSpPr>
          <p:nvPr>
            <p:ph type="sldNum" sz="quarter" idx="10"/>
          </p:nvPr>
        </p:nvSpPr>
        <p:spPr/>
        <p:txBody>
          <a:bodyPr/>
          <a:lstStyle/>
          <a:p>
            <a:fld id="{BCFC9F8C-685B-4AFE-AB50-68D6C738A530}" type="slidenum">
              <a:rPr lang="zh-CN" altLang="en-US" smtClean="0"/>
              <a:t>17</a:t>
            </a:fld>
            <a:endParaRPr lang="zh-CN" altLang="en-US"/>
          </a:p>
        </p:txBody>
      </p:sp>
    </p:spTree>
    <p:extLst>
      <p:ext uri="{BB962C8B-B14F-4D97-AF65-F5344CB8AC3E}">
        <p14:creationId xmlns:p14="http://schemas.microsoft.com/office/powerpoint/2010/main" val="16239401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2024-12-17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2024-12-17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2024-12-17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2024-12-17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F288E0-7875-42C4-84C8-98DBBD3BF4D2}" type="datetimeFigureOut">
              <a:rPr lang="zh-CN" altLang="en-US" smtClean="0"/>
              <a:t>2024-12-17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2024-12-17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t>2024-12-17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2024-12-17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2024-12-17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2024-12-17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文本占位符 6">
            <a:extLst>
              <a:ext uri="{FF2B5EF4-FFF2-40B4-BE49-F238E27FC236}">
                <a16:creationId xmlns:a16="http://schemas.microsoft.com/office/drawing/2014/main" id="{6F843BA0-B2B1-727D-79AC-5F6AD66FA4C4}"/>
              </a:ext>
            </a:extLst>
          </p:cNvPr>
          <p:cNvSpPr>
            <a:spLocks noGrp="1"/>
          </p:cNvSpPr>
          <p:nvPr>
            <p:ph type="body" sz="quarter" idx="14" hasCustomPrompt="1"/>
          </p:nvPr>
        </p:nvSpPr>
        <p:spPr>
          <a:xfrm>
            <a:off x="8910172" y="6235700"/>
            <a:ext cx="2340000" cy="432000"/>
          </a:xfrm>
          <a:prstGeom prst="roundRect">
            <a:avLst/>
          </a:prstGeom>
          <a:noFill/>
          <a:effectLst>
            <a:outerShdw blurRad="254000" dist="63500" dir="2700000" algn="tl" rotWithShape="0">
              <a:schemeClr val="accent1">
                <a:alpha val="20000"/>
              </a:schemeClr>
            </a:outerShdw>
          </a:effectLst>
        </p:spPr>
        <p:txBody>
          <a:bodyPr wrap="none" anchor="ctr">
            <a:normAutofit/>
          </a:bodyPr>
          <a:lstStyle>
            <a:lvl1pPr marL="0" indent="0" algn="ctr">
              <a:lnSpc>
                <a:spcPct val="100000"/>
              </a:lnSpc>
              <a:buNone/>
              <a:defRPr sz="1200"/>
            </a:lvl1pPr>
          </a:lstStyle>
          <a:p>
            <a:pPr lvl="0"/>
            <a:r>
              <a:rPr lang="zh-CN" altLang="en-US" dirty="0"/>
              <a:t>公众号：</a:t>
            </a:r>
            <a:r>
              <a:rPr lang="en-US" altLang="zh-CN" dirty="0"/>
              <a:t>JTPPT</a:t>
            </a:r>
            <a:endParaRPr lang="en-US" dirty="0"/>
          </a:p>
        </p:txBody>
      </p:sp>
    </p:spTree>
    <p:extLst>
      <p:ext uri="{BB962C8B-B14F-4D97-AF65-F5344CB8AC3E}">
        <p14:creationId xmlns:p14="http://schemas.microsoft.com/office/powerpoint/2010/main" val="2245780388"/>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文本占位符 6">
            <a:extLst>
              <a:ext uri="{FF2B5EF4-FFF2-40B4-BE49-F238E27FC236}">
                <a16:creationId xmlns:a16="http://schemas.microsoft.com/office/drawing/2014/main" id="{6F843BA0-B2B1-727D-79AC-5F6AD66FA4C4}"/>
              </a:ext>
            </a:extLst>
          </p:cNvPr>
          <p:cNvSpPr>
            <a:spLocks noGrp="1"/>
          </p:cNvSpPr>
          <p:nvPr>
            <p:ph type="body" sz="quarter" idx="14" hasCustomPrompt="1"/>
          </p:nvPr>
        </p:nvSpPr>
        <p:spPr>
          <a:xfrm>
            <a:off x="8910172" y="6235700"/>
            <a:ext cx="2340000" cy="432000"/>
          </a:xfrm>
          <a:prstGeom prst="roundRect">
            <a:avLst/>
          </a:prstGeom>
          <a:noFill/>
          <a:effectLst>
            <a:outerShdw blurRad="254000" dist="63500" dir="2700000" algn="tl" rotWithShape="0">
              <a:schemeClr val="accent1">
                <a:alpha val="20000"/>
              </a:schemeClr>
            </a:outerShdw>
          </a:effectLst>
        </p:spPr>
        <p:txBody>
          <a:bodyPr wrap="none" anchor="ctr">
            <a:normAutofit/>
          </a:bodyPr>
          <a:lstStyle>
            <a:lvl1pPr marL="0" indent="0" algn="ctr">
              <a:lnSpc>
                <a:spcPct val="100000"/>
              </a:lnSpc>
              <a:buNone/>
              <a:defRPr sz="1200"/>
            </a:lvl1pPr>
          </a:lstStyle>
          <a:p>
            <a:pPr lvl="0"/>
            <a:r>
              <a:rPr lang="zh-CN" altLang="en-US" dirty="0"/>
              <a:t>公众号：</a:t>
            </a:r>
            <a:r>
              <a:rPr lang="en-US" altLang="zh-CN" dirty="0"/>
              <a:t>JTPPT</a:t>
            </a:r>
            <a:endParaRPr lang="en-US" dirty="0"/>
          </a:p>
        </p:txBody>
      </p:sp>
    </p:spTree>
    <p:extLst>
      <p:ext uri="{BB962C8B-B14F-4D97-AF65-F5344CB8AC3E}">
        <p14:creationId xmlns:p14="http://schemas.microsoft.com/office/powerpoint/2010/main" val="550763733"/>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8F319BE3-72FA-C75F-DF87-51D83861B5DE}"/>
              </a:ext>
            </a:extLst>
          </p:cNvPr>
          <p:cNvPicPr>
            <a:picLocks noChangeAspect="1"/>
          </p:cNvPicPr>
          <p:nvPr userDrawn="1"/>
        </p:nvPicPr>
        <p:blipFill>
          <a:blip r:embed="rId2"/>
          <a:stretch>
            <a:fillRect/>
          </a:stretch>
        </p:blipFill>
        <p:spPr>
          <a:xfrm>
            <a:off x="814122" y="355508"/>
            <a:ext cx="554704" cy="565423"/>
          </a:xfrm>
          <a:prstGeom prst="rect">
            <a:avLst/>
          </a:prstGeom>
        </p:spPr>
      </p:pic>
      <p:sp>
        <p:nvSpPr>
          <p:cNvPr id="2" name="公众号：JTPPT；高质量PPT模板分享">
            <a:extLst>
              <a:ext uri="{FF2B5EF4-FFF2-40B4-BE49-F238E27FC236}">
                <a16:creationId xmlns:a16="http://schemas.microsoft.com/office/drawing/2014/main" id="{AEC14437-378F-BB9D-CE82-F285379CDFA5}"/>
              </a:ext>
            </a:extLst>
          </p:cNvPr>
          <p:cNvSpPr>
            <a:spLocks noGrp="1"/>
          </p:cNvSpPr>
          <p:nvPr>
            <p:ph type="body" sz="quarter" idx="13" hasCustomPrompt="1"/>
          </p:nvPr>
        </p:nvSpPr>
        <p:spPr>
          <a:xfrm>
            <a:off x="6096000" y="6041267"/>
            <a:ext cx="5422900" cy="276999"/>
          </a:xfrm>
          <a:prstGeom prst="rect">
            <a:avLst/>
          </a:prstGeom>
        </p:spPr>
        <p:txBody>
          <a:bodyPr wrap="square" lIns="90000">
            <a:normAutofit/>
          </a:bodyPr>
          <a:lstStyle>
            <a:lvl1pPr marL="0" indent="0" algn="r">
              <a:lnSpc>
                <a:spcPct val="100000"/>
              </a:lnSpc>
              <a:buNone/>
              <a:defRPr sz="1200">
                <a:solidFill>
                  <a:schemeClr val="tx1"/>
                </a:solidFill>
              </a:defRPr>
            </a:lvl1pPr>
          </a:lstStyle>
          <a:p>
            <a:pPr lvl="0"/>
            <a:r>
              <a:rPr lang="zh-CN" altLang="en-US" dirty="0"/>
              <a:t>公众号：</a:t>
            </a:r>
            <a:r>
              <a:rPr lang="en-US" altLang="zh-CN" dirty="0"/>
              <a:t>JTPPT</a:t>
            </a:r>
            <a:endParaRPr lang="en-US" dirty="0"/>
          </a:p>
        </p:txBody>
      </p:sp>
      <p:sp>
        <p:nvSpPr>
          <p:cNvPr id="3" name="花瓣网：配套PPT预览图">
            <a:extLst>
              <a:ext uri="{FF2B5EF4-FFF2-40B4-BE49-F238E27FC236}">
                <a16:creationId xmlns:a16="http://schemas.microsoft.com/office/drawing/2014/main" id="{B9E9FBBE-E1D5-8F85-A99F-D9E11CB121CC}"/>
              </a:ext>
            </a:extLst>
          </p:cNvPr>
          <p:cNvSpPr>
            <a:spLocks noGrp="1"/>
          </p:cNvSpPr>
          <p:nvPr>
            <p:ph type="body" sz="quarter" idx="14" hasCustomPrompt="1"/>
          </p:nvPr>
        </p:nvSpPr>
        <p:spPr>
          <a:xfrm>
            <a:off x="660400" y="6041267"/>
            <a:ext cx="5321300" cy="276999"/>
          </a:xfrm>
          <a:prstGeom prst="rect">
            <a:avLst/>
          </a:prstGeom>
        </p:spPr>
        <p:txBody>
          <a:bodyPr wrap="none">
            <a:normAutofit/>
          </a:bodyPr>
          <a:lstStyle>
            <a:lvl1pPr marL="0" indent="0" algn="l">
              <a:lnSpc>
                <a:spcPct val="100000"/>
              </a:lnSpc>
              <a:buNone/>
              <a:defRPr sz="1200">
                <a:solidFill>
                  <a:schemeClr val="tx1"/>
                </a:solidFill>
              </a:defRPr>
            </a:lvl1pPr>
          </a:lstStyle>
          <a:p>
            <a:pPr lvl="0"/>
            <a:r>
              <a:rPr lang="en-US" altLang="zh-CN" dirty="0"/>
              <a:t>https://huaban.com/user/jtppt</a:t>
            </a:r>
            <a:endParaRPr lang="en-US" dirty="0"/>
          </a:p>
        </p:txBody>
      </p:sp>
      <p:sp>
        <p:nvSpPr>
          <p:cNvPr id="4" name="公众号：JTPPT；高质量PPT模板分享">
            <a:extLst>
              <a:ext uri="{FF2B5EF4-FFF2-40B4-BE49-F238E27FC236}">
                <a16:creationId xmlns:a16="http://schemas.microsoft.com/office/drawing/2014/main" id="{D79F8843-9695-ECF2-5C4F-3976DCC14497}"/>
              </a:ext>
            </a:extLst>
          </p:cNvPr>
          <p:cNvSpPr>
            <a:spLocks noGrp="1"/>
          </p:cNvSpPr>
          <p:nvPr>
            <p:ph type="body" sz="quarter" idx="15" hasCustomPrompt="1"/>
          </p:nvPr>
        </p:nvSpPr>
        <p:spPr>
          <a:xfrm>
            <a:off x="4845050" y="5383906"/>
            <a:ext cx="2501900" cy="376256"/>
          </a:xfrm>
          <a:prstGeom prst="rect">
            <a:avLst/>
          </a:prstGeom>
        </p:spPr>
        <p:txBody>
          <a:bodyPr wrap="square" lIns="90000" numCol="1" anchor="ctr">
            <a:normAutofit/>
          </a:bodyPr>
          <a:lstStyle>
            <a:lvl1pPr marL="0" indent="0" algn="ctr">
              <a:lnSpc>
                <a:spcPct val="100000"/>
              </a:lnSpc>
              <a:buNone/>
              <a:defRPr sz="1600" b="1">
                <a:solidFill>
                  <a:schemeClr val="tx1"/>
                </a:solidFill>
                <a:latin typeface="+mn-ea"/>
                <a:ea typeface="+mn-ea"/>
              </a:defRPr>
            </a:lvl1pPr>
          </a:lstStyle>
          <a:p>
            <a:pPr lvl="0"/>
            <a:r>
              <a:rPr lang="zh-CN" altLang="en-US" dirty="0"/>
              <a:t>公众号：</a:t>
            </a:r>
            <a:r>
              <a:rPr lang="en-US" altLang="zh-CN" dirty="0"/>
              <a:t>JTPPT</a:t>
            </a:r>
            <a:endParaRPr lang="en-US" dirty="0"/>
          </a:p>
        </p:txBody>
      </p:sp>
    </p:spTree>
    <p:extLst>
      <p:ext uri="{BB962C8B-B14F-4D97-AF65-F5344CB8AC3E}">
        <p14:creationId xmlns:p14="http://schemas.microsoft.com/office/powerpoint/2010/main" val="34430541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t>2024-12-17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6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8322509"/>
      </p:ext>
    </p:extLst>
  </p:cSld>
  <p:clrMap bg1="lt1" tx1="dk1" bg2="lt2" tx2="dk2" accent1="accent1" accent2="accent2" accent3="accent3" accent4="accent4" accent5="accent5" accent6="accent6" hlink="hlink" folHlink="folHlink"/>
  <p:sldLayoutIdLst>
    <p:sldLayoutId id="2147483660" r:id="rId1"/>
    <p:sldLayoutId id="2147483661"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p15:clr>
            <a:srgbClr val="F26B43"/>
          </p15:clr>
        </p15:guide>
        <p15:guide id="2" pos="7256">
          <p15:clr>
            <a:srgbClr val="F26B43"/>
          </p15:clr>
        </p15:guide>
        <p15:guide id="3" orient="horz" pos="648">
          <p15:clr>
            <a:srgbClr val="F26B43"/>
          </p15:clr>
        </p15:guide>
        <p15:guide id="4" orient="horz" pos="712">
          <p15:clr>
            <a:srgbClr val="F26B43"/>
          </p15:clr>
        </p15:guide>
        <p15:guide id="5" orient="horz" pos="3928">
          <p15:clr>
            <a:srgbClr val="F26B43"/>
          </p15:clr>
        </p15:guide>
        <p15:guide id="6" orient="horz" pos="38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9.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hemeOverride" Target="../theme/themeOverride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pic>
        <p:nvPicPr>
          <p:cNvPr id="2" name="图片 1" descr="557e2fb1dae1d"/>
          <p:cNvPicPr>
            <a:picLocks noChangeAspect="1"/>
          </p:cNvPicPr>
          <p:nvPr/>
        </p:nvPicPr>
        <p:blipFill>
          <a:blip r:embed="rId3"/>
          <a:stretch>
            <a:fillRect/>
          </a:stretch>
        </p:blipFill>
        <p:spPr>
          <a:xfrm>
            <a:off x="2066925" y="4112260"/>
            <a:ext cx="8000365" cy="3053080"/>
          </a:xfrm>
          <a:prstGeom prst="rect">
            <a:avLst/>
          </a:prstGeom>
        </p:spPr>
      </p:pic>
      <p:pic>
        <p:nvPicPr>
          <p:cNvPr id="3" name="图片 2" descr="E:\素材\PNG免扣素材\a593735d753958a7753dcde4 e81b05ef.pnga593735d753958a7753dcde4 e81b05ef"/>
          <p:cNvPicPr>
            <a:picLocks noChangeAspect="1"/>
          </p:cNvPicPr>
          <p:nvPr/>
        </p:nvPicPr>
        <p:blipFill>
          <a:blip r:embed="rId4"/>
          <a:srcRect/>
          <a:stretch>
            <a:fillRect/>
          </a:stretch>
        </p:blipFill>
        <p:spPr>
          <a:xfrm>
            <a:off x="1787525" y="769620"/>
            <a:ext cx="9073515" cy="2867660"/>
          </a:xfrm>
          <a:prstGeom prst="rect">
            <a:avLst/>
          </a:prstGeom>
          <a:effectLst>
            <a:outerShdw blurRad="50800" dist="38100" dir="2700000" algn="tl" rotWithShape="0">
              <a:prstClr val="black">
                <a:alpha val="40000"/>
              </a:prstClr>
            </a:outerShdw>
          </a:effectLst>
        </p:spPr>
      </p:pic>
      <p:sp>
        <p:nvSpPr>
          <p:cNvPr id="15" name="文本框 14"/>
          <p:cNvSpPr txBox="1"/>
          <p:nvPr/>
        </p:nvSpPr>
        <p:spPr>
          <a:xfrm>
            <a:off x="3688080" y="3261360"/>
            <a:ext cx="5434330" cy="743585"/>
          </a:xfrm>
          <a:prstGeom prst="rect">
            <a:avLst/>
          </a:prstGeom>
          <a:noFill/>
        </p:spPr>
        <p:txBody>
          <a:bodyPr wrap="square" rtlCol="0">
            <a:spAutoFit/>
          </a:bodyPr>
          <a:lstStyle/>
          <a:p>
            <a:pPr algn="ctr"/>
            <a:r>
              <a:rPr lang="zh-CN" altLang="en-US" sz="4000" b="1" dirty="0">
                <a:gradFill>
                  <a:gsLst>
                    <a:gs pos="0">
                      <a:schemeClr val="accent1"/>
                    </a:gs>
                    <a:gs pos="36000">
                      <a:schemeClr val="accent2"/>
                    </a:gs>
                    <a:gs pos="71000">
                      <a:schemeClr val="accent3"/>
                    </a:gs>
                    <a:gs pos="100000">
                      <a:schemeClr val="accent4"/>
                    </a:gs>
                  </a:gsLst>
                  <a:lin ang="0" scaled="0"/>
                </a:gradFill>
                <a:effectLst>
                  <a:outerShdw blurRad="38100" dist="38100" dir="2700000" algn="tl">
                    <a:srgbClr val="000000">
                      <a:alpha val="43137"/>
                    </a:srgbClr>
                  </a:outerShdw>
                </a:effectLst>
                <a:latin typeface="微软雅黑" panose="020B0503020204020204" charset="-122"/>
                <a:ea typeface="微软雅黑" panose="020B0503020204020204" charset="-122"/>
              </a:rPr>
              <a:t>激扬青春  梦想起航</a:t>
            </a:r>
          </a:p>
        </p:txBody>
      </p:sp>
      <p:sp>
        <p:nvSpPr>
          <p:cNvPr id="17" name="文本框 16"/>
          <p:cNvSpPr txBox="1"/>
          <p:nvPr/>
        </p:nvSpPr>
        <p:spPr>
          <a:xfrm>
            <a:off x="3616960" y="3983990"/>
            <a:ext cx="5576570" cy="422910"/>
          </a:xfrm>
          <a:prstGeom prst="rect">
            <a:avLst/>
          </a:prstGeom>
          <a:noFill/>
        </p:spPr>
        <p:txBody>
          <a:bodyPr wrap="square" rtlCol="0">
            <a:spAutoFit/>
          </a:bodyPr>
          <a:lstStyle/>
          <a:p>
            <a:pPr algn="ctr"/>
            <a:r>
              <a:rPr lang="en-US" altLang="zh-CN" sz="1050" dirty="0">
                <a:solidFill>
                  <a:schemeClr val="tx1"/>
                </a:solidFill>
                <a:latin typeface="微软雅黑" panose="020B0503020204020204" charset="-122"/>
                <a:ea typeface="微软雅黑" panose="020B0503020204020204" charset="-122"/>
              </a:rPr>
              <a:t>Fresh business general template</a:t>
            </a:r>
          </a:p>
          <a:p>
            <a:pPr algn="ctr"/>
            <a:r>
              <a:rPr lang="en-US" altLang="zh-CN" sz="1050" dirty="0">
                <a:solidFill>
                  <a:schemeClr val="tx1"/>
                </a:solidFill>
                <a:latin typeface="微软雅黑" panose="020B0503020204020204" charset="-122"/>
                <a:ea typeface="微软雅黑" panose="020B0503020204020204" charset="-122"/>
              </a:rPr>
              <a:t>Applicable to enterprise introduction, summary report, sales marketing, chart data</a:t>
            </a:r>
          </a:p>
        </p:txBody>
      </p:sp>
      <p:cxnSp>
        <p:nvCxnSpPr>
          <p:cNvPr id="18" name="直接连接符 17"/>
          <p:cNvCxnSpPr/>
          <p:nvPr/>
        </p:nvCxnSpPr>
        <p:spPr>
          <a:xfrm>
            <a:off x="5926214" y="3968942"/>
            <a:ext cx="958062" cy="0"/>
          </a:xfrm>
          <a:prstGeom prst="line">
            <a:avLst/>
          </a:prstGeom>
          <a:ln w="25400">
            <a:solidFill>
              <a:srgbClr val="86425D"/>
            </a:solidFill>
          </a:ln>
        </p:spPr>
        <p:style>
          <a:lnRef idx="1">
            <a:schemeClr val="accent1"/>
          </a:lnRef>
          <a:fillRef idx="0">
            <a:schemeClr val="accent1"/>
          </a:fillRef>
          <a:effectRef idx="0">
            <a:schemeClr val="accent1"/>
          </a:effectRef>
          <a:fontRef idx="minor">
            <a:schemeClr val="tx1"/>
          </a:fontRef>
        </p:style>
      </p:cxnSp>
      <p:pic>
        <p:nvPicPr>
          <p:cNvPr id="4" name="图片 3" descr="b0f2e11ea53e0a1ade9f1b13241b05c4"/>
          <p:cNvPicPr>
            <a:picLocks noChangeAspect="1"/>
          </p:cNvPicPr>
          <p:nvPr/>
        </p:nvPicPr>
        <p:blipFill>
          <a:blip r:embed="rId5"/>
          <a:stretch>
            <a:fillRect/>
          </a:stretch>
        </p:blipFill>
        <p:spPr>
          <a:xfrm>
            <a:off x="-177165" y="-191770"/>
            <a:ext cx="2354580" cy="2112645"/>
          </a:xfrm>
          <a:prstGeom prst="rect">
            <a:avLst/>
          </a:prstGeom>
        </p:spPr>
      </p:pic>
    </p:spTree>
  </p:cSld>
  <p:clrMapOvr>
    <a:masterClrMapping/>
  </p:clrMapOvr>
  <p:transition advTm="7004">
    <p:checke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50" presetClass="entr" presetSubtype="0" decel="100000" fill="hold" nodeType="after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1000" fill="hold"/>
                                        <p:tgtEl>
                                          <p:spTgt spid="4"/>
                                        </p:tgtEl>
                                        <p:attrNameLst>
                                          <p:attrName>ppt_w</p:attrName>
                                        </p:attrNameLst>
                                      </p:cBhvr>
                                      <p:tavLst>
                                        <p:tav tm="0">
                                          <p:val>
                                            <p:strVal val="#ppt_w+.3"/>
                                          </p:val>
                                        </p:tav>
                                        <p:tav tm="100000">
                                          <p:val>
                                            <p:strVal val="#ppt_w"/>
                                          </p:val>
                                        </p:tav>
                                      </p:tavLst>
                                    </p:anim>
                                    <p:anim calcmode="lin" valueType="num">
                                      <p:cBhvr>
                                        <p:cTn id="14" dur="1000" fill="hold"/>
                                        <p:tgtEl>
                                          <p:spTgt spid="4"/>
                                        </p:tgtEl>
                                        <p:attrNameLst>
                                          <p:attrName>ppt_h</p:attrName>
                                        </p:attrNameLst>
                                      </p:cBhvr>
                                      <p:tavLst>
                                        <p:tav tm="0">
                                          <p:val>
                                            <p:strVal val="#ppt_h"/>
                                          </p:val>
                                        </p:tav>
                                        <p:tav tm="100000">
                                          <p:val>
                                            <p:strVal val="#ppt_h"/>
                                          </p:val>
                                        </p:tav>
                                      </p:tavLst>
                                    </p:anim>
                                    <p:animEffect transition="in" filter="fade">
                                      <p:cBhvr>
                                        <p:cTn id="15" dur="1000"/>
                                        <p:tgtEl>
                                          <p:spTgt spid="4"/>
                                        </p:tgtEl>
                                      </p:cBhvr>
                                    </p:animEffect>
                                  </p:childTnLst>
                                </p:cTn>
                              </p:par>
                            </p:childTnLst>
                          </p:cTn>
                        </p:par>
                        <p:par>
                          <p:cTn id="16" fill="hold">
                            <p:stCondLst>
                              <p:cond delay="2000"/>
                            </p:stCondLst>
                            <p:childTnLst>
                              <p:par>
                                <p:cTn id="17" presetID="53" presetClass="entr" presetSubtype="16"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p:cTn id="19" dur="1000" fill="hold"/>
                                        <p:tgtEl>
                                          <p:spTgt spid="3"/>
                                        </p:tgtEl>
                                        <p:attrNameLst>
                                          <p:attrName>ppt_w</p:attrName>
                                        </p:attrNameLst>
                                      </p:cBhvr>
                                      <p:tavLst>
                                        <p:tav tm="0">
                                          <p:val>
                                            <p:fltVal val="0"/>
                                          </p:val>
                                        </p:tav>
                                        <p:tav tm="100000">
                                          <p:val>
                                            <p:strVal val="#ppt_w"/>
                                          </p:val>
                                        </p:tav>
                                      </p:tavLst>
                                    </p:anim>
                                    <p:anim calcmode="lin" valueType="num">
                                      <p:cBhvr>
                                        <p:cTn id="20" dur="1000" fill="hold"/>
                                        <p:tgtEl>
                                          <p:spTgt spid="3"/>
                                        </p:tgtEl>
                                        <p:attrNameLst>
                                          <p:attrName>ppt_h</p:attrName>
                                        </p:attrNameLst>
                                      </p:cBhvr>
                                      <p:tavLst>
                                        <p:tav tm="0">
                                          <p:val>
                                            <p:fltVal val="0"/>
                                          </p:val>
                                        </p:tav>
                                        <p:tav tm="100000">
                                          <p:val>
                                            <p:strVal val="#ppt_h"/>
                                          </p:val>
                                        </p:tav>
                                      </p:tavLst>
                                    </p:anim>
                                    <p:animEffect transition="in" filter="fade">
                                      <p:cBhvr>
                                        <p:cTn id="21" dur="1000"/>
                                        <p:tgtEl>
                                          <p:spTgt spid="3"/>
                                        </p:tgtEl>
                                      </p:cBhvr>
                                    </p:animEffect>
                                  </p:childTnLst>
                                </p:cTn>
                              </p:par>
                            </p:childTnLst>
                          </p:cTn>
                        </p:par>
                        <p:par>
                          <p:cTn id="22" fill="hold">
                            <p:stCondLst>
                              <p:cond delay="3000"/>
                            </p:stCondLst>
                            <p:childTnLst>
                              <p:par>
                                <p:cTn id="23" presetID="41" presetClass="entr" presetSubtype="0" fill="hold" grpId="0" nodeType="afterEffect">
                                  <p:stCondLst>
                                    <p:cond delay="0"/>
                                  </p:stCondLst>
                                  <p:iterate type="lt">
                                    <p:tmPct val="10000"/>
                                  </p:iterate>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ppt_x</p:attrName>
                                        </p:attrNameLst>
                                      </p:cBhvr>
                                      <p:tavLst>
                                        <p:tav tm="0">
                                          <p:val>
                                            <p:strVal val="#ppt_x"/>
                                          </p:val>
                                        </p:tav>
                                        <p:tav tm="50000">
                                          <p:val>
                                            <p:strVal val="#ppt_x+.1"/>
                                          </p:val>
                                        </p:tav>
                                        <p:tav tm="100000">
                                          <p:val>
                                            <p:strVal val="#ppt_x"/>
                                          </p:val>
                                        </p:tav>
                                      </p:tavLst>
                                    </p:anim>
                                    <p:anim calcmode="lin" valueType="num">
                                      <p:cBhvr>
                                        <p:cTn id="26" dur="500" fill="hold"/>
                                        <p:tgtEl>
                                          <p:spTgt spid="15"/>
                                        </p:tgtEl>
                                        <p:attrNameLst>
                                          <p:attrName>ppt_y</p:attrName>
                                        </p:attrNameLst>
                                      </p:cBhvr>
                                      <p:tavLst>
                                        <p:tav tm="0">
                                          <p:val>
                                            <p:strVal val="#ppt_y"/>
                                          </p:val>
                                        </p:tav>
                                        <p:tav tm="100000">
                                          <p:val>
                                            <p:strVal val="#ppt_y"/>
                                          </p:val>
                                        </p:tav>
                                      </p:tavLst>
                                    </p:anim>
                                    <p:anim calcmode="lin" valueType="num">
                                      <p:cBhvr>
                                        <p:cTn id="27" dur="500" fill="hold"/>
                                        <p:tgtEl>
                                          <p:spTgt spid="15"/>
                                        </p:tgtEl>
                                        <p:attrNameLst>
                                          <p:attrName>ppt_h</p:attrName>
                                        </p:attrNameLst>
                                      </p:cBhvr>
                                      <p:tavLst>
                                        <p:tav tm="0">
                                          <p:val>
                                            <p:strVal val="#ppt_h/10"/>
                                          </p:val>
                                        </p:tav>
                                        <p:tav tm="50000">
                                          <p:val>
                                            <p:strVal val="#ppt_h+.01"/>
                                          </p:val>
                                        </p:tav>
                                        <p:tav tm="100000">
                                          <p:val>
                                            <p:strVal val="#ppt_h"/>
                                          </p:val>
                                        </p:tav>
                                      </p:tavLst>
                                    </p:anim>
                                    <p:anim calcmode="lin" valueType="num">
                                      <p:cBhvr>
                                        <p:cTn id="28" dur="500" fill="hold"/>
                                        <p:tgtEl>
                                          <p:spTgt spid="15"/>
                                        </p:tgtEl>
                                        <p:attrNameLst>
                                          <p:attrName>ppt_w</p:attrName>
                                        </p:attrNameLst>
                                      </p:cBhvr>
                                      <p:tavLst>
                                        <p:tav tm="0">
                                          <p:val>
                                            <p:strVal val="#ppt_w/10"/>
                                          </p:val>
                                        </p:tav>
                                        <p:tav tm="50000">
                                          <p:val>
                                            <p:strVal val="#ppt_w+.01"/>
                                          </p:val>
                                        </p:tav>
                                        <p:tav tm="100000">
                                          <p:val>
                                            <p:strVal val="#ppt_w"/>
                                          </p:val>
                                        </p:tav>
                                      </p:tavLst>
                                    </p:anim>
                                    <p:animEffect transition="in" filter="fade">
                                      <p:cBhvr>
                                        <p:cTn id="29" dur="500" tmFilter="0,0; .5, 1; 1, 1"/>
                                        <p:tgtEl>
                                          <p:spTgt spid="15"/>
                                        </p:tgtEl>
                                      </p:cBhvr>
                                    </p:animEffect>
                                  </p:childTnLst>
                                </p:cTn>
                              </p:par>
                            </p:childTnLst>
                          </p:cTn>
                        </p:par>
                        <p:par>
                          <p:cTn id="30" fill="hold">
                            <p:stCondLst>
                              <p:cond delay="3950"/>
                            </p:stCondLst>
                            <p:childTnLst>
                              <p:par>
                                <p:cTn id="31" presetID="42" presetClass="entr" presetSubtype="0" fill="hold" grpId="0" nodeType="after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1000"/>
                                        <p:tgtEl>
                                          <p:spTgt spid="17"/>
                                        </p:tgtEl>
                                      </p:cBhvr>
                                    </p:animEffect>
                                    <p:anim calcmode="lin" valueType="num">
                                      <p:cBhvr>
                                        <p:cTn id="34" dur="1000" fill="hold"/>
                                        <p:tgtEl>
                                          <p:spTgt spid="17"/>
                                        </p:tgtEl>
                                        <p:attrNameLst>
                                          <p:attrName>ppt_x</p:attrName>
                                        </p:attrNameLst>
                                      </p:cBhvr>
                                      <p:tavLst>
                                        <p:tav tm="0">
                                          <p:val>
                                            <p:strVal val="#ppt_x"/>
                                          </p:val>
                                        </p:tav>
                                        <p:tav tm="100000">
                                          <p:val>
                                            <p:strVal val="#ppt_x"/>
                                          </p:val>
                                        </p:tav>
                                      </p:tavLst>
                                    </p:anim>
                                    <p:anim calcmode="lin" valueType="num">
                                      <p:cBhvr>
                                        <p:cTn id="35" dur="1000" fill="hold"/>
                                        <p:tgtEl>
                                          <p:spTgt spid="17"/>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1000"/>
                                        <p:tgtEl>
                                          <p:spTgt spid="18"/>
                                        </p:tgtEl>
                                      </p:cBhvr>
                                    </p:animEffect>
                                    <p:anim calcmode="lin" valueType="num">
                                      <p:cBhvr>
                                        <p:cTn id="39" dur="1000" fill="hold"/>
                                        <p:tgtEl>
                                          <p:spTgt spid="18"/>
                                        </p:tgtEl>
                                        <p:attrNameLst>
                                          <p:attrName>ppt_x</p:attrName>
                                        </p:attrNameLst>
                                      </p:cBhvr>
                                      <p:tavLst>
                                        <p:tav tm="0">
                                          <p:val>
                                            <p:strVal val="#ppt_x"/>
                                          </p:val>
                                        </p:tav>
                                        <p:tav tm="100000">
                                          <p:val>
                                            <p:strVal val="#ppt_x"/>
                                          </p:val>
                                        </p:tav>
                                      </p:tavLst>
                                    </p:anim>
                                    <p:anim calcmode="lin" valueType="num">
                                      <p:cBhvr>
                                        <p:cTn id="40"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47"/>
          <p:cNvSpPr txBox="1"/>
          <p:nvPr/>
        </p:nvSpPr>
        <p:spPr>
          <a:xfrm>
            <a:off x="4769876" y="189165"/>
            <a:ext cx="2622658" cy="483235"/>
          </a:xfrm>
          <a:prstGeom prst="rect">
            <a:avLst/>
          </a:prstGeom>
          <a:noFill/>
        </p:spPr>
        <p:txBody>
          <a:bodyPr wrap="square" rtlCol="0">
            <a:spAutoFit/>
          </a:bodyPr>
          <a:lstStyle/>
          <a:p>
            <a:pPr algn="ctr"/>
            <a:r>
              <a:rPr lang="zh-CN" altLang="en-US" sz="2400" b="1" dirty="0">
                <a:solidFill>
                  <a:srgbClr val="0070C0"/>
                </a:solidFill>
                <a:latin typeface="微软雅黑" panose="020B0503020204020204" charset="-122"/>
                <a:ea typeface="微软雅黑" panose="020B0503020204020204" charset="-122"/>
              </a:rPr>
              <a:t>目  录  页</a:t>
            </a:r>
          </a:p>
        </p:txBody>
      </p:sp>
      <p:cxnSp>
        <p:nvCxnSpPr>
          <p:cNvPr id="3" name="直接连接符 2"/>
          <p:cNvCxnSpPr/>
          <p:nvPr/>
        </p:nvCxnSpPr>
        <p:spPr>
          <a:xfrm>
            <a:off x="7392534" y="419960"/>
            <a:ext cx="4463773"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336892" y="424315"/>
            <a:ext cx="439177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7392534" y="477150"/>
            <a:ext cx="4463773"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336892" y="481504"/>
            <a:ext cx="439177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a:off x="4554347" y="2506837"/>
            <a:ext cx="4734651" cy="1159629"/>
            <a:chOff x="4555084" y="2506688"/>
            <a:chExt cx="4735418" cy="1159817"/>
          </a:xfrm>
        </p:grpSpPr>
        <p:sp>
          <p:nvSpPr>
            <p:cNvPr id="8" name="圆角矩形 7"/>
            <p:cNvSpPr/>
            <p:nvPr/>
          </p:nvSpPr>
          <p:spPr>
            <a:xfrm>
              <a:off x="4555084" y="2506688"/>
              <a:ext cx="4389024" cy="958122"/>
            </a:xfrm>
            <a:prstGeom prst="roundRect">
              <a:avLst>
                <a:gd name="adj" fmla="val 9218"/>
              </a:avLst>
            </a:prstGeom>
            <a:gradFill>
              <a:gsLst>
                <a:gs pos="47000">
                  <a:srgbClr val="FDFDFD"/>
                </a:gs>
                <a:gs pos="53000">
                  <a:srgbClr val="E8E8E8"/>
                </a:gs>
                <a:gs pos="100000">
                  <a:srgbClr val="ECECEC"/>
                </a:gs>
              </a:gsLst>
              <a:lin ang="5400000" scaled="1"/>
            </a:gradFill>
            <a:ln>
              <a:noFill/>
            </a:ln>
            <a:effectLst>
              <a:outerShdw blurRad="762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9" name="图片 8"/>
            <p:cNvPicPr>
              <a:picLocks noChangeAspect="1"/>
            </p:cNvPicPr>
            <p:nvPr/>
          </p:nvPicPr>
          <p:blipFill rotWithShape="1">
            <a:blip r:embed="rId2">
              <a:extLst>
                <a:ext uri="{BEBA8EAE-BF5A-486C-A8C5-ECC9F3942E4B}">
                  <a14:imgProps xmlns:a14="http://schemas.microsoft.com/office/drawing/2010/main">
                    <a14:imgLayer r:embed="rId3">
                      <a14:imgEffect>
                        <a14:saturation sat="66000"/>
                      </a14:imgEffect>
                    </a14:imgLayer>
                  </a14:imgProps>
                </a:ext>
              </a:extLst>
            </a:blip>
            <a:srcRect t="76775"/>
            <a:stretch>
              <a:fillRect/>
            </a:stretch>
          </p:blipFill>
          <p:spPr>
            <a:xfrm rot="16200000">
              <a:off x="8638244" y="2830336"/>
              <a:ext cx="958122" cy="346394"/>
            </a:xfrm>
            <a:prstGeom prst="rect">
              <a:avLst/>
            </a:prstGeom>
          </p:spPr>
        </p:pic>
        <p:pic>
          <p:nvPicPr>
            <p:cNvPr id="10" name="图片 9"/>
            <p:cNvPicPr>
              <a:picLocks noChangeAspect="1"/>
            </p:cNvPicPr>
            <p:nvPr/>
          </p:nvPicPr>
          <p:blipFill rotWithShape="1">
            <a:blip r:embed="rId2">
              <a:extLst>
                <a:ext uri="{BEBA8EAE-BF5A-486C-A8C5-ECC9F3942E4B}">
                  <a14:imgProps xmlns:a14="http://schemas.microsoft.com/office/drawing/2010/main">
                    <a14:imgLayer r:embed="rId3">
                      <a14:imgEffect>
                        <a14:saturation sat="66000"/>
                      </a14:imgEffect>
                    </a14:imgLayer>
                  </a14:imgProps>
                </a:ext>
              </a:extLst>
            </a:blip>
            <a:srcRect t="76775"/>
            <a:stretch>
              <a:fillRect/>
            </a:stretch>
          </p:blipFill>
          <p:spPr>
            <a:xfrm>
              <a:off x="4926460" y="3465198"/>
              <a:ext cx="3646270" cy="201307"/>
            </a:xfrm>
            <a:prstGeom prst="rect">
              <a:avLst/>
            </a:prstGeom>
          </p:spPr>
        </p:pic>
      </p:grpSp>
      <p:grpSp>
        <p:nvGrpSpPr>
          <p:cNvPr id="11" name="组合 10"/>
          <p:cNvGrpSpPr/>
          <p:nvPr/>
        </p:nvGrpSpPr>
        <p:grpSpPr>
          <a:xfrm>
            <a:off x="4554347" y="1341108"/>
            <a:ext cx="4696562" cy="1015765"/>
            <a:chOff x="4555084" y="1340770"/>
            <a:chExt cx="4697323" cy="1015929"/>
          </a:xfrm>
        </p:grpSpPr>
        <p:pic>
          <p:nvPicPr>
            <p:cNvPr id="12" name="图片 11"/>
            <p:cNvPicPr>
              <a:picLocks noChangeAspect="1"/>
            </p:cNvPicPr>
            <p:nvPr/>
          </p:nvPicPr>
          <p:blipFill rotWithShape="1">
            <a:blip r:embed="rId2">
              <a:extLst>
                <a:ext uri="{BEBA8EAE-BF5A-486C-A8C5-ECC9F3942E4B}">
                  <a14:imgProps xmlns:a14="http://schemas.microsoft.com/office/drawing/2010/main">
                    <a14:imgLayer r:embed="rId3">
                      <a14:imgEffect>
                        <a14:saturation sat="66000"/>
                      </a14:imgEffect>
                    </a14:imgLayer>
                  </a14:imgProps>
                </a:ext>
              </a:extLst>
            </a:blip>
            <a:srcRect t="76775"/>
            <a:stretch>
              <a:fillRect/>
            </a:stretch>
          </p:blipFill>
          <p:spPr>
            <a:xfrm rot="16200000">
              <a:off x="8600149" y="1662963"/>
              <a:ext cx="958122" cy="346394"/>
            </a:xfrm>
            <a:prstGeom prst="rect">
              <a:avLst/>
            </a:prstGeom>
          </p:spPr>
        </p:pic>
        <p:pic>
          <p:nvPicPr>
            <p:cNvPr id="13" name="图片 12"/>
            <p:cNvPicPr>
              <a:picLocks noChangeAspect="1"/>
            </p:cNvPicPr>
            <p:nvPr/>
          </p:nvPicPr>
          <p:blipFill rotWithShape="1">
            <a:blip r:embed="rId2">
              <a:extLst>
                <a:ext uri="{BEBA8EAE-BF5A-486C-A8C5-ECC9F3942E4B}">
                  <a14:imgProps xmlns:a14="http://schemas.microsoft.com/office/drawing/2010/main">
                    <a14:imgLayer r:embed="rId3">
                      <a14:imgEffect>
                        <a14:saturation sat="66000"/>
                      </a14:imgEffect>
                    </a14:imgLayer>
                  </a14:imgProps>
                </a:ext>
              </a:extLst>
            </a:blip>
            <a:srcRect t="76775"/>
            <a:stretch>
              <a:fillRect/>
            </a:stretch>
          </p:blipFill>
          <p:spPr>
            <a:xfrm>
              <a:off x="4926460" y="2155392"/>
              <a:ext cx="3646270" cy="201307"/>
            </a:xfrm>
            <a:prstGeom prst="rect">
              <a:avLst/>
            </a:prstGeom>
          </p:spPr>
        </p:pic>
        <p:sp>
          <p:nvSpPr>
            <p:cNvPr id="14" name="圆角矩形 13"/>
            <p:cNvSpPr/>
            <p:nvPr/>
          </p:nvSpPr>
          <p:spPr>
            <a:xfrm>
              <a:off x="4555084" y="1340770"/>
              <a:ext cx="4389024" cy="958122"/>
            </a:xfrm>
            <a:prstGeom prst="roundRect">
              <a:avLst>
                <a:gd name="adj" fmla="val 9218"/>
              </a:avLst>
            </a:prstGeom>
            <a:gradFill>
              <a:gsLst>
                <a:gs pos="47000">
                  <a:srgbClr val="FDFDFD"/>
                </a:gs>
                <a:gs pos="53000">
                  <a:srgbClr val="E8E8E8"/>
                </a:gs>
                <a:gs pos="100000">
                  <a:srgbClr val="ECECEC"/>
                </a:gs>
              </a:gsLst>
              <a:lin ang="5400000" scaled="1"/>
            </a:gradFill>
            <a:ln>
              <a:noFill/>
            </a:ln>
            <a:effectLst>
              <a:outerShdw blurRad="762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5" name="组合 14"/>
          <p:cNvGrpSpPr/>
          <p:nvPr/>
        </p:nvGrpSpPr>
        <p:grpSpPr>
          <a:xfrm>
            <a:off x="4554347" y="3648583"/>
            <a:ext cx="4696564" cy="1150517"/>
            <a:chOff x="4555084" y="3648619"/>
            <a:chExt cx="4697325" cy="1150703"/>
          </a:xfrm>
        </p:grpSpPr>
        <p:pic>
          <p:nvPicPr>
            <p:cNvPr id="16" name="图片 15"/>
            <p:cNvPicPr>
              <a:picLocks noChangeAspect="1"/>
            </p:cNvPicPr>
            <p:nvPr/>
          </p:nvPicPr>
          <p:blipFill rotWithShape="1">
            <a:blip r:embed="rId2">
              <a:extLst>
                <a:ext uri="{BEBA8EAE-BF5A-486C-A8C5-ECC9F3942E4B}">
                  <a14:imgProps xmlns:a14="http://schemas.microsoft.com/office/drawing/2010/main">
                    <a14:imgLayer r:embed="rId3">
                      <a14:imgEffect>
                        <a14:saturation sat="66000"/>
                      </a14:imgEffect>
                    </a14:imgLayer>
                  </a14:imgProps>
                </a:ext>
              </a:extLst>
            </a:blip>
            <a:srcRect t="76775"/>
            <a:stretch>
              <a:fillRect/>
            </a:stretch>
          </p:blipFill>
          <p:spPr>
            <a:xfrm rot="16200000">
              <a:off x="8600151" y="3970811"/>
              <a:ext cx="958122" cy="346394"/>
            </a:xfrm>
            <a:prstGeom prst="rect">
              <a:avLst/>
            </a:prstGeom>
          </p:spPr>
        </p:pic>
        <p:pic>
          <p:nvPicPr>
            <p:cNvPr id="17" name="图片 16"/>
            <p:cNvPicPr>
              <a:picLocks noChangeAspect="1"/>
            </p:cNvPicPr>
            <p:nvPr/>
          </p:nvPicPr>
          <p:blipFill rotWithShape="1">
            <a:blip r:embed="rId2">
              <a:extLst>
                <a:ext uri="{BEBA8EAE-BF5A-486C-A8C5-ECC9F3942E4B}">
                  <a14:imgProps xmlns:a14="http://schemas.microsoft.com/office/drawing/2010/main">
                    <a14:imgLayer r:embed="rId3">
                      <a14:imgEffect>
                        <a14:saturation sat="66000"/>
                      </a14:imgEffect>
                    </a14:imgLayer>
                  </a14:imgProps>
                </a:ext>
              </a:extLst>
            </a:blip>
            <a:srcRect t="76775"/>
            <a:stretch>
              <a:fillRect/>
            </a:stretch>
          </p:blipFill>
          <p:spPr>
            <a:xfrm>
              <a:off x="4926460" y="4598015"/>
              <a:ext cx="3646270" cy="201307"/>
            </a:xfrm>
            <a:prstGeom prst="rect">
              <a:avLst/>
            </a:prstGeom>
          </p:spPr>
        </p:pic>
        <p:sp>
          <p:nvSpPr>
            <p:cNvPr id="18" name="圆角矩形 17"/>
            <p:cNvSpPr/>
            <p:nvPr/>
          </p:nvSpPr>
          <p:spPr>
            <a:xfrm>
              <a:off x="4555084" y="3648619"/>
              <a:ext cx="4389024" cy="958122"/>
            </a:xfrm>
            <a:prstGeom prst="roundRect">
              <a:avLst>
                <a:gd name="adj" fmla="val 9218"/>
              </a:avLst>
            </a:prstGeom>
            <a:gradFill>
              <a:gsLst>
                <a:gs pos="47000">
                  <a:srgbClr val="FDFDFD"/>
                </a:gs>
                <a:gs pos="53000">
                  <a:srgbClr val="E8E8E8"/>
                </a:gs>
                <a:gs pos="100000">
                  <a:srgbClr val="ECECEC"/>
                </a:gs>
              </a:gsLst>
              <a:lin ang="5400000" scaled="1"/>
            </a:gradFill>
            <a:ln>
              <a:noFill/>
            </a:ln>
            <a:effectLst>
              <a:outerShdw blurRad="762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9" name="组合 18"/>
          <p:cNvGrpSpPr/>
          <p:nvPr/>
        </p:nvGrpSpPr>
        <p:grpSpPr>
          <a:xfrm>
            <a:off x="4554347" y="4796932"/>
            <a:ext cx="4696562" cy="1151939"/>
            <a:chOff x="4555084" y="4797154"/>
            <a:chExt cx="4697323" cy="1152126"/>
          </a:xfrm>
        </p:grpSpPr>
        <p:pic>
          <p:nvPicPr>
            <p:cNvPr id="20" name="图片 19"/>
            <p:cNvPicPr>
              <a:picLocks noChangeAspect="1"/>
            </p:cNvPicPr>
            <p:nvPr/>
          </p:nvPicPr>
          <p:blipFill rotWithShape="1">
            <a:blip r:embed="rId2">
              <a:extLst>
                <a:ext uri="{BEBA8EAE-BF5A-486C-A8C5-ECC9F3942E4B}">
                  <a14:imgProps xmlns:a14="http://schemas.microsoft.com/office/drawing/2010/main">
                    <a14:imgLayer r:embed="rId3">
                      <a14:imgEffect>
                        <a14:saturation sat="66000"/>
                      </a14:imgEffect>
                    </a14:imgLayer>
                  </a14:imgProps>
                </a:ext>
              </a:extLst>
            </a:blip>
            <a:srcRect t="76775"/>
            <a:stretch>
              <a:fillRect/>
            </a:stretch>
          </p:blipFill>
          <p:spPr>
            <a:xfrm rot="16200000">
              <a:off x="8600150" y="5119346"/>
              <a:ext cx="958122" cy="346393"/>
            </a:xfrm>
            <a:prstGeom prst="rect">
              <a:avLst/>
            </a:prstGeom>
          </p:spPr>
        </p:pic>
        <p:pic>
          <p:nvPicPr>
            <p:cNvPr id="21" name="图片 20"/>
            <p:cNvPicPr>
              <a:picLocks noChangeAspect="1"/>
            </p:cNvPicPr>
            <p:nvPr/>
          </p:nvPicPr>
          <p:blipFill rotWithShape="1">
            <a:blip r:embed="rId2">
              <a:extLst>
                <a:ext uri="{BEBA8EAE-BF5A-486C-A8C5-ECC9F3942E4B}">
                  <a14:imgProps xmlns:a14="http://schemas.microsoft.com/office/drawing/2010/main">
                    <a14:imgLayer r:embed="rId3">
                      <a14:imgEffect>
                        <a14:saturation sat="66000"/>
                      </a14:imgEffect>
                    </a14:imgLayer>
                  </a14:imgProps>
                </a:ext>
              </a:extLst>
            </a:blip>
            <a:srcRect t="76775"/>
            <a:stretch>
              <a:fillRect/>
            </a:stretch>
          </p:blipFill>
          <p:spPr>
            <a:xfrm>
              <a:off x="4926460" y="5747973"/>
              <a:ext cx="3646270" cy="201307"/>
            </a:xfrm>
            <a:prstGeom prst="rect">
              <a:avLst/>
            </a:prstGeom>
          </p:spPr>
        </p:pic>
        <p:sp>
          <p:nvSpPr>
            <p:cNvPr id="22" name="圆角矩形 21"/>
            <p:cNvSpPr/>
            <p:nvPr/>
          </p:nvSpPr>
          <p:spPr>
            <a:xfrm>
              <a:off x="4555084" y="4797154"/>
              <a:ext cx="4389024" cy="958122"/>
            </a:xfrm>
            <a:prstGeom prst="roundRect">
              <a:avLst>
                <a:gd name="adj" fmla="val 9218"/>
              </a:avLst>
            </a:prstGeom>
            <a:gradFill>
              <a:gsLst>
                <a:gs pos="47000">
                  <a:srgbClr val="FDFDFD"/>
                </a:gs>
                <a:gs pos="53000">
                  <a:srgbClr val="E8E8E8"/>
                </a:gs>
                <a:gs pos="100000">
                  <a:srgbClr val="ECECEC"/>
                </a:gs>
              </a:gsLst>
              <a:lin ang="5400000" scaled="1"/>
            </a:gradFill>
            <a:ln>
              <a:noFill/>
            </a:ln>
            <a:effectLst>
              <a:outerShdw blurRad="762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23" name="流程图: 手动输入 32"/>
          <p:cNvSpPr/>
          <p:nvPr/>
        </p:nvSpPr>
        <p:spPr>
          <a:xfrm flipH="1" flipV="1">
            <a:off x="4601906" y="1319818"/>
            <a:ext cx="345538" cy="624370"/>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6677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6677 h 10000"/>
              <a:gd name="connsiteX0-11" fmla="*/ 0 w 10000"/>
              <a:gd name="connsiteY0-12" fmla="*/ 6875 h 10000"/>
              <a:gd name="connsiteX1-13" fmla="*/ 10000 w 10000"/>
              <a:gd name="connsiteY1-14" fmla="*/ 0 h 10000"/>
              <a:gd name="connsiteX2-15" fmla="*/ 10000 w 10000"/>
              <a:gd name="connsiteY2-16" fmla="*/ 10000 h 10000"/>
              <a:gd name="connsiteX3-17" fmla="*/ 0 w 10000"/>
              <a:gd name="connsiteY3-18" fmla="*/ 10000 h 10000"/>
              <a:gd name="connsiteX4-19" fmla="*/ 0 w 10000"/>
              <a:gd name="connsiteY4-20" fmla="*/ 6875 h 10000"/>
              <a:gd name="connsiteX0-21" fmla="*/ 0 w 10185"/>
              <a:gd name="connsiteY0-22" fmla="*/ 6624 h 10000"/>
              <a:gd name="connsiteX1-23" fmla="*/ 10185 w 10185"/>
              <a:gd name="connsiteY1-24" fmla="*/ 0 h 10000"/>
              <a:gd name="connsiteX2-25" fmla="*/ 10185 w 10185"/>
              <a:gd name="connsiteY2-26" fmla="*/ 10000 h 10000"/>
              <a:gd name="connsiteX3-27" fmla="*/ 185 w 10185"/>
              <a:gd name="connsiteY3-28" fmla="*/ 10000 h 10000"/>
              <a:gd name="connsiteX4-29" fmla="*/ 0 w 10185"/>
              <a:gd name="connsiteY4-30" fmla="*/ 6624 h 10000"/>
              <a:gd name="connsiteX0-31" fmla="*/ 0 w 10092"/>
              <a:gd name="connsiteY0-32" fmla="*/ 8092 h 10000"/>
              <a:gd name="connsiteX1-33" fmla="*/ 10092 w 10092"/>
              <a:gd name="connsiteY1-34" fmla="*/ 0 h 10000"/>
              <a:gd name="connsiteX2-35" fmla="*/ 10092 w 10092"/>
              <a:gd name="connsiteY2-36" fmla="*/ 10000 h 10000"/>
              <a:gd name="connsiteX3-37" fmla="*/ 92 w 10092"/>
              <a:gd name="connsiteY3-38" fmla="*/ 10000 h 10000"/>
              <a:gd name="connsiteX4-39" fmla="*/ 0 w 10092"/>
              <a:gd name="connsiteY4-40" fmla="*/ 8092 h 10000"/>
              <a:gd name="connsiteX0-41" fmla="*/ 0 w 10092"/>
              <a:gd name="connsiteY0-42" fmla="*/ 8736 h 10000"/>
              <a:gd name="connsiteX1-43" fmla="*/ 10092 w 10092"/>
              <a:gd name="connsiteY1-44" fmla="*/ 0 h 10000"/>
              <a:gd name="connsiteX2-45" fmla="*/ 10092 w 10092"/>
              <a:gd name="connsiteY2-46" fmla="*/ 10000 h 10000"/>
              <a:gd name="connsiteX3-47" fmla="*/ 92 w 10092"/>
              <a:gd name="connsiteY3-48" fmla="*/ 10000 h 10000"/>
              <a:gd name="connsiteX4-49" fmla="*/ 0 w 10092"/>
              <a:gd name="connsiteY4-50" fmla="*/ 8736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92" h="10000">
                <a:moveTo>
                  <a:pt x="0" y="8736"/>
                </a:moveTo>
                <a:lnTo>
                  <a:pt x="10092" y="0"/>
                </a:lnTo>
                <a:lnTo>
                  <a:pt x="10092" y="10000"/>
                </a:lnTo>
                <a:lnTo>
                  <a:pt x="92" y="10000"/>
                </a:lnTo>
                <a:cubicBezTo>
                  <a:pt x="30" y="8875"/>
                  <a:pt x="62" y="9861"/>
                  <a:pt x="0" y="8736"/>
                </a:cubicBezTo>
                <a:close/>
              </a:path>
            </a:pathLst>
          </a:custGeom>
          <a:gradFill>
            <a:gsLst>
              <a:gs pos="0">
                <a:schemeClr val="tx1">
                  <a:alpha val="21000"/>
                </a:schemeClr>
              </a:gs>
              <a:gs pos="100000">
                <a:srgbClr val="F2F2F2">
                  <a:alpha val="0"/>
                </a:srgbClr>
              </a:gs>
            </a:gsLst>
            <a:lin ang="10800000" scaled="0"/>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梯形 23"/>
          <p:cNvSpPr/>
          <p:nvPr/>
        </p:nvSpPr>
        <p:spPr>
          <a:xfrm rot="5400000">
            <a:off x="4084701" y="2325003"/>
            <a:ext cx="1396036" cy="345812"/>
          </a:xfrm>
          <a:prstGeom prst="trapezoid">
            <a:avLst>
              <a:gd name="adj" fmla="val 173951"/>
            </a:avLst>
          </a:prstGeom>
          <a:gradFill>
            <a:gsLst>
              <a:gs pos="100000">
                <a:schemeClr val="tx1">
                  <a:alpha val="21000"/>
                </a:schemeClr>
              </a:gs>
              <a:gs pos="0">
                <a:srgbClr val="F2F2F2">
                  <a:alpha val="0"/>
                </a:srgbClr>
              </a:gs>
            </a:gsLst>
            <a:lin ang="5400000" scaled="0"/>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梯形 24"/>
          <p:cNvSpPr/>
          <p:nvPr/>
        </p:nvSpPr>
        <p:spPr>
          <a:xfrm rot="5400000">
            <a:off x="4084701" y="3573798"/>
            <a:ext cx="1396036" cy="345812"/>
          </a:xfrm>
          <a:prstGeom prst="trapezoid">
            <a:avLst>
              <a:gd name="adj" fmla="val 173951"/>
            </a:avLst>
          </a:prstGeom>
          <a:gradFill>
            <a:gsLst>
              <a:gs pos="100000">
                <a:schemeClr val="tx1">
                  <a:alpha val="21000"/>
                </a:schemeClr>
              </a:gs>
              <a:gs pos="0">
                <a:srgbClr val="F2F2F2">
                  <a:alpha val="0"/>
                </a:srgbClr>
              </a:gs>
            </a:gsLst>
            <a:lin ang="5400000" scaled="0"/>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梯形 25"/>
          <p:cNvSpPr/>
          <p:nvPr/>
        </p:nvSpPr>
        <p:spPr>
          <a:xfrm rot="5400000">
            <a:off x="4084701" y="4800573"/>
            <a:ext cx="1396036" cy="345812"/>
          </a:xfrm>
          <a:prstGeom prst="trapezoid">
            <a:avLst>
              <a:gd name="adj" fmla="val 173951"/>
            </a:avLst>
          </a:prstGeom>
          <a:gradFill>
            <a:gsLst>
              <a:gs pos="100000">
                <a:schemeClr val="tx1">
                  <a:alpha val="21000"/>
                </a:schemeClr>
              </a:gs>
              <a:gs pos="0">
                <a:srgbClr val="F2F2F2">
                  <a:alpha val="0"/>
                </a:srgbClr>
              </a:gs>
            </a:gsLst>
            <a:lin ang="5400000" scaled="0"/>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流程图: 手动输入 32"/>
          <p:cNvSpPr/>
          <p:nvPr/>
        </p:nvSpPr>
        <p:spPr>
          <a:xfrm flipH="1">
            <a:off x="4613456" y="5485531"/>
            <a:ext cx="345538" cy="362703"/>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6677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6677 h 10000"/>
              <a:gd name="connsiteX0-11" fmla="*/ 0 w 10000"/>
              <a:gd name="connsiteY0-12" fmla="*/ 6875 h 10000"/>
              <a:gd name="connsiteX1-13" fmla="*/ 10000 w 10000"/>
              <a:gd name="connsiteY1-14" fmla="*/ 0 h 10000"/>
              <a:gd name="connsiteX2-15" fmla="*/ 10000 w 10000"/>
              <a:gd name="connsiteY2-16" fmla="*/ 10000 h 10000"/>
              <a:gd name="connsiteX3-17" fmla="*/ 0 w 10000"/>
              <a:gd name="connsiteY3-18" fmla="*/ 10000 h 10000"/>
              <a:gd name="connsiteX4-19" fmla="*/ 0 w 10000"/>
              <a:gd name="connsiteY4-20" fmla="*/ 6875 h 10000"/>
              <a:gd name="connsiteX0-21" fmla="*/ 0 w 10185"/>
              <a:gd name="connsiteY0-22" fmla="*/ 6624 h 10000"/>
              <a:gd name="connsiteX1-23" fmla="*/ 10185 w 10185"/>
              <a:gd name="connsiteY1-24" fmla="*/ 0 h 10000"/>
              <a:gd name="connsiteX2-25" fmla="*/ 10185 w 10185"/>
              <a:gd name="connsiteY2-26" fmla="*/ 10000 h 10000"/>
              <a:gd name="connsiteX3-27" fmla="*/ 185 w 10185"/>
              <a:gd name="connsiteY3-28" fmla="*/ 10000 h 10000"/>
              <a:gd name="connsiteX4-29" fmla="*/ 0 w 10185"/>
              <a:gd name="connsiteY4-30" fmla="*/ 6624 h 10000"/>
              <a:gd name="connsiteX0-31" fmla="*/ 0 w 10092"/>
              <a:gd name="connsiteY0-32" fmla="*/ 8092 h 10000"/>
              <a:gd name="connsiteX1-33" fmla="*/ 10092 w 10092"/>
              <a:gd name="connsiteY1-34" fmla="*/ 0 h 10000"/>
              <a:gd name="connsiteX2-35" fmla="*/ 10092 w 10092"/>
              <a:gd name="connsiteY2-36" fmla="*/ 10000 h 10000"/>
              <a:gd name="connsiteX3-37" fmla="*/ 92 w 10092"/>
              <a:gd name="connsiteY3-38" fmla="*/ 10000 h 10000"/>
              <a:gd name="connsiteX4-39" fmla="*/ 0 w 10092"/>
              <a:gd name="connsiteY4-40" fmla="*/ 8092 h 10000"/>
              <a:gd name="connsiteX0-41" fmla="*/ 0 w 10092"/>
              <a:gd name="connsiteY0-42" fmla="*/ 8736 h 10000"/>
              <a:gd name="connsiteX1-43" fmla="*/ 10092 w 10092"/>
              <a:gd name="connsiteY1-44" fmla="*/ 0 h 10000"/>
              <a:gd name="connsiteX2-45" fmla="*/ 10092 w 10092"/>
              <a:gd name="connsiteY2-46" fmla="*/ 10000 h 10000"/>
              <a:gd name="connsiteX3-47" fmla="*/ 92 w 10092"/>
              <a:gd name="connsiteY3-48" fmla="*/ 10000 h 10000"/>
              <a:gd name="connsiteX4-49" fmla="*/ 0 w 10092"/>
              <a:gd name="connsiteY4-50" fmla="*/ 8736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92" h="10000">
                <a:moveTo>
                  <a:pt x="0" y="8736"/>
                </a:moveTo>
                <a:lnTo>
                  <a:pt x="10092" y="0"/>
                </a:lnTo>
                <a:lnTo>
                  <a:pt x="10092" y="10000"/>
                </a:lnTo>
                <a:lnTo>
                  <a:pt x="92" y="10000"/>
                </a:lnTo>
                <a:cubicBezTo>
                  <a:pt x="30" y="8875"/>
                  <a:pt x="62" y="9861"/>
                  <a:pt x="0" y="8736"/>
                </a:cubicBezTo>
                <a:close/>
              </a:path>
            </a:pathLst>
          </a:custGeom>
          <a:gradFill>
            <a:gsLst>
              <a:gs pos="0">
                <a:schemeClr val="tx1">
                  <a:alpha val="21000"/>
                </a:schemeClr>
              </a:gs>
              <a:gs pos="100000">
                <a:srgbClr val="F2F2F2">
                  <a:alpha val="0"/>
                </a:srgbClr>
              </a:gs>
            </a:gsLst>
            <a:lin ang="10800000" scaled="0"/>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8" name="组合 27"/>
          <p:cNvGrpSpPr/>
          <p:nvPr/>
        </p:nvGrpSpPr>
        <p:grpSpPr>
          <a:xfrm>
            <a:off x="3199067" y="1341106"/>
            <a:ext cx="1125945" cy="974323"/>
            <a:chOff x="3199585" y="1556792"/>
            <a:chExt cx="1126127" cy="974481"/>
          </a:xfrm>
          <a:effectLst>
            <a:outerShdw blurRad="50800" dist="38100" dir="2700000" algn="tl" rotWithShape="0">
              <a:prstClr val="black">
                <a:alpha val="40000"/>
              </a:prstClr>
            </a:outerShdw>
          </a:effectLst>
        </p:grpSpPr>
        <p:grpSp>
          <p:nvGrpSpPr>
            <p:cNvPr id="29" name="组合 28"/>
            <p:cNvGrpSpPr/>
            <p:nvPr/>
          </p:nvGrpSpPr>
          <p:grpSpPr>
            <a:xfrm>
              <a:off x="3227162" y="1556793"/>
              <a:ext cx="1098550" cy="958123"/>
              <a:chOff x="2857499" y="1149477"/>
              <a:chExt cx="1098550" cy="958123"/>
            </a:xfrm>
          </p:grpSpPr>
          <p:sp>
            <p:nvSpPr>
              <p:cNvPr id="30" name="圆角矩形 29"/>
              <p:cNvSpPr/>
              <p:nvPr/>
            </p:nvSpPr>
            <p:spPr>
              <a:xfrm>
                <a:off x="2857499" y="1149477"/>
                <a:ext cx="1076325" cy="958123"/>
              </a:xfrm>
              <a:prstGeom prst="roundRect">
                <a:avLst>
                  <a:gd name="adj" fmla="val 13889"/>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圆角矩形 30"/>
              <p:cNvSpPr/>
              <p:nvPr/>
            </p:nvSpPr>
            <p:spPr>
              <a:xfrm>
                <a:off x="2892834" y="1178024"/>
                <a:ext cx="1063215" cy="901028"/>
              </a:xfrm>
              <a:prstGeom prst="roundRect">
                <a:avLst>
                  <a:gd name="adj" fmla="val 13889"/>
                </a:avLst>
              </a:prstGeom>
              <a:solidFill>
                <a:schemeClr val="accent4"/>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 name="组合 31"/>
            <p:cNvGrpSpPr/>
            <p:nvPr/>
          </p:nvGrpSpPr>
          <p:grpSpPr>
            <a:xfrm>
              <a:off x="3199585" y="1556792"/>
              <a:ext cx="1039305" cy="974481"/>
              <a:chOff x="2624360" y="1689376"/>
              <a:chExt cx="1039305" cy="974481"/>
            </a:xfrm>
          </p:grpSpPr>
          <p:sp>
            <p:nvSpPr>
              <p:cNvPr id="33" name="文本框 40"/>
              <p:cNvSpPr txBox="1"/>
              <p:nvPr/>
            </p:nvSpPr>
            <p:spPr>
              <a:xfrm>
                <a:off x="2633151" y="1689376"/>
                <a:ext cx="1030514" cy="706234"/>
              </a:xfrm>
              <a:prstGeom prst="rect">
                <a:avLst/>
              </a:prstGeom>
              <a:noFill/>
            </p:spPr>
            <p:txBody>
              <a:bodyPr wrap="square" rtlCol="0">
                <a:spAutoFit/>
              </a:bodyPr>
              <a:lstStyle/>
              <a:p>
                <a:pPr algn="ctr"/>
                <a:r>
                  <a:rPr lang="en-US" altLang="zh-CN" sz="4000" dirty="0">
                    <a:solidFill>
                      <a:schemeClr val="bg1"/>
                    </a:solidFill>
                    <a:latin typeface="Impact" panose="020B0806030902050204" pitchFamily="34" charset="0"/>
                  </a:rPr>
                  <a:t>01</a:t>
                </a:r>
                <a:endParaRPr lang="zh-CN" altLang="en-US" sz="4000" dirty="0">
                  <a:solidFill>
                    <a:schemeClr val="bg1"/>
                  </a:solidFill>
                  <a:latin typeface="Impact" panose="020B0806030902050204" pitchFamily="34" charset="0"/>
                </a:endParaRPr>
              </a:p>
            </p:txBody>
          </p:sp>
          <p:sp>
            <p:nvSpPr>
              <p:cNvPr id="34" name="文本框 41"/>
              <p:cNvSpPr txBox="1"/>
              <p:nvPr/>
            </p:nvSpPr>
            <p:spPr>
              <a:xfrm>
                <a:off x="2624360" y="2344400"/>
                <a:ext cx="1030514" cy="319457"/>
              </a:xfrm>
              <a:prstGeom prst="rect">
                <a:avLst/>
              </a:prstGeom>
              <a:noFill/>
            </p:spPr>
            <p:txBody>
              <a:bodyPr wrap="square" rtlCol="0">
                <a:spAutoFit/>
              </a:bodyPr>
              <a:lstStyle/>
              <a:p>
                <a:pPr algn="ctr"/>
                <a:r>
                  <a:rPr lang="en-US" altLang="zh-CN" sz="1400" dirty="0">
                    <a:solidFill>
                      <a:schemeClr val="bg1"/>
                    </a:solidFill>
                    <a:latin typeface="微软雅黑" panose="020B0503020204020204" charset="-122"/>
                    <a:ea typeface="微软雅黑" panose="020B0503020204020204" charset="-122"/>
                  </a:rPr>
                  <a:t>OPTION</a:t>
                </a:r>
                <a:endParaRPr lang="zh-CN" altLang="en-US" sz="1400" dirty="0">
                  <a:solidFill>
                    <a:schemeClr val="bg1"/>
                  </a:solidFill>
                  <a:latin typeface="微软雅黑" panose="020B0503020204020204" charset="-122"/>
                  <a:ea typeface="微软雅黑" panose="020B0503020204020204" charset="-122"/>
                </a:endParaRPr>
              </a:p>
            </p:txBody>
          </p:sp>
        </p:grpSp>
      </p:grpSp>
      <p:grpSp>
        <p:nvGrpSpPr>
          <p:cNvPr id="35" name="组合 34"/>
          <p:cNvGrpSpPr/>
          <p:nvPr/>
        </p:nvGrpSpPr>
        <p:grpSpPr>
          <a:xfrm>
            <a:off x="3222645" y="2489238"/>
            <a:ext cx="1102367" cy="975567"/>
            <a:chOff x="3223166" y="2705109"/>
            <a:chExt cx="1102546" cy="975725"/>
          </a:xfrm>
        </p:grpSpPr>
        <p:grpSp>
          <p:nvGrpSpPr>
            <p:cNvPr id="36" name="组合 35"/>
            <p:cNvGrpSpPr/>
            <p:nvPr/>
          </p:nvGrpSpPr>
          <p:grpSpPr>
            <a:xfrm>
              <a:off x="3227162" y="2722711"/>
              <a:ext cx="1098550" cy="958123"/>
              <a:chOff x="2857499" y="1149477"/>
              <a:chExt cx="1098550" cy="958123"/>
            </a:xfrm>
            <a:solidFill>
              <a:srgbClr val="2DB2A4"/>
            </a:solidFill>
          </p:grpSpPr>
          <p:sp>
            <p:nvSpPr>
              <p:cNvPr id="37" name="圆角矩形 36"/>
              <p:cNvSpPr/>
              <p:nvPr/>
            </p:nvSpPr>
            <p:spPr>
              <a:xfrm>
                <a:off x="2857499" y="1149477"/>
                <a:ext cx="1076325" cy="958123"/>
              </a:xfrm>
              <a:prstGeom prst="roundRect">
                <a:avLst>
                  <a:gd name="adj" fmla="val 13889"/>
                </a:avLst>
              </a:prstGeom>
              <a:solidFill>
                <a:srgbClr val="0070C0"/>
              </a:solidFill>
              <a:ln>
                <a:solidFill>
                  <a:srgbClr val="0070C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a:off x="2892834" y="1178024"/>
                <a:ext cx="1063215" cy="901028"/>
              </a:xfrm>
              <a:prstGeom prst="roundRect">
                <a:avLst>
                  <a:gd name="adj" fmla="val 13889"/>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9" name="组合 38"/>
            <p:cNvGrpSpPr/>
            <p:nvPr/>
          </p:nvGrpSpPr>
          <p:grpSpPr>
            <a:xfrm>
              <a:off x="3223166" y="2705109"/>
              <a:ext cx="1044304" cy="923832"/>
              <a:chOff x="2647941" y="1675517"/>
              <a:chExt cx="1044304" cy="923832"/>
            </a:xfrm>
          </p:grpSpPr>
          <p:sp>
            <p:nvSpPr>
              <p:cNvPr id="40" name="文本框 43"/>
              <p:cNvSpPr txBox="1"/>
              <p:nvPr/>
            </p:nvSpPr>
            <p:spPr>
              <a:xfrm>
                <a:off x="2661731" y="1675517"/>
                <a:ext cx="1030514" cy="706234"/>
              </a:xfrm>
              <a:prstGeom prst="rect">
                <a:avLst/>
              </a:prstGeom>
              <a:noFill/>
            </p:spPr>
            <p:txBody>
              <a:bodyPr wrap="square" rtlCol="0">
                <a:spAutoFit/>
              </a:bodyPr>
              <a:lstStyle/>
              <a:p>
                <a:pPr algn="ctr"/>
                <a:r>
                  <a:rPr lang="en-US" altLang="zh-CN" sz="4000" dirty="0">
                    <a:solidFill>
                      <a:schemeClr val="bg1"/>
                    </a:solidFill>
                    <a:latin typeface="Impact" panose="020B0806030902050204" pitchFamily="34" charset="0"/>
                  </a:rPr>
                  <a:t>02</a:t>
                </a:r>
                <a:endParaRPr lang="zh-CN" altLang="en-US" sz="4000" dirty="0">
                  <a:solidFill>
                    <a:schemeClr val="bg1"/>
                  </a:solidFill>
                  <a:latin typeface="Impact" panose="020B0806030902050204" pitchFamily="34" charset="0"/>
                </a:endParaRPr>
              </a:p>
            </p:txBody>
          </p:sp>
          <p:sp>
            <p:nvSpPr>
              <p:cNvPr id="41" name="文本框 44"/>
              <p:cNvSpPr txBox="1"/>
              <p:nvPr/>
            </p:nvSpPr>
            <p:spPr>
              <a:xfrm>
                <a:off x="2647941" y="2279892"/>
                <a:ext cx="1030514" cy="319457"/>
              </a:xfrm>
              <a:prstGeom prst="rect">
                <a:avLst/>
              </a:prstGeom>
              <a:noFill/>
            </p:spPr>
            <p:txBody>
              <a:bodyPr wrap="square" rtlCol="0">
                <a:spAutoFit/>
              </a:bodyPr>
              <a:lstStyle/>
              <a:p>
                <a:pPr algn="ctr"/>
                <a:r>
                  <a:rPr lang="en-US" altLang="zh-CN" sz="1400" dirty="0">
                    <a:solidFill>
                      <a:schemeClr val="bg1"/>
                    </a:solidFill>
                    <a:latin typeface="微软雅黑" panose="020B0503020204020204" charset="-122"/>
                    <a:ea typeface="微软雅黑" panose="020B0503020204020204" charset="-122"/>
                  </a:rPr>
                  <a:t>OPTION</a:t>
                </a:r>
                <a:endParaRPr lang="zh-CN" altLang="en-US" sz="1400" dirty="0">
                  <a:solidFill>
                    <a:schemeClr val="bg1"/>
                  </a:solidFill>
                  <a:latin typeface="微软雅黑" panose="020B0503020204020204" charset="-122"/>
                  <a:ea typeface="微软雅黑" panose="020B0503020204020204" charset="-122"/>
                </a:endParaRPr>
              </a:p>
            </p:txBody>
          </p:sp>
        </p:grpSp>
      </p:grpSp>
      <p:grpSp>
        <p:nvGrpSpPr>
          <p:cNvPr id="42" name="组合 41"/>
          <p:cNvGrpSpPr/>
          <p:nvPr/>
        </p:nvGrpSpPr>
        <p:grpSpPr>
          <a:xfrm>
            <a:off x="3207957" y="3644989"/>
            <a:ext cx="1117055" cy="957968"/>
            <a:chOff x="3208476" y="3861048"/>
            <a:chExt cx="1117236" cy="958123"/>
          </a:xfrm>
          <a:effectLst>
            <a:outerShdw blurRad="50800" dist="38100" dir="2700000" algn="tl" rotWithShape="0">
              <a:prstClr val="black">
                <a:alpha val="40000"/>
              </a:prstClr>
            </a:outerShdw>
          </a:effectLst>
        </p:grpSpPr>
        <p:grpSp>
          <p:nvGrpSpPr>
            <p:cNvPr id="43" name="组合 42"/>
            <p:cNvGrpSpPr/>
            <p:nvPr/>
          </p:nvGrpSpPr>
          <p:grpSpPr>
            <a:xfrm>
              <a:off x="3227162" y="3861048"/>
              <a:ext cx="1098550" cy="958123"/>
              <a:chOff x="2857499" y="1149477"/>
              <a:chExt cx="1098550" cy="958123"/>
            </a:xfrm>
          </p:grpSpPr>
          <p:sp>
            <p:nvSpPr>
              <p:cNvPr id="44" name="圆角矩形 43"/>
              <p:cNvSpPr/>
              <p:nvPr/>
            </p:nvSpPr>
            <p:spPr>
              <a:xfrm>
                <a:off x="2857499" y="1149477"/>
                <a:ext cx="1076325" cy="958123"/>
              </a:xfrm>
              <a:prstGeom prst="roundRect">
                <a:avLst>
                  <a:gd name="adj" fmla="val 13889"/>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44"/>
              <p:cNvSpPr/>
              <p:nvPr/>
            </p:nvSpPr>
            <p:spPr>
              <a:xfrm>
                <a:off x="2892834" y="1178024"/>
                <a:ext cx="1063215" cy="901028"/>
              </a:xfrm>
              <a:prstGeom prst="roundRect">
                <a:avLst>
                  <a:gd name="adj" fmla="val 13889"/>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6" name="组合 45"/>
            <p:cNvGrpSpPr/>
            <p:nvPr/>
          </p:nvGrpSpPr>
          <p:grpSpPr>
            <a:xfrm>
              <a:off x="3208476" y="3864986"/>
              <a:ext cx="1039305" cy="875986"/>
              <a:chOff x="2633251" y="1696509"/>
              <a:chExt cx="1039305" cy="875986"/>
            </a:xfrm>
          </p:grpSpPr>
          <p:sp>
            <p:nvSpPr>
              <p:cNvPr id="47" name="文本框 46"/>
              <p:cNvSpPr txBox="1"/>
              <p:nvPr/>
            </p:nvSpPr>
            <p:spPr>
              <a:xfrm>
                <a:off x="2642042" y="1696509"/>
                <a:ext cx="1030514" cy="706234"/>
              </a:xfrm>
              <a:prstGeom prst="rect">
                <a:avLst/>
              </a:prstGeom>
              <a:noFill/>
            </p:spPr>
            <p:txBody>
              <a:bodyPr wrap="square" rtlCol="0">
                <a:spAutoFit/>
              </a:bodyPr>
              <a:lstStyle/>
              <a:p>
                <a:pPr algn="ctr"/>
                <a:r>
                  <a:rPr lang="en-US" altLang="zh-CN" sz="4000" dirty="0">
                    <a:solidFill>
                      <a:schemeClr val="bg1"/>
                    </a:solidFill>
                    <a:latin typeface="Impact" panose="020B0806030902050204" pitchFamily="34" charset="0"/>
                  </a:rPr>
                  <a:t>03</a:t>
                </a:r>
                <a:endParaRPr lang="zh-CN" altLang="en-US" sz="4000" dirty="0">
                  <a:solidFill>
                    <a:schemeClr val="bg1"/>
                  </a:solidFill>
                  <a:latin typeface="Impact" panose="020B0806030902050204" pitchFamily="34" charset="0"/>
                </a:endParaRPr>
              </a:p>
            </p:txBody>
          </p:sp>
          <p:sp>
            <p:nvSpPr>
              <p:cNvPr id="130" name="文本框 47"/>
              <p:cNvSpPr txBox="1"/>
              <p:nvPr/>
            </p:nvSpPr>
            <p:spPr>
              <a:xfrm>
                <a:off x="2633251" y="2253038"/>
                <a:ext cx="1030514" cy="319457"/>
              </a:xfrm>
              <a:prstGeom prst="rect">
                <a:avLst/>
              </a:prstGeom>
              <a:noFill/>
            </p:spPr>
            <p:txBody>
              <a:bodyPr wrap="square" rtlCol="0">
                <a:spAutoFit/>
              </a:bodyPr>
              <a:lstStyle/>
              <a:p>
                <a:pPr algn="ctr"/>
                <a:r>
                  <a:rPr lang="en-US" altLang="zh-CN" sz="1400" dirty="0">
                    <a:solidFill>
                      <a:schemeClr val="bg1"/>
                    </a:solidFill>
                    <a:latin typeface="微软雅黑" panose="020B0503020204020204" charset="-122"/>
                    <a:ea typeface="微软雅黑" panose="020B0503020204020204" charset="-122"/>
                  </a:rPr>
                  <a:t>OPTION</a:t>
                </a:r>
                <a:endParaRPr lang="zh-CN" altLang="en-US" sz="1400" dirty="0">
                  <a:solidFill>
                    <a:schemeClr val="bg1"/>
                  </a:solidFill>
                  <a:latin typeface="微软雅黑" panose="020B0503020204020204" charset="-122"/>
                  <a:ea typeface="微软雅黑" panose="020B0503020204020204" charset="-122"/>
                </a:endParaRPr>
              </a:p>
            </p:txBody>
          </p:sp>
        </p:grpSp>
      </p:grpSp>
      <p:grpSp>
        <p:nvGrpSpPr>
          <p:cNvPr id="131" name="组合 130"/>
          <p:cNvGrpSpPr/>
          <p:nvPr/>
        </p:nvGrpSpPr>
        <p:grpSpPr>
          <a:xfrm>
            <a:off x="3226640" y="4796930"/>
            <a:ext cx="1098372" cy="957968"/>
            <a:chOff x="3227162" y="5013176"/>
            <a:chExt cx="1098550" cy="958123"/>
          </a:xfrm>
          <a:effectLst>
            <a:outerShdw blurRad="50800" dist="38100" dir="2700000" algn="tl" rotWithShape="0">
              <a:prstClr val="black">
                <a:alpha val="40000"/>
              </a:prstClr>
            </a:outerShdw>
          </a:effectLst>
        </p:grpSpPr>
        <p:grpSp>
          <p:nvGrpSpPr>
            <p:cNvPr id="132" name="组合 131"/>
            <p:cNvGrpSpPr/>
            <p:nvPr/>
          </p:nvGrpSpPr>
          <p:grpSpPr>
            <a:xfrm>
              <a:off x="3227162" y="5013176"/>
              <a:ext cx="1098550" cy="958123"/>
              <a:chOff x="2857499" y="1149477"/>
              <a:chExt cx="1098550" cy="958123"/>
            </a:xfrm>
          </p:grpSpPr>
          <p:sp>
            <p:nvSpPr>
              <p:cNvPr id="133" name="圆角矩形 132"/>
              <p:cNvSpPr/>
              <p:nvPr/>
            </p:nvSpPr>
            <p:spPr>
              <a:xfrm>
                <a:off x="2857499" y="1149477"/>
                <a:ext cx="1076325" cy="958123"/>
              </a:xfrm>
              <a:prstGeom prst="roundRect">
                <a:avLst>
                  <a:gd name="adj" fmla="val 13889"/>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圆角矩形 133"/>
              <p:cNvSpPr/>
              <p:nvPr/>
            </p:nvSpPr>
            <p:spPr>
              <a:xfrm>
                <a:off x="2892834" y="1178024"/>
                <a:ext cx="1063215" cy="901028"/>
              </a:xfrm>
              <a:prstGeom prst="roundRect">
                <a:avLst>
                  <a:gd name="adj" fmla="val 13889"/>
                </a:avLst>
              </a:prstGeom>
              <a:solidFill>
                <a:schemeClr val="accent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5" name="组合 134"/>
            <p:cNvGrpSpPr/>
            <p:nvPr/>
          </p:nvGrpSpPr>
          <p:grpSpPr>
            <a:xfrm>
              <a:off x="3240867" y="5013176"/>
              <a:ext cx="1039305" cy="891525"/>
              <a:chOff x="2665642" y="1689226"/>
              <a:chExt cx="1039305" cy="891525"/>
            </a:xfrm>
          </p:grpSpPr>
          <p:sp>
            <p:nvSpPr>
              <p:cNvPr id="136" name="文本框 49"/>
              <p:cNvSpPr txBox="1"/>
              <p:nvPr/>
            </p:nvSpPr>
            <p:spPr>
              <a:xfrm>
                <a:off x="2674433" y="1689226"/>
                <a:ext cx="1030514" cy="706234"/>
              </a:xfrm>
              <a:prstGeom prst="rect">
                <a:avLst/>
              </a:prstGeom>
              <a:noFill/>
            </p:spPr>
            <p:txBody>
              <a:bodyPr wrap="square" rtlCol="0">
                <a:spAutoFit/>
              </a:bodyPr>
              <a:lstStyle/>
              <a:p>
                <a:pPr algn="ctr"/>
                <a:r>
                  <a:rPr lang="en-US" altLang="zh-CN" sz="4000" dirty="0">
                    <a:solidFill>
                      <a:schemeClr val="bg1"/>
                    </a:solidFill>
                    <a:latin typeface="Impact" panose="020B0806030902050204" pitchFamily="34" charset="0"/>
                  </a:rPr>
                  <a:t>04</a:t>
                </a:r>
                <a:endParaRPr lang="zh-CN" altLang="en-US" sz="4000" dirty="0">
                  <a:solidFill>
                    <a:schemeClr val="bg1"/>
                  </a:solidFill>
                  <a:latin typeface="Impact" panose="020B0806030902050204" pitchFamily="34" charset="0"/>
                </a:endParaRPr>
              </a:p>
            </p:txBody>
          </p:sp>
          <p:sp>
            <p:nvSpPr>
              <p:cNvPr id="137" name="文本框 50"/>
              <p:cNvSpPr txBox="1"/>
              <p:nvPr/>
            </p:nvSpPr>
            <p:spPr>
              <a:xfrm>
                <a:off x="2665642" y="2261294"/>
                <a:ext cx="1030514" cy="319457"/>
              </a:xfrm>
              <a:prstGeom prst="rect">
                <a:avLst/>
              </a:prstGeom>
              <a:noFill/>
            </p:spPr>
            <p:txBody>
              <a:bodyPr wrap="square" rtlCol="0">
                <a:spAutoFit/>
              </a:bodyPr>
              <a:lstStyle/>
              <a:p>
                <a:pPr algn="ctr"/>
                <a:r>
                  <a:rPr lang="en-US" altLang="zh-CN" sz="1400" dirty="0">
                    <a:solidFill>
                      <a:schemeClr val="bg1"/>
                    </a:solidFill>
                    <a:latin typeface="微软雅黑" panose="020B0503020204020204" charset="-122"/>
                    <a:ea typeface="微软雅黑" panose="020B0503020204020204" charset="-122"/>
                  </a:rPr>
                  <a:t>OPTION</a:t>
                </a:r>
                <a:endParaRPr lang="zh-CN" altLang="en-US" sz="1400" dirty="0">
                  <a:solidFill>
                    <a:schemeClr val="bg1"/>
                  </a:solidFill>
                  <a:latin typeface="微软雅黑" panose="020B0503020204020204" charset="-122"/>
                  <a:ea typeface="微软雅黑" panose="020B0503020204020204" charset="-122"/>
                </a:endParaRPr>
              </a:p>
            </p:txBody>
          </p:sp>
        </p:grpSp>
      </p:grpSp>
      <p:sp>
        <p:nvSpPr>
          <p:cNvPr id="138" name="文本框 52"/>
          <p:cNvSpPr txBox="1"/>
          <p:nvPr/>
        </p:nvSpPr>
        <p:spPr>
          <a:xfrm>
            <a:off x="5886767" y="1401209"/>
            <a:ext cx="2641353" cy="483235"/>
          </a:xfrm>
          <a:prstGeom prst="rect">
            <a:avLst/>
          </a:prstGeom>
          <a:noFill/>
        </p:spPr>
        <p:txBody>
          <a:bodyPr wrap="square" rtlCol="0">
            <a:spAutoFit/>
          </a:bodyPr>
          <a:lstStyle/>
          <a:p>
            <a:r>
              <a:rPr lang="zh-CN" altLang="en-US" sz="2400" b="1" dirty="0">
                <a:solidFill>
                  <a:schemeClr val="tx1">
                    <a:lumMod val="75000"/>
                    <a:lumOff val="25000"/>
                  </a:schemeClr>
                </a:solidFill>
                <a:latin typeface="微软雅黑" panose="020B0503020204020204" charset="-122"/>
                <a:ea typeface="微软雅黑" panose="020B0503020204020204" charset="-122"/>
              </a:rPr>
              <a:t>此处添加标题</a:t>
            </a:r>
          </a:p>
        </p:txBody>
      </p:sp>
      <p:sp>
        <p:nvSpPr>
          <p:cNvPr id="139" name="文本框 53"/>
          <p:cNvSpPr txBox="1"/>
          <p:nvPr/>
        </p:nvSpPr>
        <p:spPr>
          <a:xfrm>
            <a:off x="5448633" y="1856352"/>
            <a:ext cx="2359524" cy="469900"/>
          </a:xfrm>
          <a:prstGeom prst="rect">
            <a:avLst/>
          </a:prstGeom>
          <a:noFill/>
        </p:spPr>
        <p:txBody>
          <a:bodyPr wrap="square" rtlCol="0">
            <a:spAutoFit/>
          </a:bodyPr>
          <a:lstStyle/>
          <a:p>
            <a:pPr algn="just"/>
            <a:r>
              <a:rPr lang="zh-CN" altLang="en-US" sz="1200" dirty="0">
                <a:solidFill>
                  <a:schemeClr val="tx1">
                    <a:lumMod val="75000"/>
                    <a:lumOff val="25000"/>
                  </a:schemeClr>
                </a:solidFill>
                <a:latin typeface="微软雅黑" panose="020B0503020204020204" charset="-122"/>
                <a:ea typeface="微软雅黑" panose="020B0503020204020204" charset="-122"/>
              </a:rPr>
              <a:t>请在此处输入详细的文字介绍，表达主题的含义和内容，</a:t>
            </a:r>
          </a:p>
        </p:txBody>
      </p:sp>
      <p:grpSp>
        <p:nvGrpSpPr>
          <p:cNvPr id="140" name="Group 4"/>
          <p:cNvGrpSpPr>
            <a:grpSpLocks noChangeAspect="1"/>
          </p:cNvGrpSpPr>
          <p:nvPr/>
        </p:nvGrpSpPr>
        <p:grpSpPr bwMode="auto">
          <a:xfrm>
            <a:off x="5554850" y="1413337"/>
            <a:ext cx="299096" cy="350505"/>
            <a:chOff x="1776" y="1776"/>
            <a:chExt cx="64" cy="75"/>
          </a:xfrm>
          <a:solidFill>
            <a:schemeClr val="accent4"/>
          </a:solidFill>
          <a:effectLst/>
        </p:grpSpPr>
        <p:sp>
          <p:nvSpPr>
            <p:cNvPr id="141" name="Freeform 5"/>
            <p:cNvSpPr/>
            <p:nvPr/>
          </p:nvSpPr>
          <p:spPr bwMode="auto">
            <a:xfrm>
              <a:off x="1795" y="1779"/>
              <a:ext cx="29" cy="26"/>
            </a:xfrm>
            <a:custGeom>
              <a:avLst/>
              <a:gdLst>
                <a:gd name="T0" fmla="*/ 5 w 11"/>
                <a:gd name="T1" fmla="*/ 10 h 10"/>
                <a:gd name="T2" fmla="*/ 5 w 11"/>
                <a:gd name="T3" fmla="*/ 10 h 10"/>
                <a:gd name="T4" fmla="*/ 11 w 11"/>
                <a:gd name="T5" fmla="*/ 5 h 10"/>
                <a:gd name="T6" fmla="*/ 5 w 11"/>
                <a:gd name="T7" fmla="*/ 0 h 10"/>
                <a:gd name="T8" fmla="*/ 5 w 11"/>
                <a:gd name="T9" fmla="*/ 0 h 10"/>
                <a:gd name="T10" fmla="*/ 0 w 11"/>
                <a:gd name="T11" fmla="*/ 5 h 10"/>
                <a:gd name="T12" fmla="*/ 5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5" y="10"/>
                  </a:moveTo>
                  <a:cubicBezTo>
                    <a:pt x="5" y="10"/>
                    <a:pt x="5" y="10"/>
                    <a:pt x="5" y="10"/>
                  </a:cubicBezTo>
                  <a:cubicBezTo>
                    <a:pt x="8" y="10"/>
                    <a:pt x="11" y="8"/>
                    <a:pt x="11" y="5"/>
                  </a:cubicBezTo>
                  <a:cubicBezTo>
                    <a:pt x="11" y="2"/>
                    <a:pt x="8" y="0"/>
                    <a:pt x="5" y="0"/>
                  </a:cubicBezTo>
                  <a:cubicBezTo>
                    <a:pt x="5" y="0"/>
                    <a:pt x="5" y="0"/>
                    <a:pt x="5" y="0"/>
                  </a:cubicBezTo>
                  <a:cubicBezTo>
                    <a:pt x="2" y="1"/>
                    <a:pt x="0" y="3"/>
                    <a:pt x="0" y="5"/>
                  </a:cubicBezTo>
                  <a:cubicBezTo>
                    <a:pt x="0" y="8"/>
                    <a:pt x="2" y="10"/>
                    <a:pt x="5"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endParaRPr lang="zh-CN" altLang="en-US">
                <a:solidFill>
                  <a:schemeClr val="tx1">
                    <a:lumMod val="75000"/>
                    <a:lumOff val="25000"/>
                  </a:schemeClr>
                </a:solidFill>
              </a:endParaRPr>
            </a:p>
          </p:txBody>
        </p:sp>
        <p:sp>
          <p:nvSpPr>
            <p:cNvPr id="142" name="Freeform 6"/>
            <p:cNvSpPr/>
            <p:nvPr/>
          </p:nvSpPr>
          <p:spPr bwMode="auto">
            <a:xfrm>
              <a:off x="1776" y="1810"/>
              <a:ext cx="64" cy="41"/>
            </a:xfrm>
            <a:custGeom>
              <a:avLst/>
              <a:gdLst>
                <a:gd name="T0" fmla="*/ 23 w 24"/>
                <a:gd name="T1" fmla="*/ 3 h 16"/>
                <a:gd name="T2" fmla="*/ 19 w 24"/>
                <a:gd name="T3" fmla="*/ 0 h 16"/>
                <a:gd name="T4" fmla="*/ 19 w 24"/>
                <a:gd name="T5" fmla="*/ 0 h 16"/>
                <a:gd name="T6" fmla="*/ 17 w 24"/>
                <a:gd name="T7" fmla="*/ 0 h 16"/>
                <a:gd name="T8" fmla="*/ 15 w 24"/>
                <a:gd name="T9" fmla="*/ 5 h 16"/>
                <a:gd name="T10" fmla="*/ 12 w 24"/>
                <a:gd name="T11" fmla="*/ 11 h 16"/>
                <a:gd name="T12" fmla="*/ 14 w 24"/>
                <a:gd name="T13" fmla="*/ 7 h 16"/>
                <a:gd name="T14" fmla="*/ 13 w 24"/>
                <a:gd name="T15" fmla="*/ 1 h 16"/>
                <a:gd name="T16" fmla="*/ 13 w 24"/>
                <a:gd name="T17" fmla="*/ 1 h 16"/>
                <a:gd name="T18" fmla="*/ 12 w 24"/>
                <a:gd name="T19" fmla="*/ 0 h 16"/>
                <a:gd name="T20" fmla="*/ 12 w 24"/>
                <a:gd name="T21" fmla="*/ 0 h 16"/>
                <a:gd name="T22" fmla="*/ 12 w 24"/>
                <a:gd name="T23" fmla="*/ 1 h 16"/>
                <a:gd name="T24" fmla="*/ 12 w 24"/>
                <a:gd name="T25" fmla="*/ 1 h 16"/>
                <a:gd name="T26" fmla="*/ 11 w 24"/>
                <a:gd name="T27" fmla="*/ 7 h 16"/>
                <a:gd name="T28" fmla="*/ 10 w 24"/>
                <a:gd name="T29" fmla="*/ 5 h 16"/>
                <a:gd name="T30" fmla="*/ 8 w 24"/>
                <a:gd name="T31" fmla="*/ 0 h 16"/>
                <a:gd name="T32" fmla="*/ 5 w 24"/>
                <a:gd name="T33" fmla="*/ 0 h 16"/>
                <a:gd name="T34" fmla="*/ 5 w 24"/>
                <a:gd name="T35" fmla="*/ 0 h 16"/>
                <a:gd name="T36" fmla="*/ 1 w 24"/>
                <a:gd name="T37" fmla="*/ 3 h 16"/>
                <a:gd name="T38" fmla="*/ 0 w 24"/>
                <a:gd name="T39" fmla="*/ 16 h 16"/>
                <a:gd name="T40" fmla="*/ 4 w 24"/>
                <a:gd name="T41" fmla="*/ 16 h 16"/>
                <a:gd name="T42" fmla="*/ 4 w 24"/>
                <a:gd name="T43" fmla="*/ 6 h 16"/>
                <a:gd name="T44" fmla="*/ 5 w 24"/>
                <a:gd name="T45" fmla="*/ 6 h 16"/>
                <a:gd name="T46" fmla="*/ 5 w 24"/>
                <a:gd name="T47" fmla="*/ 16 h 16"/>
                <a:gd name="T48" fmla="*/ 12 w 24"/>
                <a:gd name="T49" fmla="*/ 16 h 16"/>
                <a:gd name="T50" fmla="*/ 19 w 24"/>
                <a:gd name="T51" fmla="*/ 16 h 16"/>
                <a:gd name="T52" fmla="*/ 19 w 24"/>
                <a:gd name="T53" fmla="*/ 6 h 16"/>
                <a:gd name="T54" fmla="*/ 19 w 24"/>
                <a:gd name="T55" fmla="*/ 6 h 16"/>
                <a:gd name="T56" fmla="*/ 20 w 24"/>
                <a:gd name="T57" fmla="*/ 6 h 16"/>
                <a:gd name="T58" fmla="*/ 20 w 24"/>
                <a:gd name="T59" fmla="*/ 16 h 16"/>
                <a:gd name="T60" fmla="*/ 23 w 24"/>
                <a:gd name="T61" fmla="*/ 16 h 16"/>
                <a:gd name="T62" fmla="*/ 23 w 24"/>
                <a:gd name="T63"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 h="16">
                  <a:moveTo>
                    <a:pt x="23" y="3"/>
                  </a:moveTo>
                  <a:cubicBezTo>
                    <a:pt x="22" y="1"/>
                    <a:pt x="20" y="0"/>
                    <a:pt x="19" y="0"/>
                  </a:cubicBezTo>
                  <a:cubicBezTo>
                    <a:pt x="19" y="0"/>
                    <a:pt x="19" y="0"/>
                    <a:pt x="19" y="0"/>
                  </a:cubicBezTo>
                  <a:cubicBezTo>
                    <a:pt x="17" y="0"/>
                    <a:pt x="17" y="0"/>
                    <a:pt x="17" y="0"/>
                  </a:cubicBezTo>
                  <a:cubicBezTo>
                    <a:pt x="15" y="5"/>
                    <a:pt x="15" y="5"/>
                    <a:pt x="15" y="5"/>
                  </a:cubicBezTo>
                  <a:cubicBezTo>
                    <a:pt x="12" y="11"/>
                    <a:pt x="12" y="11"/>
                    <a:pt x="12" y="11"/>
                  </a:cubicBezTo>
                  <a:cubicBezTo>
                    <a:pt x="14" y="7"/>
                    <a:pt x="14" y="7"/>
                    <a:pt x="14" y="7"/>
                  </a:cubicBezTo>
                  <a:cubicBezTo>
                    <a:pt x="13" y="1"/>
                    <a:pt x="13" y="1"/>
                    <a:pt x="13" y="1"/>
                  </a:cubicBezTo>
                  <a:cubicBezTo>
                    <a:pt x="13" y="1"/>
                    <a:pt x="13" y="1"/>
                    <a:pt x="13" y="1"/>
                  </a:cubicBezTo>
                  <a:cubicBezTo>
                    <a:pt x="13" y="0"/>
                    <a:pt x="13" y="0"/>
                    <a:pt x="12" y="0"/>
                  </a:cubicBezTo>
                  <a:cubicBezTo>
                    <a:pt x="12" y="0"/>
                    <a:pt x="12" y="0"/>
                    <a:pt x="12" y="0"/>
                  </a:cubicBezTo>
                  <a:cubicBezTo>
                    <a:pt x="12" y="0"/>
                    <a:pt x="12" y="0"/>
                    <a:pt x="12" y="1"/>
                  </a:cubicBezTo>
                  <a:cubicBezTo>
                    <a:pt x="12" y="1"/>
                    <a:pt x="12" y="1"/>
                    <a:pt x="12" y="1"/>
                  </a:cubicBezTo>
                  <a:cubicBezTo>
                    <a:pt x="11" y="7"/>
                    <a:pt x="11" y="7"/>
                    <a:pt x="11" y="7"/>
                  </a:cubicBezTo>
                  <a:cubicBezTo>
                    <a:pt x="10" y="5"/>
                    <a:pt x="10" y="5"/>
                    <a:pt x="10" y="5"/>
                  </a:cubicBezTo>
                  <a:cubicBezTo>
                    <a:pt x="8" y="0"/>
                    <a:pt x="8" y="0"/>
                    <a:pt x="8" y="0"/>
                  </a:cubicBezTo>
                  <a:cubicBezTo>
                    <a:pt x="5" y="0"/>
                    <a:pt x="5" y="0"/>
                    <a:pt x="5" y="0"/>
                  </a:cubicBezTo>
                  <a:cubicBezTo>
                    <a:pt x="5" y="0"/>
                    <a:pt x="5" y="0"/>
                    <a:pt x="5" y="0"/>
                  </a:cubicBezTo>
                  <a:cubicBezTo>
                    <a:pt x="3" y="0"/>
                    <a:pt x="2" y="1"/>
                    <a:pt x="1" y="3"/>
                  </a:cubicBezTo>
                  <a:cubicBezTo>
                    <a:pt x="0" y="5"/>
                    <a:pt x="0" y="11"/>
                    <a:pt x="0" y="16"/>
                  </a:cubicBezTo>
                  <a:cubicBezTo>
                    <a:pt x="4" y="16"/>
                    <a:pt x="4" y="16"/>
                    <a:pt x="4" y="16"/>
                  </a:cubicBezTo>
                  <a:cubicBezTo>
                    <a:pt x="4" y="6"/>
                    <a:pt x="4" y="6"/>
                    <a:pt x="4" y="6"/>
                  </a:cubicBezTo>
                  <a:cubicBezTo>
                    <a:pt x="4" y="6"/>
                    <a:pt x="4" y="6"/>
                    <a:pt x="5" y="6"/>
                  </a:cubicBezTo>
                  <a:cubicBezTo>
                    <a:pt x="5" y="16"/>
                    <a:pt x="5" y="16"/>
                    <a:pt x="5" y="16"/>
                  </a:cubicBezTo>
                  <a:cubicBezTo>
                    <a:pt x="12" y="16"/>
                    <a:pt x="12" y="16"/>
                    <a:pt x="12" y="16"/>
                  </a:cubicBezTo>
                  <a:cubicBezTo>
                    <a:pt x="19" y="16"/>
                    <a:pt x="19" y="16"/>
                    <a:pt x="19" y="16"/>
                  </a:cubicBezTo>
                  <a:cubicBezTo>
                    <a:pt x="19" y="6"/>
                    <a:pt x="19" y="6"/>
                    <a:pt x="19" y="6"/>
                  </a:cubicBezTo>
                  <a:cubicBezTo>
                    <a:pt x="19" y="6"/>
                    <a:pt x="19" y="6"/>
                    <a:pt x="19" y="6"/>
                  </a:cubicBezTo>
                  <a:cubicBezTo>
                    <a:pt x="19" y="6"/>
                    <a:pt x="20" y="6"/>
                    <a:pt x="20" y="6"/>
                  </a:cubicBezTo>
                  <a:cubicBezTo>
                    <a:pt x="20" y="16"/>
                    <a:pt x="20" y="16"/>
                    <a:pt x="20" y="16"/>
                  </a:cubicBezTo>
                  <a:cubicBezTo>
                    <a:pt x="23" y="16"/>
                    <a:pt x="23" y="16"/>
                    <a:pt x="23" y="16"/>
                  </a:cubicBezTo>
                  <a:cubicBezTo>
                    <a:pt x="24" y="11"/>
                    <a:pt x="24" y="5"/>
                    <a:pt x="2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endParaRPr lang="zh-CN" altLang="en-US">
                <a:solidFill>
                  <a:schemeClr val="tx1">
                    <a:lumMod val="75000"/>
                    <a:lumOff val="25000"/>
                  </a:schemeClr>
                </a:solidFill>
              </a:endParaRPr>
            </a:p>
          </p:txBody>
        </p:sp>
        <p:sp>
          <p:nvSpPr>
            <p:cNvPr id="143" name="Freeform 7"/>
            <p:cNvSpPr/>
            <p:nvPr/>
          </p:nvSpPr>
          <p:spPr bwMode="auto">
            <a:xfrm>
              <a:off x="1795" y="1776"/>
              <a:ext cx="29" cy="26"/>
            </a:xfrm>
            <a:custGeom>
              <a:avLst/>
              <a:gdLst>
                <a:gd name="T0" fmla="*/ 5 w 11"/>
                <a:gd name="T1" fmla="*/ 10 h 10"/>
                <a:gd name="T2" fmla="*/ 5 w 11"/>
                <a:gd name="T3" fmla="*/ 10 h 10"/>
                <a:gd name="T4" fmla="*/ 11 w 11"/>
                <a:gd name="T5" fmla="*/ 5 h 10"/>
                <a:gd name="T6" fmla="*/ 5 w 11"/>
                <a:gd name="T7" fmla="*/ 0 h 10"/>
                <a:gd name="T8" fmla="*/ 5 w 11"/>
                <a:gd name="T9" fmla="*/ 0 h 10"/>
                <a:gd name="T10" fmla="*/ 0 w 11"/>
                <a:gd name="T11" fmla="*/ 5 h 10"/>
                <a:gd name="T12" fmla="*/ 5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5" y="10"/>
                  </a:moveTo>
                  <a:cubicBezTo>
                    <a:pt x="5" y="10"/>
                    <a:pt x="5" y="10"/>
                    <a:pt x="5" y="10"/>
                  </a:cubicBezTo>
                  <a:cubicBezTo>
                    <a:pt x="8" y="10"/>
                    <a:pt x="11" y="8"/>
                    <a:pt x="11" y="5"/>
                  </a:cubicBezTo>
                  <a:cubicBezTo>
                    <a:pt x="11" y="2"/>
                    <a:pt x="8" y="0"/>
                    <a:pt x="5" y="0"/>
                  </a:cubicBezTo>
                  <a:cubicBezTo>
                    <a:pt x="5" y="0"/>
                    <a:pt x="5" y="0"/>
                    <a:pt x="5" y="0"/>
                  </a:cubicBezTo>
                  <a:cubicBezTo>
                    <a:pt x="2" y="1"/>
                    <a:pt x="0" y="3"/>
                    <a:pt x="0" y="5"/>
                  </a:cubicBezTo>
                  <a:cubicBezTo>
                    <a:pt x="0" y="8"/>
                    <a:pt x="2" y="10"/>
                    <a:pt x="5"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endParaRPr lang="zh-CN" altLang="en-US">
                <a:solidFill>
                  <a:schemeClr val="tx1">
                    <a:lumMod val="75000"/>
                    <a:lumOff val="25000"/>
                  </a:schemeClr>
                </a:solidFill>
              </a:endParaRPr>
            </a:p>
          </p:txBody>
        </p:sp>
        <p:sp>
          <p:nvSpPr>
            <p:cNvPr id="144" name="Freeform 8"/>
            <p:cNvSpPr/>
            <p:nvPr/>
          </p:nvSpPr>
          <p:spPr bwMode="auto">
            <a:xfrm>
              <a:off x="1776" y="1807"/>
              <a:ext cx="64" cy="42"/>
            </a:xfrm>
            <a:custGeom>
              <a:avLst/>
              <a:gdLst>
                <a:gd name="T0" fmla="*/ 23 w 24"/>
                <a:gd name="T1" fmla="*/ 3 h 16"/>
                <a:gd name="T2" fmla="*/ 19 w 24"/>
                <a:gd name="T3" fmla="*/ 0 h 16"/>
                <a:gd name="T4" fmla="*/ 19 w 24"/>
                <a:gd name="T5" fmla="*/ 0 h 16"/>
                <a:gd name="T6" fmla="*/ 17 w 24"/>
                <a:gd name="T7" fmla="*/ 0 h 16"/>
                <a:gd name="T8" fmla="*/ 15 w 24"/>
                <a:gd name="T9" fmla="*/ 5 h 16"/>
                <a:gd name="T10" fmla="*/ 12 w 24"/>
                <a:gd name="T11" fmla="*/ 11 h 16"/>
                <a:gd name="T12" fmla="*/ 14 w 24"/>
                <a:gd name="T13" fmla="*/ 7 h 16"/>
                <a:gd name="T14" fmla="*/ 13 w 24"/>
                <a:gd name="T15" fmla="*/ 1 h 16"/>
                <a:gd name="T16" fmla="*/ 13 w 24"/>
                <a:gd name="T17" fmla="*/ 1 h 16"/>
                <a:gd name="T18" fmla="*/ 12 w 24"/>
                <a:gd name="T19" fmla="*/ 0 h 16"/>
                <a:gd name="T20" fmla="*/ 12 w 24"/>
                <a:gd name="T21" fmla="*/ 0 h 16"/>
                <a:gd name="T22" fmla="*/ 12 w 24"/>
                <a:gd name="T23" fmla="*/ 1 h 16"/>
                <a:gd name="T24" fmla="*/ 12 w 24"/>
                <a:gd name="T25" fmla="*/ 1 h 16"/>
                <a:gd name="T26" fmla="*/ 11 w 24"/>
                <a:gd name="T27" fmla="*/ 7 h 16"/>
                <a:gd name="T28" fmla="*/ 10 w 24"/>
                <a:gd name="T29" fmla="*/ 5 h 16"/>
                <a:gd name="T30" fmla="*/ 8 w 24"/>
                <a:gd name="T31" fmla="*/ 0 h 16"/>
                <a:gd name="T32" fmla="*/ 5 w 24"/>
                <a:gd name="T33" fmla="*/ 0 h 16"/>
                <a:gd name="T34" fmla="*/ 5 w 24"/>
                <a:gd name="T35" fmla="*/ 0 h 16"/>
                <a:gd name="T36" fmla="*/ 1 w 24"/>
                <a:gd name="T37" fmla="*/ 3 h 16"/>
                <a:gd name="T38" fmla="*/ 0 w 24"/>
                <a:gd name="T39" fmla="*/ 16 h 16"/>
                <a:gd name="T40" fmla="*/ 4 w 24"/>
                <a:gd name="T41" fmla="*/ 16 h 16"/>
                <a:gd name="T42" fmla="*/ 4 w 24"/>
                <a:gd name="T43" fmla="*/ 6 h 16"/>
                <a:gd name="T44" fmla="*/ 5 w 24"/>
                <a:gd name="T45" fmla="*/ 6 h 16"/>
                <a:gd name="T46" fmla="*/ 5 w 24"/>
                <a:gd name="T47" fmla="*/ 16 h 16"/>
                <a:gd name="T48" fmla="*/ 12 w 24"/>
                <a:gd name="T49" fmla="*/ 16 h 16"/>
                <a:gd name="T50" fmla="*/ 19 w 24"/>
                <a:gd name="T51" fmla="*/ 16 h 16"/>
                <a:gd name="T52" fmla="*/ 19 w 24"/>
                <a:gd name="T53" fmla="*/ 6 h 16"/>
                <a:gd name="T54" fmla="*/ 19 w 24"/>
                <a:gd name="T55" fmla="*/ 6 h 16"/>
                <a:gd name="T56" fmla="*/ 20 w 24"/>
                <a:gd name="T57" fmla="*/ 6 h 16"/>
                <a:gd name="T58" fmla="*/ 20 w 24"/>
                <a:gd name="T59" fmla="*/ 16 h 16"/>
                <a:gd name="T60" fmla="*/ 23 w 24"/>
                <a:gd name="T61" fmla="*/ 16 h 16"/>
                <a:gd name="T62" fmla="*/ 23 w 24"/>
                <a:gd name="T63"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 h="16">
                  <a:moveTo>
                    <a:pt x="23" y="3"/>
                  </a:moveTo>
                  <a:cubicBezTo>
                    <a:pt x="22" y="1"/>
                    <a:pt x="20" y="0"/>
                    <a:pt x="19" y="0"/>
                  </a:cubicBezTo>
                  <a:cubicBezTo>
                    <a:pt x="19" y="0"/>
                    <a:pt x="19" y="0"/>
                    <a:pt x="19" y="0"/>
                  </a:cubicBezTo>
                  <a:cubicBezTo>
                    <a:pt x="17" y="0"/>
                    <a:pt x="17" y="0"/>
                    <a:pt x="17" y="0"/>
                  </a:cubicBezTo>
                  <a:cubicBezTo>
                    <a:pt x="15" y="5"/>
                    <a:pt x="15" y="5"/>
                    <a:pt x="15" y="5"/>
                  </a:cubicBezTo>
                  <a:cubicBezTo>
                    <a:pt x="12" y="11"/>
                    <a:pt x="12" y="11"/>
                    <a:pt x="12" y="11"/>
                  </a:cubicBezTo>
                  <a:cubicBezTo>
                    <a:pt x="14" y="7"/>
                    <a:pt x="14" y="7"/>
                    <a:pt x="14" y="7"/>
                  </a:cubicBezTo>
                  <a:cubicBezTo>
                    <a:pt x="13" y="1"/>
                    <a:pt x="13" y="1"/>
                    <a:pt x="13" y="1"/>
                  </a:cubicBezTo>
                  <a:cubicBezTo>
                    <a:pt x="13" y="1"/>
                    <a:pt x="13" y="1"/>
                    <a:pt x="13" y="1"/>
                  </a:cubicBezTo>
                  <a:cubicBezTo>
                    <a:pt x="13" y="0"/>
                    <a:pt x="13" y="0"/>
                    <a:pt x="12" y="0"/>
                  </a:cubicBezTo>
                  <a:cubicBezTo>
                    <a:pt x="12" y="0"/>
                    <a:pt x="12" y="0"/>
                    <a:pt x="12" y="0"/>
                  </a:cubicBezTo>
                  <a:cubicBezTo>
                    <a:pt x="12" y="0"/>
                    <a:pt x="12" y="0"/>
                    <a:pt x="12" y="1"/>
                  </a:cubicBezTo>
                  <a:cubicBezTo>
                    <a:pt x="12" y="1"/>
                    <a:pt x="12" y="1"/>
                    <a:pt x="12" y="1"/>
                  </a:cubicBezTo>
                  <a:cubicBezTo>
                    <a:pt x="11" y="7"/>
                    <a:pt x="11" y="7"/>
                    <a:pt x="11" y="7"/>
                  </a:cubicBezTo>
                  <a:cubicBezTo>
                    <a:pt x="10" y="5"/>
                    <a:pt x="10" y="5"/>
                    <a:pt x="10" y="5"/>
                  </a:cubicBezTo>
                  <a:cubicBezTo>
                    <a:pt x="8" y="0"/>
                    <a:pt x="8" y="0"/>
                    <a:pt x="8" y="0"/>
                  </a:cubicBezTo>
                  <a:cubicBezTo>
                    <a:pt x="5" y="0"/>
                    <a:pt x="5" y="0"/>
                    <a:pt x="5" y="0"/>
                  </a:cubicBezTo>
                  <a:cubicBezTo>
                    <a:pt x="5" y="0"/>
                    <a:pt x="5" y="0"/>
                    <a:pt x="5" y="0"/>
                  </a:cubicBezTo>
                  <a:cubicBezTo>
                    <a:pt x="3" y="0"/>
                    <a:pt x="2" y="1"/>
                    <a:pt x="1" y="3"/>
                  </a:cubicBezTo>
                  <a:cubicBezTo>
                    <a:pt x="0" y="5"/>
                    <a:pt x="0" y="11"/>
                    <a:pt x="0" y="16"/>
                  </a:cubicBezTo>
                  <a:cubicBezTo>
                    <a:pt x="4" y="16"/>
                    <a:pt x="4" y="16"/>
                    <a:pt x="4" y="16"/>
                  </a:cubicBezTo>
                  <a:cubicBezTo>
                    <a:pt x="4" y="6"/>
                    <a:pt x="4" y="6"/>
                    <a:pt x="4" y="6"/>
                  </a:cubicBezTo>
                  <a:cubicBezTo>
                    <a:pt x="4" y="6"/>
                    <a:pt x="4" y="6"/>
                    <a:pt x="5" y="6"/>
                  </a:cubicBezTo>
                  <a:cubicBezTo>
                    <a:pt x="5" y="16"/>
                    <a:pt x="5" y="16"/>
                    <a:pt x="5" y="16"/>
                  </a:cubicBezTo>
                  <a:cubicBezTo>
                    <a:pt x="12" y="16"/>
                    <a:pt x="12" y="16"/>
                    <a:pt x="12" y="16"/>
                  </a:cubicBezTo>
                  <a:cubicBezTo>
                    <a:pt x="19" y="16"/>
                    <a:pt x="19" y="16"/>
                    <a:pt x="19" y="16"/>
                  </a:cubicBezTo>
                  <a:cubicBezTo>
                    <a:pt x="19" y="6"/>
                    <a:pt x="19" y="6"/>
                    <a:pt x="19" y="6"/>
                  </a:cubicBezTo>
                  <a:cubicBezTo>
                    <a:pt x="19" y="6"/>
                    <a:pt x="19" y="6"/>
                    <a:pt x="19" y="6"/>
                  </a:cubicBezTo>
                  <a:cubicBezTo>
                    <a:pt x="19" y="6"/>
                    <a:pt x="20" y="6"/>
                    <a:pt x="20" y="6"/>
                  </a:cubicBezTo>
                  <a:cubicBezTo>
                    <a:pt x="20" y="16"/>
                    <a:pt x="20" y="16"/>
                    <a:pt x="20" y="16"/>
                  </a:cubicBezTo>
                  <a:cubicBezTo>
                    <a:pt x="23" y="16"/>
                    <a:pt x="23" y="16"/>
                    <a:pt x="23" y="16"/>
                  </a:cubicBezTo>
                  <a:cubicBezTo>
                    <a:pt x="24" y="11"/>
                    <a:pt x="24" y="5"/>
                    <a:pt x="2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endParaRPr lang="zh-CN" altLang="en-US">
                <a:solidFill>
                  <a:schemeClr val="tx1">
                    <a:lumMod val="75000"/>
                    <a:lumOff val="25000"/>
                  </a:schemeClr>
                </a:solidFill>
              </a:endParaRPr>
            </a:p>
          </p:txBody>
        </p:sp>
      </p:grpSp>
      <p:grpSp>
        <p:nvGrpSpPr>
          <p:cNvPr id="145" name="Group 18"/>
          <p:cNvGrpSpPr>
            <a:grpSpLocks noChangeAspect="1"/>
          </p:cNvGrpSpPr>
          <p:nvPr/>
        </p:nvGrpSpPr>
        <p:grpSpPr bwMode="auto">
          <a:xfrm>
            <a:off x="5537332" y="2583454"/>
            <a:ext cx="334132" cy="311350"/>
            <a:chOff x="3802" y="2858"/>
            <a:chExt cx="616" cy="574"/>
          </a:xfrm>
          <a:solidFill>
            <a:schemeClr val="accent3"/>
          </a:solidFill>
          <a:effectLst/>
        </p:grpSpPr>
        <p:sp>
          <p:nvSpPr>
            <p:cNvPr id="146" name="Rectangle 19"/>
            <p:cNvSpPr>
              <a:spLocks noChangeArrowheads="1"/>
            </p:cNvSpPr>
            <p:nvPr/>
          </p:nvSpPr>
          <p:spPr bwMode="auto">
            <a:xfrm>
              <a:off x="3802" y="3205"/>
              <a:ext cx="129" cy="2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5" tIns="45712" rIns="91425" bIns="45712" numCol="1" anchor="t" anchorCtr="0" compatLnSpc="1"/>
            <a:lstStyle/>
            <a:p>
              <a:endParaRPr lang="zh-CN" altLang="en-US">
                <a:solidFill>
                  <a:schemeClr val="tx1">
                    <a:lumMod val="75000"/>
                    <a:lumOff val="25000"/>
                  </a:schemeClr>
                </a:solidFill>
              </a:endParaRPr>
            </a:p>
          </p:txBody>
        </p:sp>
        <p:sp>
          <p:nvSpPr>
            <p:cNvPr id="147" name="Rectangle 20"/>
            <p:cNvSpPr>
              <a:spLocks noChangeArrowheads="1"/>
            </p:cNvSpPr>
            <p:nvPr/>
          </p:nvSpPr>
          <p:spPr bwMode="auto">
            <a:xfrm>
              <a:off x="3964" y="3174"/>
              <a:ext cx="129" cy="25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5" tIns="45712" rIns="91425" bIns="45712" numCol="1" anchor="t" anchorCtr="0" compatLnSpc="1"/>
            <a:lstStyle/>
            <a:p>
              <a:endParaRPr lang="zh-CN" altLang="en-US">
                <a:solidFill>
                  <a:schemeClr val="tx1">
                    <a:lumMod val="75000"/>
                    <a:lumOff val="25000"/>
                  </a:schemeClr>
                </a:solidFill>
              </a:endParaRPr>
            </a:p>
          </p:txBody>
        </p:sp>
        <p:sp>
          <p:nvSpPr>
            <p:cNvPr id="148" name="Rectangle 21"/>
            <p:cNvSpPr>
              <a:spLocks noChangeArrowheads="1"/>
            </p:cNvSpPr>
            <p:nvPr/>
          </p:nvSpPr>
          <p:spPr bwMode="auto">
            <a:xfrm>
              <a:off x="4129" y="3131"/>
              <a:ext cx="129" cy="30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5" tIns="45712" rIns="91425" bIns="45712" numCol="1" anchor="t" anchorCtr="0" compatLnSpc="1"/>
            <a:lstStyle/>
            <a:p>
              <a:endParaRPr lang="zh-CN" altLang="en-US">
                <a:solidFill>
                  <a:schemeClr val="tx1">
                    <a:lumMod val="75000"/>
                    <a:lumOff val="25000"/>
                  </a:schemeClr>
                </a:solidFill>
              </a:endParaRPr>
            </a:p>
          </p:txBody>
        </p:sp>
        <p:sp>
          <p:nvSpPr>
            <p:cNvPr id="149" name="Rectangle 22"/>
            <p:cNvSpPr>
              <a:spLocks noChangeArrowheads="1"/>
            </p:cNvSpPr>
            <p:nvPr/>
          </p:nvSpPr>
          <p:spPr bwMode="auto">
            <a:xfrm>
              <a:off x="4289" y="3078"/>
              <a:ext cx="129" cy="35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5" tIns="45712" rIns="91425" bIns="45712" numCol="1" anchor="t" anchorCtr="0" compatLnSpc="1"/>
            <a:lstStyle/>
            <a:p>
              <a:endParaRPr lang="zh-CN" altLang="en-US">
                <a:solidFill>
                  <a:schemeClr val="tx1">
                    <a:lumMod val="75000"/>
                    <a:lumOff val="25000"/>
                  </a:schemeClr>
                </a:solidFill>
              </a:endParaRPr>
            </a:p>
          </p:txBody>
        </p:sp>
        <p:sp>
          <p:nvSpPr>
            <p:cNvPr id="150" name="Freeform 23"/>
            <p:cNvSpPr/>
            <p:nvPr/>
          </p:nvSpPr>
          <p:spPr bwMode="auto">
            <a:xfrm>
              <a:off x="3888" y="2858"/>
              <a:ext cx="370" cy="270"/>
            </a:xfrm>
            <a:custGeom>
              <a:avLst/>
              <a:gdLst>
                <a:gd name="T0" fmla="*/ 94 w 155"/>
                <a:gd name="T1" fmla="*/ 21 h 113"/>
                <a:gd name="T2" fmla="*/ 0 w 155"/>
                <a:gd name="T3" fmla="*/ 72 h 113"/>
                <a:gd name="T4" fmla="*/ 114 w 155"/>
                <a:gd name="T5" fmla="*/ 63 h 113"/>
                <a:gd name="T6" fmla="*/ 122 w 155"/>
                <a:gd name="T7" fmla="*/ 82 h 113"/>
                <a:gd name="T8" fmla="*/ 155 w 155"/>
                <a:gd name="T9" fmla="*/ 0 h 113"/>
                <a:gd name="T10" fmla="*/ 85 w 155"/>
                <a:gd name="T11" fmla="*/ 2 h 113"/>
                <a:gd name="T12" fmla="*/ 94 w 155"/>
                <a:gd name="T13" fmla="*/ 21 h 113"/>
              </a:gdLst>
              <a:ahLst/>
              <a:cxnLst>
                <a:cxn ang="0">
                  <a:pos x="T0" y="T1"/>
                </a:cxn>
                <a:cxn ang="0">
                  <a:pos x="T2" y="T3"/>
                </a:cxn>
                <a:cxn ang="0">
                  <a:pos x="T4" y="T5"/>
                </a:cxn>
                <a:cxn ang="0">
                  <a:pos x="T6" y="T7"/>
                </a:cxn>
                <a:cxn ang="0">
                  <a:pos x="T8" y="T9"/>
                </a:cxn>
                <a:cxn ang="0">
                  <a:pos x="T10" y="T11"/>
                </a:cxn>
                <a:cxn ang="0">
                  <a:pos x="T12" y="T13"/>
                </a:cxn>
              </a:cxnLst>
              <a:rect l="0" t="0" r="r" b="b"/>
              <a:pathLst>
                <a:path w="155" h="113">
                  <a:moveTo>
                    <a:pt x="94" y="21"/>
                  </a:moveTo>
                  <a:cubicBezTo>
                    <a:pt x="85" y="33"/>
                    <a:pt x="53" y="68"/>
                    <a:pt x="0" y="72"/>
                  </a:cubicBezTo>
                  <a:cubicBezTo>
                    <a:pt x="0" y="72"/>
                    <a:pt x="31" y="113"/>
                    <a:pt x="114" y="63"/>
                  </a:cubicBezTo>
                  <a:cubicBezTo>
                    <a:pt x="122" y="82"/>
                    <a:pt x="122" y="82"/>
                    <a:pt x="122" y="82"/>
                  </a:cubicBezTo>
                  <a:cubicBezTo>
                    <a:pt x="155" y="0"/>
                    <a:pt x="155" y="0"/>
                    <a:pt x="155" y="0"/>
                  </a:cubicBezTo>
                  <a:cubicBezTo>
                    <a:pt x="85" y="2"/>
                    <a:pt x="85" y="2"/>
                    <a:pt x="85" y="2"/>
                  </a:cubicBezTo>
                  <a:lnTo>
                    <a:pt x="94" y="2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endParaRPr lang="zh-CN" altLang="en-US">
                <a:solidFill>
                  <a:schemeClr val="tx1">
                    <a:lumMod val="75000"/>
                    <a:lumOff val="25000"/>
                  </a:schemeClr>
                </a:solidFill>
              </a:endParaRPr>
            </a:p>
          </p:txBody>
        </p:sp>
      </p:grpSp>
      <p:grpSp>
        <p:nvGrpSpPr>
          <p:cNvPr id="151" name="Group 13"/>
          <p:cNvGrpSpPr>
            <a:grpSpLocks noChangeAspect="1"/>
          </p:cNvGrpSpPr>
          <p:nvPr/>
        </p:nvGrpSpPr>
        <p:grpSpPr bwMode="auto">
          <a:xfrm>
            <a:off x="5522030" y="3681163"/>
            <a:ext cx="364737" cy="369044"/>
            <a:chOff x="2426" y="2781"/>
            <a:chExt cx="593" cy="600"/>
          </a:xfrm>
          <a:solidFill>
            <a:schemeClr val="accent2"/>
          </a:solidFill>
          <a:effectLst/>
        </p:grpSpPr>
        <p:sp>
          <p:nvSpPr>
            <p:cNvPr id="152" name="Freeform 14"/>
            <p:cNvSpPr/>
            <p:nvPr/>
          </p:nvSpPr>
          <p:spPr bwMode="auto">
            <a:xfrm>
              <a:off x="2442" y="2805"/>
              <a:ext cx="577" cy="576"/>
            </a:xfrm>
            <a:custGeom>
              <a:avLst/>
              <a:gdLst>
                <a:gd name="T0" fmla="*/ 0 w 241"/>
                <a:gd name="T1" fmla="*/ 115 h 241"/>
                <a:gd name="T2" fmla="*/ 0 w 241"/>
                <a:gd name="T3" fmla="*/ 121 h 241"/>
                <a:gd name="T4" fmla="*/ 121 w 241"/>
                <a:gd name="T5" fmla="*/ 241 h 241"/>
                <a:gd name="T6" fmla="*/ 241 w 241"/>
                <a:gd name="T7" fmla="*/ 121 h 241"/>
                <a:gd name="T8" fmla="*/ 121 w 241"/>
                <a:gd name="T9" fmla="*/ 0 h 241"/>
                <a:gd name="T10" fmla="*/ 121 w 241"/>
                <a:gd name="T11" fmla="*/ 115 h 241"/>
                <a:gd name="T12" fmla="*/ 0 w 241"/>
                <a:gd name="T13" fmla="*/ 115 h 241"/>
              </a:gdLst>
              <a:ahLst/>
              <a:cxnLst>
                <a:cxn ang="0">
                  <a:pos x="T0" y="T1"/>
                </a:cxn>
                <a:cxn ang="0">
                  <a:pos x="T2" y="T3"/>
                </a:cxn>
                <a:cxn ang="0">
                  <a:pos x="T4" y="T5"/>
                </a:cxn>
                <a:cxn ang="0">
                  <a:pos x="T6" y="T7"/>
                </a:cxn>
                <a:cxn ang="0">
                  <a:pos x="T8" y="T9"/>
                </a:cxn>
                <a:cxn ang="0">
                  <a:pos x="T10" y="T11"/>
                </a:cxn>
                <a:cxn ang="0">
                  <a:pos x="T12" y="T13"/>
                </a:cxn>
              </a:cxnLst>
              <a:rect l="0" t="0" r="r" b="b"/>
              <a:pathLst>
                <a:path w="241" h="241">
                  <a:moveTo>
                    <a:pt x="0" y="115"/>
                  </a:moveTo>
                  <a:cubicBezTo>
                    <a:pt x="0" y="117"/>
                    <a:pt x="0" y="119"/>
                    <a:pt x="0" y="121"/>
                  </a:cubicBezTo>
                  <a:cubicBezTo>
                    <a:pt x="0" y="187"/>
                    <a:pt x="54" y="241"/>
                    <a:pt x="121" y="241"/>
                  </a:cubicBezTo>
                  <a:cubicBezTo>
                    <a:pt x="187" y="241"/>
                    <a:pt x="241" y="187"/>
                    <a:pt x="241" y="121"/>
                  </a:cubicBezTo>
                  <a:cubicBezTo>
                    <a:pt x="241" y="54"/>
                    <a:pt x="187" y="0"/>
                    <a:pt x="121" y="0"/>
                  </a:cubicBezTo>
                  <a:cubicBezTo>
                    <a:pt x="121" y="115"/>
                    <a:pt x="121" y="115"/>
                    <a:pt x="121" y="115"/>
                  </a:cubicBezTo>
                  <a:lnTo>
                    <a:pt x="0" y="11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endParaRPr lang="zh-CN" altLang="en-US">
                <a:solidFill>
                  <a:schemeClr val="tx1">
                    <a:lumMod val="75000"/>
                    <a:lumOff val="25000"/>
                  </a:schemeClr>
                </a:solidFill>
              </a:endParaRPr>
            </a:p>
          </p:txBody>
        </p:sp>
        <p:sp>
          <p:nvSpPr>
            <p:cNvPr id="153" name="Freeform 15"/>
            <p:cNvSpPr>
              <a:spLocks noEditPoints="1"/>
            </p:cNvSpPr>
            <p:nvPr/>
          </p:nvSpPr>
          <p:spPr bwMode="auto">
            <a:xfrm>
              <a:off x="2426" y="2781"/>
              <a:ext cx="275" cy="273"/>
            </a:xfrm>
            <a:custGeom>
              <a:avLst/>
              <a:gdLst>
                <a:gd name="T0" fmla="*/ 0 w 115"/>
                <a:gd name="T1" fmla="*/ 114 h 114"/>
                <a:gd name="T2" fmla="*/ 115 w 115"/>
                <a:gd name="T3" fmla="*/ 114 h 114"/>
                <a:gd name="T4" fmla="*/ 115 w 115"/>
                <a:gd name="T5" fmla="*/ 0 h 114"/>
                <a:gd name="T6" fmla="*/ 0 w 115"/>
                <a:gd name="T7" fmla="*/ 114 h 114"/>
                <a:gd name="T8" fmla="*/ 15 w 115"/>
                <a:gd name="T9" fmla="*/ 104 h 114"/>
                <a:gd name="T10" fmla="*/ 104 w 115"/>
                <a:gd name="T11" fmla="*/ 14 h 114"/>
                <a:gd name="T12" fmla="*/ 104 w 115"/>
                <a:gd name="T13" fmla="*/ 104 h 114"/>
                <a:gd name="T14" fmla="*/ 15 w 115"/>
                <a:gd name="T15" fmla="*/ 104 h 1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114">
                  <a:moveTo>
                    <a:pt x="0" y="114"/>
                  </a:moveTo>
                  <a:cubicBezTo>
                    <a:pt x="115" y="114"/>
                    <a:pt x="115" y="114"/>
                    <a:pt x="115" y="114"/>
                  </a:cubicBezTo>
                  <a:cubicBezTo>
                    <a:pt x="115" y="0"/>
                    <a:pt x="115" y="0"/>
                    <a:pt x="115" y="0"/>
                  </a:cubicBezTo>
                  <a:cubicBezTo>
                    <a:pt x="51" y="0"/>
                    <a:pt x="0" y="51"/>
                    <a:pt x="0" y="114"/>
                  </a:cubicBezTo>
                  <a:close/>
                  <a:moveTo>
                    <a:pt x="15" y="104"/>
                  </a:moveTo>
                  <a:cubicBezTo>
                    <a:pt x="15" y="54"/>
                    <a:pt x="55" y="14"/>
                    <a:pt x="104" y="14"/>
                  </a:cubicBezTo>
                  <a:cubicBezTo>
                    <a:pt x="104" y="104"/>
                    <a:pt x="104" y="104"/>
                    <a:pt x="104" y="104"/>
                  </a:cubicBezTo>
                  <a:lnTo>
                    <a:pt x="15" y="10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endParaRPr lang="zh-CN" altLang="en-US">
                <a:solidFill>
                  <a:schemeClr val="tx1">
                    <a:lumMod val="75000"/>
                    <a:lumOff val="25000"/>
                  </a:schemeClr>
                </a:solidFill>
              </a:endParaRPr>
            </a:p>
          </p:txBody>
        </p:sp>
      </p:grpSp>
      <p:grpSp>
        <p:nvGrpSpPr>
          <p:cNvPr id="154" name="组合 153"/>
          <p:cNvGrpSpPr/>
          <p:nvPr/>
        </p:nvGrpSpPr>
        <p:grpSpPr>
          <a:xfrm>
            <a:off x="5532004" y="4849993"/>
            <a:ext cx="344788" cy="375199"/>
            <a:chOff x="4873620" y="1965325"/>
            <a:chExt cx="269882" cy="293688"/>
          </a:xfrm>
          <a:solidFill>
            <a:schemeClr val="accent1"/>
          </a:solidFill>
          <a:effectLst/>
        </p:grpSpPr>
        <p:sp>
          <p:nvSpPr>
            <p:cNvPr id="155" name="Freeform 502"/>
            <p:cNvSpPr/>
            <p:nvPr/>
          </p:nvSpPr>
          <p:spPr bwMode="auto">
            <a:xfrm>
              <a:off x="4873620" y="2127250"/>
              <a:ext cx="112713" cy="131763"/>
            </a:xfrm>
            <a:custGeom>
              <a:avLst/>
              <a:gdLst>
                <a:gd name="T0" fmla="*/ 2 w 30"/>
                <a:gd name="T1" fmla="*/ 0 h 35"/>
                <a:gd name="T2" fmla="*/ 28 w 30"/>
                <a:gd name="T3" fmla="*/ 0 h 35"/>
                <a:gd name="T4" fmla="*/ 30 w 30"/>
                <a:gd name="T5" fmla="*/ 1 h 35"/>
                <a:gd name="T6" fmla="*/ 28 w 30"/>
                <a:gd name="T7" fmla="*/ 3 h 35"/>
                <a:gd name="T8" fmla="*/ 3 w 30"/>
                <a:gd name="T9" fmla="*/ 3 h 35"/>
                <a:gd name="T10" fmla="*/ 3 w 30"/>
                <a:gd name="T11" fmla="*/ 33 h 35"/>
                <a:gd name="T12" fmla="*/ 2 w 30"/>
                <a:gd name="T13" fmla="*/ 35 h 35"/>
                <a:gd name="T14" fmla="*/ 0 w 30"/>
                <a:gd name="T15" fmla="*/ 33 h 35"/>
                <a:gd name="T16" fmla="*/ 0 w 30"/>
                <a:gd name="T17" fmla="*/ 1 h 35"/>
                <a:gd name="T18" fmla="*/ 2 w 30"/>
                <a:gd name="T19"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35">
                  <a:moveTo>
                    <a:pt x="2" y="0"/>
                  </a:moveTo>
                  <a:cubicBezTo>
                    <a:pt x="28" y="0"/>
                    <a:pt x="28" y="0"/>
                    <a:pt x="28" y="0"/>
                  </a:cubicBezTo>
                  <a:cubicBezTo>
                    <a:pt x="29" y="0"/>
                    <a:pt x="30" y="1"/>
                    <a:pt x="30" y="1"/>
                  </a:cubicBezTo>
                  <a:cubicBezTo>
                    <a:pt x="30" y="2"/>
                    <a:pt x="29" y="3"/>
                    <a:pt x="28" y="3"/>
                  </a:cubicBezTo>
                  <a:cubicBezTo>
                    <a:pt x="3" y="3"/>
                    <a:pt x="3" y="3"/>
                    <a:pt x="3" y="3"/>
                  </a:cubicBezTo>
                  <a:cubicBezTo>
                    <a:pt x="3" y="33"/>
                    <a:pt x="3" y="33"/>
                    <a:pt x="3" y="33"/>
                  </a:cubicBezTo>
                  <a:cubicBezTo>
                    <a:pt x="3" y="34"/>
                    <a:pt x="3" y="35"/>
                    <a:pt x="2" y="35"/>
                  </a:cubicBezTo>
                  <a:cubicBezTo>
                    <a:pt x="1" y="35"/>
                    <a:pt x="0" y="34"/>
                    <a:pt x="0" y="33"/>
                  </a:cubicBezTo>
                  <a:cubicBezTo>
                    <a:pt x="0" y="1"/>
                    <a:pt x="0" y="1"/>
                    <a:pt x="0" y="1"/>
                  </a:cubicBezTo>
                  <a:cubicBezTo>
                    <a:pt x="0" y="1"/>
                    <a:pt x="1" y="0"/>
                    <a:pt x="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endParaRPr lang="zh-CN" altLang="en-US">
                <a:solidFill>
                  <a:schemeClr val="tx1">
                    <a:lumMod val="75000"/>
                    <a:lumOff val="25000"/>
                  </a:schemeClr>
                </a:solidFill>
              </a:endParaRPr>
            </a:p>
          </p:txBody>
        </p:sp>
        <p:sp>
          <p:nvSpPr>
            <p:cNvPr id="156" name="Freeform 503"/>
            <p:cNvSpPr/>
            <p:nvPr/>
          </p:nvSpPr>
          <p:spPr bwMode="auto">
            <a:xfrm>
              <a:off x="4884737" y="1973263"/>
              <a:ext cx="41275" cy="146050"/>
            </a:xfrm>
            <a:custGeom>
              <a:avLst/>
              <a:gdLst>
                <a:gd name="T0" fmla="*/ 11 w 11"/>
                <a:gd name="T1" fmla="*/ 34 h 39"/>
                <a:gd name="T2" fmla="*/ 11 w 11"/>
                <a:gd name="T3" fmla="*/ 6 h 39"/>
                <a:gd name="T4" fmla="*/ 5 w 11"/>
                <a:gd name="T5" fmla="*/ 0 h 39"/>
                <a:gd name="T6" fmla="*/ 0 w 11"/>
                <a:gd name="T7" fmla="*/ 6 h 39"/>
                <a:gd name="T8" fmla="*/ 0 w 11"/>
                <a:gd name="T9" fmla="*/ 34 h 39"/>
                <a:gd name="T10" fmla="*/ 5 w 11"/>
                <a:gd name="T11" fmla="*/ 39 h 39"/>
                <a:gd name="T12" fmla="*/ 11 w 11"/>
                <a:gd name="T13" fmla="*/ 34 h 39"/>
              </a:gdLst>
              <a:ahLst/>
              <a:cxnLst>
                <a:cxn ang="0">
                  <a:pos x="T0" y="T1"/>
                </a:cxn>
                <a:cxn ang="0">
                  <a:pos x="T2" y="T3"/>
                </a:cxn>
                <a:cxn ang="0">
                  <a:pos x="T4" y="T5"/>
                </a:cxn>
                <a:cxn ang="0">
                  <a:pos x="T6" y="T7"/>
                </a:cxn>
                <a:cxn ang="0">
                  <a:pos x="T8" y="T9"/>
                </a:cxn>
                <a:cxn ang="0">
                  <a:pos x="T10" y="T11"/>
                </a:cxn>
                <a:cxn ang="0">
                  <a:pos x="T12" y="T13"/>
                </a:cxn>
              </a:cxnLst>
              <a:rect l="0" t="0" r="r" b="b"/>
              <a:pathLst>
                <a:path w="11" h="39">
                  <a:moveTo>
                    <a:pt x="11" y="34"/>
                  </a:moveTo>
                  <a:cubicBezTo>
                    <a:pt x="11" y="6"/>
                    <a:pt x="11" y="6"/>
                    <a:pt x="11" y="6"/>
                  </a:cubicBezTo>
                  <a:cubicBezTo>
                    <a:pt x="11" y="3"/>
                    <a:pt x="9" y="0"/>
                    <a:pt x="5" y="0"/>
                  </a:cubicBezTo>
                  <a:cubicBezTo>
                    <a:pt x="2" y="0"/>
                    <a:pt x="0" y="3"/>
                    <a:pt x="0" y="6"/>
                  </a:cubicBezTo>
                  <a:cubicBezTo>
                    <a:pt x="0" y="34"/>
                    <a:pt x="0" y="34"/>
                    <a:pt x="0" y="34"/>
                  </a:cubicBezTo>
                  <a:cubicBezTo>
                    <a:pt x="0" y="37"/>
                    <a:pt x="2" y="39"/>
                    <a:pt x="5" y="39"/>
                  </a:cubicBezTo>
                  <a:cubicBezTo>
                    <a:pt x="9" y="39"/>
                    <a:pt x="11" y="37"/>
                    <a:pt x="11"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endParaRPr lang="zh-CN" altLang="en-US">
                <a:solidFill>
                  <a:schemeClr val="tx1">
                    <a:lumMod val="75000"/>
                    <a:lumOff val="25000"/>
                  </a:schemeClr>
                </a:solidFill>
              </a:endParaRPr>
            </a:p>
          </p:txBody>
        </p:sp>
        <p:sp>
          <p:nvSpPr>
            <p:cNvPr id="157" name="Freeform 504"/>
            <p:cNvSpPr/>
            <p:nvPr/>
          </p:nvSpPr>
          <p:spPr bwMode="auto">
            <a:xfrm>
              <a:off x="4940303" y="1965325"/>
              <a:ext cx="177800" cy="293688"/>
            </a:xfrm>
            <a:custGeom>
              <a:avLst/>
              <a:gdLst>
                <a:gd name="T0" fmla="*/ 5 w 47"/>
                <a:gd name="T1" fmla="*/ 69 h 78"/>
                <a:gd name="T2" fmla="*/ 6 w 47"/>
                <a:gd name="T3" fmla="*/ 77 h 78"/>
                <a:gd name="T4" fmla="*/ 9 w 47"/>
                <a:gd name="T5" fmla="*/ 78 h 78"/>
                <a:gd name="T6" fmla="*/ 14 w 47"/>
                <a:gd name="T7" fmla="*/ 76 h 78"/>
                <a:gd name="T8" fmla="*/ 26 w 47"/>
                <a:gd name="T9" fmla="*/ 57 h 78"/>
                <a:gd name="T10" fmla="*/ 46 w 47"/>
                <a:gd name="T11" fmla="*/ 57 h 78"/>
                <a:gd name="T12" fmla="*/ 47 w 47"/>
                <a:gd name="T13" fmla="*/ 56 h 78"/>
                <a:gd name="T14" fmla="*/ 47 w 47"/>
                <a:gd name="T15" fmla="*/ 42 h 78"/>
                <a:gd name="T16" fmla="*/ 32 w 47"/>
                <a:gd name="T17" fmla="*/ 19 h 78"/>
                <a:gd name="T18" fmla="*/ 30 w 47"/>
                <a:gd name="T19" fmla="*/ 20 h 78"/>
                <a:gd name="T20" fmla="*/ 35 w 47"/>
                <a:gd name="T21" fmla="*/ 10 h 78"/>
                <a:gd name="T22" fmla="*/ 24 w 47"/>
                <a:gd name="T23" fmla="*/ 0 h 78"/>
                <a:gd name="T24" fmla="*/ 14 w 47"/>
                <a:gd name="T25" fmla="*/ 10 h 78"/>
                <a:gd name="T26" fmla="*/ 24 w 47"/>
                <a:gd name="T27" fmla="*/ 21 h 78"/>
                <a:gd name="T28" fmla="*/ 27 w 47"/>
                <a:gd name="T29" fmla="*/ 20 h 78"/>
                <a:gd name="T30" fmla="*/ 21 w 47"/>
                <a:gd name="T31" fmla="*/ 27 h 78"/>
                <a:gd name="T32" fmla="*/ 5 w 47"/>
                <a:gd name="T33" fmla="*/ 31 h 78"/>
                <a:gd name="T34" fmla="*/ 1 w 47"/>
                <a:gd name="T35" fmla="*/ 34 h 78"/>
                <a:gd name="T36" fmla="*/ 1 w 47"/>
                <a:gd name="T37" fmla="*/ 38 h 78"/>
                <a:gd name="T38" fmla="*/ 6 w 47"/>
                <a:gd name="T39" fmla="*/ 42 h 78"/>
                <a:gd name="T40" fmla="*/ 8 w 47"/>
                <a:gd name="T41" fmla="*/ 42 h 78"/>
                <a:gd name="T42" fmla="*/ 17 w 47"/>
                <a:gd name="T43" fmla="*/ 40 h 78"/>
                <a:gd name="T44" fmla="*/ 17 w 47"/>
                <a:gd name="T45" fmla="*/ 43 h 78"/>
                <a:gd name="T46" fmla="*/ 17 w 47"/>
                <a:gd name="T47" fmla="*/ 47 h 78"/>
                <a:gd name="T48" fmla="*/ 5 w 47"/>
                <a:gd name="T49" fmla="*/ 69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7" h="78">
                  <a:moveTo>
                    <a:pt x="5" y="69"/>
                  </a:moveTo>
                  <a:cubicBezTo>
                    <a:pt x="3" y="72"/>
                    <a:pt x="3" y="76"/>
                    <a:pt x="6" y="77"/>
                  </a:cubicBezTo>
                  <a:cubicBezTo>
                    <a:pt x="7" y="78"/>
                    <a:pt x="8" y="78"/>
                    <a:pt x="9" y="78"/>
                  </a:cubicBezTo>
                  <a:cubicBezTo>
                    <a:pt x="11" y="78"/>
                    <a:pt x="13" y="77"/>
                    <a:pt x="14" y="76"/>
                  </a:cubicBezTo>
                  <a:cubicBezTo>
                    <a:pt x="26" y="57"/>
                    <a:pt x="26" y="57"/>
                    <a:pt x="26" y="57"/>
                  </a:cubicBezTo>
                  <a:cubicBezTo>
                    <a:pt x="46" y="57"/>
                    <a:pt x="46" y="57"/>
                    <a:pt x="46" y="57"/>
                  </a:cubicBezTo>
                  <a:cubicBezTo>
                    <a:pt x="47" y="57"/>
                    <a:pt x="47" y="57"/>
                    <a:pt x="47" y="56"/>
                  </a:cubicBezTo>
                  <a:cubicBezTo>
                    <a:pt x="47" y="42"/>
                    <a:pt x="47" y="42"/>
                    <a:pt x="47" y="42"/>
                  </a:cubicBezTo>
                  <a:cubicBezTo>
                    <a:pt x="47" y="29"/>
                    <a:pt x="41" y="19"/>
                    <a:pt x="32" y="19"/>
                  </a:cubicBezTo>
                  <a:cubicBezTo>
                    <a:pt x="31" y="19"/>
                    <a:pt x="30" y="19"/>
                    <a:pt x="30" y="20"/>
                  </a:cubicBezTo>
                  <a:cubicBezTo>
                    <a:pt x="33" y="18"/>
                    <a:pt x="35" y="14"/>
                    <a:pt x="35" y="10"/>
                  </a:cubicBezTo>
                  <a:cubicBezTo>
                    <a:pt x="35" y="5"/>
                    <a:pt x="30" y="0"/>
                    <a:pt x="24" y="0"/>
                  </a:cubicBezTo>
                  <a:cubicBezTo>
                    <a:pt x="19" y="0"/>
                    <a:pt x="14" y="5"/>
                    <a:pt x="14" y="10"/>
                  </a:cubicBezTo>
                  <a:cubicBezTo>
                    <a:pt x="14" y="16"/>
                    <a:pt x="19" y="21"/>
                    <a:pt x="24" y="21"/>
                  </a:cubicBezTo>
                  <a:cubicBezTo>
                    <a:pt x="25" y="21"/>
                    <a:pt x="26" y="21"/>
                    <a:pt x="27" y="20"/>
                  </a:cubicBezTo>
                  <a:cubicBezTo>
                    <a:pt x="25" y="22"/>
                    <a:pt x="23" y="24"/>
                    <a:pt x="21" y="27"/>
                  </a:cubicBezTo>
                  <a:cubicBezTo>
                    <a:pt x="5" y="31"/>
                    <a:pt x="5" y="31"/>
                    <a:pt x="5" y="31"/>
                  </a:cubicBezTo>
                  <a:cubicBezTo>
                    <a:pt x="3" y="32"/>
                    <a:pt x="2" y="32"/>
                    <a:pt x="1" y="34"/>
                  </a:cubicBezTo>
                  <a:cubicBezTo>
                    <a:pt x="1" y="35"/>
                    <a:pt x="0" y="37"/>
                    <a:pt x="1" y="38"/>
                  </a:cubicBezTo>
                  <a:cubicBezTo>
                    <a:pt x="1" y="41"/>
                    <a:pt x="4" y="42"/>
                    <a:pt x="6" y="42"/>
                  </a:cubicBezTo>
                  <a:cubicBezTo>
                    <a:pt x="7" y="42"/>
                    <a:pt x="7" y="42"/>
                    <a:pt x="8" y="42"/>
                  </a:cubicBezTo>
                  <a:cubicBezTo>
                    <a:pt x="17" y="40"/>
                    <a:pt x="17" y="40"/>
                    <a:pt x="17" y="40"/>
                  </a:cubicBezTo>
                  <a:cubicBezTo>
                    <a:pt x="17" y="41"/>
                    <a:pt x="17" y="42"/>
                    <a:pt x="17" y="43"/>
                  </a:cubicBezTo>
                  <a:cubicBezTo>
                    <a:pt x="17" y="47"/>
                    <a:pt x="17" y="47"/>
                    <a:pt x="17" y="47"/>
                  </a:cubicBezTo>
                  <a:lnTo>
                    <a:pt x="5" y="6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endParaRPr lang="zh-CN" altLang="en-US">
                <a:solidFill>
                  <a:schemeClr val="tx1">
                    <a:lumMod val="75000"/>
                    <a:lumOff val="25000"/>
                  </a:schemeClr>
                </a:solidFill>
              </a:endParaRPr>
            </a:p>
          </p:txBody>
        </p:sp>
        <p:sp>
          <p:nvSpPr>
            <p:cNvPr id="158" name="Freeform 505"/>
            <p:cNvSpPr/>
            <p:nvPr/>
          </p:nvSpPr>
          <p:spPr bwMode="auto">
            <a:xfrm>
              <a:off x="5046664" y="2093913"/>
              <a:ext cx="96838" cy="112713"/>
            </a:xfrm>
            <a:custGeom>
              <a:avLst/>
              <a:gdLst>
                <a:gd name="T0" fmla="*/ 1 w 26"/>
                <a:gd name="T1" fmla="*/ 27 h 30"/>
                <a:gd name="T2" fmla="*/ 23 w 26"/>
                <a:gd name="T3" fmla="*/ 27 h 30"/>
                <a:gd name="T4" fmla="*/ 23 w 26"/>
                <a:gd name="T5" fmla="*/ 2 h 30"/>
                <a:gd name="T6" fmla="*/ 24 w 26"/>
                <a:gd name="T7" fmla="*/ 0 h 30"/>
                <a:gd name="T8" fmla="*/ 26 w 26"/>
                <a:gd name="T9" fmla="*/ 2 h 30"/>
                <a:gd name="T10" fmla="*/ 26 w 26"/>
                <a:gd name="T11" fmla="*/ 28 h 30"/>
                <a:gd name="T12" fmla="*/ 24 w 26"/>
                <a:gd name="T13" fmla="*/ 30 h 30"/>
                <a:gd name="T14" fmla="*/ 1 w 26"/>
                <a:gd name="T15" fmla="*/ 30 h 30"/>
                <a:gd name="T16" fmla="*/ 0 w 26"/>
                <a:gd name="T17" fmla="*/ 28 h 30"/>
                <a:gd name="T18" fmla="*/ 1 w 26"/>
                <a:gd name="T19" fmla="*/ 27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0">
                  <a:moveTo>
                    <a:pt x="1" y="27"/>
                  </a:moveTo>
                  <a:cubicBezTo>
                    <a:pt x="23" y="27"/>
                    <a:pt x="23" y="27"/>
                    <a:pt x="23" y="27"/>
                  </a:cubicBezTo>
                  <a:cubicBezTo>
                    <a:pt x="23" y="2"/>
                    <a:pt x="23" y="2"/>
                    <a:pt x="23" y="2"/>
                  </a:cubicBezTo>
                  <a:cubicBezTo>
                    <a:pt x="23" y="1"/>
                    <a:pt x="23" y="0"/>
                    <a:pt x="24" y="0"/>
                  </a:cubicBezTo>
                  <a:cubicBezTo>
                    <a:pt x="25" y="0"/>
                    <a:pt x="26" y="1"/>
                    <a:pt x="26" y="2"/>
                  </a:cubicBezTo>
                  <a:cubicBezTo>
                    <a:pt x="26" y="28"/>
                    <a:pt x="26" y="28"/>
                    <a:pt x="26" y="28"/>
                  </a:cubicBezTo>
                  <a:cubicBezTo>
                    <a:pt x="26" y="29"/>
                    <a:pt x="25" y="30"/>
                    <a:pt x="24" y="30"/>
                  </a:cubicBezTo>
                  <a:cubicBezTo>
                    <a:pt x="1" y="30"/>
                    <a:pt x="1" y="30"/>
                    <a:pt x="1" y="30"/>
                  </a:cubicBezTo>
                  <a:cubicBezTo>
                    <a:pt x="0" y="30"/>
                    <a:pt x="0" y="29"/>
                    <a:pt x="0" y="28"/>
                  </a:cubicBezTo>
                  <a:cubicBezTo>
                    <a:pt x="0" y="27"/>
                    <a:pt x="0" y="27"/>
                    <a:pt x="1" y="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endParaRPr lang="zh-CN" altLang="en-US">
                <a:solidFill>
                  <a:schemeClr val="tx1">
                    <a:lumMod val="75000"/>
                    <a:lumOff val="25000"/>
                  </a:schemeClr>
                </a:solidFill>
              </a:endParaRPr>
            </a:p>
          </p:txBody>
        </p:sp>
      </p:grpSp>
      <p:sp>
        <p:nvSpPr>
          <p:cNvPr id="159" name="文本框 73"/>
          <p:cNvSpPr txBox="1"/>
          <p:nvPr/>
        </p:nvSpPr>
        <p:spPr>
          <a:xfrm>
            <a:off x="5886767" y="2548460"/>
            <a:ext cx="2641353" cy="483235"/>
          </a:xfrm>
          <a:prstGeom prst="rect">
            <a:avLst/>
          </a:prstGeom>
          <a:noFill/>
        </p:spPr>
        <p:txBody>
          <a:bodyPr wrap="square" rtlCol="0">
            <a:spAutoFit/>
          </a:bodyPr>
          <a:lstStyle/>
          <a:p>
            <a:r>
              <a:rPr lang="zh-CN" altLang="en-US" sz="2400" b="1" dirty="0">
                <a:solidFill>
                  <a:schemeClr val="tx1">
                    <a:lumMod val="75000"/>
                    <a:lumOff val="25000"/>
                  </a:schemeClr>
                </a:solidFill>
                <a:latin typeface="微软雅黑" panose="020B0503020204020204" charset="-122"/>
                <a:ea typeface="微软雅黑" panose="020B0503020204020204" charset="-122"/>
              </a:rPr>
              <a:t>此处添加标题</a:t>
            </a:r>
          </a:p>
        </p:txBody>
      </p:sp>
      <p:sp>
        <p:nvSpPr>
          <p:cNvPr id="160" name="文本框 74"/>
          <p:cNvSpPr txBox="1"/>
          <p:nvPr/>
        </p:nvSpPr>
        <p:spPr>
          <a:xfrm>
            <a:off x="5448633" y="3003602"/>
            <a:ext cx="2359524" cy="469900"/>
          </a:xfrm>
          <a:prstGeom prst="rect">
            <a:avLst/>
          </a:prstGeom>
          <a:noFill/>
        </p:spPr>
        <p:txBody>
          <a:bodyPr wrap="square" rtlCol="0">
            <a:spAutoFit/>
          </a:bodyPr>
          <a:lstStyle/>
          <a:p>
            <a:pPr algn="just"/>
            <a:r>
              <a:rPr lang="zh-CN" altLang="en-US" sz="1200" dirty="0">
                <a:solidFill>
                  <a:schemeClr val="tx1">
                    <a:lumMod val="75000"/>
                    <a:lumOff val="25000"/>
                  </a:schemeClr>
                </a:solidFill>
                <a:latin typeface="微软雅黑" panose="020B0503020204020204" charset="-122"/>
                <a:ea typeface="微软雅黑" panose="020B0503020204020204" charset="-122"/>
              </a:rPr>
              <a:t>请在此处输入详细的文字介绍，表达主题的含义和内容，</a:t>
            </a:r>
          </a:p>
        </p:txBody>
      </p:sp>
      <p:sp>
        <p:nvSpPr>
          <p:cNvPr id="161" name="文本框 75"/>
          <p:cNvSpPr txBox="1"/>
          <p:nvPr/>
        </p:nvSpPr>
        <p:spPr>
          <a:xfrm>
            <a:off x="5886767" y="3696958"/>
            <a:ext cx="2641353" cy="483235"/>
          </a:xfrm>
          <a:prstGeom prst="rect">
            <a:avLst/>
          </a:prstGeom>
          <a:noFill/>
        </p:spPr>
        <p:txBody>
          <a:bodyPr wrap="square" rtlCol="0">
            <a:spAutoFit/>
          </a:bodyPr>
          <a:lstStyle/>
          <a:p>
            <a:r>
              <a:rPr lang="zh-CN" altLang="en-US" sz="2400" b="1" dirty="0">
                <a:solidFill>
                  <a:schemeClr val="tx1">
                    <a:lumMod val="75000"/>
                    <a:lumOff val="25000"/>
                  </a:schemeClr>
                </a:solidFill>
                <a:latin typeface="微软雅黑" panose="020B0503020204020204" charset="-122"/>
                <a:ea typeface="微软雅黑" panose="020B0503020204020204" charset="-122"/>
              </a:rPr>
              <a:t>此处添加标题</a:t>
            </a:r>
          </a:p>
        </p:txBody>
      </p:sp>
      <p:sp>
        <p:nvSpPr>
          <p:cNvPr id="162" name="文本框 76"/>
          <p:cNvSpPr txBox="1"/>
          <p:nvPr/>
        </p:nvSpPr>
        <p:spPr>
          <a:xfrm>
            <a:off x="5448633" y="4152100"/>
            <a:ext cx="2359524" cy="469900"/>
          </a:xfrm>
          <a:prstGeom prst="rect">
            <a:avLst/>
          </a:prstGeom>
          <a:noFill/>
        </p:spPr>
        <p:txBody>
          <a:bodyPr wrap="square" rtlCol="0">
            <a:spAutoFit/>
          </a:bodyPr>
          <a:lstStyle/>
          <a:p>
            <a:pPr algn="just"/>
            <a:r>
              <a:rPr lang="zh-CN" altLang="en-US" sz="1200" dirty="0">
                <a:solidFill>
                  <a:schemeClr val="tx1">
                    <a:lumMod val="75000"/>
                    <a:lumOff val="25000"/>
                  </a:schemeClr>
                </a:solidFill>
                <a:latin typeface="微软雅黑" panose="020B0503020204020204" charset="-122"/>
                <a:ea typeface="微软雅黑" panose="020B0503020204020204" charset="-122"/>
              </a:rPr>
              <a:t>请在此处输入详细的文字介绍，表达主题的含义和内容，</a:t>
            </a:r>
          </a:p>
        </p:txBody>
      </p:sp>
      <p:sp>
        <p:nvSpPr>
          <p:cNvPr id="163" name="文本框 77"/>
          <p:cNvSpPr txBox="1"/>
          <p:nvPr/>
        </p:nvSpPr>
        <p:spPr>
          <a:xfrm>
            <a:off x="5886767" y="4839307"/>
            <a:ext cx="2641353" cy="483235"/>
          </a:xfrm>
          <a:prstGeom prst="rect">
            <a:avLst/>
          </a:prstGeom>
          <a:noFill/>
        </p:spPr>
        <p:txBody>
          <a:bodyPr wrap="square" rtlCol="0">
            <a:spAutoFit/>
          </a:bodyPr>
          <a:lstStyle/>
          <a:p>
            <a:r>
              <a:rPr lang="zh-CN" altLang="en-US" sz="2400" b="1" dirty="0">
                <a:solidFill>
                  <a:schemeClr val="tx1">
                    <a:lumMod val="75000"/>
                    <a:lumOff val="25000"/>
                  </a:schemeClr>
                </a:solidFill>
                <a:latin typeface="微软雅黑" panose="020B0503020204020204" charset="-122"/>
                <a:ea typeface="微软雅黑" panose="020B0503020204020204" charset="-122"/>
              </a:rPr>
              <a:t>此处添加标题</a:t>
            </a:r>
          </a:p>
        </p:txBody>
      </p:sp>
      <p:sp>
        <p:nvSpPr>
          <p:cNvPr id="164" name="文本框 78"/>
          <p:cNvSpPr txBox="1"/>
          <p:nvPr/>
        </p:nvSpPr>
        <p:spPr>
          <a:xfrm>
            <a:off x="5448633" y="5294449"/>
            <a:ext cx="2359524" cy="469900"/>
          </a:xfrm>
          <a:prstGeom prst="rect">
            <a:avLst/>
          </a:prstGeom>
          <a:noFill/>
        </p:spPr>
        <p:txBody>
          <a:bodyPr wrap="square" rtlCol="0">
            <a:spAutoFit/>
          </a:bodyPr>
          <a:lstStyle/>
          <a:p>
            <a:pPr algn="just"/>
            <a:r>
              <a:rPr lang="zh-CN" altLang="en-US" sz="1200" dirty="0">
                <a:solidFill>
                  <a:schemeClr val="tx1">
                    <a:lumMod val="75000"/>
                    <a:lumOff val="25000"/>
                  </a:schemeClr>
                </a:solidFill>
                <a:latin typeface="微软雅黑" panose="020B0503020204020204" charset="-122"/>
                <a:ea typeface="微软雅黑" panose="020B0503020204020204" charset="-122"/>
              </a:rPr>
              <a:t>请在此处输入详细的文字介绍，表达主题的含义和内容，</a:t>
            </a:r>
          </a:p>
        </p:txBody>
      </p:sp>
      <p:sp>
        <p:nvSpPr>
          <p:cNvPr id="165" name="矩形 164"/>
          <p:cNvSpPr/>
          <p:nvPr/>
        </p:nvSpPr>
        <p:spPr>
          <a:xfrm>
            <a:off x="4177937" y="1341107"/>
            <a:ext cx="452588" cy="4430119"/>
          </a:xfrm>
          <a:prstGeom prst="rect">
            <a:avLst/>
          </a:prstGeom>
          <a:solidFill>
            <a:srgbClr val="F2F2F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advTm="9922">
    <p:comb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par>
                                <p:cTn id="12" presetID="2" presetClass="entr" presetSubtype="8" fill="hold" nodeType="withEffect">
                                  <p:stCondLst>
                                    <p:cond delay="25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0-#ppt_w/2"/>
                                          </p:val>
                                        </p:tav>
                                        <p:tav tm="100000">
                                          <p:val>
                                            <p:strVal val="#ppt_x"/>
                                          </p:val>
                                        </p:tav>
                                      </p:tavLst>
                                    </p:anim>
                                    <p:anim calcmode="lin" valueType="num">
                                      <p:cBhvr additive="base">
                                        <p:cTn id="15" dur="500" fill="hold"/>
                                        <p:tgtEl>
                                          <p:spTgt spid="4"/>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1+#ppt_w/2"/>
                                          </p:val>
                                        </p:tav>
                                        <p:tav tm="100000">
                                          <p:val>
                                            <p:strVal val="#ppt_x"/>
                                          </p:val>
                                        </p:tav>
                                      </p:tavLst>
                                    </p:anim>
                                    <p:anim calcmode="lin" valueType="num">
                                      <p:cBhvr additive="base">
                                        <p:cTn id="19" dur="500" fill="hold"/>
                                        <p:tgtEl>
                                          <p:spTgt spid="3"/>
                                        </p:tgtEl>
                                        <p:attrNameLst>
                                          <p:attrName>ppt_y</p:attrName>
                                        </p:attrNameLst>
                                      </p:cBhvr>
                                      <p:tavLst>
                                        <p:tav tm="0">
                                          <p:val>
                                            <p:strVal val="#ppt_y"/>
                                          </p:val>
                                        </p:tav>
                                        <p:tav tm="100000">
                                          <p:val>
                                            <p:strVal val="#ppt_y"/>
                                          </p:val>
                                        </p:tav>
                                      </p:tavLst>
                                    </p:anim>
                                  </p:childTnLst>
                                </p:cTn>
                              </p:par>
                              <p:par>
                                <p:cTn id="20" presetID="2" presetClass="entr" presetSubtype="8" fill="hold" nodeType="withEffect">
                                  <p:stCondLst>
                                    <p:cond delay="25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0-#ppt_w/2"/>
                                          </p:val>
                                        </p:tav>
                                        <p:tav tm="100000">
                                          <p:val>
                                            <p:strVal val="#ppt_x"/>
                                          </p:val>
                                        </p:tav>
                                      </p:tavLst>
                                    </p:anim>
                                    <p:anim calcmode="lin" valueType="num">
                                      <p:cBhvr additive="base">
                                        <p:cTn id="23" dur="500" fill="hold"/>
                                        <p:tgtEl>
                                          <p:spTgt spid="6"/>
                                        </p:tgtEl>
                                        <p:attrNameLst>
                                          <p:attrName>ppt_y</p:attrName>
                                        </p:attrNameLst>
                                      </p:cBhvr>
                                      <p:tavLst>
                                        <p:tav tm="0">
                                          <p:val>
                                            <p:strVal val="#ppt_y"/>
                                          </p:val>
                                        </p:tav>
                                        <p:tav tm="100000">
                                          <p:val>
                                            <p:strVal val="#ppt_y"/>
                                          </p:val>
                                        </p:tav>
                                      </p:tavLst>
                                    </p:anim>
                                  </p:childTnLst>
                                </p:cTn>
                              </p:par>
                              <p:par>
                                <p:cTn id="24" presetID="2" presetClass="entr" presetSubtype="2" fill="hold" nodeType="withEffect">
                                  <p:stCondLst>
                                    <p:cond delay="250"/>
                                  </p:stCondLst>
                                  <p:childTnLst>
                                    <p:set>
                                      <p:cBhvr>
                                        <p:cTn id="25" dur="1" fill="hold">
                                          <p:stCondLst>
                                            <p:cond delay="0"/>
                                          </p:stCondLst>
                                        </p:cTn>
                                        <p:tgtEl>
                                          <p:spTgt spid="5"/>
                                        </p:tgtEl>
                                        <p:attrNameLst>
                                          <p:attrName>style.visibility</p:attrName>
                                        </p:attrNameLst>
                                      </p:cBhvr>
                                      <p:to>
                                        <p:strVal val="visible"/>
                                      </p:to>
                                    </p:set>
                                    <p:anim calcmode="lin" valueType="num">
                                      <p:cBhvr additive="base">
                                        <p:cTn id="26" dur="500" fill="hold"/>
                                        <p:tgtEl>
                                          <p:spTgt spid="5"/>
                                        </p:tgtEl>
                                        <p:attrNameLst>
                                          <p:attrName>ppt_x</p:attrName>
                                        </p:attrNameLst>
                                      </p:cBhvr>
                                      <p:tavLst>
                                        <p:tav tm="0">
                                          <p:val>
                                            <p:strVal val="1+#ppt_w/2"/>
                                          </p:val>
                                        </p:tav>
                                        <p:tav tm="100000">
                                          <p:val>
                                            <p:strVal val="#ppt_x"/>
                                          </p:val>
                                        </p:tav>
                                      </p:tavLst>
                                    </p:anim>
                                    <p:anim calcmode="lin" valueType="num">
                                      <p:cBhvr additive="base">
                                        <p:cTn id="27" dur="500" fill="hold"/>
                                        <p:tgtEl>
                                          <p:spTgt spid="5"/>
                                        </p:tgtEl>
                                        <p:attrNameLst>
                                          <p:attrName>ppt_y</p:attrName>
                                        </p:attrNameLst>
                                      </p:cBhvr>
                                      <p:tavLst>
                                        <p:tav tm="0">
                                          <p:val>
                                            <p:strVal val="#ppt_y"/>
                                          </p:val>
                                        </p:tav>
                                        <p:tav tm="100000">
                                          <p:val>
                                            <p:strVal val="#ppt_y"/>
                                          </p:val>
                                        </p:tav>
                                      </p:tavLst>
                                    </p:anim>
                                  </p:childTnLst>
                                </p:cTn>
                              </p:par>
                              <p:par>
                                <p:cTn id="28" presetID="2" presetClass="entr" presetSubtype="8" fill="hold" nodeType="withEffect">
                                  <p:stCondLst>
                                    <p:cond delay="500"/>
                                  </p:stCondLst>
                                  <p:childTnLst>
                                    <p:set>
                                      <p:cBhvr>
                                        <p:cTn id="29" dur="1" fill="hold">
                                          <p:stCondLst>
                                            <p:cond delay="0"/>
                                          </p:stCondLst>
                                        </p:cTn>
                                        <p:tgtEl>
                                          <p:spTgt spid="28"/>
                                        </p:tgtEl>
                                        <p:attrNameLst>
                                          <p:attrName>style.visibility</p:attrName>
                                        </p:attrNameLst>
                                      </p:cBhvr>
                                      <p:to>
                                        <p:strVal val="visible"/>
                                      </p:to>
                                    </p:set>
                                    <p:anim calcmode="lin" valueType="num">
                                      <p:cBhvr additive="base">
                                        <p:cTn id="30" dur="500" fill="hold"/>
                                        <p:tgtEl>
                                          <p:spTgt spid="28"/>
                                        </p:tgtEl>
                                        <p:attrNameLst>
                                          <p:attrName>ppt_x</p:attrName>
                                        </p:attrNameLst>
                                      </p:cBhvr>
                                      <p:tavLst>
                                        <p:tav tm="0">
                                          <p:val>
                                            <p:strVal val="0-#ppt_w/2"/>
                                          </p:val>
                                        </p:tav>
                                        <p:tav tm="100000">
                                          <p:val>
                                            <p:strVal val="#ppt_x"/>
                                          </p:val>
                                        </p:tav>
                                      </p:tavLst>
                                    </p:anim>
                                    <p:anim calcmode="lin" valueType="num">
                                      <p:cBhvr additive="base">
                                        <p:cTn id="31" dur="500" fill="hold"/>
                                        <p:tgtEl>
                                          <p:spTgt spid="28"/>
                                        </p:tgtEl>
                                        <p:attrNameLst>
                                          <p:attrName>ppt_y</p:attrName>
                                        </p:attrNameLst>
                                      </p:cBhvr>
                                      <p:tavLst>
                                        <p:tav tm="0">
                                          <p:val>
                                            <p:strVal val="#ppt_y"/>
                                          </p:val>
                                        </p:tav>
                                        <p:tav tm="100000">
                                          <p:val>
                                            <p:strVal val="#ppt_y"/>
                                          </p:val>
                                        </p:tav>
                                      </p:tavLst>
                                    </p:anim>
                                  </p:childTnLst>
                                </p:cTn>
                              </p:par>
                              <p:par>
                                <p:cTn id="32" presetID="2" presetClass="entr" presetSubtype="2" fill="hold" nodeType="withEffect">
                                  <p:stCondLst>
                                    <p:cond delay="500"/>
                                  </p:stCondLst>
                                  <p:childTnLst>
                                    <p:set>
                                      <p:cBhvr>
                                        <p:cTn id="33" dur="1" fill="hold">
                                          <p:stCondLst>
                                            <p:cond delay="0"/>
                                          </p:stCondLst>
                                        </p:cTn>
                                        <p:tgtEl>
                                          <p:spTgt spid="11"/>
                                        </p:tgtEl>
                                        <p:attrNameLst>
                                          <p:attrName>style.visibility</p:attrName>
                                        </p:attrNameLst>
                                      </p:cBhvr>
                                      <p:to>
                                        <p:strVal val="visible"/>
                                      </p:to>
                                    </p:set>
                                    <p:anim calcmode="lin" valueType="num">
                                      <p:cBhvr additive="base">
                                        <p:cTn id="34" dur="500" fill="hold"/>
                                        <p:tgtEl>
                                          <p:spTgt spid="11"/>
                                        </p:tgtEl>
                                        <p:attrNameLst>
                                          <p:attrName>ppt_x</p:attrName>
                                        </p:attrNameLst>
                                      </p:cBhvr>
                                      <p:tavLst>
                                        <p:tav tm="0">
                                          <p:val>
                                            <p:strVal val="1+#ppt_w/2"/>
                                          </p:val>
                                        </p:tav>
                                        <p:tav tm="100000">
                                          <p:val>
                                            <p:strVal val="#ppt_x"/>
                                          </p:val>
                                        </p:tav>
                                      </p:tavLst>
                                    </p:anim>
                                    <p:anim calcmode="lin" valueType="num">
                                      <p:cBhvr additive="base">
                                        <p:cTn id="35" dur="500" fill="hold"/>
                                        <p:tgtEl>
                                          <p:spTgt spid="11"/>
                                        </p:tgtEl>
                                        <p:attrNameLst>
                                          <p:attrName>ppt_y</p:attrName>
                                        </p:attrNameLst>
                                      </p:cBhvr>
                                      <p:tavLst>
                                        <p:tav tm="0">
                                          <p:val>
                                            <p:strVal val="#ppt_y"/>
                                          </p:val>
                                        </p:tav>
                                        <p:tav tm="100000">
                                          <p:val>
                                            <p:strVal val="#ppt_y"/>
                                          </p:val>
                                        </p:tav>
                                      </p:tavLst>
                                    </p:anim>
                                  </p:childTnLst>
                                </p:cTn>
                              </p:par>
                            </p:childTnLst>
                          </p:cTn>
                        </p:par>
                        <p:par>
                          <p:cTn id="36" fill="hold">
                            <p:stCondLst>
                              <p:cond delay="1000"/>
                            </p:stCondLst>
                            <p:childTnLst>
                              <p:par>
                                <p:cTn id="37" presetID="10" presetClass="entr" presetSubtype="0" fill="hold" nodeType="afterEffect">
                                  <p:stCondLst>
                                    <p:cond delay="0"/>
                                  </p:stCondLst>
                                  <p:childTnLst>
                                    <p:set>
                                      <p:cBhvr>
                                        <p:cTn id="38" dur="1" fill="hold">
                                          <p:stCondLst>
                                            <p:cond delay="0"/>
                                          </p:stCondLst>
                                        </p:cTn>
                                        <p:tgtEl>
                                          <p:spTgt spid="140"/>
                                        </p:tgtEl>
                                        <p:attrNameLst>
                                          <p:attrName>style.visibility</p:attrName>
                                        </p:attrNameLst>
                                      </p:cBhvr>
                                      <p:to>
                                        <p:strVal val="visible"/>
                                      </p:to>
                                    </p:set>
                                    <p:animEffect transition="in" filter="fade">
                                      <p:cBhvr>
                                        <p:cTn id="39" dur="500"/>
                                        <p:tgtEl>
                                          <p:spTgt spid="140"/>
                                        </p:tgtEl>
                                      </p:cBhvr>
                                    </p:animEffect>
                                  </p:childTnLst>
                                </p:cTn>
                              </p:par>
                            </p:childTnLst>
                          </p:cTn>
                        </p:par>
                        <p:par>
                          <p:cTn id="40" fill="hold">
                            <p:stCondLst>
                              <p:cond delay="1500"/>
                            </p:stCondLst>
                            <p:childTnLst>
                              <p:par>
                                <p:cTn id="41" presetID="22" presetClass="entr" presetSubtype="4" fill="hold" grpId="0" nodeType="afterEffect">
                                  <p:stCondLst>
                                    <p:cond delay="0"/>
                                  </p:stCondLst>
                                  <p:childTnLst>
                                    <p:set>
                                      <p:cBhvr>
                                        <p:cTn id="42" dur="1" fill="hold">
                                          <p:stCondLst>
                                            <p:cond delay="0"/>
                                          </p:stCondLst>
                                        </p:cTn>
                                        <p:tgtEl>
                                          <p:spTgt spid="138"/>
                                        </p:tgtEl>
                                        <p:attrNameLst>
                                          <p:attrName>style.visibility</p:attrName>
                                        </p:attrNameLst>
                                      </p:cBhvr>
                                      <p:to>
                                        <p:strVal val="visible"/>
                                      </p:to>
                                    </p:set>
                                    <p:animEffect transition="in" filter="wipe(down)">
                                      <p:cBhvr>
                                        <p:cTn id="43" dur="500"/>
                                        <p:tgtEl>
                                          <p:spTgt spid="138"/>
                                        </p:tgtEl>
                                      </p:cBhvr>
                                    </p:animEffect>
                                  </p:childTnLst>
                                </p:cTn>
                              </p:par>
                            </p:childTnLst>
                          </p:cTn>
                        </p:par>
                        <p:par>
                          <p:cTn id="44" fill="hold">
                            <p:stCondLst>
                              <p:cond delay="2000"/>
                            </p:stCondLst>
                            <p:childTnLst>
                              <p:par>
                                <p:cTn id="45" presetID="10" presetClass="entr" presetSubtype="0" fill="hold" grpId="0" nodeType="afterEffect">
                                  <p:stCondLst>
                                    <p:cond delay="0"/>
                                  </p:stCondLst>
                                  <p:childTnLst>
                                    <p:set>
                                      <p:cBhvr>
                                        <p:cTn id="46" dur="1" fill="hold">
                                          <p:stCondLst>
                                            <p:cond delay="0"/>
                                          </p:stCondLst>
                                        </p:cTn>
                                        <p:tgtEl>
                                          <p:spTgt spid="139"/>
                                        </p:tgtEl>
                                        <p:attrNameLst>
                                          <p:attrName>style.visibility</p:attrName>
                                        </p:attrNameLst>
                                      </p:cBhvr>
                                      <p:to>
                                        <p:strVal val="visible"/>
                                      </p:to>
                                    </p:set>
                                    <p:animEffect transition="in" filter="fade">
                                      <p:cBhvr>
                                        <p:cTn id="47" dur="500"/>
                                        <p:tgtEl>
                                          <p:spTgt spid="139"/>
                                        </p:tgtEl>
                                      </p:cBhvr>
                                    </p:animEffect>
                                  </p:childTnLst>
                                </p:cTn>
                              </p:par>
                              <p:par>
                                <p:cTn id="48" presetID="2" presetClass="entr" presetSubtype="8" fill="hold" nodeType="withEffect">
                                  <p:stCondLst>
                                    <p:cond delay="500"/>
                                  </p:stCondLst>
                                  <p:childTnLst>
                                    <p:set>
                                      <p:cBhvr>
                                        <p:cTn id="49" dur="1" fill="hold">
                                          <p:stCondLst>
                                            <p:cond delay="0"/>
                                          </p:stCondLst>
                                        </p:cTn>
                                        <p:tgtEl>
                                          <p:spTgt spid="35"/>
                                        </p:tgtEl>
                                        <p:attrNameLst>
                                          <p:attrName>style.visibility</p:attrName>
                                        </p:attrNameLst>
                                      </p:cBhvr>
                                      <p:to>
                                        <p:strVal val="visible"/>
                                      </p:to>
                                    </p:set>
                                    <p:anim calcmode="lin" valueType="num">
                                      <p:cBhvr additive="base">
                                        <p:cTn id="50" dur="500" fill="hold"/>
                                        <p:tgtEl>
                                          <p:spTgt spid="35"/>
                                        </p:tgtEl>
                                        <p:attrNameLst>
                                          <p:attrName>ppt_x</p:attrName>
                                        </p:attrNameLst>
                                      </p:cBhvr>
                                      <p:tavLst>
                                        <p:tav tm="0">
                                          <p:val>
                                            <p:strVal val="0-#ppt_w/2"/>
                                          </p:val>
                                        </p:tav>
                                        <p:tav tm="100000">
                                          <p:val>
                                            <p:strVal val="#ppt_x"/>
                                          </p:val>
                                        </p:tav>
                                      </p:tavLst>
                                    </p:anim>
                                    <p:anim calcmode="lin" valueType="num">
                                      <p:cBhvr additive="base">
                                        <p:cTn id="51" dur="500" fill="hold"/>
                                        <p:tgtEl>
                                          <p:spTgt spid="35"/>
                                        </p:tgtEl>
                                        <p:attrNameLst>
                                          <p:attrName>ppt_y</p:attrName>
                                        </p:attrNameLst>
                                      </p:cBhvr>
                                      <p:tavLst>
                                        <p:tav tm="0">
                                          <p:val>
                                            <p:strVal val="#ppt_y"/>
                                          </p:val>
                                        </p:tav>
                                        <p:tav tm="100000">
                                          <p:val>
                                            <p:strVal val="#ppt_y"/>
                                          </p:val>
                                        </p:tav>
                                      </p:tavLst>
                                    </p:anim>
                                  </p:childTnLst>
                                </p:cTn>
                              </p:par>
                              <p:par>
                                <p:cTn id="52" presetID="2" presetClass="entr" presetSubtype="2" fill="hold" nodeType="withEffect">
                                  <p:stCondLst>
                                    <p:cond delay="500"/>
                                  </p:stCondLst>
                                  <p:childTnLst>
                                    <p:set>
                                      <p:cBhvr>
                                        <p:cTn id="53" dur="1" fill="hold">
                                          <p:stCondLst>
                                            <p:cond delay="0"/>
                                          </p:stCondLst>
                                        </p:cTn>
                                        <p:tgtEl>
                                          <p:spTgt spid="7"/>
                                        </p:tgtEl>
                                        <p:attrNameLst>
                                          <p:attrName>style.visibility</p:attrName>
                                        </p:attrNameLst>
                                      </p:cBhvr>
                                      <p:to>
                                        <p:strVal val="visible"/>
                                      </p:to>
                                    </p:set>
                                    <p:anim calcmode="lin" valueType="num">
                                      <p:cBhvr additive="base">
                                        <p:cTn id="54" dur="500" fill="hold"/>
                                        <p:tgtEl>
                                          <p:spTgt spid="7"/>
                                        </p:tgtEl>
                                        <p:attrNameLst>
                                          <p:attrName>ppt_x</p:attrName>
                                        </p:attrNameLst>
                                      </p:cBhvr>
                                      <p:tavLst>
                                        <p:tav tm="0">
                                          <p:val>
                                            <p:strVal val="1+#ppt_w/2"/>
                                          </p:val>
                                        </p:tav>
                                        <p:tav tm="100000">
                                          <p:val>
                                            <p:strVal val="#ppt_x"/>
                                          </p:val>
                                        </p:tav>
                                      </p:tavLst>
                                    </p:anim>
                                    <p:anim calcmode="lin" valueType="num">
                                      <p:cBhvr additive="base">
                                        <p:cTn id="55" dur="500" fill="hold"/>
                                        <p:tgtEl>
                                          <p:spTgt spid="7"/>
                                        </p:tgtEl>
                                        <p:attrNameLst>
                                          <p:attrName>ppt_y</p:attrName>
                                        </p:attrNameLst>
                                      </p:cBhvr>
                                      <p:tavLst>
                                        <p:tav tm="0">
                                          <p:val>
                                            <p:strVal val="#ppt_y"/>
                                          </p:val>
                                        </p:tav>
                                        <p:tav tm="100000">
                                          <p:val>
                                            <p:strVal val="#ppt_y"/>
                                          </p:val>
                                        </p:tav>
                                      </p:tavLst>
                                    </p:anim>
                                  </p:childTnLst>
                                </p:cTn>
                              </p:par>
                            </p:childTnLst>
                          </p:cTn>
                        </p:par>
                        <p:par>
                          <p:cTn id="56" fill="hold">
                            <p:stCondLst>
                              <p:cond delay="2500"/>
                            </p:stCondLst>
                            <p:childTnLst>
                              <p:par>
                                <p:cTn id="57" presetID="10" presetClass="entr" presetSubtype="0" fill="hold" nodeType="afterEffect">
                                  <p:stCondLst>
                                    <p:cond delay="0"/>
                                  </p:stCondLst>
                                  <p:childTnLst>
                                    <p:set>
                                      <p:cBhvr>
                                        <p:cTn id="58" dur="1" fill="hold">
                                          <p:stCondLst>
                                            <p:cond delay="0"/>
                                          </p:stCondLst>
                                        </p:cTn>
                                        <p:tgtEl>
                                          <p:spTgt spid="145"/>
                                        </p:tgtEl>
                                        <p:attrNameLst>
                                          <p:attrName>style.visibility</p:attrName>
                                        </p:attrNameLst>
                                      </p:cBhvr>
                                      <p:to>
                                        <p:strVal val="visible"/>
                                      </p:to>
                                    </p:set>
                                    <p:animEffect transition="in" filter="fade">
                                      <p:cBhvr>
                                        <p:cTn id="59" dur="500"/>
                                        <p:tgtEl>
                                          <p:spTgt spid="145"/>
                                        </p:tgtEl>
                                      </p:cBhvr>
                                    </p:animEffect>
                                  </p:childTnLst>
                                </p:cTn>
                              </p:par>
                            </p:childTnLst>
                          </p:cTn>
                        </p:par>
                        <p:par>
                          <p:cTn id="60" fill="hold">
                            <p:stCondLst>
                              <p:cond delay="3000"/>
                            </p:stCondLst>
                            <p:childTnLst>
                              <p:par>
                                <p:cTn id="61" presetID="22" presetClass="entr" presetSubtype="4" fill="hold" grpId="0" nodeType="afterEffect">
                                  <p:stCondLst>
                                    <p:cond delay="0"/>
                                  </p:stCondLst>
                                  <p:childTnLst>
                                    <p:set>
                                      <p:cBhvr>
                                        <p:cTn id="62" dur="1" fill="hold">
                                          <p:stCondLst>
                                            <p:cond delay="0"/>
                                          </p:stCondLst>
                                        </p:cTn>
                                        <p:tgtEl>
                                          <p:spTgt spid="159"/>
                                        </p:tgtEl>
                                        <p:attrNameLst>
                                          <p:attrName>style.visibility</p:attrName>
                                        </p:attrNameLst>
                                      </p:cBhvr>
                                      <p:to>
                                        <p:strVal val="visible"/>
                                      </p:to>
                                    </p:set>
                                    <p:animEffect transition="in" filter="wipe(down)">
                                      <p:cBhvr>
                                        <p:cTn id="63" dur="500"/>
                                        <p:tgtEl>
                                          <p:spTgt spid="159"/>
                                        </p:tgtEl>
                                      </p:cBhvr>
                                    </p:animEffect>
                                  </p:childTnLst>
                                </p:cTn>
                              </p:par>
                            </p:childTnLst>
                          </p:cTn>
                        </p:par>
                        <p:par>
                          <p:cTn id="64" fill="hold">
                            <p:stCondLst>
                              <p:cond delay="3500"/>
                            </p:stCondLst>
                            <p:childTnLst>
                              <p:par>
                                <p:cTn id="65" presetID="10" presetClass="entr" presetSubtype="0" fill="hold" grpId="0" nodeType="afterEffect">
                                  <p:stCondLst>
                                    <p:cond delay="0"/>
                                  </p:stCondLst>
                                  <p:childTnLst>
                                    <p:set>
                                      <p:cBhvr>
                                        <p:cTn id="66" dur="1" fill="hold">
                                          <p:stCondLst>
                                            <p:cond delay="0"/>
                                          </p:stCondLst>
                                        </p:cTn>
                                        <p:tgtEl>
                                          <p:spTgt spid="160"/>
                                        </p:tgtEl>
                                        <p:attrNameLst>
                                          <p:attrName>style.visibility</p:attrName>
                                        </p:attrNameLst>
                                      </p:cBhvr>
                                      <p:to>
                                        <p:strVal val="visible"/>
                                      </p:to>
                                    </p:set>
                                    <p:animEffect transition="in" filter="fade">
                                      <p:cBhvr>
                                        <p:cTn id="67" dur="500"/>
                                        <p:tgtEl>
                                          <p:spTgt spid="160"/>
                                        </p:tgtEl>
                                      </p:cBhvr>
                                    </p:animEffect>
                                  </p:childTnLst>
                                </p:cTn>
                              </p:par>
                              <p:par>
                                <p:cTn id="68" presetID="2" presetClass="entr" presetSubtype="8" fill="hold" nodeType="withEffect">
                                  <p:stCondLst>
                                    <p:cond delay="500"/>
                                  </p:stCondLst>
                                  <p:childTnLst>
                                    <p:set>
                                      <p:cBhvr>
                                        <p:cTn id="69" dur="1" fill="hold">
                                          <p:stCondLst>
                                            <p:cond delay="0"/>
                                          </p:stCondLst>
                                        </p:cTn>
                                        <p:tgtEl>
                                          <p:spTgt spid="42"/>
                                        </p:tgtEl>
                                        <p:attrNameLst>
                                          <p:attrName>style.visibility</p:attrName>
                                        </p:attrNameLst>
                                      </p:cBhvr>
                                      <p:to>
                                        <p:strVal val="visible"/>
                                      </p:to>
                                    </p:set>
                                    <p:anim calcmode="lin" valueType="num">
                                      <p:cBhvr additive="base">
                                        <p:cTn id="70" dur="500" fill="hold"/>
                                        <p:tgtEl>
                                          <p:spTgt spid="42"/>
                                        </p:tgtEl>
                                        <p:attrNameLst>
                                          <p:attrName>ppt_x</p:attrName>
                                        </p:attrNameLst>
                                      </p:cBhvr>
                                      <p:tavLst>
                                        <p:tav tm="0">
                                          <p:val>
                                            <p:strVal val="0-#ppt_w/2"/>
                                          </p:val>
                                        </p:tav>
                                        <p:tav tm="100000">
                                          <p:val>
                                            <p:strVal val="#ppt_x"/>
                                          </p:val>
                                        </p:tav>
                                      </p:tavLst>
                                    </p:anim>
                                    <p:anim calcmode="lin" valueType="num">
                                      <p:cBhvr additive="base">
                                        <p:cTn id="71" dur="500" fill="hold"/>
                                        <p:tgtEl>
                                          <p:spTgt spid="42"/>
                                        </p:tgtEl>
                                        <p:attrNameLst>
                                          <p:attrName>ppt_y</p:attrName>
                                        </p:attrNameLst>
                                      </p:cBhvr>
                                      <p:tavLst>
                                        <p:tav tm="0">
                                          <p:val>
                                            <p:strVal val="#ppt_y"/>
                                          </p:val>
                                        </p:tav>
                                        <p:tav tm="100000">
                                          <p:val>
                                            <p:strVal val="#ppt_y"/>
                                          </p:val>
                                        </p:tav>
                                      </p:tavLst>
                                    </p:anim>
                                  </p:childTnLst>
                                </p:cTn>
                              </p:par>
                              <p:par>
                                <p:cTn id="72" presetID="2" presetClass="entr" presetSubtype="2" fill="hold" nodeType="withEffect">
                                  <p:stCondLst>
                                    <p:cond delay="500"/>
                                  </p:stCondLst>
                                  <p:childTnLst>
                                    <p:set>
                                      <p:cBhvr>
                                        <p:cTn id="73" dur="1" fill="hold">
                                          <p:stCondLst>
                                            <p:cond delay="0"/>
                                          </p:stCondLst>
                                        </p:cTn>
                                        <p:tgtEl>
                                          <p:spTgt spid="15"/>
                                        </p:tgtEl>
                                        <p:attrNameLst>
                                          <p:attrName>style.visibility</p:attrName>
                                        </p:attrNameLst>
                                      </p:cBhvr>
                                      <p:to>
                                        <p:strVal val="visible"/>
                                      </p:to>
                                    </p:set>
                                    <p:anim calcmode="lin" valueType="num">
                                      <p:cBhvr additive="base">
                                        <p:cTn id="74" dur="500" fill="hold"/>
                                        <p:tgtEl>
                                          <p:spTgt spid="15"/>
                                        </p:tgtEl>
                                        <p:attrNameLst>
                                          <p:attrName>ppt_x</p:attrName>
                                        </p:attrNameLst>
                                      </p:cBhvr>
                                      <p:tavLst>
                                        <p:tav tm="0">
                                          <p:val>
                                            <p:strVal val="1+#ppt_w/2"/>
                                          </p:val>
                                        </p:tav>
                                        <p:tav tm="100000">
                                          <p:val>
                                            <p:strVal val="#ppt_x"/>
                                          </p:val>
                                        </p:tav>
                                      </p:tavLst>
                                    </p:anim>
                                    <p:anim calcmode="lin" valueType="num">
                                      <p:cBhvr additive="base">
                                        <p:cTn id="75" dur="500" fill="hold"/>
                                        <p:tgtEl>
                                          <p:spTgt spid="15"/>
                                        </p:tgtEl>
                                        <p:attrNameLst>
                                          <p:attrName>ppt_y</p:attrName>
                                        </p:attrNameLst>
                                      </p:cBhvr>
                                      <p:tavLst>
                                        <p:tav tm="0">
                                          <p:val>
                                            <p:strVal val="#ppt_y"/>
                                          </p:val>
                                        </p:tav>
                                        <p:tav tm="100000">
                                          <p:val>
                                            <p:strVal val="#ppt_y"/>
                                          </p:val>
                                        </p:tav>
                                      </p:tavLst>
                                    </p:anim>
                                  </p:childTnLst>
                                </p:cTn>
                              </p:par>
                            </p:childTnLst>
                          </p:cTn>
                        </p:par>
                        <p:par>
                          <p:cTn id="76" fill="hold">
                            <p:stCondLst>
                              <p:cond delay="4000"/>
                            </p:stCondLst>
                            <p:childTnLst>
                              <p:par>
                                <p:cTn id="77" presetID="10" presetClass="entr" presetSubtype="0" fill="hold" nodeType="afterEffect">
                                  <p:stCondLst>
                                    <p:cond delay="0"/>
                                  </p:stCondLst>
                                  <p:childTnLst>
                                    <p:set>
                                      <p:cBhvr>
                                        <p:cTn id="78" dur="1" fill="hold">
                                          <p:stCondLst>
                                            <p:cond delay="0"/>
                                          </p:stCondLst>
                                        </p:cTn>
                                        <p:tgtEl>
                                          <p:spTgt spid="151"/>
                                        </p:tgtEl>
                                        <p:attrNameLst>
                                          <p:attrName>style.visibility</p:attrName>
                                        </p:attrNameLst>
                                      </p:cBhvr>
                                      <p:to>
                                        <p:strVal val="visible"/>
                                      </p:to>
                                    </p:set>
                                    <p:animEffect transition="in" filter="fade">
                                      <p:cBhvr>
                                        <p:cTn id="79" dur="500"/>
                                        <p:tgtEl>
                                          <p:spTgt spid="151"/>
                                        </p:tgtEl>
                                      </p:cBhvr>
                                    </p:animEffect>
                                  </p:childTnLst>
                                </p:cTn>
                              </p:par>
                            </p:childTnLst>
                          </p:cTn>
                        </p:par>
                        <p:par>
                          <p:cTn id="80" fill="hold">
                            <p:stCondLst>
                              <p:cond delay="4500"/>
                            </p:stCondLst>
                            <p:childTnLst>
                              <p:par>
                                <p:cTn id="81" presetID="22" presetClass="entr" presetSubtype="4" fill="hold" grpId="0" nodeType="afterEffect">
                                  <p:stCondLst>
                                    <p:cond delay="0"/>
                                  </p:stCondLst>
                                  <p:childTnLst>
                                    <p:set>
                                      <p:cBhvr>
                                        <p:cTn id="82" dur="1" fill="hold">
                                          <p:stCondLst>
                                            <p:cond delay="0"/>
                                          </p:stCondLst>
                                        </p:cTn>
                                        <p:tgtEl>
                                          <p:spTgt spid="161"/>
                                        </p:tgtEl>
                                        <p:attrNameLst>
                                          <p:attrName>style.visibility</p:attrName>
                                        </p:attrNameLst>
                                      </p:cBhvr>
                                      <p:to>
                                        <p:strVal val="visible"/>
                                      </p:to>
                                    </p:set>
                                    <p:animEffect transition="in" filter="wipe(down)">
                                      <p:cBhvr>
                                        <p:cTn id="83" dur="500"/>
                                        <p:tgtEl>
                                          <p:spTgt spid="161"/>
                                        </p:tgtEl>
                                      </p:cBhvr>
                                    </p:animEffect>
                                  </p:childTnLst>
                                </p:cTn>
                              </p:par>
                            </p:childTnLst>
                          </p:cTn>
                        </p:par>
                        <p:par>
                          <p:cTn id="84" fill="hold">
                            <p:stCondLst>
                              <p:cond delay="5000"/>
                            </p:stCondLst>
                            <p:childTnLst>
                              <p:par>
                                <p:cTn id="85" presetID="10" presetClass="entr" presetSubtype="0" fill="hold" grpId="0" nodeType="afterEffect">
                                  <p:stCondLst>
                                    <p:cond delay="0"/>
                                  </p:stCondLst>
                                  <p:childTnLst>
                                    <p:set>
                                      <p:cBhvr>
                                        <p:cTn id="86" dur="1" fill="hold">
                                          <p:stCondLst>
                                            <p:cond delay="0"/>
                                          </p:stCondLst>
                                        </p:cTn>
                                        <p:tgtEl>
                                          <p:spTgt spid="162"/>
                                        </p:tgtEl>
                                        <p:attrNameLst>
                                          <p:attrName>style.visibility</p:attrName>
                                        </p:attrNameLst>
                                      </p:cBhvr>
                                      <p:to>
                                        <p:strVal val="visible"/>
                                      </p:to>
                                    </p:set>
                                    <p:animEffect transition="in" filter="fade">
                                      <p:cBhvr>
                                        <p:cTn id="87" dur="500"/>
                                        <p:tgtEl>
                                          <p:spTgt spid="162"/>
                                        </p:tgtEl>
                                      </p:cBhvr>
                                    </p:animEffect>
                                  </p:childTnLst>
                                </p:cTn>
                              </p:par>
                              <p:par>
                                <p:cTn id="88" presetID="2" presetClass="entr" presetSubtype="8" fill="hold" nodeType="withEffect">
                                  <p:stCondLst>
                                    <p:cond delay="500"/>
                                  </p:stCondLst>
                                  <p:childTnLst>
                                    <p:set>
                                      <p:cBhvr>
                                        <p:cTn id="89" dur="1" fill="hold">
                                          <p:stCondLst>
                                            <p:cond delay="0"/>
                                          </p:stCondLst>
                                        </p:cTn>
                                        <p:tgtEl>
                                          <p:spTgt spid="131"/>
                                        </p:tgtEl>
                                        <p:attrNameLst>
                                          <p:attrName>style.visibility</p:attrName>
                                        </p:attrNameLst>
                                      </p:cBhvr>
                                      <p:to>
                                        <p:strVal val="visible"/>
                                      </p:to>
                                    </p:set>
                                    <p:anim calcmode="lin" valueType="num">
                                      <p:cBhvr additive="base">
                                        <p:cTn id="90" dur="500" fill="hold"/>
                                        <p:tgtEl>
                                          <p:spTgt spid="131"/>
                                        </p:tgtEl>
                                        <p:attrNameLst>
                                          <p:attrName>ppt_x</p:attrName>
                                        </p:attrNameLst>
                                      </p:cBhvr>
                                      <p:tavLst>
                                        <p:tav tm="0">
                                          <p:val>
                                            <p:strVal val="0-#ppt_w/2"/>
                                          </p:val>
                                        </p:tav>
                                        <p:tav tm="100000">
                                          <p:val>
                                            <p:strVal val="#ppt_x"/>
                                          </p:val>
                                        </p:tav>
                                      </p:tavLst>
                                    </p:anim>
                                    <p:anim calcmode="lin" valueType="num">
                                      <p:cBhvr additive="base">
                                        <p:cTn id="91" dur="500" fill="hold"/>
                                        <p:tgtEl>
                                          <p:spTgt spid="131"/>
                                        </p:tgtEl>
                                        <p:attrNameLst>
                                          <p:attrName>ppt_y</p:attrName>
                                        </p:attrNameLst>
                                      </p:cBhvr>
                                      <p:tavLst>
                                        <p:tav tm="0">
                                          <p:val>
                                            <p:strVal val="#ppt_y"/>
                                          </p:val>
                                        </p:tav>
                                        <p:tav tm="100000">
                                          <p:val>
                                            <p:strVal val="#ppt_y"/>
                                          </p:val>
                                        </p:tav>
                                      </p:tavLst>
                                    </p:anim>
                                  </p:childTnLst>
                                </p:cTn>
                              </p:par>
                              <p:par>
                                <p:cTn id="92" presetID="2" presetClass="entr" presetSubtype="2" fill="hold" nodeType="withEffect">
                                  <p:stCondLst>
                                    <p:cond delay="500"/>
                                  </p:stCondLst>
                                  <p:childTnLst>
                                    <p:set>
                                      <p:cBhvr>
                                        <p:cTn id="93" dur="1" fill="hold">
                                          <p:stCondLst>
                                            <p:cond delay="0"/>
                                          </p:stCondLst>
                                        </p:cTn>
                                        <p:tgtEl>
                                          <p:spTgt spid="19"/>
                                        </p:tgtEl>
                                        <p:attrNameLst>
                                          <p:attrName>style.visibility</p:attrName>
                                        </p:attrNameLst>
                                      </p:cBhvr>
                                      <p:to>
                                        <p:strVal val="visible"/>
                                      </p:to>
                                    </p:set>
                                    <p:anim calcmode="lin" valueType="num">
                                      <p:cBhvr additive="base">
                                        <p:cTn id="94" dur="500" fill="hold"/>
                                        <p:tgtEl>
                                          <p:spTgt spid="19"/>
                                        </p:tgtEl>
                                        <p:attrNameLst>
                                          <p:attrName>ppt_x</p:attrName>
                                        </p:attrNameLst>
                                      </p:cBhvr>
                                      <p:tavLst>
                                        <p:tav tm="0">
                                          <p:val>
                                            <p:strVal val="1+#ppt_w/2"/>
                                          </p:val>
                                        </p:tav>
                                        <p:tav tm="100000">
                                          <p:val>
                                            <p:strVal val="#ppt_x"/>
                                          </p:val>
                                        </p:tav>
                                      </p:tavLst>
                                    </p:anim>
                                    <p:anim calcmode="lin" valueType="num">
                                      <p:cBhvr additive="base">
                                        <p:cTn id="95" dur="500" fill="hold"/>
                                        <p:tgtEl>
                                          <p:spTgt spid="19"/>
                                        </p:tgtEl>
                                        <p:attrNameLst>
                                          <p:attrName>ppt_y</p:attrName>
                                        </p:attrNameLst>
                                      </p:cBhvr>
                                      <p:tavLst>
                                        <p:tav tm="0">
                                          <p:val>
                                            <p:strVal val="#ppt_y"/>
                                          </p:val>
                                        </p:tav>
                                        <p:tav tm="100000">
                                          <p:val>
                                            <p:strVal val="#ppt_y"/>
                                          </p:val>
                                        </p:tav>
                                      </p:tavLst>
                                    </p:anim>
                                  </p:childTnLst>
                                </p:cTn>
                              </p:par>
                            </p:childTnLst>
                          </p:cTn>
                        </p:par>
                        <p:par>
                          <p:cTn id="96" fill="hold">
                            <p:stCondLst>
                              <p:cond delay="5500"/>
                            </p:stCondLst>
                            <p:childTnLst>
                              <p:par>
                                <p:cTn id="97" presetID="10" presetClass="entr" presetSubtype="0" fill="hold" nodeType="afterEffect">
                                  <p:stCondLst>
                                    <p:cond delay="0"/>
                                  </p:stCondLst>
                                  <p:childTnLst>
                                    <p:set>
                                      <p:cBhvr>
                                        <p:cTn id="98" dur="1" fill="hold">
                                          <p:stCondLst>
                                            <p:cond delay="0"/>
                                          </p:stCondLst>
                                        </p:cTn>
                                        <p:tgtEl>
                                          <p:spTgt spid="154"/>
                                        </p:tgtEl>
                                        <p:attrNameLst>
                                          <p:attrName>style.visibility</p:attrName>
                                        </p:attrNameLst>
                                      </p:cBhvr>
                                      <p:to>
                                        <p:strVal val="visible"/>
                                      </p:to>
                                    </p:set>
                                    <p:animEffect transition="in" filter="fade">
                                      <p:cBhvr>
                                        <p:cTn id="99" dur="500"/>
                                        <p:tgtEl>
                                          <p:spTgt spid="154"/>
                                        </p:tgtEl>
                                      </p:cBhvr>
                                    </p:animEffect>
                                  </p:childTnLst>
                                </p:cTn>
                              </p:par>
                            </p:childTnLst>
                          </p:cTn>
                        </p:par>
                        <p:par>
                          <p:cTn id="100" fill="hold">
                            <p:stCondLst>
                              <p:cond delay="6000"/>
                            </p:stCondLst>
                            <p:childTnLst>
                              <p:par>
                                <p:cTn id="101" presetID="22" presetClass="entr" presetSubtype="4" fill="hold" grpId="0" nodeType="afterEffect">
                                  <p:stCondLst>
                                    <p:cond delay="0"/>
                                  </p:stCondLst>
                                  <p:childTnLst>
                                    <p:set>
                                      <p:cBhvr>
                                        <p:cTn id="102" dur="1" fill="hold">
                                          <p:stCondLst>
                                            <p:cond delay="0"/>
                                          </p:stCondLst>
                                        </p:cTn>
                                        <p:tgtEl>
                                          <p:spTgt spid="163"/>
                                        </p:tgtEl>
                                        <p:attrNameLst>
                                          <p:attrName>style.visibility</p:attrName>
                                        </p:attrNameLst>
                                      </p:cBhvr>
                                      <p:to>
                                        <p:strVal val="visible"/>
                                      </p:to>
                                    </p:set>
                                    <p:animEffect transition="in" filter="wipe(down)">
                                      <p:cBhvr>
                                        <p:cTn id="103" dur="500"/>
                                        <p:tgtEl>
                                          <p:spTgt spid="163"/>
                                        </p:tgtEl>
                                      </p:cBhvr>
                                    </p:animEffect>
                                  </p:childTnLst>
                                </p:cTn>
                              </p:par>
                            </p:childTnLst>
                          </p:cTn>
                        </p:par>
                        <p:par>
                          <p:cTn id="104" fill="hold">
                            <p:stCondLst>
                              <p:cond delay="6500"/>
                            </p:stCondLst>
                            <p:childTnLst>
                              <p:par>
                                <p:cTn id="105" presetID="10" presetClass="entr" presetSubtype="0" fill="hold" grpId="0" nodeType="afterEffect">
                                  <p:stCondLst>
                                    <p:cond delay="0"/>
                                  </p:stCondLst>
                                  <p:childTnLst>
                                    <p:set>
                                      <p:cBhvr>
                                        <p:cTn id="106" dur="1" fill="hold">
                                          <p:stCondLst>
                                            <p:cond delay="0"/>
                                          </p:stCondLst>
                                        </p:cTn>
                                        <p:tgtEl>
                                          <p:spTgt spid="164"/>
                                        </p:tgtEl>
                                        <p:attrNameLst>
                                          <p:attrName>style.visibility</p:attrName>
                                        </p:attrNameLst>
                                      </p:cBhvr>
                                      <p:to>
                                        <p:strVal val="visible"/>
                                      </p:to>
                                    </p:set>
                                    <p:animEffect transition="in" filter="fade">
                                      <p:cBhvr>
                                        <p:cTn id="107" dur="500"/>
                                        <p:tgtEl>
                                          <p:spTgt spid="164"/>
                                        </p:tgtEl>
                                      </p:cBhvr>
                                    </p:animEffect>
                                  </p:childTnLst>
                                </p:cTn>
                              </p:par>
                            </p:childTnLst>
                          </p:cTn>
                        </p:par>
                        <p:par>
                          <p:cTn id="108" fill="hold">
                            <p:stCondLst>
                              <p:cond delay="7000"/>
                            </p:stCondLst>
                            <p:childTnLst>
                              <p:par>
                                <p:cTn id="109" presetID="10" presetClass="entr" presetSubtype="0" fill="hold" grpId="0" nodeType="afterEffect">
                                  <p:stCondLst>
                                    <p:cond delay="0"/>
                                  </p:stCondLst>
                                  <p:childTnLst>
                                    <p:set>
                                      <p:cBhvr>
                                        <p:cTn id="110" dur="1" fill="hold">
                                          <p:stCondLst>
                                            <p:cond delay="0"/>
                                          </p:stCondLst>
                                        </p:cTn>
                                        <p:tgtEl>
                                          <p:spTgt spid="165"/>
                                        </p:tgtEl>
                                        <p:attrNameLst>
                                          <p:attrName>style.visibility</p:attrName>
                                        </p:attrNameLst>
                                      </p:cBhvr>
                                      <p:to>
                                        <p:strVal val="visible"/>
                                      </p:to>
                                    </p:set>
                                    <p:animEffect transition="in" filter="fade">
                                      <p:cBhvr>
                                        <p:cTn id="111" dur="500"/>
                                        <p:tgtEl>
                                          <p:spTgt spid="165"/>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23"/>
                                        </p:tgtEl>
                                        <p:attrNameLst>
                                          <p:attrName>style.visibility</p:attrName>
                                        </p:attrNameLst>
                                      </p:cBhvr>
                                      <p:to>
                                        <p:strVal val="visible"/>
                                      </p:to>
                                    </p:set>
                                    <p:animEffect transition="in" filter="fade">
                                      <p:cBhvr>
                                        <p:cTn id="114" dur="500"/>
                                        <p:tgtEl>
                                          <p:spTgt spid="23"/>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24"/>
                                        </p:tgtEl>
                                        <p:attrNameLst>
                                          <p:attrName>style.visibility</p:attrName>
                                        </p:attrNameLst>
                                      </p:cBhvr>
                                      <p:to>
                                        <p:strVal val="visible"/>
                                      </p:to>
                                    </p:set>
                                    <p:animEffect transition="in" filter="fade">
                                      <p:cBhvr>
                                        <p:cTn id="117" dur="500"/>
                                        <p:tgtEl>
                                          <p:spTgt spid="24"/>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25"/>
                                        </p:tgtEl>
                                        <p:attrNameLst>
                                          <p:attrName>style.visibility</p:attrName>
                                        </p:attrNameLst>
                                      </p:cBhvr>
                                      <p:to>
                                        <p:strVal val="visible"/>
                                      </p:to>
                                    </p:set>
                                    <p:animEffect transition="in" filter="fade">
                                      <p:cBhvr>
                                        <p:cTn id="120" dur="500"/>
                                        <p:tgtEl>
                                          <p:spTgt spid="25"/>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26"/>
                                        </p:tgtEl>
                                        <p:attrNameLst>
                                          <p:attrName>style.visibility</p:attrName>
                                        </p:attrNameLst>
                                      </p:cBhvr>
                                      <p:to>
                                        <p:strVal val="visible"/>
                                      </p:to>
                                    </p:set>
                                    <p:animEffect transition="in" filter="fade">
                                      <p:cBhvr>
                                        <p:cTn id="123" dur="500"/>
                                        <p:tgtEl>
                                          <p:spTgt spid="26"/>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27"/>
                                        </p:tgtEl>
                                        <p:attrNameLst>
                                          <p:attrName>style.visibility</p:attrName>
                                        </p:attrNameLst>
                                      </p:cBhvr>
                                      <p:to>
                                        <p:strVal val="visible"/>
                                      </p:to>
                                    </p:set>
                                    <p:animEffect transition="in" filter="fade">
                                      <p:cBhvr>
                                        <p:cTn id="126"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3" grpId="0" bldLvl="0" animBg="1"/>
      <p:bldP spid="24" grpId="0" bldLvl="0" animBg="1"/>
      <p:bldP spid="25" grpId="0" bldLvl="0" animBg="1"/>
      <p:bldP spid="26" grpId="0" bldLvl="0" animBg="1"/>
      <p:bldP spid="27" grpId="0" bldLvl="0" animBg="1"/>
      <p:bldP spid="138" grpId="0"/>
      <p:bldP spid="139" grpId="0"/>
      <p:bldP spid="159" grpId="0"/>
      <p:bldP spid="160" grpId="0"/>
      <p:bldP spid="161" grpId="0"/>
      <p:bldP spid="162" grpId="0"/>
      <p:bldP spid="163" grpId="0"/>
      <p:bldP spid="164" grpId="0"/>
      <p:bldP spid="165"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540377" y="2371222"/>
            <a:ext cx="4696562" cy="1015765"/>
            <a:chOff x="4555084" y="1340770"/>
            <a:chExt cx="4697323" cy="1015929"/>
          </a:xfrm>
        </p:grpSpPr>
        <p:pic>
          <p:nvPicPr>
            <p:cNvPr id="3" name="图片 2"/>
            <p:cNvPicPr>
              <a:picLocks noChangeAspect="1"/>
            </p:cNvPicPr>
            <p:nvPr/>
          </p:nvPicPr>
          <p:blipFill rotWithShape="1">
            <a:blip r:embed="rId2">
              <a:extLst>
                <a:ext uri="{BEBA8EAE-BF5A-486C-A8C5-ECC9F3942E4B}">
                  <a14:imgProps xmlns:a14="http://schemas.microsoft.com/office/drawing/2010/main">
                    <a14:imgLayer r:embed="rId3">
                      <a14:imgEffect>
                        <a14:saturation sat="66000"/>
                      </a14:imgEffect>
                    </a14:imgLayer>
                  </a14:imgProps>
                </a:ext>
              </a:extLst>
            </a:blip>
            <a:srcRect t="76775"/>
            <a:stretch>
              <a:fillRect/>
            </a:stretch>
          </p:blipFill>
          <p:spPr>
            <a:xfrm rot="16200000">
              <a:off x="8600149" y="1662963"/>
              <a:ext cx="958122" cy="346394"/>
            </a:xfrm>
            <a:prstGeom prst="rect">
              <a:avLst/>
            </a:prstGeom>
          </p:spPr>
        </p:pic>
        <p:pic>
          <p:nvPicPr>
            <p:cNvPr id="4" name="图片 3"/>
            <p:cNvPicPr>
              <a:picLocks noChangeAspect="1"/>
            </p:cNvPicPr>
            <p:nvPr/>
          </p:nvPicPr>
          <p:blipFill rotWithShape="1">
            <a:blip r:embed="rId2">
              <a:extLst>
                <a:ext uri="{BEBA8EAE-BF5A-486C-A8C5-ECC9F3942E4B}">
                  <a14:imgProps xmlns:a14="http://schemas.microsoft.com/office/drawing/2010/main">
                    <a14:imgLayer r:embed="rId3">
                      <a14:imgEffect>
                        <a14:saturation sat="66000"/>
                      </a14:imgEffect>
                    </a14:imgLayer>
                  </a14:imgProps>
                </a:ext>
              </a:extLst>
            </a:blip>
            <a:srcRect t="76775"/>
            <a:stretch>
              <a:fillRect/>
            </a:stretch>
          </p:blipFill>
          <p:spPr>
            <a:xfrm>
              <a:off x="4926460" y="2155392"/>
              <a:ext cx="3646270" cy="201307"/>
            </a:xfrm>
            <a:prstGeom prst="rect">
              <a:avLst/>
            </a:prstGeom>
          </p:spPr>
        </p:pic>
        <p:sp>
          <p:nvSpPr>
            <p:cNvPr id="5" name="圆角矩形 4"/>
            <p:cNvSpPr/>
            <p:nvPr/>
          </p:nvSpPr>
          <p:spPr>
            <a:xfrm>
              <a:off x="4555084" y="1340770"/>
              <a:ext cx="4389024" cy="958122"/>
            </a:xfrm>
            <a:prstGeom prst="roundRect">
              <a:avLst>
                <a:gd name="adj" fmla="val 9218"/>
              </a:avLst>
            </a:prstGeom>
            <a:gradFill>
              <a:gsLst>
                <a:gs pos="47000">
                  <a:srgbClr val="FDFDFD"/>
                </a:gs>
                <a:gs pos="53000">
                  <a:srgbClr val="E8E8E8"/>
                </a:gs>
                <a:gs pos="100000">
                  <a:srgbClr val="ECECEC"/>
                </a:gs>
              </a:gsLst>
              <a:lin ang="5400000" scaled="1"/>
            </a:gradFill>
            <a:ln>
              <a:noFill/>
            </a:ln>
            <a:effectLst>
              <a:outerShdw blurRad="762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6" name="流程图: 手动输入 32"/>
          <p:cNvSpPr/>
          <p:nvPr/>
        </p:nvSpPr>
        <p:spPr>
          <a:xfrm flipH="1" flipV="1">
            <a:off x="4587936" y="2349931"/>
            <a:ext cx="345538" cy="624370"/>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6677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6677 h 10000"/>
              <a:gd name="connsiteX0-11" fmla="*/ 0 w 10000"/>
              <a:gd name="connsiteY0-12" fmla="*/ 6875 h 10000"/>
              <a:gd name="connsiteX1-13" fmla="*/ 10000 w 10000"/>
              <a:gd name="connsiteY1-14" fmla="*/ 0 h 10000"/>
              <a:gd name="connsiteX2-15" fmla="*/ 10000 w 10000"/>
              <a:gd name="connsiteY2-16" fmla="*/ 10000 h 10000"/>
              <a:gd name="connsiteX3-17" fmla="*/ 0 w 10000"/>
              <a:gd name="connsiteY3-18" fmla="*/ 10000 h 10000"/>
              <a:gd name="connsiteX4-19" fmla="*/ 0 w 10000"/>
              <a:gd name="connsiteY4-20" fmla="*/ 6875 h 10000"/>
              <a:gd name="connsiteX0-21" fmla="*/ 0 w 10185"/>
              <a:gd name="connsiteY0-22" fmla="*/ 6624 h 10000"/>
              <a:gd name="connsiteX1-23" fmla="*/ 10185 w 10185"/>
              <a:gd name="connsiteY1-24" fmla="*/ 0 h 10000"/>
              <a:gd name="connsiteX2-25" fmla="*/ 10185 w 10185"/>
              <a:gd name="connsiteY2-26" fmla="*/ 10000 h 10000"/>
              <a:gd name="connsiteX3-27" fmla="*/ 185 w 10185"/>
              <a:gd name="connsiteY3-28" fmla="*/ 10000 h 10000"/>
              <a:gd name="connsiteX4-29" fmla="*/ 0 w 10185"/>
              <a:gd name="connsiteY4-30" fmla="*/ 6624 h 10000"/>
              <a:gd name="connsiteX0-31" fmla="*/ 0 w 10092"/>
              <a:gd name="connsiteY0-32" fmla="*/ 8092 h 10000"/>
              <a:gd name="connsiteX1-33" fmla="*/ 10092 w 10092"/>
              <a:gd name="connsiteY1-34" fmla="*/ 0 h 10000"/>
              <a:gd name="connsiteX2-35" fmla="*/ 10092 w 10092"/>
              <a:gd name="connsiteY2-36" fmla="*/ 10000 h 10000"/>
              <a:gd name="connsiteX3-37" fmla="*/ 92 w 10092"/>
              <a:gd name="connsiteY3-38" fmla="*/ 10000 h 10000"/>
              <a:gd name="connsiteX4-39" fmla="*/ 0 w 10092"/>
              <a:gd name="connsiteY4-40" fmla="*/ 8092 h 10000"/>
              <a:gd name="connsiteX0-41" fmla="*/ 0 w 10092"/>
              <a:gd name="connsiteY0-42" fmla="*/ 8736 h 10000"/>
              <a:gd name="connsiteX1-43" fmla="*/ 10092 w 10092"/>
              <a:gd name="connsiteY1-44" fmla="*/ 0 h 10000"/>
              <a:gd name="connsiteX2-45" fmla="*/ 10092 w 10092"/>
              <a:gd name="connsiteY2-46" fmla="*/ 10000 h 10000"/>
              <a:gd name="connsiteX3-47" fmla="*/ 92 w 10092"/>
              <a:gd name="connsiteY3-48" fmla="*/ 10000 h 10000"/>
              <a:gd name="connsiteX4-49" fmla="*/ 0 w 10092"/>
              <a:gd name="connsiteY4-50" fmla="*/ 8736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92" h="10000">
                <a:moveTo>
                  <a:pt x="0" y="8736"/>
                </a:moveTo>
                <a:lnTo>
                  <a:pt x="10092" y="0"/>
                </a:lnTo>
                <a:lnTo>
                  <a:pt x="10092" y="10000"/>
                </a:lnTo>
                <a:lnTo>
                  <a:pt x="92" y="10000"/>
                </a:lnTo>
                <a:cubicBezTo>
                  <a:pt x="30" y="8875"/>
                  <a:pt x="62" y="9861"/>
                  <a:pt x="0" y="8736"/>
                </a:cubicBezTo>
                <a:close/>
              </a:path>
            </a:pathLst>
          </a:custGeom>
          <a:gradFill>
            <a:gsLst>
              <a:gs pos="0">
                <a:schemeClr val="tx1">
                  <a:alpha val="21000"/>
                </a:schemeClr>
              </a:gs>
              <a:gs pos="100000">
                <a:srgbClr val="F2F2F2">
                  <a:alpha val="0"/>
                </a:srgbClr>
              </a:gs>
            </a:gsLst>
            <a:lin ang="10800000" scaled="0"/>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3166771" y="2371220"/>
            <a:ext cx="1144271" cy="974323"/>
            <a:chOff x="3181256" y="1556792"/>
            <a:chExt cx="1144456" cy="974481"/>
          </a:xfrm>
          <a:effectLst>
            <a:outerShdw blurRad="50800" dist="38100" dir="2700000" algn="tl" rotWithShape="0">
              <a:prstClr val="black">
                <a:alpha val="40000"/>
              </a:prstClr>
            </a:outerShdw>
          </a:effectLst>
        </p:grpSpPr>
        <p:grpSp>
          <p:nvGrpSpPr>
            <p:cNvPr id="8" name="组合 7"/>
            <p:cNvGrpSpPr/>
            <p:nvPr/>
          </p:nvGrpSpPr>
          <p:grpSpPr>
            <a:xfrm>
              <a:off x="3227162" y="1556793"/>
              <a:ext cx="1098550" cy="958123"/>
              <a:chOff x="2857499" y="1149477"/>
              <a:chExt cx="1098550" cy="958123"/>
            </a:xfrm>
          </p:grpSpPr>
          <p:sp>
            <p:nvSpPr>
              <p:cNvPr id="12" name="圆角矩形 11"/>
              <p:cNvSpPr/>
              <p:nvPr/>
            </p:nvSpPr>
            <p:spPr>
              <a:xfrm>
                <a:off x="2857499" y="1149477"/>
                <a:ext cx="1076325" cy="958123"/>
              </a:xfrm>
              <a:prstGeom prst="roundRect">
                <a:avLst>
                  <a:gd name="adj" fmla="val 13889"/>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圆角矩形 12"/>
              <p:cNvSpPr/>
              <p:nvPr/>
            </p:nvSpPr>
            <p:spPr>
              <a:xfrm>
                <a:off x="2892834" y="1178024"/>
                <a:ext cx="1063215" cy="901028"/>
              </a:xfrm>
              <a:prstGeom prst="roundRect">
                <a:avLst>
                  <a:gd name="adj" fmla="val 13889"/>
                </a:avLst>
              </a:prstGeom>
              <a:solidFill>
                <a:schemeClr val="accent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 name="组合 8"/>
            <p:cNvGrpSpPr/>
            <p:nvPr/>
          </p:nvGrpSpPr>
          <p:grpSpPr>
            <a:xfrm>
              <a:off x="3181256" y="1556792"/>
              <a:ext cx="1044304" cy="974481"/>
              <a:chOff x="2606031" y="1689376"/>
              <a:chExt cx="1044304" cy="974481"/>
            </a:xfrm>
          </p:grpSpPr>
          <p:sp>
            <p:nvSpPr>
              <p:cNvPr id="10" name="文本框 40"/>
              <p:cNvSpPr txBox="1"/>
              <p:nvPr/>
            </p:nvSpPr>
            <p:spPr>
              <a:xfrm>
                <a:off x="2619821" y="1689376"/>
                <a:ext cx="1030514" cy="706234"/>
              </a:xfrm>
              <a:prstGeom prst="rect">
                <a:avLst/>
              </a:prstGeom>
              <a:noFill/>
            </p:spPr>
            <p:txBody>
              <a:bodyPr wrap="square" rtlCol="0">
                <a:spAutoFit/>
              </a:bodyPr>
              <a:lstStyle/>
              <a:p>
                <a:pPr algn="ctr"/>
                <a:r>
                  <a:rPr lang="en-US" altLang="zh-CN" sz="4000" dirty="0">
                    <a:solidFill>
                      <a:schemeClr val="bg1"/>
                    </a:solidFill>
                    <a:latin typeface="Impact" panose="020B0806030902050204" pitchFamily="34" charset="0"/>
                  </a:rPr>
                  <a:t>01</a:t>
                </a:r>
                <a:endParaRPr lang="zh-CN" altLang="en-US" sz="4000" dirty="0">
                  <a:solidFill>
                    <a:schemeClr val="bg1"/>
                  </a:solidFill>
                  <a:latin typeface="Impact" panose="020B0806030902050204" pitchFamily="34" charset="0"/>
                </a:endParaRPr>
              </a:p>
            </p:txBody>
          </p:sp>
          <p:sp>
            <p:nvSpPr>
              <p:cNvPr id="11" name="文本框 41"/>
              <p:cNvSpPr txBox="1"/>
              <p:nvPr/>
            </p:nvSpPr>
            <p:spPr>
              <a:xfrm>
                <a:off x="2606031" y="2344400"/>
                <a:ext cx="1030514" cy="319457"/>
              </a:xfrm>
              <a:prstGeom prst="rect">
                <a:avLst/>
              </a:prstGeom>
              <a:noFill/>
            </p:spPr>
            <p:txBody>
              <a:bodyPr wrap="square" rtlCol="0">
                <a:spAutoFit/>
              </a:bodyPr>
              <a:lstStyle/>
              <a:p>
                <a:pPr algn="ctr"/>
                <a:r>
                  <a:rPr lang="en-US" altLang="zh-CN" sz="1400" dirty="0">
                    <a:solidFill>
                      <a:schemeClr val="bg1"/>
                    </a:solidFill>
                    <a:latin typeface="微软雅黑" panose="020B0503020204020204" charset="-122"/>
                    <a:ea typeface="微软雅黑" panose="020B0503020204020204" charset="-122"/>
                  </a:rPr>
                  <a:t>OPTION</a:t>
                </a:r>
                <a:endParaRPr lang="zh-CN" altLang="en-US" sz="1400" dirty="0">
                  <a:solidFill>
                    <a:schemeClr val="bg1"/>
                  </a:solidFill>
                  <a:latin typeface="微软雅黑" panose="020B0503020204020204" charset="-122"/>
                  <a:ea typeface="微软雅黑" panose="020B0503020204020204" charset="-122"/>
                </a:endParaRPr>
              </a:p>
            </p:txBody>
          </p:sp>
        </p:grpSp>
      </p:grpSp>
      <p:sp>
        <p:nvSpPr>
          <p:cNvPr id="14" name="文本框 52"/>
          <p:cNvSpPr txBox="1"/>
          <p:nvPr/>
        </p:nvSpPr>
        <p:spPr>
          <a:xfrm>
            <a:off x="5414261" y="2420528"/>
            <a:ext cx="2641353" cy="483235"/>
          </a:xfrm>
          <a:prstGeom prst="rect">
            <a:avLst/>
          </a:prstGeom>
          <a:noFill/>
        </p:spPr>
        <p:txBody>
          <a:bodyPr wrap="square" rtlCol="0">
            <a:spAutoFit/>
          </a:bodyPr>
          <a:lstStyle/>
          <a:p>
            <a:r>
              <a:rPr lang="zh-CN" altLang="en-US" sz="2400" b="1" dirty="0">
                <a:solidFill>
                  <a:schemeClr val="tx1">
                    <a:lumMod val="75000"/>
                    <a:lumOff val="25000"/>
                  </a:schemeClr>
                </a:solidFill>
                <a:latin typeface="微软雅黑" panose="020B0503020204020204" charset="-122"/>
                <a:ea typeface="微软雅黑" panose="020B0503020204020204" charset="-122"/>
              </a:rPr>
              <a:t>此处添加标题</a:t>
            </a:r>
          </a:p>
        </p:txBody>
      </p:sp>
      <p:sp>
        <p:nvSpPr>
          <p:cNvPr id="15" name="文本框 53"/>
          <p:cNvSpPr txBox="1"/>
          <p:nvPr/>
        </p:nvSpPr>
        <p:spPr>
          <a:xfrm>
            <a:off x="4975860" y="2875915"/>
            <a:ext cx="3582035" cy="469900"/>
          </a:xfrm>
          <a:prstGeom prst="rect">
            <a:avLst/>
          </a:prstGeom>
          <a:noFill/>
        </p:spPr>
        <p:txBody>
          <a:bodyPr wrap="square" rtlCol="0">
            <a:spAutoFit/>
          </a:bodyPr>
          <a:lstStyle/>
          <a:p>
            <a:pPr algn="just"/>
            <a:r>
              <a:rPr lang="zh-CN" altLang="en-US" sz="1200" dirty="0">
                <a:solidFill>
                  <a:schemeClr val="tx1"/>
                </a:solidFill>
                <a:latin typeface="微软雅黑" panose="020B0503020204020204" charset="-122"/>
                <a:ea typeface="微软雅黑" panose="020B0503020204020204" charset="-122"/>
              </a:rPr>
              <a:t>请在此粘贴或者输入您的文字内容请在此粘贴或者输入您的文字内容</a:t>
            </a:r>
          </a:p>
        </p:txBody>
      </p:sp>
      <p:grpSp>
        <p:nvGrpSpPr>
          <p:cNvPr id="16" name="Group 4"/>
          <p:cNvGrpSpPr>
            <a:grpSpLocks noChangeAspect="1"/>
          </p:cNvGrpSpPr>
          <p:nvPr/>
        </p:nvGrpSpPr>
        <p:grpSpPr bwMode="auto">
          <a:xfrm>
            <a:off x="5082345" y="2432656"/>
            <a:ext cx="299096" cy="350505"/>
            <a:chOff x="1776" y="1776"/>
            <a:chExt cx="64" cy="75"/>
          </a:xfrm>
          <a:solidFill>
            <a:schemeClr val="accent1"/>
          </a:solidFill>
          <a:effectLst/>
        </p:grpSpPr>
        <p:sp>
          <p:nvSpPr>
            <p:cNvPr id="17" name="Freeform 5"/>
            <p:cNvSpPr/>
            <p:nvPr/>
          </p:nvSpPr>
          <p:spPr bwMode="auto">
            <a:xfrm>
              <a:off x="1795" y="1779"/>
              <a:ext cx="29" cy="26"/>
            </a:xfrm>
            <a:custGeom>
              <a:avLst/>
              <a:gdLst>
                <a:gd name="T0" fmla="*/ 5 w 11"/>
                <a:gd name="T1" fmla="*/ 10 h 10"/>
                <a:gd name="T2" fmla="*/ 5 w 11"/>
                <a:gd name="T3" fmla="*/ 10 h 10"/>
                <a:gd name="T4" fmla="*/ 11 w 11"/>
                <a:gd name="T5" fmla="*/ 5 h 10"/>
                <a:gd name="T6" fmla="*/ 5 w 11"/>
                <a:gd name="T7" fmla="*/ 0 h 10"/>
                <a:gd name="T8" fmla="*/ 5 w 11"/>
                <a:gd name="T9" fmla="*/ 0 h 10"/>
                <a:gd name="T10" fmla="*/ 0 w 11"/>
                <a:gd name="T11" fmla="*/ 5 h 10"/>
                <a:gd name="T12" fmla="*/ 5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5" y="10"/>
                  </a:moveTo>
                  <a:cubicBezTo>
                    <a:pt x="5" y="10"/>
                    <a:pt x="5" y="10"/>
                    <a:pt x="5" y="10"/>
                  </a:cubicBezTo>
                  <a:cubicBezTo>
                    <a:pt x="8" y="10"/>
                    <a:pt x="11" y="8"/>
                    <a:pt x="11" y="5"/>
                  </a:cubicBezTo>
                  <a:cubicBezTo>
                    <a:pt x="11" y="2"/>
                    <a:pt x="8" y="0"/>
                    <a:pt x="5" y="0"/>
                  </a:cubicBezTo>
                  <a:cubicBezTo>
                    <a:pt x="5" y="0"/>
                    <a:pt x="5" y="0"/>
                    <a:pt x="5" y="0"/>
                  </a:cubicBezTo>
                  <a:cubicBezTo>
                    <a:pt x="2" y="1"/>
                    <a:pt x="0" y="3"/>
                    <a:pt x="0" y="5"/>
                  </a:cubicBezTo>
                  <a:cubicBezTo>
                    <a:pt x="0" y="8"/>
                    <a:pt x="2" y="10"/>
                    <a:pt x="5"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endParaRPr lang="zh-CN" altLang="en-US">
                <a:solidFill>
                  <a:prstClr val="black"/>
                </a:solidFill>
              </a:endParaRPr>
            </a:p>
          </p:txBody>
        </p:sp>
        <p:sp>
          <p:nvSpPr>
            <p:cNvPr id="18" name="Freeform 6"/>
            <p:cNvSpPr/>
            <p:nvPr/>
          </p:nvSpPr>
          <p:spPr bwMode="auto">
            <a:xfrm>
              <a:off x="1776" y="1810"/>
              <a:ext cx="64" cy="41"/>
            </a:xfrm>
            <a:custGeom>
              <a:avLst/>
              <a:gdLst>
                <a:gd name="T0" fmla="*/ 23 w 24"/>
                <a:gd name="T1" fmla="*/ 3 h 16"/>
                <a:gd name="T2" fmla="*/ 19 w 24"/>
                <a:gd name="T3" fmla="*/ 0 h 16"/>
                <a:gd name="T4" fmla="*/ 19 w 24"/>
                <a:gd name="T5" fmla="*/ 0 h 16"/>
                <a:gd name="T6" fmla="*/ 17 w 24"/>
                <a:gd name="T7" fmla="*/ 0 h 16"/>
                <a:gd name="T8" fmla="*/ 15 w 24"/>
                <a:gd name="T9" fmla="*/ 5 h 16"/>
                <a:gd name="T10" fmla="*/ 12 w 24"/>
                <a:gd name="T11" fmla="*/ 11 h 16"/>
                <a:gd name="T12" fmla="*/ 14 w 24"/>
                <a:gd name="T13" fmla="*/ 7 h 16"/>
                <a:gd name="T14" fmla="*/ 13 w 24"/>
                <a:gd name="T15" fmla="*/ 1 h 16"/>
                <a:gd name="T16" fmla="*/ 13 w 24"/>
                <a:gd name="T17" fmla="*/ 1 h 16"/>
                <a:gd name="T18" fmla="*/ 12 w 24"/>
                <a:gd name="T19" fmla="*/ 0 h 16"/>
                <a:gd name="T20" fmla="*/ 12 w 24"/>
                <a:gd name="T21" fmla="*/ 0 h 16"/>
                <a:gd name="T22" fmla="*/ 12 w 24"/>
                <a:gd name="T23" fmla="*/ 1 h 16"/>
                <a:gd name="T24" fmla="*/ 12 w 24"/>
                <a:gd name="T25" fmla="*/ 1 h 16"/>
                <a:gd name="T26" fmla="*/ 11 w 24"/>
                <a:gd name="T27" fmla="*/ 7 h 16"/>
                <a:gd name="T28" fmla="*/ 10 w 24"/>
                <a:gd name="T29" fmla="*/ 5 h 16"/>
                <a:gd name="T30" fmla="*/ 8 w 24"/>
                <a:gd name="T31" fmla="*/ 0 h 16"/>
                <a:gd name="T32" fmla="*/ 5 w 24"/>
                <a:gd name="T33" fmla="*/ 0 h 16"/>
                <a:gd name="T34" fmla="*/ 5 w 24"/>
                <a:gd name="T35" fmla="*/ 0 h 16"/>
                <a:gd name="T36" fmla="*/ 1 w 24"/>
                <a:gd name="T37" fmla="*/ 3 h 16"/>
                <a:gd name="T38" fmla="*/ 0 w 24"/>
                <a:gd name="T39" fmla="*/ 16 h 16"/>
                <a:gd name="T40" fmla="*/ 4 w 24"/>
                <a:gd name="T41" fmla="*/ 16 h 16"/>
                <a:gd name="T42" fmla="*/ 4 w 24"/>
                <a:gd name="T43" fmla="*/ 6 h 16"/>
                <a:gd name="T44" fmla="*/ 5 w 24"/>
                <a:gd name="T45" fmla="*/ 6 h 16"/>
                <a:gd name="T46" fmla="*/ 5 w 24"/>
                <a:gd name="T47" fmla="*/ 16 h 16"/>
                <a:gd name="T48" fmla="*/ 12 w 24"/>
                <a:gd name="T49" fmla="*/ 16 h 16"/>
                <a:gd name="T50" fmla="*/ 19 w 24"/>
                <a:gd name="T51" fmla="*/ 16 h 16"/>
                <a:gd name="T52" fmla="*/ 19 w 24"/>
                <a:gd name="T53" fmla="*/ 6 h 16"/>
                <a:gd name="T54" fmla="*/ 19 w 24"/>
                <a:gd name="T55" fmla="*/ 6 h 16"/>
                <a:gd name="T56" fmla="*/ 20 w 24"/>
                <a:gd name="T57" fmla="*/ 6 h 16"/>
                <a:gd name="T58" fmla="*/ 20 w 24"/>
                <a:gd name="T59" fmla="*/ 16 h 16"/>
                <a:gd name="T60" fmla="*/ 23 w 24"/>
                <a:gd name="T61" fmla="*/ 16 h 16"/>
                <a:gd name="T62" fmla="*/ 23 w 24"/>
                <a:gd name="T63"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 h="16">
                  <a:moveTo>
                    <a:pt x="23" y="3"/>
                  </a:moveTo>
                  <a:cubicBezTo>
                    <a:pt x="22" y="1"/>
                    <a:pt x="20" y="0"/>
                    <a:pt x="19" y="0"/>
                  </a:cubicBezTo>
                  <a:cubicBezTo>
                    <a:pt x="19" y="0"/>
                    <a:pt x="19" y="0"/>
                    <a:pt x="19" y="0"/>
                  </a:cubicBezTo>
                  <a:cubicBezTo>
                    <a:pt x="17" y="0"/>
                    <a:pt x="17" y="0"/>
                    <a:pt x="17" y="0"/>
                  </a:cubicBezTo>
                  <a:cubicBezTo>
                    <a:pt x="15" y="5"/>
                    <a:pt x="15" y="5"/>
                    <a:pt x="15" y="5"/>
                  </a:cubicBezTo>
                  <a:cubicBezTo>
                    <a:pt x="12" y="11"/>
                    <a:pt x="12" y="11"/>
                    <a:pt x="12" y="11"/>
                  </a:cubicBezTo>
                  <a:cubicBezTo>
                    <a:pt x="14" y="7"/>
                    <a:pt x="14" y="7"/>
                    <a:pt x="14" y="7"/>
                  </a:cubicBezTo>
                  <a:cubicBezTo>
                    <a:pt x="13" y="1"/>
                    <a:pt x="13" y="1"/>
                    <a:pt x="13" y="1"/>
                  </a:cubicBezTo>
                  <a:cubicBezTo>
                    <a:pt x="13" y="1"/>
                    <a:pt x="13" y="1"/>
                    <a:pt x="13" y="1"/>
                  </a:cubicBezTo>
                  <a:cubicBezTo>
                    <a:pt x="13" y="0"/>
                    <a:pt x="13" y="0"/>
                    <a:pt x="12" y="0"/>
                  </a:cubicBezTo>
                  <a:cubicBezTo>
                    <a:pt x="12" y="0"/>
                    <a:pt x="12" y="0"/>
                    <a:pt x="12" y="0"/>
                  </a:cubicBezTo>
                  <a:cubicBezTo>
                    <a:pt x="12" y="0"/>
                    <a:pt x="12" y="0"/>
                    <a:pt x="12" y="1"/>
                  </a:cubicBezTo>
                  <a:cubicBezTo>
                    <a:pt x="12" y="1"/>
                    <a:pt x="12" y="1"/>
                    <a:pt x="12" y="1"/>
                  </a:cubicBezTo>
                  <a:cubicBezTo>
                    <a:pt x="11" y="7"/>
                    <a:pt x="11" y="7"/>
                    <a:pt x="11" y="7"/>
                  </a:cubicBezTo>
                  <a:cubicBezTo>
                    <a:pt x="10" y="5"/>
                    <a:pt x="10" y="5"/>
                    <a:pt x="10" y="5"/>
                  </a:cubicBezTo>
                  <a:cubicBezTo>
                    <a:pt x="8" y="0"/>
                    <a:pt x="8" y="0"/>
                    <a:pt x="8" y="0"/>
                  </a:cubicBezTo>
                  <a:cubicBezTo>
                    <a:pt x="5" y="0"/>
                    <a:pt x="5" y="0"/>
                    <a:pt x="5" y="0"/>
                  </a:cubicBezTo>
                  <a:cubicBezTo>
                    <a:pt x="5" y="0"/>
                    <a:pt x="5" y="0"/>
                    <a:pt x="5" y="0"/>
                  </a:cubicBezTo>
                  <a:cubicBezTo>
                    <a:pt x="3" y="0"/>
                    <a:pt x="2" y="1"/>
                    <a:pt x="1" y="3"/>
                  </a:cubicBezTo>
                  <a:cubicBezTo>
                    <a:pt x="0" y="5"/>
                    <a:pt x="0" y="11"/>
                    <a:pt x="0" y="16"/>
                  </a:cubicBezTo>
                  <a:cubicBezTo>
                    <a:pt x="4" y="16"/>
                    <a:pt x="4" y="16"/>
                    <a:pt x="4" y="16"/>
                  </a:cubicBezTo>
                  <a:cubicBezTo>
                    <a:pt x="4" y="6"/>
                    <a:pt x="4" y="6"/>
                    <a:pt x="4" y="6"/>
                  </a:cubicBezTo>
                  <a:cubicBezTo>
                    <a:pt x="4" y="6"/>
                    <a:pt x="4" y="6"/>
                    <a:pt x="5" y="6"/>
                  </a:cubicBezTo>
                  <a:cubicBezTo>
                    <a:pt x="5" y="16"/>
                    <a:pt x="5" y="16"/>
                    <a:pt x="5" y="16"/>
                  </a:cubicBezTo>
                  <a:cubicBezTo>
                    <a:pt x="12" y="16"/>
                    <a:pt x="12" y="16"/>
                    <a:pt x="12" y="16"/>
                  </a:cubicBezTo>
                  <a:cubicBezTo>
                    <a:pt x="19" y="16"/>
                    <a:pt x="19" y="16"/>
                    <a:pt x="19" y="16"/>
                  </a:cubicBezTo>
                  <a:cubicBezTo>
                    <a:pt x="19" y="6"/>
                    <a:pt x="19" y="6"/>
                    <a:pt x="19" y="6"/>
                  </a:cubicBezTo>
                  <a:cubicBezTo>
                    <a:pt x="19" y="6"/>
                    <a:pt x="19" y="6"/>
                    <a:pt x="19" y="6"/>
                  </a:cubicBezTo>
                  <a:cubicBezTo>
                    <a:pt x="19" y="6"/>
                    <a:pt x="20" y="6"/>
                    <a:pt x="20" y="6"/>
                  </a:cubicBezTo>
                  <a:cubicBezTo>
                    <a:pt x="20" y="16"/>
                    <a:pt x="20" y="16"/>
                    <a:pt x="20" y="16"/>
                  </a:cubicBezTo>
                  <a:cubicBezTo>
                    <a:pt x="23" y="16"/>
                    <a:pt x="23" y="16"/>
                    <a:pt x="23" y="16"/>
                  </a:cubicBezTo>
                  <a:cubicBezTo>
                    <a:pt x="24" y="11"/>
                    <a:pt x="24" y="5"/>
                    <a:pt x="2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endParaRPr lang="zh-CN" altLang="en-US">
                <a:solidFill>
                  <a:prstClr val="black"/>
                </a:solidFill>
              </a:endParaRPr>
            </a:p>
          </p:txBody>
        </p:sp>
        <p:sp>
          <p:nvSpPr>
            <p:cNvPr id="19" name="Freeform 7"/>
            <p:cNvSpPr/>
            <p:nvPr/>
          </p:nvSpPr>
          <p:spPr bwMode="auto">
            <a:xfrm>
              <a:off x="1795" y="1776"/>
              <a:ext cx="29" cy="26"/>
            </a:xfrm>
            <a:custGeom>
              <a:avLst/>
              <a:gdLst>
                <a:gd name="T0" fmla="*/ 5 w 11"/>
                <a:gd name="T1" fmla="*/ 10 h 10"/>
                <a:gd name="T2" fmla="*/ 5 w 11"/>
                <a:gd name="T3" fmla="*/ 10 h 10"/>
                <a:gd name="T4" fmla="*/ 11 w 11"/>
                <a:gd name="T5" fmla="*/ 5 h 10"/>
                <a:gd name="T6" fmla="*/ 5 w 11"/>
                <a:gd name="T7" fmla="*/ 0 h 10"/>
                <a:gd name="T8" fmla="*/ 5 w 11"/>
                <a:gd name="T9" fmla="*/ 0 h 10"/>
                <a:gd name="T10" fmla="*/ 0 w 11"/>
                <a:gd name="T11" fmla="*/ 5 h 10"/>
                <a:gd name="T12" fmla="*/ 5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5" y="10"/>
                  </a:moveTo>
                  <a:cubicBezTo>
                    <a:pt x="5" y="10"/>
                    <a:pt x="5" y="10"/>
                    <a:pt x="5" y="10"/>
                  </a:cubicBezTo>
                  <a:cubicBezTo>
                    <a:pt x="8" y="10"/>
                    <a:pt x="11" y="8"/>
                    <a:pt x="11" y="5"/>
                  </a:cubicBezTo>
                  <a:cubicBezTo>
                    <a:pt x="11" y="2"/>
                    <a:pt x="8" y="0"/>
                    <a:pt x="5" y="0"/>
                  </a:cubicBezTo>
                  <a:cubicBezTo>
                    <a:pt x="5" y="0"/>
                    <a:pt x="5" y="0"/>
                    <a:pt x="5" y="0"/>
                  </a:cubicBezTo>
                  <a:cubicBezTo>
                    <a:pt x="2" y="1"/>
                    <a:pt x="0" y="3"/>
                    <a:pt x="0" y="5"/>
                  </a:cubicBezTo>
                  <a:cubicBezTo>
                    <a:pt x="0" y="8"/>
                    <a:pt x="2" y="10"/>
                    <a:pt x="5"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endParaRPr lang="zh-CN" altLang="en-US">
                <a:solidFill>
                  <a:prstClr val="black"/>
                </a:solidFill>
              </a:endParaRPr>
            </a:p>
          </p:txBody>
        </p:sp>
        <p:sp>
          <p:nvSpPr>
            <p:cNvPr id="20" name="Freeform 8"/>
            <p:cNvSpPr/>
            <p:nvPr/>
          </p:nvSpPr>
          <p:spPr bwMode="auto">
            <a:xfrm>
              <a:off x="1776" y="1807"/>
              <a:ext cx="64" cy="42"/>
            </a:xfrm>
            <a:custGeom>
              <a:avLst/>
              <a:gdLst>
                <a:gd name="T0" fmla="*/ 23 w 24"/>
                <a:gd name="T1" fmla="*/ 3 h 16"/>
                <a:gd name="T2" fmla="*/ 19 w 24"/>
                <a:gd name="T3" fmla="*/ 0 h 16"/>
                <a:gd name="T4" fmla="*/ 19 w 24"/>
                <a:gd name="T5" fmla="*/ 0 h 16"/>
                <a:gd name="T6" fmla="*/ 17 w 24"/>
                <a:gd name="T7" fmla="*/ 0 h 16"/>
                <a:gd name="T8" fmla="*/ 15 w 24"/>
                <a:gd name="T9" fmla="*/ 5 h 16"/>
                <a:gd name="T10" fmla="*/ 12 w 24"/>
                <a:gd name="T11" fmla="*/ 11 h 16"/>
                <a:gd name="T12" fmla="*/ 14 w 24"/>
                <a:gd name="T13" fmla="*/ 7 h 16"/>
                <a:gd name="T14" fmla="*/ 13 w 24"/>
                <a:gd name="T15" fmla="*/ 1 h 16"/>
                <a:gd name="T16" fmla="*/ 13 w 24"/>
                <a:gd name="T17" fmla="*/ 1 h 16"/>
                <a:gd name="T18" fmla="*/ 12 w 24"/>
                <a:gd name="T19" fmla="*/ 0 h 16"/>
                <a:gd name="T20" fmla="*/ 12 w 24"/>
                <a:gd name="T21" fmla="*/ 0 h 16"/>
                <a:gd name="T22" fmla="*/ 12 w 24"/>
                <a:gd name="T23" fmla="*/ 1 h 16"/>
                <a:gd name="T24" fmla="*/ 12 w 24"/>
                <a:gd name="T25" fmla="*/ 1 h 16"/>
                <a:gd name="T26" fmla="*/ 11 w 24"/>
                <a:gd name="T27" fmla="*/ 7 h 16"/>
                <a:gd name="T28" fmla="*/ 10 w 24"/>
                <a:gd name="T29" fmla="*/ 5 h 16"/>
                <a:gd name="T30" fmla="*/ 8 w 24"/>
                <a:gd name="T31" fmla="*/ 0 h 16"/>
                <a:gd name="T32" fmla="*/ 5 w 24"/>
                <a:gd name="T33" fmla="*/ 0 h 16"/>
                <a:gd name="T34" fmla="*/ 5 w 24"/>
                <a:gd name="T35" fmla="*/ 0 h 16"/>
                <a:gd name="T36" fmla="*/ 1 w 24"/>
                <a:gd name="T37" fmla="*/ 3 h 16"/>
                <a:gd name="T38" fmla="*/ 0 w 24"/>
                <a:gd name="T39" fmla="*/ 16 h 16"/>
                <a:gd name="T40" fmla="*/ 4 w 24"/>
                <a:gd name="T41" fmla="*/ 16 h 16"/>
                <a:gd name="T42" fmla="*/ 4 w 24"/>
                <a:gd name="T43" fmla="*/ 6 h 16"/>
                <a:gd name="T44" fmla="*/ 5 w 24"/>
                <a:gd name="T45" fmla="*/ 6 h 16"/>
                <a:gd name="T46" fmla="*/ 5 w 24"/>
                <a:gd name="T47" fmla="*/ 16 h 16"/>
                <a:gd name="T48" fmla="*/ 12 w 24"/>
                <a:gd name="T49" fmla="*/ 16 h 16"/>
                <a:gd name="T50" fmla="*/ 19 w 24"/>
                <a:gd name="T51" fmla="*/ 16 h 16"/>
                <a:gd name="T52" fmla="*/ 19 w 24"/>
                <a:gd name="T53" fmla="*/ 6 h 16"/>
                <a:gd name="T54" fmla="*/ 19 w 24"/>
                <a:gd name="T55" fmla="*/ 6 h 16"/>
                <a:gd name="T56" fmla="*/ 20 w 24"/>
                <a:gd name="T57" fmla="*/ 6 h 16"/>
                <a:gd name="T58" fmla="*/ 20 w 24"/>
                <a:gd name="T59" fmla="*/ 16 h 16"/>
                <a:gd name="T60" fmla="*/ 23 w 24"/>
                <a:gd name="T61" fmla="*/ 16 h 16"/>
                <a:gd name="T62" fmla="*/ 23 w 24"/>
                <a:gd name="T63"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 h="16">
                  <a:moveTo>
                    <a:pt x="23" y="3"/>
                  </a:moveTo>
                  <a:cubicBezTo>
                    <a:pt x="22" y="1"/>
                    <a:pt x="20" y="0"/>
                    <a:pt x="19" y="0"/>
                  </a:cubicBezTo>
                  <a:cubicBezTo>
                    <a:pt x="19" y="0"/>
                    <a:pt x="19" y="0"/>
                    <a:pt x="19" y="0"/>
                  </a:cubicBezTo>
                  <a:cubicBezTo>
                    <a:pt x="17" y="0"/>
                    <a:pt x="17" y="0"/>
                    <a:pt x="17" y="0"/>
                  </a:cubicBezTo>
                  <a:cubicBezTo>
                    <a:pt x="15" y="5"/>
                    <a:pt x="15" y="5"/>
                    <a:pt x="15" y="5"/>
                  </a:cubicBezTo>
                  <a:cubicBezTo>
                    <a:pt x="12" y="11"/>
                    <a:pt x="12" y="11"/>
                    <a:pt x="12" y="11"/>
                  </a:cubicBezTo>
                  <a:cubicBezTo>
                    <a:pt x="14" y="7"/>
                    <a:pt x="14" y="7"/>
                    <a:pt x="14" y="7"/>
                  </a:cubicBezTo>
                  <a:cubicBezTo>
                    <a:pt x="13" y="1"/>
                    <a:pt x="13" y="1"/>
                    <a:pt x="13" y="1"/>
                  </a:cubicBezTo>
                  <a:cubicBezTo>
                    <a:pt x="13" y="1"/>
                    <a:pt x="13" y="1"/>
                    <a:pt x="13" y="1"/>
                  </a:cubicBezTo>
                  <a:cubicBezTo>
                    <a:pt x="13" y="0"/>
                    <a:pt x="13" y="0"/>
                    <a:pt x="12" y="0"/>
                  </a:cubicBezTo>
                  <a:cubicBezTo>
                    <a:pt x="12" y="0"/>
                    <a:pt x="12" y="0"/>
                    <a:pt x="12" y="0"/>
                  </a:cubicBezTo>
                  <a:cubicBezTo>
                    <a:pt x="12" y="0"/>
                    <a:pt x="12" y="0"/>
                    <a:pt x="12" y="1"/>
                  </a:cubicBezTo>
                  <a:cubicBezTo>
                    <a:pt x="12" y="1"/>
                    <a:pt x="12" y="1"/>
                    <a:pt x="12" y="1"/>
                  </a:cubicBezTo>
                  <a:cubicBezTo>
                    <a:pt x="11" y="7"/>
                    <a:pt x="11" y="7"/>
                    <a:pt x="11" y="7"/>
                  </a:cubicBezTo>
                  <a:cubicBezTo>
                    <a:pt x="10" y="5"/>
                    <a:pt x="10" y="5"/>
                    <a:pt x="10" y="5"/>
                  </a:cubicBezTo>
                  <a:cubicBezTo>
                    <a:pt x="8" y="0"/>
                    <a:pt x="8" y="0"/>
                    <a:pt x="8" y="0"/>
                  </a:cubicBezTo>
                  <a:cubicBezTo>
                    <a:pt x="5" y="0"/>
                    <a:pt x="5" y="0"/>
                    <a:pt x="5" y="0"/>
                  </a:cubicBezTo>
                  <a:cubicBezTo>
                    <a:pt x="5" y="0"/>
                    <a:pt x="5" y="0"/>
                    <a:pt x="5" y="0"/>
                  </a:cubicBezTo>
                  <a:cubicBezTo>
                    <a:pt x="3" y="0"/>
                    <a:pt x="2" y="1"/>
                    <a:pt x="1" y="3"/>
                  </a:cubicBezTo>
                  <a:cubicBezTo>
                    <a:pt x="0" y="5"/>
                    <a:pt x="0" y="11"/>
                    <a:pt x="0" y="16"/>
                  </a:cubicBezTo>
                  <a:cubicBezTo>
                    <a:pt x="4" y="16"/>
                    <a:pt x="4" y="16"/>
                    <a:pt x="4" y="16"/>
                  </a:cubicBezTo>
                  <a:cubicBezTo>
                    <a:pt x="4" y="6"/>
                    <a:pt x="4" y="6"/>
                    <a:pt x="4" y="6"/>
                  </a:cubicBezTo>
                  <a:cubicBezTo>
                    <a:pt x="4" y="6"/>
                    <a:pt x="4" y="6"/>
                    <a:pt x="5" y="6"/>
                  </a:cubicBezTo>
                  <a:cubicBezTo>
                    <a:pt x="5" y="16"/>
                    <a:pt x="5" y="16"/>
                    <a:pt x="5" y="16"/>
                  </a:cubicBezTo>
                  <a:cubicBezTo>
                    <a:pt x="12" y="16"/>
                    <a:pt x="12" y="16"/>
                    <a:pt x="12" y="16"/>
                  </a:cubicBezTo>
                  <a:cubicBezTo>
                    <a:pt x="19" y="16"/>
                    <a:pt x="19" y="16"/>
                    <a:pt x="19" y="16"/>
                  </a:cubicBezTo>
                  <a:cubicBezTo>
                    <a:pt x="19" y="6"/>
                    <a:pt x="19" y="6"/>
                    <a:pt x="19" y="6"/>
                  </a:cubicBezTo>
                  <a:cubicBezTo>
                    <a:pt x="19" y="6"/>
                    <a:pt x="19" y="6"/>
                    <a:pt x="19" y="6"/>
                  </a:cubicBezTo>
                  <a:cubicBezTo>
                    <a:pt x="19" y="6"/>
                    <a:pt x="20" y="6"/>
                    <a:pt x="20" y="6"/>
                  </a:cubicBezTo>
                  <a:cubicBezTo>
                    <a:pt x="20" y="16"/>
                    <a:pt x="20" y="16"/>
                    <a:pt x="20" y="16"/>
                  </a:cubicBezTo>
                  <a:cubicBezTo>
                    <a:pt x="23" y="16"/>
                    <a:pt x="23" y="16"/>
                    <a:pt x="23" y="16"/>
                  </a:cubicBezTo>
                  <a:cubicBezTo>
                    <a:pt x="24" y="11"/>
                    <a:pt x="24" y="5"/>
                    <a:pt x="2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endParaRPr lang="zh-CN" altLang="en-US">
                <a:solidFill>
                  <a:prstClr val="black"/>
                </a:solidFill>
              </a:endParaRPr>
            </a:p>
          </p:txBody>
        </p:sp>
      </p:grpSp>
      <p:sp>
        <p:nvSpPr>
          <p:cNvPr id="21" name="矩形 20"/>
          <p:cNvSpPr/>
          <p:nvPr/>
        </p:nvSpPr>
        <p:spPr>
          <a:xfrm>
            <a:off x="4163967" y="2371220"/>
            <a:ext cx="452588" cy="976835"/>
          </a:xfrm>
          <a:prstGeom prst="rect">
            <a:avLst/>
          </a:prstGeom>
          <a:solidFill>
            <a:srgbClr val="F2F2F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2" name="组合 21"/>
          <p:cNvGrpSpPr/>
          <p:nvPr/>
        </p:nvGrpSpPr>
        <p:grpSpPr>
          <a:xfrm>
            <a:off x="4642703" y="3501873"/>
            <a:ext cx="1436442" cy="227965"/>
            <a:chOff x="4369395" y="3284984"/>
            <a:chExt cx="1436675" cy="228002"/>
          </a:xfrm>
        </p:grpSpPr>
        <p:sp>
          <p:nvSpPr>
            <p:cNvPr id="23" name="文本框 9"/>
            <p:cNvSpPr txBox="1"/>
            <p:nvPr/>
          </p:nvSpPr>
          <p:spPr>
            <a:xfrm>
              <a:off x="4581935" y="3284984"/>
              <a:ext cx="1224135" cy="228002"/>
            </a:xfrm>
            <a:prstGeom prst="rect">
              <a:avLst/>
            </a:prstGeom>
            <a:noFill/>
          </p:spPr>
          <p:txBody>
            <a:bodyPr wrap="square" lIns="0" tIns="0" rIns="0" bIns="0" rtlCol="0">
              <a:spAutoFit/>
            </a:bodyPr>
            <a:lstStyle/>
            <a:p>
              <a:pPr marL="0" lvl="1"/>
              <a:r>
                <a:rPr lang="zh-CN" altLang="en-US" sz="1400" dirty="0">
                  <a:solidFill>
                    <a:schemeClr val="tx1"/>
                  </a:solidFill>
                  <a:latin typeface="微软雅黑" panose="020B0503020204020204" charset="-122"/>
                  <a:ea typeface="微软雅黑" panose="020B0503020204020204" charset="-122"/>
                </a:rPr>
                <a:t>此处添加标题</a:t>
              </a:r>
            </a:p>
          </p:txBody>
        </p:sp>
        <p:sp>
          <p:nvSpPr>
            <p:cNvPr id="25" name="椭圆 24"/>
            <p:cNvSpPr/>
            <p:nvPr/>
          </p:nvSpPr>
          <p:spPr>
            <a:xfrm>
              <a:off x="4369395" y="3316401"/>
              <a:ext cx="168551" cy="1685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27" name="组合 26"/>
          <p:cNvGrpSpPr/>
          <p:nvPr/>
        </p:nvGrpSpPr>
        <p:grpSpPr>
          <a:xfrm>
            <a:off x="6154626" y="3501873"/>
            <a:ext cx="1436442" cy="227965"/>
            <a:chOff x="4369395" y="3284984"/>
            <a:chExt cx="1436675" cy="228002"/>
          </a:xfrm>
        </p:grpSpPr>
        <p:sp>
          <p:nvSpPr>
            <p:cNvPr id="28" name="文本框 9"/>
            <p:cNvSpPr txBox="1"/>
            <p:nvPr/>
          </p:nvSpPr>
          <p:spPr>
            <a:xfrm>
              <a:off x="4581935" y="3284984"/>
              <a:ext cx="1224135" cy="228002"/>
            </a:xfrm>
            <a:prstGeom prst="rect">
              <a:avLst/>
            </a:prstGeom>
            <a:noFill/>
          </p:spPr>
          <p:txBody>
            <a:bodyPr wrap="square" lIns="0" tIns="0" rIns="0" bIns="0" rtlCol="0">
              <a:spAutoFit/>
            </a:bodyPr>
            <a:lstStyle/>
            <a:p>
              <a:pPr marL="0" lvl="1"/>
              <a:r>
                <a:rPr lang="zh-CN" altLang="en-US" sz="1400" dirty="0">
                  <a:solidFill>
                    <a:schemeClr val="tx1"/>
                  </a:solidFill>
                  <a:latin typeface="微软雅黑" panose="020B0503020204020204" charset="-122"/>
                  <a:ea typeface="微软雅黑" panose="020B0503020204020204" charset="-122"/>
                </a:rPr>
                <a:t>此处添加标题</a:t>
              </a:r>
            </a:p>
          </p:txBody>
        </p:sp>
        <p:sp>
          <p:nvSpPr>
            <p:cNvPr id="30" name="椭圆 29"/>
            <p:cNvSpPr/>
            <p:nvPr/>
          </p:nvSpPr>
          <p:spPr>
            <a:xfrm>
              <a:off x="4369395" y="3316401"/>
              <a:ext cx="168551" cy="16855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2" name="组合 31"/>
          <p:cNvGrpSpPr/>
          <p:nvPr/>
        </p:nvGrpSpPr>
        <p:grpSpPr>
          <a:xfrm>
            <a:off x="7663065" y="3501873"/>
            <a:ext cx="1436442" cy="227965"/>
            <a:chOff x="4369395" y="3284984"/>
            <a:chExt cx="1436675" cy="228002"/>
          </a:xfrm>
        </p:grpSpPr>
        <p:sp>
          <p:nvSpPr>
            <p:cNvPr id="33" name="文本框 9"/>
            <p:cNvSpPr txBox="1"/>
            <p:nvPr/>
          </p:nvSpPr>
          <p:spPr>
            <a:xfrm>
              <a:off x="4581935" y="3284984"/>
              <a:ext cx="1224135" cy="228002"/>
            </a:xfrm>
            <a:prstGeom prst="rect">
              <a:avLst/>
            </a:prstGeom>
            <a:noFill/>
          </p:spPr>
          <p:txBody>
            <a:bodyPr wrap="square" lIns="0" tIns="0" rIns="0" bIns="0" rtlCol="0">
              <a:spAutoFit/>
            </a:bodyPr>
            <a:lstStyle/>
            <a:p>
              <a:pPr marL="0" lvl="1"/>
              <a:r>
                <a:rPr lang="zh-CN" altLang="en-US" sz="1400" dirty="0">
                  <a:solidFill>
                    <a:schemeClr val="tx1"/>
                  </a:solidFill>
                  <a:latin typeface="微软雅黑" panose="020B0503020204020204" charset="-122"/>
                  <a:ea typeface="微软雅黑" panose="020B0503020204020204" charset="-122"/>
                </a:rPr>
                <a:t>此处添加标题</a:t>
              </a:r>
            </a:p>
          </p:txBody>
        </p:sp>
        <p:sp>
          <p:nvSpPr>
            <p:cNvPr id="35" name="椭圆 34"/>
            <p:cNvSpPr/>
            <p:nvPr/>
          </p:nvSpPr>
          <p:spPr>
            <a:xfrm>
              <a:off x="4369395" y="3316401"/>
              <a:ext cx="168551" cy="16855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7" name="组合 36"/>
          <p:cNvGrpSpPr/>
          <p:nvPr/>
        </p:nvGrpSpPr>
        <p:grpSpPr>
          <a:xfrm>
            <a:off x="4642703" y="3862434"/>
            <a:ext cx="1436442" cy="227965"/>
            <a:chOff x="4369395" y="3284984"/>
            <a:chExt cx="1436675" cy="228002"/>
          </a:xfrm>
        </p:grpSpPr>
        <p:sp>
          <p:nvSpPr>
            <p:cNvPr id="38" name="文本框 9"/>
            <p:cNvSpPr txBox="1"/>
            <p:nvPr/>
          </p:nvSpPr>
          <p:spPr>
            <a:xfrm>
              <a:off x="4581935" y="3284984"/>
              <a:ext cx="1224135" cy="228002"/>
            </a:xfrm>
            <a:prstGeom prst="rect">
              <a:avLst/>
            </a:prstGeom>
            <a:noFill/>
          </p:spPr>
          <p:txBody>
            <a:bodyPr wrap="square" lIns="0" tIns="0" rIns="0" bIns="0" rtlCol="0">
              <a:spAutoFit/>
            </a:bodyPr>
            <a:lstStyle/>
            <a:p>
              <a:pPr marL="0" lvl="1"/>
              <a:r>
                <a:rPr lang="zh-CN" altLang="en-US" sz="1400" dirty="0">
                  <a:solidFill>
                    <a:schemeClr val="tx1"/>
                  </a:solidFill>
                  <a:latin typeface="微软雅黑" panose="020B0503020204020204" charset="-122"/>
                  <a:ea typeface="微软雅黑" panose="020B0503020204020204" charset="-122"/>
                </a:rPr>
                <a:t>此处添加标题</a:t>
              </a:r>
            </a:p>
          </p:txBody>
        </p:sp>
        <p:sp>
          <p:nvSpPr>
            <p:cNvPr id="40" name="椭圆 39"/>
            <p:cNvSpPr/>
            <p:nvPr/>
          </p:nvSpPr>
          <p:spPr>
            <a:xfrm>
              <a:off x="4369395" y="3316401"/>
              <a:ext cx="168551" cy="168551"/>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42" name="组合 41"/>
          <p:cNvGrpSpPr/>
          <p:nvPr/>
        </p:nvGrpSpPr>
        <p:grpSpPr>
          <a:xfrm>
            <a:off x="6154626" y="3862434"/>
            <a:ext cx="1436442" cy="227965"/>
            <a:chOff x="4369395" y="3284984"/>
            <a:chExt cx="1436675" cy="228002"/>
          </a:xfrm>
        </p:grpSpPr>
        <p:sp>
          <p:nvSpPr>
            <p:cNvPr id="43" name="文本框 9"/>
            <p:cNvSpPr txBox="1"/>
            <p:nvPr/>
          </p:nvSpPr>
          <p:spPr>
            <a:xfrm>
              <a:off x="4581935" y="3284984"/>
              <a:ext cx="1224135" cy="228002"/>
            </a:xfrm>
            <a:prstGeom prst="rect">
              <a:avLst/>
            </a:prstGeom>
            <a:noFill/>
          </p:spPr>
          <p:txBody>
            <a:bodyPr wrap="square" lIns="0" tIns="0" rIns="0" bIns="0" rtlCol="0">
              <a:spAutoFit/>
            </a:bodyPr>
            <a:lstStyle/>
            <a:p>
              <a:pPr marL="0" lvl="1"/>
              <a:r>
                <a:rPr lang="zh-CN" altLang="en-US" sz="1400" dirty="0">
                  <a:solidFill>
                    <a:schemeClr val="tx1"/>
                  </a:solidFill>
                  <a:latin typeface="微软雅黑" panose="020B0503020204020204" charset="-122"/>
                  <a:ea typeface="微软雅黑" panose="020B0503020204020204" charset="-122"/>
                </a:rPr>
                <a:t>此处添加标题</a:t>
              </a:r>
            </a:p>
          </p:txBody>
        </p:sp>
        <p:sp>
          <p:nvSpPr>
            <p:cNvPr id="45" name="椭圆 44"/>
            <p:cNvSpPr/>
            <p:nvPr/>
          </p:nvSpPr>
          <p:spPr>
            <a:xfrm>
              <a:off x="4369395" y="3316401"/>
              <a:ext cx="168551" cy="1685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47" name="组合 46"/>
          <p:cNvGrpSpPr/>
          <p:nvPr/>
        </p:nvGrpSpPr>
        <p:grpSpPr>
          <a:xfrm>
            <a:off x="7663065" y="3862434"/>
            <a:ext cx="1436442" cy="227965"/>
            <a:chOff x="4369395" y="3284984"/>
            <a:chExt cx="1436675" cy="228002"/>
          </a:xfrm>
        </p:grpSpPr>
        <p:sp>
          <p:nvSpPr>
            <p:cNvPr id="48" name="文本框 9"/>
            <p:cNvSpPr txBox="1"/>
            <p:nvPr/>
          </p:nvSpPr>
          <p:spPr>
            <a:xfrm>
              <a:off x="4581935" y="3284984"/>
              <a:ext cx="1224135" cy="228002"/>
            </a:xfrm>
            <a:prstGeom prst="rect">
              <a:avLst/>
            </a:prstGeom>
            <a:noFill/>
          </p:spPr>
          <p:txBody>
            <a:bodyPr wrap="square" lIns="0" tIns="0" rIns="0" bIns="0" rtlCol="0">
              <a:spAutoFit/>
            </a:bodyPr>
            <a:lstStyle/>
            <a:p>
              <a:pPr marL="0" lvl="1"/>
              <a:r>
                <a:rPr lang="zh-CN" altLang="en-US" sz="1400" dirty="0">
                  <a:solidFill>
                    <a:schemeClr val="tx1"/>
                  </a:solidFill>
                  <a:latin typeface="微软雅黑" panose="020B0503020204020204" charset="-122"/>
                  <a:ea typeface="微软雅黑" panose="020B0503020204020204" charset="-122"/>
                </a:rPr>
                <a:t>此处添加标题</a:t>
              </a:r>
            </a:p>
          </p:txBody>
        </p:sp>
        <p:sp>
          <p:nvSpPr>
            <p:cNvPr id="50" name="椭圆 49"/>
            <p:cNvSpPr/>
            <p:nvPr/>
          </p:nvSpPr>
          <p:spPr>
            <a:xfrm>
              <a:off x="4369395" y="3316401"/>
              <a:ext cx="168551" cy="1685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transition advTm="688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5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1+#ppt_w/2"/>
                                          </p:val>
                                        </p:tav>
                                        <p:tav tm="100000">
                                          <p:val>
                                            <p:strVal val="#ppt_x"/>
                                          </p:val>
                                        </p:tav>
                                      </p:tavLst>
                                    </p:anim>
                                    <p:anim calcmode="lin" valueType="num">
                                      <p:cBhvr additive="base">
                                        <p:cTn id="12" dur="500" fill="hold"/>
                                        <p:tgtEl>
                                          <p:spTgt spid="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par>
                          <p:cTn id="17" fill="hold">
                            <p:stCondLst>
                              <p:cond delay="1500"/>
                            </p:stCondLst>
                            <p:childTnLst>
                              <p:par>
                                <p:cTn id="18" presetID="22" presetClass="entr" presetSubtype="4"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ipe(down)">
                                      <p:cBhvr>
                                        <p:cTn id="20" dur="500"/>
                                        <p:tgtEl>
                                          <p:spTgt spid="14"/>
                                        </p:tgtEl>
                                      </p:cBhvr>
                                    </p:animEffect>
                                  </p:childTnLst>
                                </p:cTn>
                              </p:par>
                            </p:childTnLst>
                          </p:cTn>
                        </p:par>
                        <p:par>
                          <p:cTn id="21" fill="hold">
                            <p:stCondLst>
                              <p:cond delay="2000"/>
                            </p:stCondLst>
                            <p:childTnLst>
                              <p:par>
                                <p:cTn id="22" presetID="10" presetClass="entr" presetSubtype="0" fill="hold" grpId="0" nodeType="after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childTnLst>
                          </p:cTn>
                        </p:par>
                        <p:par>
                          <p:cTn id="25" fill="hold">
                            <p:stCondLst>
                              <p:cond delay="2500"/>
                            </p:stCondLst>
                            <p:childTnLst>
                              <p:par>
                                <p:cTn id="26" presetID="10" presetClass="entr" presetSubtype="0" fill="hold" grpId="0" nodeType="after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childTnLst>
                          </p:cTn>
                        </p:par>
                        <p:par>
                          <p:cTn id="32" fill="hold">
                            <p:stCondLst>
                              <p:cond delay="3000"/>
                            </p:stCondLst>
                            <p:childTnLst>
                              <p:par>
                                <p:cTn id="33" presetID="2" presetClass="entr" presetSubtype="4" fill="hold" nodeType="afterEffect">
                                  <p:stCondLst>
                                    <p:cond delay="0"/>
                                  </p:stCondLst>
                                  <p:childTnLst>
                                    <p:set>
                                      <p:cBhvr>
                                        <p:cTn id="34" dur="1" fill="hold">
                                          <p:stCondLst>
                                            <p:cond delay="0"/>
                                          </p:stCondLst>
                                        </p:cTn>
                                        <p:tgtEl>
                                          <p:spTgt spid="22"/>
                                        </p:tgtEl>
                                        <p:attrNameLst>
                                          <p:attrName>style.visibility</p:attrName>
                                        </p:attrNameLst>
                                      </p:cBhvr>
                                      <p:to>
                                        <p:strVal val="visible"/>
                                      </p:to>
                                    </p:set>
                                    <p:anim calcmode="lin" valueType="num">
                                      <p:cBhvr additive="base">
                                        <p:cTn id="35" dur="500" fill="hold"/>
                                        <p:tgtEl>
                                          <p:spTgt spid="22"/>
                                        </p:tgtEl>
                                        <p:attrNameLst>
                                          <p:attrName>ppt_x</p:attrName>
                                        </p:attrNameLst>
                                      </p:cBhvr>
                                      <p:tavLst>
                                        <p:tav tm="0">
                                          <p:val>
                                            <p:strVal val="#ppt_x"/>
                                          </p:val>
                                        </p:tav>
                                        <p:tav tm="100000">
                                          <p:val>
                                            <p:strVal val="#ppt_x"/>
                                          </p:val>
                                        </p:tav>
                                      </p:tavLst>
                                    </p:anim>
                                    <p:anim calcmode="lin" valueType="num">
                                      <p:cBhvr additive="base">
                                        <p:cTn id="36" dur="500" fill="hold"/>
                                        <p:tgtEl>
                                          <p:spTgt spid="22"/>
                                        </p:tgtEl>
                                        <p:attrNameLst>
                                          <p:attrName>ppt_y</p:attrName>
                                        </p:attrNameLst>
                                      </p:cBhvr>
                                      <p:tavLst>
                                        <p:tav tm="0">
                                          <p:val>
                                            <p:strVal val="1+#ppt_h/2"/>
                                          </p:val>
                                        </p:tav>
                                        <p:tav tm="100000">
                                          <p:val>
                                            <p:strVal val="#ppt_y"/>
                                          </p:val>
                                        </p:tav>
                                      </p:tavLst>
                                    </p:anim>
                                  </p:childTnLst>
                                </p:cTn>
                              </p:par>
                            </p:childTnLst>
                          </p:cTn>
                        </p:par>
                        <p:par>
                          <p:cTn id="37" fill="hold">
                            <p:stCondLst>
                              <p:cond delay="3500"/>
                            </p:stCondLst>
                            <p:childTnLst>
                              <p:par>
                                <p:cTn id="38" presetID="2" presetClass="entr" presetSubtype="4" fill="hold" nodeType="afterEffect">
                                  <p:stCondLst>
                                    <p:cond delay="0"/>
                                  </p:stCondLst>
                                  <p:childTnLst>
                                    <p:set>
                                      <p:cBhvr>
                                        <p:cTn id="39" dur="1" fill="hold">
                                          <p:stCondLst>
                                            <p:cond delay="0"/>
                                          </p:stCondLst>
                                        </p:cTn>
                                        <p:tgtEl>
                                          <p:spTgt spid="27"/>
                                        </p:tgtEl>
                                        <p:attrNameLst>
                                          <p:attrName>style.visibility</p:attrName>
                                        </p:attrNameLst>
                                      </p:cBhvr>
                                      <p:to>
                                        <p:strVal val="visible"/>
                                      </p:to>
                                    </p:set>
                                    <p:anim calcmode="lin" valueType="num">
                                      <p:cBhvr additive="base">
                                        <p:cTn id="40" dur="500" fill="hold"/>
                                        <p:tgtEl>
                                          <p:spTgt spid="27"/>
                                        </p:tgtEl>
                                        <p:attrNameLst>
                                          <p:attrName>ppt_x</p:attrName>
                                        </p:attrNameLst>
                                      </p:cBhvr>
                                      <p:tavLst>
                                        <p:tav tm="0">
                                          <p:val>
                                            <p:strVal val="#ppt_x"/>
                                          </p:val>
                                        </p:tav>
                                        <p:tav tm="100000">
                                          <p:val>
                                            <p:strVal val="#ppt_x"/>
                                          </p:val>
                                        </p:tav>
                                      </p:tavLst>
                                    </p:anim>
                                    <p:anim calcmode="lin" valueType="num">
                                      <p:cBhvr additive="base">
                                        <p:cTn id="41" dur="500" fill="hold"/>
                                        <p:tgtEl>
                                          <p:spTgt spid="27"/>
                                        </p:tgtEl>
                                        <p:attrNameLst>
                                          <p:attrName>ppt_y</p:attrName>
                                        </p:attrNameLst>
                                      </p:cBhvr>
                                      <p:tavLst>
                                        <p:tav tm="0">
                                          <p:val>
                                            <p:strVal val="1+#ppt_h/2"/>
                                          </p:val>
                                        </p:tav>
                                        <p:tav tm="100000">
                                          <p:val>
                                            <p:strVal val="#ppt_y"/>
                                          </p:val>
                                        </p:tav>
                                      </p:tavLst>
                                    </p:anim>
                                  </p:childTnLst>
                                </p:cTn>
                              </p:par>
                            </p:childTnLst>
                          </p:cTn>
                        </p:par>
                        <p:par>
                          <p:cTn id="42" fill="hold">
                            <p:stCondLst>
                              <p:cond delay="4000"/>
                            </p:stCondLst>
                            <p:childTnLst>
                              <p:par>
                                <p:cTn id="43" presetID="2" presetClass="entr" presetSubtype="4" fill="hold" nodeType="afterEffect">
                                  <p:stCondLst>
                                    <p:cond delay="0"/>
                                  </p:stCondLst>
                                  <p:childTnLst>
                                    <p:set>
                                      <p:cBhvr>
                                        <p:cTn id="44" dur="1" fill="hold">
                                          <p:stCondLst>
                                            <p:cond delay="0"/>
                                          </p:stCondLst>
                                        </p:cTn>
                                        <p:tgtEl>
                                          <p:spTgt spid="32"/>
                                        </p:tgtEl>
                                        <p:attrNameLst>
                                          <p:attrName>style.visibility</p:attrName>
                                        </p:attrNameLst>
                                      </p:cBhvr>
                                      <p:to>
                                        <p:strVal val="visible"/>
                                      </p:to>
                                    </p:set>
                                    <p:anim calcmode="lin" valueType="num">
                                      <p:cBhvr additive="base">
                                        <p:cTn id="45" dur="500" fill="hold"/>
                                        <p:tgtEl>
                                          <p:spTgt spid="32"/>
                                        </p:tgtEl>
                                        <p:attrNameLst>
                                          <p:attrName>ppt_x</p:attrName>
                                        </p:attrNameLst>
                                      </p:cBhvr>
                                      <p:tavLst>
                                        <p:tav tm="0">
                                          <p:val>
                                            <p:strVal val="#ppt_x"/>
                                          </p:val>
                                        </p:tav>
                                        <p:tav tm="100000">
                                          <p:val>
                                            <p:strVal val="#ppt_x"/>
                                          </p:val>
                                        </p:tav>
                                      </p:tavLst>
                                    </p:anim>
                                    <p:anim calcmode="lin" valueType="num">
                                      <p:cBhvr additive="base">
                                        <p:cTn id="46" dur="500" fill="hold"/>
                                        <p:tgtEl>
                                          <p:spTgt spid="32"/>
                                        </p:tgtEl>
                                        <p:attrNameLst>
                                          <p:attrName>ppt_y</p:attrName>
                                        </p:attrNameLst>
                                      </p:cBhvr>
                                      <p:tavLst>
                                        <p:tav tm="0">
                                          <p:val>
                                            <p:strVal val="1+#ppt_h/2"/>
                                          </p:val>
                                        </p:tav>
                                        <p:tav tm="100000">
                                          <p:val>
                                            <p:strVal val="#ppt_y"/>
                                          </p:val>
                                        </p:tav>
                                      </p:tavLst>
                                    </p:anim>
                                  </p:childTnLst>
                                </p:cTn>
                              </p:par>
                            </p:childTnLst>
                          </p:cTn>
                        </p:par>
                        <p:par>
                          <p:cTn id="47" fill="hold">
                            <p:stCondLst>
                              <p:cond delay="4500"/>
                            </p:stCondLst>
                            <p:childTnLst>
                              <p:par>
                                <p:cTn id="48" presetID="2" presetClass="entr" presetSubtype="4" fill="hold" nodeType="afterEffect">
                                  <p:stCondLst>
                                    <p:cond delay="0"/>
                                  </p:stCondLst>
                                  <p:childTnLst>
                                    <p:set>
                                      <p:cBhvr>
                                        <p:cTn id="49" dur="1" fill="hold">
                                          <p:stCondLst>
                                            <p:cond delay="0"/>
                                          </p:stCondLst>
                                        </p:cTn>
                                        <p:tgtEl>
                                          <p:spTgt spid="37"/>
                                        </p:tgtEl>
                                        <p:attrNameLst>
                                          <p:attrName>style.visibility</p:attrName>
                                        </p:attrNameLst>
                                      </p:cBhvr>
                                      <p:to>
                                        <p:strVal val="visible"/>
                                      </p:to>
                                    </p:set>
                                    <p:anim calcmode="lin" valueType="num">
                                      <p:cBhvr additive="base">
                                        <p:cTn id="50" dur="500" fill="hold"/>
                                        <p:tgtEl>
                                          <p:spTgt spid="37"/>
                                        </p:tgtEl>
                                        <p:attrNameLst>
                                          <p:attrName>ppt_x</p:attrName>
                                        </p:attrNameLst>
                                      </p:cBhvr>
                                      <p:tavLst>
                                        <p:tav tm="0">
                                          <p:val>
                                            <p:strVal val="#ppt_x"/>
                                          </p:val>
                                        </p:tav>
                                        <p:tav tm="100000">
                                          <p:val>
                                            <p:strVal val="#ppt_x"/>
                                          </p:val>
                                        </p:tav>
                                      </p:tavLst>
                                    </p:anim>
                                    <p:anim calcmode="lin" valueType="num">
                                      <p:cBhvr additive="base">
                                        <p:cTn id="51" dur="500" fill="hold"/>
                                        <p:tgtEl>
                                          <p:spTgt spid="37"/>
                                        </p:tgtEl>
                                        <p:attrNameLst>
                                          <p:attrName>ppt_y</p:attrName>
                                        </p:attrNameLst>
                                      </p:cBhvr>
                                      <p:tavLst>
                                        <p:tav tm="0">
                                          <p:val>
                                            <p:strVal val="1+#ppt_h/2"/>
                                          </p:val>
                                        </p:tav>
                                        <p:tav tm="100000">
                                          <p:val>
                                            <p:strVal val="#ppt_y"/>
                                          </p:val>
                                        </p:tav>
                                      </p:tavLst>
                                    </p:anim>
                                  </p:childTnLst>
                                </p:cTn>
                              </p:par>
                            </p:childTnLst>
                          </p:cTn>
                        </p:par>
                        <p:par>
                          <p:cTn id="52" fill="hold">
                            <p:stCondLst>
                              <p:cond delay="5000"/>
                            </p:stCondLst>
                            <p:childTnLst>
                              <p:par>
                                <p:cTn id="53" presetID="2" presetClass="entr" presetSubtype="4" fill="hold" nodeType="afterEffect">
                                  <p:stCondLst>
                                    <p:cond delay="0"/>
                                  </p:stCondLst>
                                  <p:childTnLst>
                                    <p:set>
                                      <p:cBhvr>
                                        <p:cTn id="54" dur="1" fill="hold">
                                          <p:stCondLst>
                                            <p:cond delay="0"/>
                                          </p:stCondLst>
                                        </p:cTn>
                                        <p:tgtEl>
                                          <p:spTgt spid="42"/>
                                        </p:tgtEl>
                                        <p:attrNameLst>
                                          <p:attrName>style.visibility</p:attrName>
                                        </p:attrNameLst>
                                      </p:cBhvr>
                                      <p:to>
                                        <p:strVal val="visible"/>
                                      </p:to>
                                    </p:set>
                                    <p:anim calcmode="lin" valueType="num">
                                      <p:cBhvr additive="base">
                                        <p:cTn id="55" dur="500" fill="hold"/>
                                        <p:tgtEl>
                                          <p:spTgt spid="42"/>
                                        </p:tgtEl>
                                        <p:attrNameLst>
                                          <p:attrName>ppt_x</p:attrName>
                                        </p:attrNameLst>
                                      </p:cBhvr>
                                      <p:tavLst>
                                        <p:tav tm="0">
                                          <p:val>
                                            <p:strVal val="#ppt_x"/>
                                          </p:val>
                                        </p:tav>
                                        <p:tav tm="100000">
                                          <p:val>
                                            <p:strVal val="#ppt_x"/>
                                          </p:val>
                                        </p:tav>
                                      </p:tavLst>
                                    </p:anim>
                                    <p:anim calcmode="lin" valueType="num">
                                      <p:cBhvr additive="base">
                                        <p:cTn id="56" dur="500" fill="hold"/>
                                        <p:tgtEl>
                                          <p:spTgt spid="42"/>
                                        </p:tgtEl>
                                        <p:attrNameLst>
                                          <p:attrName>ppt_y</p:attrName>
                                        </p:attrNameLst>
                                      </p:cBhvr>
                                      <p:tavLst>
                                        <p:tav tm="0">
                                          <p:val>
                                            <p:strVal val="1+#ppt_h/2"/>
                                          </p:val>
                                        </p:tav>
                                        <p:tav tm="100000">
                                          <p:val>
                                            <p:strVal val="#ppt_y"/>
                                          </p:val>
                                        </p:tav>
                                      </p:tavLst>
                                    </p:anim>
                                  </p:childTnLst>
                                </p:cTn>
                              </p:par>
                            </p:childTnLst>
                          </p:cTn>
                        </p:par>
                        <p:par>
                          <p:cTn id="57" fill="hold">
                            <p:stCondLst>
                              <p:cond delay="5500"/>
                            </p:stCondLst>
                            <p:childTnLst>
                              <p:par>
                                <p:cTn id="58" presetID="2" presetClass="entr" presetSubtype="4" fill="hold" nodeType="afterEffect">
                                  <p:stCondLst>
                                    <p:cond delay="0"/>
                                  </p:stCondLst>
                                  <p:childTnLst>
                                    <p:set>
                                      <p:cBhvr>
                                        <p:cTn id="59" dur="1" fill="hold">
                                          <p:stCondLst>
                                            <p:cond delay="0"/>
                                          </p:stCondLst>
                                        </p:cTn>
                                        <p:tgtEl>
                                          <p:spTgt spid="47"/>
                                        </p:tgtEl>
                                        <p:attrNameLst>
                                          <p:attrName>style.visibility</p:attrName>
                                        </p:attrNameLst>
                                      </p:cBhvr>
                                      <p:to>
                                        <p:strVal val="visible"/>
                                      </p:to>
                                    </p:set>
                                    <p:anim calcmode="lin" valueType="num">
                                      <p:cBhvr additive="base">
                                        <p:cTn id="60" dur="500" fill="hold"/>
                                        <p:tgtEl>
                                          <p:spTgt spid="47"/>
                                        </p:tgtEl>
                                        <p:attrNameLst>
                                          <p:attrName>ppt_x</p:attrName>
                                        </p:attrNameLst>
                                      </p:cBhvr>
                                      <p:tavLst>
                                        <p:tav tm="0">
                                          <p:val>
                                            <p:strVal val="#ppt_x"/>
                                          </p:val>
                                        </p:tav>
                                        <p:tav tm="100000">
                                          <p:val>
                                            <p:strVal val="#ppt_x"/>
                                          </p:val>
                                        </p:tav>
                                      </p:tavLst>
                                    </p:anim>
                                    <p:anim calcmode="lin" valueType="num">
                                      <p:cBhvr additive="base">
                                        <p:cTn id="61"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14" grpId="0"/>
      <p:bldP spid="15" grpId="0"/>
      <p:bldP spid="21"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Group 37"/>
          <p:cNvGrpSpPr/>
          <p:nvPr/>
        </p:nvGrpSpPr>
        <p:grpSpPr>
          <a:xfrm>
            <a:off x="619081" y="3745869"/>
            <a:ext cx="2797437" cy="1078192"/>
            <a:chOff x="4211596" y="6527169"/>
            <a:chExt cx="5594874" cy="2156384"/>
          </a:xfrm>
        </p:grpSpPr>
        <p:grpSp>
          <p:nvGrpSpPr>
            <p:cNvPr id="39" name="Group 38"/>
            <p:cNvGrpSpPr/>
            <p:nvPr/>
          </p:nvGrpSpPr>
          <p:grpSpPr>
            <a:xfrm>
              <a:off x="8401547" y="6527169"/>
              <a:ext cx="1404923" cy="1294259"/>
              <a:chOff x="13296064" y="10607541"/>
              <a:chExt cx="1265763" cy="1166060"/>
            </a:xfrm>
            <a:solidFill>
              <a:schemeClr val="accent2"/>
            </a:solidFill>
          </p:grpSpPr>
          <p:sp>
            <p:nvSpPr>
              <p:cNvPr id="51" name="Freeform 269"/>
              <p:cNvSpPr>
                <a:spLocks noChangeArrowheads="1"/>
              </p:cNvSpPr>
              <p:nvPr/>
            </p:nvSpPr>
            <p:spPr bwMode="auto">
              <a:xfrm>
                <a:off x="13349333" y="10670914"/>
                <a:ext cx="1141470" cy="1039314"/>
              </a:xfrm>
              <a:custGeom>
                <a:avLst/>
                <a:gdLst>
                  <a:gd name="T0" fmla="*/ 994 w 1989"/>
                  <a:gd name="T1" fmla="*/ 0 h 1812"/>
                  <a:gd name="T2" fmla="*/ 994 w 1989"/>
                  <a:gd name="T3" fmla="*/ 0 h 1812"/>
                  <a:gd name="T4" fmla="*/ 354 w 1989"/>
                  <a:gd name="T5" fmla="*/ 268 h 1812"/>
                  <a:gd name="T6" fmla="*/ 354 w 1989"/>
                  <a:gd name="T7" fmla="*/ 1548 h 1812"/>
                  <a:gd name="T8" fmla="*/ 994 w 1989"/>
                  <a:gd name="T9" fmla="*/ 1811 h 1812"/>
                  <a:gd name="T10" fmla="*/ 1634 w 1989"/>
                  <a:gd name="T11" fmla="*/ 1548 h 1812"/>
                  <a:gd name="T12" fmla="*/ 1634 w 1989"/>
                  <a:gd name="T13" fmla="*/ 268 h 1812"/>
                  <a:gd name="T14" fmla="*/ 994 w 1989"/>
                  <a:gd name="T15" fmla="*/ 0 h 18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89" h="1812">
                    <a:moveTo>
                      <a:pt x="994" y="0"/>
                    </a:moveTo>
                    <a:lnTo>
                      <a:pt x="994" y="0"/>
                    </a:lnTo>
                    <a:cubicBezTo>
                      <a:pt x="766" y="0"/>
                      <a:pt x="532" y="91"/>
                      <a:pt x="354" y="268"/>
                    </a:cubicBezTo>
                    <a:cubicBezTo>
                      <a:pt x="0" y="622"/>
                      <a:pt x="0" y="1194"/>
                      <a:pt x="354" y="1548"/>
                    </a:cubicBezTo>
                    <a:cubicBezTo>
                      <a:pt x="532" y="1725"/>
                      <a:pt x="766" y="1811"/>
                      <a:pt x="994" y="1811"/>
                    </a:cubicBezTo>
                    <a:cubicBezTo>
                      <a:pt x="1229" y="1811"/>
                      <a:pt x="1457" y="1725"/>
                      <a:pt x="1634" y="1548"/>
                    </a:cubicBezTo>
                    <a:cubicBezTo>
                      <a:pt x="1988" y="1194"/>
                      <a:pt x="1988" y="622"/>
                      <a:pt x="1634" y="268"/>
                    </a:cubicBezTo>
                    <a:cubicBezTo>
                      <a:pt x="1457" y="91"/>
                      <a:pt x="1229" y="0"/>
                      <a:pt x="994" y="0"/>
                    </a:cubicBezTo>
                  </a:path>
                </a:pathLst>
              </a:custGeom>
              <a:solidFill>
                <a:schemeClr val="accent3"/>
              </a:solidFill>
              <a:ln>
                <a:noFill/>
              </a:ln>
              <a:effectLst/>
            </p:spPr>
            <p:txBody>
              <a:bodyPr wrap="none" anchor="ctr"/>
              <a:lstStyle/>
              <a:p>
                <a:endParaRPr lang="en-US" sz="1800" dirty="0">
                  <a:latin typeface="微软雅黑" panose="020B0503020204020204" charset="-122"/>
                </a:endParaRPr>
              </a:p>
            </p:txBody>
          </p:sp>
          <p:sp>
            <p:nvSpPr>
              <p:cNvPr id="55" name="Freeform 270"/>
              <p:cNvSpPr>
                <a:spLocks noChangeArrowheads="1"/>
              </p:cNvSpPr>
              <p:nvPr/>
            </p:nvSpPr>
            <p:spPr bwMode="auto">
              <a:xfrm>
                <a:off x="13296064" y="10607541"/>
                <a:ext cx="1265763" cy="1166060"/>
              </a:xfrm>
              <a:custGeom>
                <a:avLst/>
                <a:gdLst>
                  <a:gd name="T0" fmla="*/ 1085 w 2206"/>
                  <a:gd name="T1" fmla="*/ 2005 h 2035"/>
                  <a:gd name="T2" fmla="*/ 1085 w 2206"/>
                  <a:gd name="T3" fmla="*/ 2005 h 2035"/>
                  <a:gd name="T4" fmla="*/ 383 w 2206"/>
                  <a:gd name="T5" fmla="*/ 1714 h 2035"/>
                  <a:gd name="T6" fmla="*/ 383 w 2206"/>
                  <a:gd name="T7" fmla="*/ 314 h 2035"/>
                  <a:gd name="T8" fmla="*/ 1085 w 2206"/>
                  <a:gd name="T9" fmla="*/ 23 h 2035"/>
                  <a:gd name="T10" fmla="*/ 1788 w 2206"/>
                  <a:gd name="T11" fmla="*/ 314 h 2035"/>
                  <a:gd name="T12" fmla="*/ 1788 w 2206"/>
                  <a:gd name="T13" fmla="*/ 1714 h 2035"/>
                  <a:gd name="T14" fmla="*/ 1085 w 2206"/>
                  <a:gd name="T15" fmla="*/ 2005 h 2035"/>
                  <a:gd name="T16" fmla="*/ 1085 w 2206"/>
                  <a:gd name="T17" fmla="*/ 0 h 2035"/>
                  <a:gd name="T18" fmla="*/ 1085 w 2206"/>
                  <a:gd name="T19" fmla="*/ 0 h 2035"/>
                  <a:gd name="T20" fmla="*/ 366 w 2206"/>
                  <a:gd name="T21" fmla="*/ 297 h 2035"/>
                  <a:gd name="T22" fmla="*/ 68 w 2206"/>
                  <a:gd name="T23" fmla="*/ 1017 h 2035"/>
                  <a:gd name="T24" fmla="*/ 366 w 2206"/>
                  <a:gd name="T25" fmla="*/ 1737 h 2035"/>
                  <a:gd name="T26" fmla="*/ 1085 w 2206"/>
                  <a:gd name="T27" fmla="*/ 2034 h 2035"/>
                  <a:gd name="T28" fmla="*/ 1085 w 2206"/>
                  <a:gd name="T29" fmla="*/ 2034 h 2035"/>
                  <a:gd name="T30" fmla="*/ 1805 w 2206"/>
                  <a:gd name="T31" fmla="*/ 1737 h 2035"/>
                  <a:gd name="T32" fmla="*/ 1805 w 2206"/>
                  <a:gd name="T33" fmla="*/ 297 h 2035"/>
                  <a:gd name="T34" fmla="*/ 1085 w 2206"/>
                  <a:gd name="T35" fmla="*/ 0 h 2035"/>
                  <a:gd name="T36" fmla="*/ 1085 w 2206"/>
                  <a:gd name="T37" fmla="*/ 2005 h 2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06" h="2035">
                    <a:moveTo>
                      <a:pt x="1085" y="2005"/>
                    </a:moveTo>
                    <a:lnTo>
                      <a:pt x="1085" y="2005"/>
                    </a:lnTo>
                    <a:cubicBezTo>
                      <a:pt x="823" y="2005"/>
                      <a:pt x="571" y="1902"/>
                      <a:pt x="383" y="1714"/>
                    </a:cubicBezTo>
                    <a:cubicBezTo>
                      <a:pt x="0" y="1331"/>
                      <a:pt x="0" y="703"/>
                      <a:pt x="383" y="314"/>
                    </a:cubicBezTo>
                    <a:cubicBezTo>
                      <a:pt x="571" y="126"/>
                      <a:pt x="823" y="23"/>
                      <a:pt x="1085" y="23"/>
                    </a:cubicBezTo>
                    <a:cubicBezTo>
                      <a:pt x="1354" y="23"/>
                      <a:pt x="1600" y="126"/>
                      <a:pt x="1788" y="314"/>
                    </a:cubicBezTo>
                    <a:cubicBezTo>
                      <a:pt x="2177" y="703"/>
                      <a:pt x="2177" y="1331"/>
                      <a:pt x="1788" y="1714"/>
                    </a:cubicBezTo>
                    <a:cubicBezTo>
                      <a:pt x="1600" y="1902"/>
                      <a:pt x="1354" y="2005"/>
                      <a:pt x="1085" y="2005"/>
                    </a:cubicBezTo>
                    <a:lnTo>
                      <a:pt x="1085" y="0"/>
                    </a:lnTo>
                    <a:lnTo>
                      <a:pt x="1085" y="0"/>
                    </a:lnTo>
                    <a:cubicBezTo>
                      <a:pt x="817" y="0"/>
                      <a:pt x="560" y="103"/>
                      <a:pt x="366" y="297"/>
                    </a:cubicBezTo>
                    <a:cubicBezTo>
                      <a:pt x="177" y="486"/>
                      <a:pt x="68" y="743"/>
                      <a:pt x="68" y="1017"/>
                    </a:cubicBezTo>
                    <a:cubicBezTo>
                      <a:pt x="68" y="1285"/>
                      <a:pt x="177" y="1542"/>
                      <a:pt x="366" y="1737"/>
                    </a:cubicBezTo>
                    <a:cubicBezTo>
                      <a:pt x="560" y="1925"/>
                      <a:pt x="817" y="2034"/>
                      <a:pt x="1085" y="2034"/>
                    </a:cubicBezTo>
                    <a:lnTo>
                      <a:pt x="1085" y="2034"/>
                    </a:lnTo>
                    <a:cubicBezTo>
                      <a:pt x="1360" y="2034"/>
                      <a:pt x="1611" y="1925"/>
                      <a:pt x="1805" y="1737"/>
                    </a:cubicBezTo>
                    <a:cubicBezTo>
                      <a:pt x="2205" y="1337"/>
                      <a:pt x="2205" y="691"/>
                      <a:pt x="1805" y="297"/>
                    </a:cubicBezTo>
                    <a:cubicBezTo>
                      <a:pt x="1611" y="103"/>
                      <a:pt x="1360" y="0"/>
                      <a:pt x="1085" y="0"/>
                    </a:cubicBezTo>
                    <a:lnTo>
                      <a:pt x="1085" y="2005"/>
                    </a:lnTo>
                  </a:path>
                </a:pathLst>
              </a:custGeom>
              <a:solidFill>
                <a:schemeClr val="accent3"/>
              </a:solidFill>
              <a:ln>
                <a:noFill/>
              </a:ln>
              <a:effectLst/>
            </p:spPr>
            <p:txBody>
              <a:bodyPr wrap="none" anchor="ctr"/>
              <a:lstStyle/>
              <a:p>
                <a:endParaRPr lang="en-US" sz="1800" dirty="0">
                  <a:latin typeface="微软雅黑" panose="020B0503020204020204" charset="-122"/>
                </a:endParaRPr>
              </a:p>
            </p:txBody>
          </p:sp>
        </p:grpSp>
        <p:sp>
          <p:nvSpPr>
            <p:cNvPr id="40" name="Freeform 39"/>
            <p:cNvSpPr>
              <a:spLocks noChangeArrowheads="1"/>
            </p:cNvSpPr>
            <p:nvPr/>
          </p:nvSpPr>
          <p:spPr bwMode="auto">
            <a:xfrm>
              <a:off x="8823697" y="6906421"/>
              <a:ext cx="532732" cy="532736"/>
            </a:xfrm>
            <a:custGeom>
              <a:avLst/>
              <a:gdLst>
                <a:gd name="T0" fmla="*/ 399 w 444"/>
                <a:gd name="T1" fmla="*/ 53 h 444"/>
                <a:gd name="T2" fmla="*/ 399 w 444"/>
                <a:gd name="T3" fmla="*/ 53 h 444"/>
                <a:gd name="T4" fmla="*/ 372 w 444"/>
                <a:gd name="T5" fmla="*/ 53 h 444"/>
                <a:gd name="T6" fmla="*/ 372 w 444"/>
                <a:gd name="T7" fmla="*/ 98 h 444"/>
                <a:gd name="T8" fmla="*/ 293 w 444"/>
                <a:gd name="T9" fmla="*/ 98 h 444"/>
                <a:gd name="T10" fmla="*/ 293 w 444"/>
                <a:gd name="T11" fmla="*/ 53 h 444"/>
                <a:gd name="T12" fmla="*/ 151 w 444"/>
                <a:gd name="T13" fmla="*/ 53 h 444"/>
                <a:gd name="T14" fmla="*/ 151 w 444"/>
                <a:gd name="T15" fmla="*/ 98 h 444"/>
                <a:gd name="T16" fmla="*/ 71 w 444"/>
                <a:gd name="T17" fmla="*/ 98 h 444"/>
                <a:gd name="T18" fmla="*/ 71 w 444"/>
                <a:gd name="T19" fmla="*/ 53 h 444"/>
                <a:gd name="T20" fmla="*/ 45 w 444"/>
                <a:gd name="T21" fmla="*/ 53 h 444"/>
                <a:gd name="T22" fmla="*/ 0 w 444"/>
                <a:gd name="T23" fmla="*/ 98 h 444"/>
                <a:gd name="T24" fmla="*/ 0 w 444"/>
                <a:gd name="T25" fmla="*/ 399 h 444"/>
                <a:gd name="T26" fmla="*/ 45 w 444"/>
                <a:gd name="T27" fmla="*/ 443 h 444"/>
                <a:gd name="T28" fmla="*/ 399 w 444"/>
                <a:gd name="T29" fmla="*/ 443 h 444"/>
                <a:gd name="T30" fmla="*/ 443 w 444"/>
                <a:gd name="T31" fmla="*/ 399 h 444"/>
                <a:gd name="T32" fmla="*/ 443 w 444"/>
                <a:gd name="T33" fmla="*/ 98 h 444"/>
                <a:gd name="T34" fmla="*/ 399 w 444"/>
                <a:gd name="T35" fmla="*/ 53 h 444"/>
                <a:gd name="T36" fmla="*/ 399 w 444"/>
                <a:gd name="T37" fmla="*/ 399 h 444"/>
                <a:gd name="T38" fmla="*/ 399 w 444"/>
                <a:gd name="T39" fmla="*/ 399 h 444"/>
                <a:gd name="T40" fmla="*/ 45 w 444"/>
                <a:gd name="T41" fmla="*/ 399 h 444"/>
                <a:gd name="T42" fmla="*/ 45 w 444"/>
                <a:gd name="T43" fmla="*/ 196 h 444"/>
                <a:gd name="T44" fmla="*/ 399 w 444"/>
                <a:gd name="T45" fmla="*/ 196 h 444"/>
                <a:gd name="T46" fmla="*/ 399 w 444"/>
                <a:gd name="T47" fmla="*/ 399 h 444"/>
                <a:gd name="T48" fmla="*/ 124 w 444"/>
                <a:gd name="T49" fmla="*/ 0 h 444"/>
                <a:gd name="T50" fmla="*/ 124 w 444"/>
                <a:gd name="T51" fmla="*/ 0 h 444"/>
                <a:gd name="T52" fmla="*/ 89 w 444"/>
                <a:gd name="T53" fmla="*/ 0 h 444"/>
                <a:gd name="T54" fmla="*/ 89 w 444"/>
                <a:gd name="T55" fmla="*/ 89 h 444"/>
                <a:gd name="T56" fmla="*/ 124 w 444"/>
                <a:gd name="T57" fmla="*/ 89 h 444"/>
                <a:gd name="T58" fmla="*/ 124 w 444"/>
                <a:gd name="T59" fmla="*/ 0 h 444"/>
                <a:gd name="T60" fmla="*/ 354 w 444"/>
                <a:gd name="T61" fmla="*/ 0 h 444"/>
                <a:gd name="T62" fmla="*/ 354 w 444"/>
                <a:gd name="T63" fmla="*/ 0 h 444"/>
                <a:gd name="T64" fmla="*/ 319 w 444"/>
                <a:gd name="T65" fmla="*/ 0 h 444"/>
                <a:gd name="T66" fmla="*/ 319 w 444"/>
                <a:gd name="T67" fmla="*/ 89 h 444"/>
                <a:gd name="T68" fmla="*/ 354 w 444"/>
                <a:gd name="T69" fmla="*/ 89 h 444"/>
                <a:gd name="T70" fmla="*/ 354 w 444"/>
                <a:gd name="T71" fmla="*/ 0 h 4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44" h="444">
                  <a:moveTo>
                    <a:pt x="399" y="53"/>
                  </a:moveTo>
                  <a:lnTo>
                    <a:pt x="399" y="53"/>
                  </a:lnTo>
                  <a:cubicBezTo>
                    <a:pt x="372" y="53"/>
                    <a:pt x="372" y="53"/>
                    <a:pt x="372" y="53"/>
                  </a:cubicBezTo>
                  <a:cubicBezTo>
                    <a:pt x="372" y="98"/>
                    <a:pt x="372" y="98"/>
                    <a:pt x="372" y="98"/>
                  </a:cubicBezTo>
                  <a:cubicBezTo>
                    <a:pt x="293" y="98"/>
                    <a:pt x="293" y="98"/>
                    <a:pt x="293" y="98"/>
                  </a:cubicBezTo>
                  <a:cubicBezTo>
                    <a:pt x="293" y="53"/>
                    <a:pt x="293" y="53"/>
                    <a:pt x="293" y="53"/>
                  </a:cubicBezTo>
                  <a:cubicBezTo>
                    <a:pt x="151" y="53"/>
                    <a:pt x="151" y="53"/>
                    <a:pt x="151" y="53"/>
                  </a:cubicBezTo>
                  <a:cubicBezTo>
                    <a:pt x="151" y="98"/>
                    <a:pt x="151" y="98"/>
                    <a:pt x="151" y="98"/>
                  </a:cubicBezTo>
                  <a:cubicBezTo>
                    <a:pt x="71" y="98"/>
                    <a:pt x="71" y="98"/>
                    <a:pt x="71" y="98"/>
                  </a:cubicBezTo>
                  <a:cubicBezTo>
                    <a:pt x="71" y="53"/>
                    <a:pt x="71" y="53"/>
                    <a:pt x="71" y="53"/>
                  </a:cubicBezTo>
                  <a:cubicBezTo>
                    <a:pt x="45" y="53"/>
                    <a:pt x="45" y="53"/>
                    <a:pt x="45" y="53"/>
                  </a:cubicBezTo>
                  <a:cubicBezTo>
                    <a:pt x="18" y="53"/>
                    <a:pt x="0" y="71"/>
                    <a:pt x="0" y="98"/>
                  </a:cubicBezTo>
                  <a:cubicBezTo>
                    <a:pt x="0" y="399"/>
                    <a:pt x="0" y="399"/>
                    <a:pt x="0" y="399"/>
                  </a:cubicBezTo>
                  <a:cubicBezTo>
                    <a:pt x="0" y="425"/>
                    <a:pt x="18" y="443"/>
                    <a:pt x="45" y="443"/>
                  </a:cubicBezTo>
                  <a:cubicBezTo>
                    <a:pt x="399" y="443"/>
                    <a:pt x="399" y="443"/>
                    <a:pt x="399" y="443"/>
                  </a:cubicBezTo>
                  <a:cubicBezTo>
                    <a:pt x="425" y="443"/>
                    <a:pt x="443" y="425"/>
                    <a:pt x="443" y="399"/>
                  </a:cubicBezTo>
                  <a:cubicBezTo>
                    <a:pt x="443" y="98"/>
                    <a:pt x="443" y="98"/>
                    <a:pt x="443" y="98"/>
                  </a:cubicBezTo>
                  <a:cubicBezTo>
                    <a:pt x="443" y="71"/>
                    <a:pt x="425" y="53"/>
                    <a:pt x="399" y="53"/>
                  </a:cubicBezTo>
                  <a:close/>
                  <a:moveTo>
                    <a:pt x="399" y="399"/>
                  </a:moveTo>
                  <a:lnTo>
                    <a:pt x="399" y="399"/>
                  </a:lnTo>
                  <a:cubicBezTo>
                    <a:pt x="45" y="399"/>
                    <a:pt x="45" y="399"/>
                    <a:pt x="45" y="399"/>
                  </a:cubicBezTo>
                  <a:cubicBezTo>
                    <a:pt x="45" y="196"/>
                    <a:pt x="45" y="196"/>
                    <a:pt x="45" y="196"/>
                  </a:cubicBezTo>
                  <a:cubicBezTo>
                    <a:pt x="399" y="196"/>
                    <a:pt x="399" y="196"/>
                    <a:pt x="399" y="196"/>
                  </a:cubicBezTo>
                  <a:lnTo>
                    <a:pt x="399" y="399"/>
                  </a:lnTo>
                  <a:close/>
                  <a:moveTo>
                    <a:pt x="124" y="0"/>
                  </a:moveTo>
                  <a:lnTo>
                    <a:pt x="124" y="0"/>
                  </a:lnTo>
                  <a:cubicBezTo>
                    <a:pt x="89" y="0"/>
                    <a:pt x="89" y="0"/>
                    <a:pt x="89" y="0"/>
                  </a:cubicBezTo>
                  <a:cubicBezTo>
                    <a:pt x="89" y="89"/>
                    <a:pt x="89" y="89"/>
                    <a:pt x="89" y="89"/>
                  </a:cubicBezTo>
                  <a:cubicBezTo>
                    <a:pt x="124" y="89"/>
                    <a:pt x="124" y="89"/>
                    <a:pt x="124" y="89"/>
                  </a:cubicBezTo>
                  <a:lnTo>
                    <a:pt x="124" y="0"/>
                  </a:lnTo>
                  <a:close/>
                  <a:moveTo>
                    <a:pt x="354" y="0"/>
                  </a:moveTo>
                  <a:lnTo>
                    <a:pt x="354" y="0"/>
                  </a:lnTo>
                  <a:cubicBezTo>
                    <a:pt x="319" y="0"/>
                    <a:pt x="319" y="0"/>
                    <a:pt x="319" y="0"/>
                  </a:cubicBezTo>
                  <a:cubicBezTo>
                    <a:pt x="319" y="89"/>
                    <a:pt x="319" y="89"/>
                    <a:pt x="319" y="89"/>
                  </a:cubicBezTo>
                  <a:cubicBezTo>
                    <a:pt x="354" y="89"/>
                    <a:pt x="354" y="89"/>
                    <a:pt x="354" y="89"/>
                  </a:cubicBezTo>
                  <a:lnTo>
                    <a:pt x="354" y="0"/>
                  </a:lnTo>
                  <a:close/>
                </a:path>
              </a:pathLst>
            </a:custGeom>
            <a:solidFill>
              <a:schemeClr val="bg1"/>
            </a:solidFill>
            <a:ln>
              <a:noFill/>
            </a:ln>
            <a:effectLst/>
          </p:spPr>
          <p:txBody>
            <a:bodyPr wrap="none" anchor="ctr"/>
            <a:lstStyle/>
            <a:p>
              <a:endParaRPr lang="en-US" sz="1800" dirty="0">
                <a:latin typeface="微软雅黑" panose="020B0503020204020204" charset="-122"/>
              </a:endParaRPr>
            </a:p>
          </p:txBody>
        </p:sp>
        <p:grpSp>
          <p:nvGrpSpPr>
            <p:cNvPr id="42" name="Group 41"/>
            <p:cNvGrpSpPr/>
            <p:nvPr/>
          </p:nvGrpSpPr>
          <p:grpSpPr>
            <a:xfrm>
              <a:off x="7972912" y="7036446"/>
              <a:ext cx="304072" cy="303870"/>
              <a:chOff x="8571240" y="5550087"/>
              <a:chExt cx="304072" cy="303870"/>
            </a:xfrm>
          </p:grpSpPr>
          <p:sp>
            <p:nvSpPr>
              <p:cNvPr id="46" name="Freeform 324"/>
              <p:cNvSpPr>
                <a:spLocks noChangeArrowheads="1"/>
              </p:cNvSpPr>
              <p:nvPr/>
            </p:nvSpPr>
            <p:spPr bwMode="auto">
              <a:xfrm>
                <a:off x="8571240" y="5550087"/>
                <a:ext cx="304072" cy="303870"/>
              </a:xfrm>
              <a:custGeom>
                <a:avLst/>
                <a:gdLst>
                  <a:gd name="T0" fmla="*/ 480 w 481"/>
                  <a:gd name="T1" fmla="*/ 240 h 481"/>
                  <a:gd name="T2" fmla="*/ 480 w 481"/>
                  <a:gd name="T3" fmla="*/ 240 h 481"/>
                  <a:gd name="T4" fmla="*/ 240 w 481"/>
                  <a:gd name="T5" fmla="*/ 0 h 481"/>
                  <a:gd name="T6" fmla="*/ 0 w 481"/>
                  <a:gd name="T7" fmla="*/ 240 h 481"/>
                  <a:gd name="T8" fmla="*/ 240 w 481"/>
                  <a:gd name="T9" fmla="*/ 480 h 481"/>
                  <a:gd name="T10" fmla="*/ 480 w 481"/>
                  <a:gd name="T11" fmla="*/ 240 h 481"/>
                </a:gdLst>
                <a:ahLst/>
                <a:cxnLst>
                  <a:cxn ang="0">
                    <a:pos x="T0" y="T1"/>
                  </a:cxn>
                  <a:cxn ang="0">
                    <a:pos x="T2" y="T3"/>
                  </a:cxn>
                  <a:cxn ang="0">
                    <a:pos x="T4" y="T5"/>
                  </a:cxn>
                  <a:cxn ang="0">
                    <a:pos x="T6" y="T7"/>
                  </a:cxn>
                  <a:cxn ang="0">
                    <a:pos x="T8" y="T9"/>
                  </a:cxn>
                  <a:cxn ang="0">
                    <a:pos x="T10" y="T11"/>
                  </a:cxn>
                </a:cxnLst>
                <a:rect l="0" t="0" r="r" b="b"/>
                <a:pathLst>
                  <a:path w="481" h="481">
                    <a:moveTo>
                      <a:pt x="480" y="240"/>
                    </a:moveTo>
                    <a:lnTo>
                      <a:pt x="480" y="240"/>
                    </a:lnTo>
                    <a:cubicBezTo>
                      <a:pt x="480" y="109"/>
                      <a:pt x="371" y="0"/>
                      <a:pt x="240" y="0"/>
                    </a:cubicBezTo>
                    <a:cubicBezTo>
                      <a:pt x="103" y="0"/>
                      <a:pt x="0" y="109"/>
                      <a:pt x="0" y="240"/>
                    </a:cubicBezTo>
                    <a:cubicBezTo>
                      <a:pt x="0" y="372"/>
                      <a:pt x="103" y="480"/>
                      <a:pt x="240" y="480"/>
                    </a:cubicBezTo>
                    <a:cubicBezTo>
                      <a:pt x="371" y="480"/>
                      <a:pt x="480" y="372"/>
                      <a:pt x="480" y="240"/>
                    </a:cubicBezTo>
                  </a:path>
                </a:pathLst>
              </a:custGeom>
              <a:solidFill>
                <a:schemeClr val="accent3"/>
              </a:solidFill>
              <a:ln>
                <a:noFill/>
              </a:ln>
              <a:effectLst/>
            </p:spPr>
            <p:txBody>
              <a:bodyPr wrap="none" anchor="ctr"/>
              <a:lstStyle/>
              <a:p>
                <a:endParaRPr lang="en-US" sz="1800" dirty="0">
                  <a:latin typeface="微软雅黑" panose="020B0503020204020204" charset="-122"/>
                </a:endParaRPr>
              </a:p>
            </p:txBody>
          </p:sp>
          <p:grpSp>
            <p:nvGrpSpPr>
              <p:cNvPr id="48" name="Group 47"/>
              <p:cNvGrpSpPr/>
              <p:nvPr/>
            </p:nvGrpSpPr>
            <p:grpSpPr>
              <a:xfrm>
                <a:off x="8633181" y="5620427"/>
                <a:ext cx="183006" cy="180070"/>
                <a:chOff x="8633181" y="5620427"/>
                <a:chExt cx="183006" cy="180070"/>
              </a:xfrm>
              <a:solidFill>
                <a:schemeClr val="bg1"/>
              </a:solidFill>
            </p:grpSpPr>
            <p:sp>
              <p:nvSpPr>
                <p:cNvPr id="49" name="Freeform 325"/>
                <p:cNvSpPr>
                  <a:spLocks noChangeArrowheads="1"/>
                </p:cNvSpPr>
                <p:nvPr/>
              </p:nvSpPr>
              <p:spPr bwMode="auto">
                <a:xfrm>
                  <a:off x="8717645" y="5620427"/>
                  <a:ext cx="16893" cy="180070"/>
                </a:xfrm>
                <a:custGeom>
                  <a:avLst/>
                  <a:gdLst>
                    <a:gd name="T0" fmla="*/ 28 w 29"/>
                    <a:gd name="T1" fmla="*/ 285 h 286"/>
                    <a:gd name="T2" fmla="*/ 0 w 29"/>
                    <a:gd name="T3" fmla="*/ 285 h 286"/>
                    <a:gd name="T4" fmla="*/ 0 w 29"/>
                    <a:gd name="T5" fmla="*/ 0 h 286"/>
                    <a:gd name="T6" fmla="*/ 28 w 29"/>
                    <a:gd name="T7" fmla="*/ 0 h 286"/>
                    <a:gd name="T8" fmla="*/ 28 w 29"/>
                    <a:gd name="T9" fmla="*/ 285 h 286"/>
                  </a:gdLst>
                  <a:ahLst/>
                  <a:cxnLst>
                    <a:cxn ang="0">
                      <a:pos x="T0" y="T1"/>
                    </a:cxn>
                    <a:cxn ang="0">
                      <a:pos x="T2" y="T3"/>
                    </a:cxn>
                    <a:cxn ang="0">
                      <a:pos x="T4" y="T5"/>
                    </a:cxn>
                    <a:cxn ang="0">
                      <a:pos x="T6" y="T7"/>
                    </a:cxn>
                    <a:cxn ang="0">
                      <a:pos x="T8" y="T9"/>
                    </a:cxn>
                  </a:cxnLst>
                  <a:rect l="0" t="0" r="r" b="b"/>
                  <a:pathLst>
                    <a:path w="29" h="286">
                      <a:moveTo>
                        <a:pt x="28" y="285"/>
                      </a:moveTo>
                      <a:lnTo>
                        <a:pt x="0" y="285"/>
                      </a:lnTo>
                      <a:lnTo>
                        <a:pt x="0" y="0"/>
                      </a:lnTo>
                      <a:lnTo>
                        <a:pt x="28" y="0"/>
                      </a:lnTo>
                      <a:lnTo>
                        <a:pt x="28" y="285"/>
                      </a:lnTo>
                    </a:path>
                  </a:pathLst>
                </a:custGeom>
                <a:grpFill/>
                <a:ln>
                  <a:noFill/>
                </a:ln>
                <a:effectLst/>
              </p:spPr>
              <p:txBody>
                <a:bodyPr wrap="none" anchor="ctr"/>
                <a:lstStyle/>
                <a:p>
                  <a:endParaRPr lang="en-US" sz="1800" dirty="0">
                    <a:latin typeface="微软雅黑" panose="020B0503020204020204" charset="-122"/>
                  </a:endParaRPr>
                </a:p>
              </p:txBody>
            </p:sp>
            <p:sp>
              <p:nvSpPr>
                <p:cNvPr id="50" name="Freeform 326"/>
                <p:cNvSpPr>
                  <a:spLocks noChangeArrowheads="1"/>
                </p:cNvSpPr>
                <p:nvPr/>
              </p:nvSpPr>
              <p:spPr bwMode="auto">
                <a:xfrm>
                  <a:off x="8633181" y="5699209"/>
                  <a:ext cx="183006" cy="19695"/>
                </a:xfrm>
                <a:custGeom>
                  <a:avLst/>
                  <a:gdLst>
                    <a:gd name="T0" fmla="*/ 0 w 293"/>
                    <a:gd name="T1" fmla="*/ 35 h 36"/>
                    <a:gd name="T2" fmla="*/ 0 w 293"/>
                    <a:gd name="T3" fmla="*/ 0 h 36"/>
                    <a:gd name="T4" fmla="*/ 292 w 293"/>
                    <a:gd name="T5" fmla="*/ 0 h 36"/>
                    <a:gd name="T6" fmla="*/ 292 w 293"/>
                    <a:gd name="T7" fmla="*/ 35 h 36"/>
                    <a:gd name="T8" fmla="*/ 0 w 293"/>
                    <a:gd name="T9" fmla="*/ 35 h 36"/>
                  </a:gdLst>
                  <a:ahLst/>
                  <a:cxnLst>
                    <a:cxn ang="0">
                      <a:pos x="T0" y="T1"/>
                    </a:cxn>
                    <a:cxn ang="0">
                      <a:pos x="T2" y="T3"/>
                    </a:cxn>
                    <a:cxn ang="0">
                      <a:pos x="T4" y="T5"/>
                    </a:cxn>
                    <a:cxn ang="0">
                      <a:pos x="T6" y="T7"/>
                    </a:cxn>
                    <a:cxn ang="0">
                      <a:pos x="T8" y="T9"/>
                    </a:cxn>
                  </a:cxnLst>
                  <a:rect l="0" t="0" r="r" b="b"/>
                  <a:pathLst>
                    <a:path w="293" h="36">
                      <a:moveTo>
                        <a:pt x="0" y="35"/>
                      </a:moveTo>
                      <a:lnTo>
                        <a:pt x="0" y="0"/>
                      </a:lnTo>
                      <a:lnTo>
                        <a:pt x="292" y="0"/>
                      </a:lnTo>
                      <a:lnTo>
                        <a:pt x="292" y="35"/>
                      </a:lnTo>
                      <a:lnTo>
                        <a:pt x="0" y="35"/>
                      </a:lnTo>
                    </a:path>
                  </a:pathLst>
                </a:custGeom>
                <a:grpFill/>
                <a:ln>
                  <a:noFill/>
                </a:ln>
                <a:effectLst/>
              </p:spPr>
              <p:txBody>
                <a:bodyPr wrap="none" anchor="ctr"/>
                <a:lstStyle/>
                <a:p>
                  <a:endParaRPr lang="en-US" sz="1800" dirty="0">
                    <a:latin typeface="微软雅黑" panose="020B0503020204020204" charset="-122"/>
                  </a:endParaRPr>
                </a:p>
              </p:txBody>
            </p:sp>
          </p:grpSp>
        </p:grpSp>
        <p:sp>
          <p:nvSpPr>
            <p:cNvPr id="43" name="TextBox 42"/>
            <p:cNvSpPr txBox="1"/>
            <p:nvPr/>
          </p:nvSpPr>
          <p:spPr>
            <a:xfrm>
              <a:off x="5234816" y="6773924"/>
              <a:ext cx="2816860" cy="668020"/>
            </a:xfrm>
            <a:prstGeom prst="rect">
              <a:avLst/>
            </a:prstGeom>
            <a:noFill/>
          </p:spPr>
          <p:txBody>
            <a:bodyPr wrap="none" lIns="91421" tIns="45711" rIns="91421" bIns="45711" rtlCol="0">
              <a:spAutoFit/>
            </a:bodyPr>
            <a:lstStyle/>
            <a:p>
              <a:pPr algn="r"/>
              <a:r>
                <a:rPr lang="id-ID" sz="1600" b="1" dirty="0">
                  <a:latin typeface="微软雅黑" panose="020B0503020204020204" charset="-122"/>
                </a:rPr>
                <a:t>此处添加标题</a:t>
              </a:r>
            </a:p>
          </p:txBody>
        </p:sp>
        <p:sp>
          <p:nvSpPr>
            <p:cNvPr id="45" name="TextBox 44"/>
            <p:cNvSpPr txBox="1"/>
            <p:nvPr/>
          </p:nvSpPr>
          <p:spPr>
            <a:xfrm>
              <a:off x="4211596" y="7261153"/>
              <a:ext cx="3850436" cy="1422400"/>
            </a:xfrm>
            <a:prstGeom prst="rect">
              <a:avLst/>
            </a:prstGeom>
            <a:noFill/>
          </p:spPr>
          <p:txBody>
            <a:bodyPr wrap="square" lIns="109709" tIns="54855" rIns="109709" bIns="54855" rtlCol="0">
              <a:spAutoFit/>
            </a:bodyPr>
            <a:lstStyle/>
            <a:p>
              <a:pPr algn="r">
                <a:lnSpc>
                  <a:spcPct val="110000"/>
                </a:lnSpc>
              </a:pPr>
              <a:r>
                <a:rPr lang="en-US" sz="1200" dirty="0">
                  <a:latin typeface="微软雅黑" panose="020B0503020204020204" charset="-122"/>
                  <a:cs typeface="Aparajita" panose="020B0604020202020204" pitchFamily="34" charset="0"/>
                </a:rPr>
                <a:t>请在此粘贴或者输入您的文字内容请在此粘贴或者输入您的文字内容</a:t>
              </a:r>
            </a:p>
          </p:txBody>
        </p:sp>
      </p:grpSp>
      <p:grpSp>
        <p:nvGrpSpPr>
          <p:cNvPr id="56" name="Group 55"/>
          <p:cNvGrpSpPr/>
          <p:nvPr/>
        </p:nvGrpSpPr>
        <p:grpSpPr>
          <a:xfrm>
            <a:off x="8814943" y="3737702"/>
            <a:ext cx="2810655" cy="1081855"/>
            <a:chOff x="14570915" y="6527320"/>
            <a:chExt cx="5621309" cy="2163710"/>
          </a:xfrm>
        </p:grpSpPr>
        <p:grpSp>
          <p:nvGrpSpPr>
            <p:cNvPr id="57" name="Group 56"/>
            <p:cNvGrpSpPr/>
            <p:nvPr/>
          </p:nvGrpSpPr>
          <p:grpSpPr>
            <a:xfrm>
              <a:off x="14570915" y="6527320"/>
              <a:ext cx="1404923" cy="1294259"/>
              <a:chOff x="14726875" y="6750120"/>
              <a:chExt cx="1404923" cy="1294259"/>
            </a:xfrm>
          </p:grpSpPr>
          <p:grpSp>
            <p:nvGrpSpPr>
              <p:cNvPr id="81" name="Group 80"/>
              <p:cNvGrpSpPr/>
              <p:nvPr/>
            </p:nvGrpSpPr>
            <p:grpSpPr>
              <a:xfrm>
                <a:off x="14726875" y="6750120"/>
                <a:ext cx="1404923" cy="1294259"/>
                <a:chOff x="13296064" y="10607541"/>
                <a:chExt cx="1265763" cy="1166060"/>
              </a:xfrm>
              <a:solidFill>
                <a:schemeClr val="accent2"/>
              </a:solidFill>
            </p:grpSpPr>
            <p:sp>
              <p:nvSpPr>
                <p:cNvPr id="83" name="Freeform 269"/>
                <p:cNvSpPr>
                  <a:spLocks noChangeArrowheads="1"/>
                </p:cNvSpPr>
                <p:nvPr/>
              </p:nvSpPr>
              <p:spPr bwMode="auto">
                <a:xfrm>
                  <a:off x="13349333" y="10670914"/>
                  <a:ext cx="1141470" cy="1039314"/>
                </a:xfrm>
                <a:custGeom>
                  <a:avLst/>
                  <a:gdLst>
                    <a:gd name="T0" fmla="*/ 994 w 1989"/>
                    <a:gd name="T1" fmla="*/ 0 h 1812"/>
                    <a:gd name="T2" fmla="*/ 994 w 1989"/>
                    <a:gd name="T3" fmla="*/ 0 h 1812"/>
                    <a:gd name="T4" fmla="*/ 354 w 1989"/>
                    <a:gd name="T5" fmla="*/ 268 h 1812"/>
                    <a:gd name="T6" fmla="*/ 354 w 1989"/>
                    <a:gd name="T7" fmla="*/ 1548 h 1812"/>
                    <a:gd name="T8" fmla="*/ 994 w 1989"/>
                    <a:gd name="T9" fmla="*/ 1811 h 1812"/>
                    <a:gd name="T10" fmla="*/ 1634 w 1989"/>
                    <a:gd name="T11" fmla="*/ 1548 h 1812"/>
                    <a:gd name="T12" fmla="*/ 1634 w 1989"/>
                    <a:gd name="T13" fmla="*/ 268 h 1812"/>
                    <a:gd name="T14" fmla="*/ 994 w 1989"/>
                    <a:gd name="T15" fmla="*/ 0 h 18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89" h="1812">
                      <a:moveTo>
                        <a:pt x="994" y="0"/>
                      </a:moveTo>
                      <a:lnTo>
                        <a:pt x="994" y="0"/>
                      </a:lnTo>
                      <a:cubicBezTo>
                        <a:pt x="766" y="0"/>
                        <a:pt x="532" y="91"/>
                        <a:pt x="354" y="268"/>
                      </a:cubicBezTo>
                      <a:cubicBezTo>
                        <a:pt x="0" y="622"/>
                        <a:pt x="0" y="1194"/>
                        <a:pt x="354" y="1548"/>
                      </a:cubicBezTo>
                      <a:cubicBezTo>
                        <a:pt x="532" y="1725"/>
                        <a:pt x="766" y="1811"/>
                        <a:pt x="994" y="1811"/>
                      </a:cubicBezTo>
                      <a:cubicBezTo>
                        <a:pt x="1229" y="1811"/>
                        <a:pt x="1457" y="1725"/>
                        <a:pt x="1634" y="1548"/>
                      </a:cubicBezTo>
                      <a:cubicBezTo>
                        <a:pt x="1988" y="1194"/>
                        <a:pt x="1988" y="622"/>
                        <a:pt x="1634" y="268"/>
                      </a:cubicBezTo>
                      <a:cubicBezTo>
                        <a:pt x="1457" y="91"/>
                        <a:pt x="1229" y="0"/>
                        <a:pt x="994" y="0"/>
                      </a:cubicBezTo>
                    </a:path>
                  </a:pathLst>
                </a:custGeom>
                <a:solidFill>
                  <a:schemeClr val="accent4"/>
                </a:solidFill>
                <a:ln w="9525" cap="flat">
                  <a:noFill/>
                  <a:bevel/>
                </a:ln>
                <a:effectLst/>
              </p:spPr>
              <p:txBody>
                <a:bodyPr wrap="none" anchor="ctr"/>
                <a:lstStyle/>
                <a:p>
                  <a:endParaRPr lang="en-US" sz="1800" dirty="0">
                    <a:latin typeface="微软雅黑" panose="020B0503020204020204" charset="-122"/>
                  </a:endParaRPr>
                </a:p>
              </p:txBody>
            </p:sp>
            <p:sp>
              <p:nvSpPr>
                <p:cNvPr id="84" name="Freeform 270"/>
                <p:cNvSpPr>
                  <a:spLocks noChangeArrowheads="1"/>
                </p:cNvSpPr>
                <p:nvPr/>
              </p:nvSpPr>
              <p:spPr bwMode="auto">
                <a:xfrm>
                  <a:off x="13296064" y="10607541"/>
                  <a:ext cx="1265763" cy="1166060"/>
                </a:xfrm>
                <a:custGeom>
                  <a:avLst/>
                  <a:gdLst>
                    <a:gd name="T0" fmla="*/ 1085 w 2206"/>
                    <a:gd name="T1" fmla="*/ 2005 h 2035"/>
                    <a:gd name="T2" fmla="*/ 1085 w 2206"/>
                    <a:gd name="T3" fmla="*/ 2005 h 2035"/>
                    <a:gd name="T4" fmla="*/ 383 w 2206"/>
                    <a:gd name="T5" fmla="*/ 1714 h 2035"/>
                    <a:gd name="T6" fmla="*/ 383 w 2206"/>
                    <a:gd name="T7" fmla="*/ 314 h 2035"/>
                    <a:gd name="T8" fmla="*/ 1085 w 2206"/>
                    <a:gd name="T9" fmla="*/ 23 h 2035"/>
                    <a:gd name="T10" fmla="*/ 1788 w 2206"/>
                    <a:gd name="T11" fmla="*/ 314 h 2035"/>
                    <a:gd name="T12" fmla="*/ 1788 w 2206"/>
                    <a:gd name="T13" fmla="*/ 1714 h 2035"/>
                    <a:gd name="T14" fmla="*/ 1085 w 2206"/>
                    <a:gd name="T15" fmla="*/ 2005 h 2035"/>
                    <a:gd name="T16" fmla="*/ 1085 w 2206"/>
                    <a:gd name="T17" fmla="*/ 0 h 2035"/>
                    <a:gd name="T18" fmla="*/ 1085 w 2206"/>
                    <a:gd name="T19" fmla="*/ 0 h 2035"/>
                    <a:gd name="T20" fmla="*/ 366 w 2206"/>
                    <a:gd name="T21" fmla="*/ 297 h 2035"/>
                    <a:gd name="T22" fmla="*/ 68 w 2206"/>
                    <a:gd name="T23" fmla="*/ 1017 h 2035"/>
                    <a:gd name="T24" fmla="*/ 366 w 2206"/>
                    <a:gd name="T25" fmla="*/ 1737 h 2035"/>
                    <a:gd name="T26" fmla="*/ 1085 w 2206"/>
                    <a:gd name="T27" fmla="*/ 2034 h 2035"/>
                    <a:gd name="T28" fmla="*/ 1085 w 2206"/>
                    <a:gd name="T29" fmla="*/ 2034 h 2035"/>
                    <a:gd name="T30" fmla="*/ 1805 w 2206"/>
                    <a:gd name="T31" fmla="*/ 1737 h 2035"/>
                    <a:gd name="T32" fmla="*/ 1805 w 2206"/>
                    <a:gd name="T33" fmla="*/ 297 h 2035"/>
                    <a:gd name="T34" fmla="*/ 1085 w 2206"/>
                    <a:gd name="T35" fmla="*/ 0 h 2035"/>
                    <a:gd name="T36" fmla="*/ 1085 w 2206"/>
                    <a:gd name="T37" fmla="*/ 2005 h 2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06" h="2035">
                      <a:moveTo>
                        <a:pt x="1085" y="2005"/>
                      </a:moveTo>
                      <a:lnTo>
                        <a:pt x="1085" y="2005"/>
                      </a:lnTo>
                      <a:cubicBezTo>
                        <a:pt x="823" y="2005"/>
                        <a:pt x="571" y="1902"/>
                        <a:pt x="383" y="1714"/>
                      </a:cubicBezTo>
                      <a:cubicBezTo>
                        <a:pt x="0" y="1331"/>
                        <a:pt x="0" y="703"/>
                        <a:pt x="383" y="314"/>
                      </a:cubicBezTo>
                      <a:cubicBezTo>
                        <a:pt x="571" y="126"/>
                        <a:pt x="823" y="23"/>
                        <a:pt x="1085" y="23"/>
                      </a:cubicBezTo>
                      <a:cubicBezTo>
                        <a:pt x="1354" y="23"/>
                        <a:pt x="1600" y="126"/>
                        <a:pt x="1788" y="314"/>
                      </a:cubicBezTo>
                      <a:cubicBezTo>
                        <a:pt x="2177" y="703"/>
                        <a:pt x="2177" y="1331"/>
                        <a:pt x="1788" y="1714"/>
                      </a:cubicBezTo>
                      <a:cubicBezTo>
                        <a:pt x="1600" y="1902"/>
                        <a:pt x="1354" y="2005"/>
                        <a:pt x="1085" y="2005"/>
                      </a:cubicBezTo>
                      <a:lnTo>
                        <a:pt x="1085" y="0"/>
                      </a:lnTo>
                      <a:lnTo>
                        <a:pt x="1085" y="0"/>
                      </a:lnTo>
                      <a:cubicBezTo>
                        <a:pt x="817" y="0"/>
                        <a:pt x="560" y="103"/>
                        <a:pt x="366" y="297"/>
                      </a:cubicBezTo>
                      <a:cubicBezTo>
                        <a:pt x="177" y="486"/>
                        <a:pt x="68" y="743"/>
                        <a:pt x="68" y="1017"/>
                      </a:cubicBezTo>
                      <a:cubicBezTo>
                        <a:pt x="68" y="1285"/>
                        <a:pt x="177" y="1542"/>
                        <a:pt x="366" y="1737"/>
                      </a:cubicBezTo>
                      <a:cubicBezTo>
                        <a:pt x="560" y="1925"/>
                        <a:pt x="817" y="2034"/>
                        <a:pt x="1085" y="2034"/>
                      </a:cubicBezTo>
                      <a:lnTo>
                        <a:pt x="1085" y="2034"/>
                      </a:lnTo>
                      <a:cubicBezTo>
                        <a:pt x="1360" y="2034"/>
                        <a:pt x="1611" y="1925"/>
                        <a:pt x="1805" y="1737"/>
                      </a:cubicBezTo>
                      <a:cubicBezTo>
                        <a:pt x="2205" y="1337"/>
                        <a:pt x="2205" y="691"/>
                        <a:pt x="1805" y="297"/>
                      </a:cubicBezTo>
                      <a:cubicBezTo>
                        <a:pt x="1611" y="103"/>
                        <a:pt x="1360" y="0"/>
                        <a:pt x="1085" y="0"/>
                      </a:cubicBezTo>
                      <a:lnTo>
                        <a:pt x="1085" y="2005"/>
                      </a:lnTo>
                    </a:path>
                  </a:pathLst>
                </a:custGeom>
                <a:solidFill>
                  <a:schemeClr val="accent4"/>
                </a:solidFill>
                <a:ln w="9525" cap="flat">
                  <a:noFill/>
                  <a:bevel/>
                </a:ln>
                <a:effectLst/>
              </p:spPr>
              <p:txBody>
                <a:bodyPr wrap="none" anchor="ctr"/>
                <a:lstStyle/>
                <a:p>
                  <a:endParaRPr lang="en-US" sz="1800" dirty="0">
                    <a:latin typeface="微软雅黑" panose="020B0503020204020204" charset="-122"/>
                  </a:endParaRPr>
                </a:p>
              </p:txBody>
            </p:sp>
          </p:grpSp>
          <p:sp>
            <p:nvSpPr>
              <p:cNvPr id="82" name="Freeform 116"/>
              <p:cNvSpPr>
                <a:spLocks noChangeArrowheads="1"/>
              </p:cNvSpPr>
              <p:nvPr/>
            </p:nvSpPr>
            <p:spPr bwMode="auto">
              <a:xfrm>
                <a:off x="15167722" y="7085367"/>
                <a:ext cx="532736" cy="553830"/>
              </a:xfrm>
              <a:custGeom>
                <a:avLst/>
                <a:gdLst>
                  <a:gd name="T0" fmla="*/ 400 w 445"/>
                  <a:gd name="T1" fmla="*/ 159 h 462"/>
                  <a:gd name="T2" fmla="*/ 400 w 445"/>
                  <a:gd name="T3" fmla="*/ 159 h 462"/>
                  <a:gd name="T4" fmla="*/ 266 w 445"/>
                  <a:gd name="T5" fmla="*/ 8 h 462"/>
                  <a:gd name="T6" fmla="*/ 36 w 445"/>
                  <a:gd name="T7" fmla="*/ 248 h 462"/>
                  <a:gd name="T8" fmla="*/ 9 w 445"/>
                  <a:gd name="T9" fmla="*/ 319 h 462"/>
                  <a:gd name="T10" fmla="*/ 81 w 445"/>
                  <a:gd name="T11" fmla="*/ 355 h 462"/>
                  <a:gd name="T12" fmla="*/ 98 w 445"/>
                  <a:gd name="T13" fmla="*/ 346 h 462"/>
                  <a:gd name="T14" fmla="*/ 134 w 445"/>
                  <a:gd name="T15" fmla="*/ 372 h 462"/>
                  <a:gd name="T16" fmla="*/ 160 w 445"/>
                  <a:gd name="T17" fmla="*/ 434 h 462"/>
                  <a:gd name="T18" fmla="*/ 187 w 445"/>
                  <a:gd name="T19" fmla="*/ 452 h 462"/>
                  <a:gd name="T20" fmla="*/ 240 w 445"/>
                  <a:gd name="T21" fmla="*/ 434 h 462"/>
                  <a:gd name="T22" fmla="*/ 249 w 445"/>
                  <a:gd name="T23" fmla="*/ 416 h 462"/>
                  <a:gd name="T24" fmla="*/ 231 w 445"/>
                  <a:gd name="T25" fmla="*/ 390 h 462"/>
                  <a:gd name="T26" fmla="*/ 204 w 445"/>
                  <a:gd name="T27" fmla="*/ 337 h 462"/>
                  <a:gd name="T28" fmla="*/ 231 w 445"/>
                  <a:gd name="T29" fmla="*/ 310 h 462"/>
                  <a:gd name="T30" fmla="*/ 417 w 445"/>
                  <a:gd name="T31" fmla="*/ 355 h 462"/>
                  <a:gd name="T32" fmla="*/ 400 w 445"/>
                  <a:gd name="T33" fmla="*/ 159 h 462"/>
                  <a:gd name="T34" fmla="*/ 390 w 445"/>
                  <a:gd name="T35" fmla="*/ 310 h 462"/>
                  <a:gd name="T36" fmla="*/ 390 w 445"/>
                  <a:gd name="T37" fmla="*/ 310 h 462"/>
                  <a:gd name="T38" fmla="*/ 302 w 445"/>
                  <a:gd name="T39" fmla="*/ 204 h 462"/>
                  <a:gd name="T40" fmla="*/ 284 w 445"/>
                  <a:gd name="T41" fmla="*/ 62 h 462"/>
                  <a:gd name="T42" fmla="*/ 364 w 445"/>
                  <a:gd name="T43" fmla="*/ 177 h 462"/>
                  <a:gd name="T44" fmla="*/ 390 w 445"/>
                  <a:gd name="T45" fmla="*/ 310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45" h="462">
                    <a:moveTo>
                      <a:pt x="400" y="159"/>
                    </a:moveTo>
                    <a:lnTo>
                      <a:pt x="400" y="159"/>
                    </a:lnTo>
                    <a:cubicBezTo>
                      <a:pt x="364" y="71"/>
                      <a:pt x="302" y="0"/>
                      <a:pt x="266" y="8"/>
                    </a:cubicBezTo>
                    <a:cubicBezTo>
                      <a:pt x="213" y="36"/>
                      <a:pt x="302" y="142"/>
                      <a:pt x="36" y="248"/>
                    </a:cubicBezTo>
                    <a:cubicBezTo>
                      <a:pt x="9" y="257"/>
                      <a:pt x="0" y="292"/>
                      <a:pt x="9" y="319"/>
                    </a:cubicBezTo>
                    <a:cubicBezTo>
                      <a:pt x="18" y="337"/>
                      <a:pt x="53" y="363"/>
                      <a:pt x="81" y="355"/>
                    </a:cubicBezTo>
                    <a:lnTo>
                      <a:pt x="98" y="346"/>
                    </a:lnTo>
                    <a:cubicBezTo>
                      <a:pt x="116" y="372"/>
                      <a:pt x="134" y="355"/>
                      <a:pt x="134" y="372"/>
                    </a:cubicBezTo>
                    <a:cubicBezTo>
                      <a:pt x="143" y="390"/>
                      <a:pt x="160" y="425"/>
                      <a:pt x="160" y="434"/>
                    </a:cubicBezTo>
                    <a:cubicBezTo>
                      <a:pt x="169" y="443"/>
                      <a:pt x="178" y="461"/>
                      <a:pt x="187" y="452"/>
                    </a:cubicBezTo>
                    <a:cubicBezTo>
                      <a:pt x="196" y="452"/>
                      <a:pt x="231" y="443"/>
                      <a:pt x="240" y="434"/>
                    </a:cubicBezTo>
                    <a:cubicBezTo>
                      <a:pt x="257" y="434"/>
                      <a:pt x="257" y="425"/>
                      <a:pt x="249" y="416"/>
                    </a:cubicBezTo>
                    <a:cubicBezTo>
                      <a:pt x="249" y="408"/>
                      <a:pt x="231" y="399"/>
                      <a:pt x="231" y="390"/>
                    </a:cubicBezTo>
                    <a:cubicBezTo>
                      <a:pt x="222" y="381"/>
                      <a:pt x="213" y="346"/>
                      <a:pt x="204" y="337"/>
                    </a:cubicBezTo>
                    <a:cubicBezTo>
                      <a:pt x="196" y="328"/>
                      <a:pt x="213" y="310"/>
                      <a:pt x="231" y="310"/>
                    </a:cubicBezTo>
                    <a:cubicBezTo>
                      <a:pt x="355" y="302"/>
                      <a:pt x="373" y="372"/>
                      <a:pt x="417" y="355"/>
                    </a:cubicBezTo>
                    <a:cubicBezTo>
                      <a:pt x="444" y="346"/>
                      <a:pt x="444" y="248"/>
                      <a:pt x="400" y="159"/>
                    </a:cubicBezTo>
                    <a:close/>
                    <a:moveTo>
                      <a:pt x="390" y="310"/>
                    </a:moveTo>
                    <a:lnTo>
                      <a:pt x="390" y="310"/>
                    </a:lnTo>
                    <a:cubicBezTo>
                      <a:pt x="381" y="310"/>
                      <a:pt x="328" y="275"/>
                      <a:pt x="302" y="204"/>
                    </a:cubicBezTo>
                    <a:cubicBezTo>
                      <a:pt x="275" y="133"/>
                      <a:pt x="275" y="62"/>
                      <a:pt x="284" y="62"/>
                    </a:cubicBezTo>
                    <a:cubicBezTo>
                      <a:pt x="293" y="62"/>
                      <a:pt x="337" y="106"/>
                      <a:pt x="364" y="177"/>
                    </a:cubicBezTo>
                    <a:cubicBezTo>
                      <a:pt x="400" y="248"/>
                      <a:pt x="390" y="302"/>
                      <a:pt x="390" y="310"/>
                    </a:cubicBezTo>
                    <a:close/>
                  </a:path>
                </a:pathLst>
              </a:custGeom>
              <a:solidFill>
                <a:schemeClr val="bg1"/>
              </a:solidFill>
              <a:ln>
                <a:noFill/>
              </a:ln>
              <a:effectLst/>
            </p:spPr>
            <p:txBody>
              <a:bodyPr wrap="none" anchor="ctr"/>
              <a:lstStyle/>
              <a:p>
                <a:endParaRPr lang="en-US" sz="1800" dirty="0">
                  <a:latin typeface="微软雅黑" panose="020B0503020204020204" charset="-122"/>
                </a:endParaRPr>
              </a:p>
            </p:txBody>
          </p:sp>
        </p:grpSp>
        <p:sp>
          <p:nvSpPr>
            <p:cNvPr id="58" name="TextBox 57"/>
            <p:cNvSpPr txBox="1"/>
            <p:nvPr/>
          </p:nvSpPr>
          <p:spPr>
            <a:xfrm>
              <a:off x="16311252" y="6794716"/>
              <a:ext cx="2816859" cy="668020"/>
            </a:xfrm>
            <a:prstGeom prst="rect">
              <a:avLst/>
            </a:prstGeom>
            <a:noFill/>
          </p:spPr>
          <p:txBody>
            <a:bodyPr wrap="none" lIns="91421" tIns="45711" rIns="91421" bIns="45711" rtlCol="0">
              <a:spAutoFit/>
            </a:bodyPr>
            <a:lstStyle/>
            <a:p>
              <a:pPr algn="l"/>
              <a:r>
                <a:rPr lang="en-US" sz="1600" b="1" dirty="0">
                  <a:latin typeface="微软雅黑" panose="020B0503020204020204" charset="-122"/>
                </a:rPr>
                <a:t>此处添加标题</a:t>
              </a:r>
            </a:p>
          </p:txBody>
        </p:sp>
        <p:grpSp>
          <p:nvGrpSpPr>
            <p:cNvPr id="59" name="Group 58"/>
            <p:cNvGrpSpPr/>
            <p:nvPr/>
          </p:nvGrpSpPr>
          <p:grpSpPr>
            <a:xfrm>
              <a:off x="16087511" y="7015531"/>
              <a:ext cx="304072" cy="303870"/>
              <a:chOff x="8571240" y="5550087"/>
              <a:chExt cx="304072" cy="303870"/>
            </a:xfrm>
          </p:grpSpPr>
          <p:sp>
            <p:nvSpPr>
              <p:cNvPr id="64" name="Freeform 324"/>
              <p:cNvSpPr>
                <a:spLocks noChangeArrowheads="1"/>
              </p:cNvSpPr>
              <p:nvPr/>
            </p:nvSpPr>
            <p:spPr bwMode="auto">
              <a:xfrm>
                <a:off x="8571240" y="5550087"/>
                <a:ext cx="304072" cy="303870"/>
              </a:xfrm>
              <a:custGeom>
                <a:avLst/>
                <a:gdLst>
                  <a:gd name="T0" fmla="*/ 480 w 481"/>
                  <a:gd name="T1" fmla="*/ 240 h 481"/>
                  <a:gd name="T2" fmla="*/ 480 w 481"/>
                  <a:gd name="T3" fmla="*/ 240 h 481"/>
                  <a:gd name="T4" fmla="*/ 240 w 481"/>
                  <a:gd name="T5" fmla="*/ 0 h 481"/>
                  <a:gd name="T6" fmla="*/ 0 w 481"/>
                  <a:gd name="T7" fmla="*/ 240 h 481"/>
                  <a:gd name="T8" fmla="*/ 240 w 481"/>
                  <a:gd name="T9" fmla="*/ 480 h 481"/>
                  <a:gd name="T10" fmla="*/ 480 w 481"/>
                  <a:gd name="T11" fmla="*/ 240 h 481"/>
                </a:gdLst>
                <a:ahLst/>
                <a:cxnLst>
                  <a:cxn ang="0">
                    <a:pos x="T0" y="T1"/>
                  </a:cxn>
                  <a:cxn ang="0">
                    <a:pos x="T2" y="T3"/>
                  </a:cxn>
                  <a:cxn ang="0">
                    <a:pos x="T4" y="T5"/>
                  </a:cxn>
                  <a:cxn ang="0">
                    <a:pos x="T6" y="T7"/>
                  </a:cxn>
                  <a:cxn ang="0">
                    <a:pos x="T8" y="T9"/>
                  </a:cxn>
                  <a:cxn ang="0">
                    <a:pos x="T10" y="T11"/>
                  </a:cxn>
                </a:cxnLst>
                <a:rect l="0" t="0" r="r" b="b"/>
                <a:pathLst>
                  <a:path w="481" h="481">
                    <a:moveTo>
                      <a:pt x="480" y="240"/>
                    </a:moveTo>
                    <a:lnTo>
                      <a:pt x="480" y="240"/>
                    </a:lnTo>
                    <a:cubicBezTo>
                      <a:pt x="480" y="109"/>
                      <a:pt x="371" y="0"/>
                      <a:pt x="240" y="0"/>
                    </a:cubicBezTo>
                    <a:cubicBezTo>
                      <a:pt x="103" y="0"/>
                      <a:pt x="0" y="109"/>
                      <a:pt x="0" y="240"/>
                    </a:cubicBezTo>
                    <a:cubicBezTo>
                      <a:pt x="0" y="372"/>
                      <a:pt x="103" y="480"/>
                      <a:pt x="240" y="480"/>
                    </a:cubicBezTo>
                    <a:cubicBezTo>
                      <a:pt x="371" y="480"/>
                      <a:pt x="480" y="372"/>
                      <a:pt x="480" y="240"/>
                    </a:cubicBezTo>
                  </a:path>
                </a:pathLst>
              </a:custGeom>
              <a:solidFill>
                <a:schemeClr val="accent4"/>
              </a:solidFill>
              <a:ln>
                <a:noFill/>
              </a:ln>
              <a:effectLst/>
            </p:spPr>
            <p:txBody>
              <a:bodyPr wrap="none" anchor="ctr"/>
              <a:lstStyle/>
              <a:p>
                <a:endParaRPr lang="en-US" sz="1800" dirty="0">
                  <a:latin typeface="微软雅黑" panose="020B0503020204020204" charset="-122"/>
                </a:endParaRPr>
              </a:p>
            </p:txBody>
          </p:sp>
          <p:grpSp>
            <p:nvGrpSpPr>
              <p:cNvPr id="66" name="Group 65"/>
              <p:cNvGrpSpPr/>
              <p:nvPr/>
            </p:nvGrpSpPr>
            <p:grpSpPr>
              <a:xfrm>
                <a:off x="8633181" y="5620427"/>
                <a:ext cx="183006" cy="180070"/>
                <a:chOff x="8633181" y="5620427"/>
                <a:chExt cx="183006" cy="180070"/>
              </a:xfrm>
              <a:solidFill>
                <a:schemeClr val="bg1"/>
              </a:solidFill>
            </p:grpSpPr>
            <p:sp>
              <p:nvSpPr>
                <p:cNvPr id="67" name="Freeform 325"/>
                <p:cNvSpPr>
                  <a:spLocks noChangeArrowheads="1"/>
                </p:cNvSpPr>
                <p:nvPr/>
              </p:nvSpPr>
              <p:spPr bwMode="auto">
                <a:xfrm>
                  <a:off x="8717645" y="5620427"/>
                  <a:ext cx="16893" cy="180070"/>
                </a:xfrm>
                <a:custGeom>
                  <a:avLst/>
                  <a:gdLst>
                    <a:gd name="T0" fmla="*/ 28 w 29"/>
                    <a:gd name="T1" fmla="*/ 285 h 286"/>
                    <a:gd name="T2" fmla="*/ 0 w 29"/>
                    <a:gd name="T3" fmla="*/ 285 h 286"/>
                    <a:gd name="T4" fmla="*/ 0 w 29"/>
                    <a:gd name="T5" fmla="*/ 0 h 286"/>
                    <a:gd name="T6" fmla="*/ 28 w 29"/>
                    <a:gd name="T7" fmla="*/ 0 h 286"/>
                    <a:gd name="T8" fmla="*/ 28 w 29"/>
                    <a:gd name="T9" fmla="*/ 285 h 286"/>
                  </a:gdLst>
                  <a:ahLst/>
                  <a:cxnLst>
                    <a:cxn ang="0">
                      <a:pos x="T0" y="T1"/>
                    </a:cxn>
                    <a:cxn ang="0">
                      <a:pos x="T2" y="T3"/>
                    </a:cxn>
                    <a:cxn ang="0">
                      <a:pos x="T4" y="T5"/>
                    </a:cxn>
                    <a:cxn ang="0">
                      <a:pos x="T6" y="T7"/>
                    </a:cxn>
                    <a:cxn ang="0">
                      <a:pos x="T8" y="T9"/>
                    </a:cxn>
                  </a:cxnLst>
                  <a:rect l="0" t="0" r="r" b="b"/>
                  <a:pathLst>
                    <a:path w="29" h="286">
                      <a:moveTo>
                        <a:pt x="28" y="285"/>
                      </a:moveTo>
                      <a:lnTo>
                        <a:pt x="0" y="285"/>
                      </a:lnTo>
                      <a:lnTo>
                        <a:pt x="0" y="0"/>
                      </a:lnTo>
                      <a:lnTo>
                        <a:pt x="28" y="0"/>
                      </a:lnTo>
                      <a:lnTo>
                        <a:pt x="28" y="285"/>
                      </a:lnTo>
                    </a:path>
                  </a:pathLst>
                </a:custGeom>
                <a:grpFill/>
                <a:ln>
                  <a:noFill/>
                </a:ln>
                <a:effectLst/>
              </p:spPr>
              <p:txBody>
                <a:bodyPr wrap="none" anchor="ctr"/>
                <a:lstStyle/>
                <a:p>
                  <a:endParaRPr lang="en-US" sz="1800" dirty="0">
                    <a:latin typeface="微软雅黑" panose="020B0503020204020204" charset="-122"/>
                  </a:endParaRPr>
                </a:p>
              </p:txBody>
            </p:sp>
            <p:sp>
              <p:nvSpPr>
                <p:cNvPr id="69" name="Freeform 326"/>
                <p:cNvSpPr>
                  <a:spLocks noChangeArrowheads="1"/>
                </p:cNvSpPr>
                <p:nvPr/>
              </p:nvSpPr>
              <p:spPr bwMode="auto">
                <a:xfrm>
                  <a:off x="8633181" y="5699209"/>
                  <a:ext cx="183006" cy="19695"/>
                </a:xfrm>
                <a:custGeom>
                  <a:avLst/>
                  <a:gdLst>
                    <a:gd name="T0" fmla="*/ 0 w 293"/>
                    <a:gd name="T1" fmla="*/ 35 h 36"/>
                    <a:gd name="T2" fmla="*/ 0 w 293"/>
                    <a:gd name="T3" fmla="*/ 0 h 36"/>
                    <a:gd name="T4" fmla="*/ 292 w 293"/>
                    <a:gd name="T5" fmla="*/ 0 h 36"/>
                    <a:gd name="T6" fmla="*/ 292 w 293"/>
                    <a:gd name="T7" fmla="*/ 35 h 36"/>
                    <a:gd name="T8" fmla="*/ 0 w 293"/>
                    <a:gd name="T9" fmla="*/ 35 h 36"/>
                  </a:gdLst>
                  <a:ahLst/>
                  <a:cxnLst>
                    <a:cxn ang="0">
                      <a:pos x="T0" y="T1"/>
                    </a:cxn>
                    <a:cxn ang="0">
                      <a:pos x="T2" y="T3"/>
                    </a:cxn>
                    <a:cxn ang="0">
                      <a:pos x="T4" y="T5"/>
                    </a:cxn>
                    <a:cxn ang="0">
                      <a:pos x="T6" y="T7"/>
                    </a:cxn>
                    <a:cxn ang="0">
                      <a:pos x="T8" y="T9"/>
                    </a:cxn>
                  </a:cxnLst>
                  <a:rect l="0" t="0" r="r" b="b"/>
                  <a:pathLst>
                    <a:path w="293" h="36">
                      <a:moveTo>
                        <a:pt x="0" y="35"/>
                      </a:moveTo>
                      <a:lnTo>
                        <a:pt x="0" y="0"/>
                      </a:lnTo>
                      <a:lnTo>
                        <a:pt x="292" y="0"/>
                      </a:lnTo>
                      <a:lnTo>
                        <a:pt x="292" y="35"/>
                      </a:lnTo>
                      <a:lnTo>
                        <a:pt x="0" y="35"/>
                      </a:lnTo>
                    </a:path>
                  </a:pathLst>
                </a:custGeom>
                <a:grpFill/>
                <a:ln>
                  <a:noFill/>
                </a:ln>
                <a:effectLst/>
              </p:spPr>
              <p:txBody>
                <a:bodyPr wrap="none" anchor="ctr"/>
                <a:lstStyle/>
                <a:p>
                  <a:endParaRPr lang="en-US" sz="1800" dirty="0">
                    <a:latin typeface="微软雅黑" panose="020B0503020204020204" charset="-122"/>
                  </a:endParaRPr>
                </a:p>
              </p:txBody>
            </p:sp>
          </p:grpSp>
        </p:grpSp>
        <p:sp>
          <p:nvSpPr>
            <p:cNvPr id="60" name="TextBox 59"/>
            <p:cNvSpPr txBox="1"/>
            <p:nvPr/>
          </p:nvSpPr>
          <p:spPr>
            <a:xfrm>
              <a:off x="16280184" y="7268630"/>
              <a:ext cx="3912040" cy="1422400"/>
            </a:xfrm>
            <a:prstGeom prst="rect">
              <a:avLst/>
            </a:prstGeom>
            <a:noFill/>
          </p:spPr>
          <p:txBody>
            <a:bodyPr wrap="square" lIns="109709" tIns="54855" rIns="109709" bIns="54855" rtlCol="0">
              <a:spAutoFit/>
            </a:bodyPr>
            <a:lstStyle/>
            <a:p>
              <a:pPr>
                <a:lnSpc>
                  <a:spcPct val="110000"/>
                </a:lnSpc>
              </a:pPr>
              <a:r>
                <a:rPr lang="en-US" sz="1200" dirty="0">
                  <a:latin typeface="微软雅黑" panose="020B0503020204020204" charset="-122"/>
                  <a:cs typeface="Aparajita" panose="020B0604020202020204" pitchFamily="34" charset="0"/>
                </a:rPr>
                <a:t>请在此粘贴或者输入您的文字内容请在此粘贴或者输入您的文字内容</a:t>
              </a:r>
            </a:p>
          </p:txBody>
        </p:sp>
      </p:grpSp>
      <p:grpSp>
        <p:nvGrpSpPr>
          <p:cNvPr id="112" name="Group 111"/>
          <p:cNvGrpSpPr/>
          <p:nvPr/>
        </p:nvGrpSpPr>
        <p:grpSpPr>
          <a:xfrm>
            <a:off x="516572" y="2386802"/>
            <a:ext cx="2899946" cy="1078192"/>
            <a:chOff x="4006578" y="6527169"/>
            <a:chExt cx="5799892" cy="2156384"/>
          </a:xfrm>
        </p:grpSpPr>
        <p:grpSp>
          <p:nvGrpSpPr>
            <p:cNvPr id="113" name="Group 112"/>
            <p:cNvGrpSpPr/>
            <p:nvPr/>
          </p:nvGrpSpPr>
          <p:grpSpPr>
            <a:xfrm>
              <a:off x="8401547" y="6527169"/>
              <a:ext cx="1404923" cy="1294259"/>
              <a:chOff x="13296064" y="10607541"/>
              <a:chExt cx="1265763" cy="1166060"/>
            </a:xfrm>
            <a:solidFill>
              <a:schemeClr val="accent2"/>
            </a:solidFill>
          </p:grpSpPr>
          <p:sp>
            <p:nvSpPr>
              <p:cNvPr id="122" name="Freeform 269"/>
              <p:cNvSpPr>
                <a:spLocks noChangeArrowheads="1"/>
              </p:cNvSpPr>
              <p:nvPr/>
            </p:nvSpPr>
            <p:spPr bwMode="auto">
              <a:xfrm>
                <a:off x="13349333" y="10670914"/>
                <a:ext cx="1141470" cy="1039314"/>
              </a:xfrm>
              <a:custGeom>
                <a:avLst/>
                <a:gdLst>
                  <a:gd name="T0" fmla="*/ 994 w 1989"/>
                  <a:gd name="T1" fmla="*/ 0 h 1812"/>
                  <a:gd name="T2" fmla="*/ 994 w 1989"/>
                  <a:gd name="T3" fmla="*/ 0 h 1812"/>
                  <a:gd name="T4" fmla="*/ 354 w 1989"/>
                  <a:gd name="T5" fmla="*/ 268 h 1812"/>
                  <a:gd name="T6" fmla="*/ 354 w 1989"/>
                  <a:gd name="T7" fmla="*/ 1548 h 1812"/>
                  <a:gd name="T8" fmla="*/ 994 w 1989"/>
                  <a:gd name="T9" fmla="*/ 1811 h 1812"/>
                  <a:gd name="T10" fmla="*/ 1634 w 1989"/>
                  <a:gd name="T11" fmla="*/ 1548 h 1812"/>
                  <a:gd name="T12" fmla="*/ 1634 w 1989"/>
                  <a:gd name="T13" fmla="*/ 268 h 1812"/>
                  <a:gd name="T14" fmla="*/ 994 w 1989"/>
                  <a:gd name="T15" fmla="*/ 0 h 18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89" h="1812">
                    <a:moveTo>
                      <a:pt x="994" y="0"/>
                    </a:moveTo>
                    <a:lnTo>
                      <a:pt x="994" y="0"/>
                    </a:lnTo>
                    <a:cubicBezTo>
                      <a:pt x="766" y="0"/>
                      <a:pt x="532" y="91"/>
                      <a:pt x="354" y="268"/>
                    </a:cubicBezTo>
                    <a:cubicBezTo>
                      <a:pt x="0" y="622"/>
                      <a:pt x="0" y="1194"/>
                      <a:pt x="354" y="1548"/>
                    </a:cubicBezTo>
                    <a:cubicBezTo>
                      <a:pt x="532" y="1725"/>
                      <a:pt x="766" y="1811"/>
                      <a:pt x="994" y="1811"/>
                    </a:cubicBezTo>
                    <a:cubicBezTo>
                      <a:pt x="1229" y="1811"/>
                      <a:pt x="1457" y="1725"/>
                      <a:pt x="1634" y="1548"/>
                    </a:cubicBezTo>
                    <a:cubicBezTo>
                      <a:pt x="1988" y="1194"/>
                      <a:pt x="1988" y="622"/>
                      <a:pt x="1634" y="268"/>
                    </a:cubicBezTo>
                    <a:cubicBezTo>
                      <a:pt x="1457" y="91"/>
                      <a:pt x="1229" y="0"/>
                      <a:pt x="994" y="0"/>
                    </a:cubicBezTo>
                  </a:path>
                </a:pathLst>
              </a:custGeom>
              <a:solidFill>
                <a:schemeClr val="accent1"/>
              </a:solidFill>
              <a:ln>
                <a:noFill/>
              </a:ln>
              <a:effectLst/>
            </p:spPr>
            <p:txBody>
              <a:bodyPr wrap="none" anchor="ctr"/>
              <a:lstStyle/>
              <a:p>
                <a:endParaRPr lang="en-US" sz="1800" dirty="0">
                  <a:latin typeface="微软雅黑" panose="020B0503020204020204" charset="-122"/>
                </a:endParaRPr>
              </a:p>
            </p:txBody>
          </p:sp>
          <p:sp>
            <p:nvSpPr>
              <p:cNvPr id="123" name="Freeform 270"/>
              <p:cNvSpPr>
                <a:spLocks noChangeArrowheads="1"/>
              </p:cNvSpPr>
              <p:nvPr/>
            </p:nvSpPr>
            <p:spPr bwMode="auto">
              <a:xfrm>
                <a:off x="13296064" y="10607541"/>
                <a:ext cx="1265763" cy="1166060"/>
              </a:xfrm>
              <a:custGeom>
                <a:avLst/>
                <a:gdLst>
                  <a:gd name="T0" fmla="*/ 1085 w 2206"/>
                  <a:gd name="T1" fmla="*/ 2005 h 2035"/>
                  <a:gd name="T2" fmla="*/ 1085 w 2206"/>
                  <a:gd name="T3" fmla="*/ 2005 h 2035"/>
                  <a:gd name="T4" fmla="*/ 383 w 2206"/>
                  <a:gd name="T5" fmla="*/ 1714 h 2035"/>
                  <a:gd name="T6" fmla="*/ 383 w 2206"/>
                  <a:gd name="T7" fmla="*/ 314 h 2035"/>
                  <a:gd name="T8" fmla="*/ 1085 w 2206"/>
                  <a:gd name="T9" fmla="*/ 23 h 2035"/>
                  <a:gd name="T10" fmla="*/ 1788 w 2206"/>
                  <a:gd name="T11" fmla="*/ 314 h 2035"/>
                  <a:gd name="T12" fmla="*/ 1788 w 2206"/>
                  <a:gd name="T13" fmla="*/ 1714 h 2035"/>
                  <a:gd name="T14" fmla="*/ 1085 w 2206"/>
                  <a:gd name="T15" fmla="*/ 2005 h 2035"/>
                  <a:gd name="T16" fmla="*/ 1085 w 2206"/>
                  <a:gd name="T17" fmla="*/ 0 h 2035"/>
                  <a:gd name="T18" fmla="*/ 1085 w 2206"/>
                  <a:gd name="T19" fmla="*/ 0 h 2035"/>
                  <a:gd name="T20" fmla="*/ 366 w 2206"/>
                  <a:gd name="T21" fmla="*/ 297 h 2035"/>
                  <a:gd name="T22" fmla="*/ 68 w 2206"/>
                  <a:gd name="T23" fmla="*/ 1017 h 2035"/>
                  <a:gd name="T24" fmla="*/ 366 w 2206"/>
                  <a:gd name="T25" fmla="*/ 1737 h 2035"/>
                  <a:gd name="T26" fmla="*/ 1085 w 2206"/>
                  <a:gd name="T27" fmla="*/ 2034 h 2035"/>
                  <a:gd name="T28" fmla="*/ 1085 w 2206"/>
                  <a:gd name="T29" fmla="*/ 2034 h 2035"/>
                  <a:gd name="T30" fmla="*/ 1805 w 2206"/>
                  <a:gd name="T31" fmla="*/ 1737 h 2035"/>
                  <a:gd name="T32" fmla="*/ 1805 w 2206"/>
                  <a:gd name="T33" fmla="*/ 297 h 2035"/>
                  <a:gd name="T34" fmla="*/ 1085 w 2206"/>
                  <a:gd name="T35" fmla="*/ 0 h 2035"/>
                  <a:gd name="T36" fmla="*/ 1085 w 2206"/>
                  <a:gd name="T37" fmla="*/ 2005 h 2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06" h="2035">
                    <a:moveTo>
                      <a:pt x="1085" y="2005"/>
                    </a:moveTo>
                    <a:lnTo>
                      <a:pt x="1085" y="2005"/>
                    </a:lnTo>
                    <a:cubicBezTo>
                      <a:pt x="823" y="2005"/>
                      <a:pt x="571" y="1902"/>
                      <a:pt x="383" y="1714"/>
                    </a:cubicBezTo>
                    <a:cubicBezTo>
                      <a:pt x="0" y="1331"/>
                      <a:pt x="0" y="703"/>
                      <a:pt x="383" y="314"/>
                    </a:cubicBezTo>
                    <a:cubicBezTo>
                      <a:pt x="571" y="126"/>
                      <a:pt x="823" y="23"/>
                      <a:pt x="1085" y="23"/>
                    </a:cubicBezTo>
                    <a:cubicBezTo>
                      <a:pt x="1354" y="23"/>
                      <a:pt x="1600" y="126"/>
                      <a:pt x="1788" y="314"/>
                    </a:cubicBezTo>
                    <a:cubicBezTo>
                      <a:pt x="2177" y="703"/>
                      <a:pt x="2177" y="1331"/>
                      <a:pt x="1788" y="1714"/>
                    </a:cubicBezTo>
                    <a:cubicBezTo>
                      <a:pt x="1600" y="1902"/>
                      <a:pt x="1354" y="2005"/>
                      <a:pt x="1085" y="2005"/>
                    </a:cubicBezTo>
                    <a:lnTo>
                      <a:pt x="1085" y="0"/>
                    </a:lnTo>
                    <a:lnTo>
                      <a:pt x="1085" y="0"/>
                    </a:lnTo>
                    <a:cubicBezTo>
                      <a:pt x="817" y="0"/>
                      <a:pt x="560" y="103"/>
                      <a:pt x="366" y="297"/>
                    </a:cubicBezTo>
                    <a:cubicBezTo>
                      <a:pt x="177" y="486"/>
                      <a:pt x="68" y="743"/>
                      <a:pt x="68" y="1017"/>
                    </a:cubicBezTo>
                    <a:cubicBezTo>
                      <a:pt x="68" y="1285"/>
                      <a:pt x="177" y="1542"/>
                      <a:pt x="366" y="1737"/>
                    </a:cubicBezTo>
                    <a:cubicBezTo>
                      <a:pt x="560" y="1925"/>
                      <a:pt x="817" y="2034"/>
                      <a:pt x="1085" y="2034"/>
                    </a:cubicBezTo>
                    <a:lnTo>
                      <a:pt x="1085" y="2034"/>
                    </a:lnTo>
                    <a:cubicBezTo>
                      <a:pt x="1360" y="2034"/>
                      <a:pt x="1611" y="1925"/>
                      <a:pt x="1805" y="1737"/>
                    </a:cubicBezTo>
                    <a:cubicBezTo>
                      <a:pt x="2205" y="1337"/>
                      <a:pt x="2205" y="691"/>
                      <a:pt x="1805" y="297"/>
                    </a:cubicBezTo>
                    <a:cubicBezTo>
                      <a:pt x="1611" y="103"/>
                      <a:pt x="1360" y="0"/>
                      <a:pt x="1085" y="0"/>
                    </a:cubicBezTo>
                    <a:lnTo>
                      <a:pt x="1085" y="2005"/>
                    </a:lnTo>
                  </a:path>
                </a:pathLst>
              </a:custGeom>
              <a:solidFill>
                <a:schemeClr val="accent1"/>
              </a:solidFill>
              <a:ln>
                <a:noFill/>
              </a:ln>
              <a:effectLst/>
            </p:spPr>
            <p:txBody>
              <a:bodyPr wrap="none" anchor="ctr"/>
              <a:lstStyle/>
              <a:p>
                <a:endParaRPr lang="en-US" sz="1800" dirty="0">
                  <a:latin typeface="微软雅黑" panose="020B0503020204020204" charset="-122"/>
                </a:endParaRPr>
              </a:p>
            </p:txBody>
          </p:sp>
        </p:grpSp>
        <p:sp>
          <p:nvSpPr>
            <p:cNvPr id="114" name="Freeform 113"/>
            <p:cNvSpPr>
              <a:spLocks noChangeArrowheads="1"/>
            </p:cNvSpPr>
            <p:nvPr/>
          </p:nvSpPr>
          <p:spPr bwMode="auto">
            <a:xfrm>
              <a:off x="8823697" y="6906421"/>
              <a:ext cx="532732" cy="532736"/>
            </a:xfrm>
            <a:custGeom>
              <a:avLst/>
              <a:gdLst>
                <a:gd name="T0" fmla="*/ 399 w 444"/>
                <a:gd name="T1" fmla="*/ 53 h 444"/>
                <a:gd name="T2" fmla="*/ 399 w 444"/>
                <a:gd name="T3" fmla="*/ 53 h 444"/>
                <a:gd name="T4" fmla="*/ 372 w 444"/>
                <a:gd name="T5" fmla="*/ 53 h 444"/>
                <a:gd name="T6" fmla="*/ 372 w 444"/>
                <a:gd name="T7" fmla="*/ 98 h 444"/>
                <a:gd name="T8" fmla="*/ 293 w 444"/>
                <a:gd name="T9" fmla="*/ 98 h 444"/>
                <a:gd name="T10" fmla="*/ 293 w 444"/>
                <a:gd name="T11" fmla="*/ 53 h 444"/>
                <a:gd name="T12" fmla="*/ 151 w 444"/>
                <a:gd name="T13" fmla="*/ 53 h 444"/>
                <a:gd name="T14" fmla="*/ 151 w 444"/>
                <a:gd name="T15" fmla="*/ 98 h 444"/>
                <a:gd name="T16" fmla="*/ 71 w 444"/>
                <a:gd name="T17" fmla="*/ 98 h 444"/>
                <a:gd name="T18" fmla="*/ 71 w 444"/>
                <a:gd name="T19" fmla="*/ 53 h 444"/>
                <a:gd name="T20" fmla="*/ 45 w 444"/>
                <a:gd name="T21" fmla="*/ 53 h 444"/>
                <a:gd name="T22" fmla="*/ 0 w 444"/>
                <a:gd name="T23" fmla="*/ 98 h 444"/>
                <a:gd name="T24" fmla="*/ 0 w 444"/>
                <a:gd name="T25" fmla="*/ 399 h 444"/>
                <a:gd name="T26" fmla="*/ 45 w 444"/>
                <a:gd name="T27" fmla="*/ 443 h 444"/>
                <a:gd name="T28" fmla="*/ 399 w 444"/>
                <a:gd name="T29" fmla="*/ 443 h 444"/>
                <a:gd name="T30" fmla="*/ 443 w 444"/>
                <a:gd name="T31" fmla="*/ 399 h 444"/>
                <a:gd name="T32" fmla="*/ 443 w 444"/>
                <a:gd name="T33" fmla="*/ 98 h 444"/>
                <a:gd name="T34" fmla="*/ 399 w 444"/>
                <a:gd name="T35" fmla="*/ 53 h 444"/>
                <a:gd name="T36" fmla="*/ 399 w 444"/>
                <a:gd name="T37" fmla="*/ 399 h 444"/>
                <a:gd name="T38" fmla="*/ 399 w 444"/>
                <a:gd name="T39" fmla="*/ 399 h 444"/>
                <a:gd name="T40" fmla="*/ 45 w 444"/>
                <a:gd name="T41" fmla="*/ 399 h 444"/>
                <a:gd name="T42" fmla="*/ 45 w 444"/>
                <a:gd name="T43" fmla="*/ 196 h 444"/>
                <a:gd name="T44" fmla="*/ 399 w 444"/>
                <a:gd name="T45" fmla="*/ 196 h 444"/>
                <a:gd name="T46" fmla="*/ 399 w 444"/>
                <a:gd name="T47" fmla="*/ 399 h 444"/>
                <a:gd name="T48" fmla="*/ 124 w 444"/>
                <a:gd name="T49" fmla="*/ 0 h 444"/>
                <a:gd name="T50" fmla="*/ 124 w 444"/>
                <a:gd name="T51" fmla="*/ 0 h 444"/>
                <a:gd name="T52" fmla="*/ 89 w 444"/>
                <a:gd name="T53" fmla="*/ 0 h 444"/>
                <a:gd name="T54" fmla="*/ 89 w 444"/>
                <a:gd name="T55" fmla="*/ 89 h 444"/>
                <a:gd name="T56" fmla="*/ 124 w 444"/>
                <a:gd name="T57" fmla="*/ 89 h 444"/>
                <a:gd name="T58" fmla="*/ 124 w 444"/>
                <a:gd name="T59" fmla="*/ 0 h 444"/>
                <a:gd name="T60" fmla="*/ 354 w 444"/>
                <a:gd name="T61" fmla="*/ 0 h 444"/>
                <a:gd name="T62" fmla="*/ 354 w 444"/>
                <a:gd name="T63" fmla="*/ 0 h 444"/>
                <a:gd name="T64" fmla="*/ 319 w 444"/>
                <a:gd name="T65" fmla="*/ 0 h 444"/>
                <a:gd name="T66" fmla="*/ 319 w 444"/>
                <a:gd name="T67" fmla="*/ 89 h 444"/>
                <a:gd name="T68" fmla="*/ 354 w 444"/>
                <a:gd name="T69" fmla="*/ 89 h 444"/>
                <a:gd name="T70" fmla="*/ 354 w 444"/>
                <a:gd name="T71" fmla="*/ 0 h 4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44" h="444">
                  <a:moveTo>
                    <a:pt x="399" y="53"/>
                  </a:moveTo>
                  <a:lnTo>
                    <a:pt x="399" y="53"/>
                  </a:lnTo>
                  <a:cubicBezTo>
                    <a:pt x="372" y="53"/>
                    <a:pt x="372" y="53"/>
                    <a:pt x="372" y="53"/>
                  </a:cubicBezTo>
                  <a:cubicBezTo>
                    <a:pt x="372" y="98"/>
                    <a:pt x="372" y="98"/>
                    <a:pt x="372" y="98"/>
                  </a:cubicBezTo>
                  <a:cubicBezTo>
                    <a:pt x="293" y="98"/>
                    <a:pt x="293" y="98"/>
                    <a:pt x="293" y="98"/>
                  </a:cubicBezTo>
                  <a:cubicBezTo>
                    <a:pt x="293" y="53"/>
                    <a:pt x="293" y="53"/>
                    <a:pt x="293" y="53"/>
                  </a:cubicBezTo>
                  <a:cubicBezTo>
                    <a:pt x="151" y="53"/>
                    <a:pt x="151" y="53"/>
                    <a:pt x="151" y="53"/>
                  </a:cubicBezTo>
                  <a:cubicBezTo>
                    <a:pt x="151" y="98"/>
                    <a:pt x="151" y="98"/>
                    <a:pt x="151" y="98"/>
                  </a:cubicBezTo>
                  <a:cubicBezTo>
                    <a:pt x="71" y="98"/>
                    <a:pt x="71" y="98"/>
                    <a:pt x="71" y="98"/>
                  </a:cubicBezTo>
                  <a:cubicBezTo>
                    <a:pt x="71" y="53"/>
                    <a:pt x="71" y="53"/>
                    <a:pt x="71" y="53"/>
                  </a:cubicBezTo>
                  <a:cubicBezTo>
                    <a:pt x="45" y="53"/>
                    <a:pt x="45" y="53"/>
                    <a:pt x="45" y="53"/>
                  </a:cubicBezTo>
                  <a:cubicBezTo>
                    <a:pt x="18" y="53"/>
                    <a:pt x="0" y="71"/>
                    <a:pt x="0" y="98"/>
                  </a:cubicBezTo>
                  <a:cubicBezTo>
                    <a:pt x="0" y="399"/>
                    <a:pt x="0" y="399"/>
                    <a:pt x="0" y="399"/>
                  </a:cubicBezTo>
                  <a:cubicBezTo>
                    <a:pt x="0" y="425"/>
                    <a:pt x="18" y="443"/>
                    <a:pt x="45" y="443"/>
                  </a:cubicBezTo>
                  <a:cubicBezTo>
                    <a:pt x="399" y="443"/>
                    <a:pt x="399" y="443"/>
                    <a:pt x="399" y="443"/>
                  </a:cubicBezTo>
                  <a:cubicBezTo>
                    <a:pt x="425" y="443"/>
                    <a:pt x="443" y="425"/>
                    <a:pt x="443" y="399"/>
                  </a:cubicBezTo>
                  <a:cubicBezTo>
                    <a:pt x="443" y="98"/>
                    <a:pt x="443" y="98"/>
                    <a:pt x="443" y="98"/>
                  </a:cubicBezTo>
                  <a:cubicBezTo>
                    <a:pt x="443" y="71"/>
                    <a:pt x="425" y="53"/>
                    <a:pt x="399" y="53"/>
                  </a:cubicBezTo>
                  <a:close/>
                  <a:moveTo>
                    <a:pt x="399" y="399"/>
                  </a:moveTo>
                  <a:lnTo>
                    <a:pt x="399" y="399"/>
                  </a:lnTo>
                  <a:cubicBezTo>
                    <a:pt x="45" y="399"/>
                    <a:pt x="45" y="399"/>
                    <a:pt x="45" y="399"/>
                  </a:cubicBezTo>
                  <a:cubicBezTo>
                    <a:pt x="45" y="196"/>
                    <a:pt x="45" y="196"/>
                    <a:pt x="45" y="196"/>
                  </a:cubicBezTo>
                  <a:cubicBezTo>
                    <a:pt x="399" y="196"/>
                    <a:pt x="399" y="196"/>
                    <a:pt x="399" y="196"/>
                  </a:cubicBezTo>
                  <a:lnTo>
                    <a:pt x="399" y="399"/>
                  </a:lnTo>
                  <a:close/>
                  <a:moveTo>
                    <a:pt x="124" y="0"/>
                  </a:moveTo>
                  <a:lnTo>
                    <a:pt x="124" y="0"/>
                  </a:lnTo>
                  <a:cubicBezTo>
                    <a:pt x="89" y="0"/>
                    <a:pt x="89" y="0"/>
                    <a:pt x="89" y="0"/>
                  </a:cubicBezTo>
                  <a:cubicBezTo>
                    <a:pt x="89" y="89"/>
                    <a:pt x="89" y="89"/>
                    <a:pt x="89" y="89"/>
                  </a:cubicBezTo>
                  <a:cubicBezTo>
                    <a:pt x="124" y="89"/>
                    <a:pt x="124" y="89"/>
                    <a:pt x="124" y="89"/>
                  </a:cubicBezTo>
                  <a:lnTo>
                    <a:pt x="124" y="0"/>
                  </a:lnTo>
                  <a:close/>
                  <a:moveTo>
                    <a:pt x="354" y="0"/>
                  </a:moveTo>
                  <a:lnTo>
                    <a:pt x="354" y="0"/>
                  </a:lnTo>
                  <a:cubicBezTo>
                    <a:pt x="319" y="0"/>
                    <a:pt x="319" y="0"/>
                    <a:pt x="319" y="0"/>
                  </a:cubicBezTo>
                  <a:cubicBezTo>
                    <a:pt x="319" y="89"/>
                    <a:pt x="319" y="89"/>
                    <a:pt x="319" y="89"/>
                  </a:cubicBezTo>
                  <a:cubicBezTo>
                    <a:pt x="354" y="89"/>
                    <a:pt x="354" y="89"/>
                    <a:pt x="354" y="89"/>
                  </a:cubicBezTo>
                  <a:lnTo>
                    <a:pt x="354" y="0"/>
                  </a:lnTo>
                  <a:close/>
                </a:path>
              </a:pathLst>
            </a:custGeom>
            <a:solidFill>
              <a:schemeClr val="bg1"/>
            </a:solidFill>
            <a:ln>
              <a:noFill/>
            </a:ln>
            <a:effectLst/>
          </p:spPr>
          <p:txBody>
            <a:bodyPr wrap="none" anchor="ctr"/>
            <a:lstStyle/>
            <a:p>
              <a:endParaRPr lang="en-US" sz="1800" dirty="0">
                <a:latin typeface="微软雅黑" panose="020B0503020204020204" charset="-122"/>
              </a:endParaRPr>
            </a:p>
          </p:txBody>
        </p:sp>
        <p:grpSp>
          <p:nvGrpSpPr>
            <p:cNvPr id="115" name="Group 114"/>
            <p:cNvGrpSpPr/>
            <p:nvPr/>
          </p:nvGrpSpPr>
          <p:grpSpPr>
            <a:xfrm>
              <a:off x="7972912" y="7036446"/>
              <a:ext cx="304072" cy="303870"/>
              <a:chOff x="8571240" y="5550087"/>
              <a:chExt cx="304072" cy="303870"/>
            </a:xfrm>
          </p:grpSpPr>
          <p:sp>
            <p:nvSpPr>
              <p:cNvPr id="118" name="Freeform 324"/>
              <p:cNvSpPr>
                <a:spLocks noChangeArrowheads="1"/>
              </p:cNvSpPr>
              <p:nvPr/>
            </p:nvSpPr>
            <p:spPr bwMode="auto">
              <a:xfrm>
                <a:off x="8571240" y="5550087"/>
                <a:ext cx="304072" cy="303870"/>
              </a:xfrm>
              <a:custGeom>
                <a:avLst/>
                <a:gdLst>
                  <a:gd name="T0" fmla="*/ 480 w 481"/>
                  <a:gd name="T1" fmla="*/ 240 h 481"/>
                  <a:gd name="T2" fmla="*/ 480 w 481"/>
                  <a:gd name="T3" fmla="*/ 240 h 481"/>
                  <a:gd name="T4" fmla="*/ 240 w 481"/>
                  <a:gd name="T5" fmla="*/ 0 h 481"/>
                  <a:gd name="T6" fmla="*/ 0 w 481"/>
                  <a:gd name="T7" fmla="*/ 240 h 481"/>
                  <a:gd name="T8" fmla="*/ 240 w 481"/>
                  <a:gd name="T9" fmla="*/ 480 h 481"/>
                  <a:gd name="T10" fmla="*/ 480 w 481"/>
                  <a:gd name="T11" fmla="*/ 240 h 481"/>
                </a:gdLst>
                <a:ahLst/>
                <a:cxnLst>
                  <a:cxn ang="0">
                    <a:pos x="T0" y="T1"/>
                  </a:cxn>
                  <a:cxn ang="0">
                    <a:pos x="T2" y="T3"/>
                  </a:cxn>
                  <a:cxn ang="0">
                    <a:pos x="T4" y="T5"/>
                  </a:cxn>
                  <a:cxn ang="0">
                    <a:pos x="T6" y="T7"/>
                  </a:cxn>
                  <a:cxn ang="0">
                    <a:pos x="T8" y="T9"/>
                  </a:cxn>
                  <a:cxn ang="0">
                    <a:pos x="T10" y="T11"/>
                  </a:cxn>
                </a:cxnLst>
                <a:rect l="0" t="0" r="r" b="b"/>
                <a:pathLst>
                  <a:path w="481" h="481">
                    <a:moveTo>
                      <a:pt x="480" y="240"/>
                    </a:moveTo>
                    <a:lnTo>
                      <a:pt x="480" y="240"/>
                    </a:lnTo>
                    <a:cubicBezTo>
                      <a:pt x="480" y="109"/>
                      <a:pt x="371" y="0"/>
                      <a:pt x="240" y="0"/>
                    </a:cubicBezTo>
                    <a:cubicBezTo>
                      <a:pt x="103" y="0"/>
                      <a:pt x="0" y="109"/>
                      <a:pt x="0" y="240"/>
                    </a:cubicBezTo>
                    <a:cubicBezTo>
                      <a:pt x="0" y="372"/>
                      <a:pt x="103" y="480"/>
                      <a:pt x="240" y="480"/>
                    </a:cubicBezTo>
                    <a:cubicBezTo>
                      <a:pt x="371" y="480"/>
                      <a:pt x="480" y="372"/>
                      <a:pt x="480" y="240"/>
                    </a:cubicBezTo>
                  </a:path>
                </a:pathLst>
              </a:custGeom>
              <a:solidFill>
                <a:schemeClr val="accent1"/>
              </a:solidFill>
              <a:ln>
                <a:noFill/>
              </a:ln>
              <a:effectLst/>
            </p:spPr>
            <p:txBody>
              <a:bodyPr wrap="none" anchor="ctr"/>
              <a:lstStyle/>
              <a:p>
                <a:endParaRPr lang="en-US" sz="1800" dirty="0">
                  <a:latin typeface="微软雅黑" panose="020B0503020204020204" charset="-122"/>
                </a:endParaRPr>
              </a:p>
            </p:txBody>
          </p:sp>
          <p:grpSp>
            <p:nvGrpSpPr>
              <p:cNvPr id="119" name="Group 118"/>
              <p:cNvGrpSpPr/>
              <p:nvPr/>
            </p:nvGrpSpPr>
            <p:grpSpPr>
              <a:xfrm>
                <a:off x="8633181" y="5620427"/>
                <a:ext cx="183006" cy="180070"/>
                <a:chOff x="8633181" y="5620427"/>
                <a:chExt cx="183006" cy="180070"/>
              </a:xfrm>
              <a:solidFill>
                <a:schemeClr val="bg1"/>
              </a:solidFill>
            </p:grpSpPr>
            <p:sp>
              <p:nvSpPr>
                <p:cNvPr id="120" name="Freeform 325"/>
                <p:cNvSpPr>
                  <a:spLocks noChangeArrowheads="1"/>
                </p:cNvSpPr>
                <p:nvPr/>
              </p:nvSpPr>
              <p:spPr bwMode="auto">
                <a:xfrm>
                  <a:off x="8717645" y="5620427"/>
                  <a:ext cx="16893" cy="180070"/>
                </a:xfrm>
                <a:custGeom>
                  <a:avLst/>
                  <a:gdLst>
                    <a:gd name="T0" fmla="*/ 28 w 29"/>
                    <a:gd name="T1" fmla="*/ 285 h 286"/>
                    <a:gd name="T2" fmla="*/ 0 w 29"/>
                    <a:gd name="T3" fmla="*/ 285 h 286"/>
                    <a:gd name="T4" fmla="*/ 0 w 29"/>
                    <a:gd name="T5" fmla="*/ 0 h 286"/>
                    <a:gd name="T6" fmla="*/ 28 w 29"/>
                    <a:gd name="T7" fmla="*/ 0 h 286"/>
                    <a:gd name="T8" fmla="*/ 28 w 29"/>
                    <a:gd name="T9" fmla="*/ 285 h 286"/>
                  </a:gdLst>
                  <a:ahLst/>
                  <a:cxnLst>
                    <a:cxn ang="0">
                      <a:pos x="T0" y="T1"/>
                    </a:cxn>
                    <a:cxn ang="0">
                      <a:pos x="T2" y="T3"/>
                    </a:cxn>
                    <a:cxn ang="0">
                      <a:pos x="T4" y="T5"/>
                    </a:cxn>
                    <a:cxn ang="0">
                      <a:pos x="T6" y="T7"/>
                    </a:cxn>
                    <a:cxn ang="0">
                      <a:pos x="T8" y="T9"/>
                    </a:cxn>
                  </a:cxnLst>
                  <a:rect l="0" t="0" r="r" b="b"/>
                  <a:pathLst>
                    <a:path w="29" h="286">
                      <a:moveTo>
                        <a:pt x="28" y="285"/>
                      </a:moveTo>
                      <a:lnTo>
                        <a:pt x="0" y="285"/>
                      </a:lnTo>
                      <a:lnTo>
                        <a:pt x="0" y="0"/>
                      </a:lnTo>
                      <a:lnTo>
                        <a:pt x="28" y="0"/>
                      </a:lnTo>
                      <a:lnTo>
                        <a:pt x="28" y="285"/>
                      </a:lnTo>
                    </a:path>
                  </a:pathLst>
                </a:custGeom>
                <a:grpFill/>
                <a:ln>
                  <a:noFill/>
                </a:ln>
                <a:effectLst/>
              </p:spPr>
              <p:txBody>
                <a:bodyPr wrap="none" anchor="ctr"/>
                <a:lstStyle/>
                <a:p>
                  <a:endParaRPr lang="en-US" sz="1800" dirty="0">
                    <a:latin typeface="微软雅黑" panose="020B0503020204020204" charset="-122"/>
                  </a:endParaRPr>
                </a:p>
              </p:txBody>
            </p:sp>
            <p:sp>
              <p:nvSpPr>
                <p:cNvPr id="121" name="Freeform 326"/>
                <p:cNvSpPr>
                  <a:spLocks noChangeArrowheads="1"/>
                </p:cNvSpPr>
                <p:nvPr/>
              </p:nvSpPr>
              <p:spPr bwMode="auto">
                <a:xfrm>
                  <a:off x="8633181" y="5699209"/>
                  <a:ext cx="183006" cy="19695"/>
                </a:xfrm>
                <a:custGeom>
                  <a:avLst/>
                  <a:gdLst>
                    <a:gd name="T0" fmla="*/ 0 w 293"/>
                    <a:gd name="T1" fmla="*/ 35 h 36"/>
                    <a:gd name="T2" fmla="*/ 0 w 293"/>
                    <a:gd name="T3" fmla="*/ 0 h 36"/>
                    <a:gd name="T4" fmla="*/ 292 w 293"/>
                    <a:gd name="T5" fmla="*/ 0 h 36"/>
                    <a:gd name="T6" fmla="*/ 292 w 293"/>
                    <a:gd name="T7" fmla="*/ 35 h 36"/>
                    <a:gd name="T8" fmla="*/ 0 w 293"/>
                    <a:gd name="T9" fmla="*/ 35 h 36"/>
                  </a:gdLst>
                  <a:ahLst/>
                  <a:cxnLst>
                    <a:cxn ang="0">
                      <a:pos x="T0" y="T1"/>
                    </a:cxn>
                    <a:cxn ang="0">
                      <a:pos x="T2" y="T3"/>
                    </a:cxn>
                    <a:cxn ang="0">
                      <a:pos x="T4" y="T5"/>
                    </a:cxn>
                    <a:cxn ang="0">
                      <a:pos x="T6" y="T7"/>
                    </a:cxn>
                    <a:cxn ang="0">
                      <a:pos x="T8" y="T9"/>
                    </a:cxn>
                  </a:cxnLst>
                  <a:rect l="0" t="0" r="r" b="b"/>
                  <a:pathLst>
                    <a:path w="293" h="36">
                      <a:moveTo>
                        <a:pt x="0" y="35"/>
                      </a:moveTo>
                      <a:lnTo>
                        <a:pt x="0" y="0"/>
                      </a:lnTo>
                      <a:lnTo>
                        <a:pt x="292" y="0"/>
                      </a:lnTo>
                      <a:lnTo>
                        <a:pt x="292" y="35"/>
                      </a:lnTo>
                      <a:lnTo>
                        <a:pt x="0" y="35"/>
                      </a:lnTo>
                    </a:path>
                  </a:pathLst>
                </a:custGeom>
                <a:grpFill/>
                <a:ln>
                  <a:noFill/>
                </a:ln>
                <a:effectLst/>
              </p:spPr>
              <p:txBody>
                <a:bodyPr wrap="none" anchor="ctr"/>
                <a:lstStyle/>
                <a:p>
                  <a:endParaRPr lang="en-US" sz="1800" dirty="0">
                    <a:latin typeface="微软雅黑" panose="020B0503020204020204" charset="-122"/>
                  </a:endParaRPr>
                </a:p>
              </p:txBody>
            </p:sp>
          </p:grpSp>
        </p:grpSp>
        <p:sp>
          <p:nvSpPr>
            <p:cNvPr id="116" name="TextBox 115"/>
            <p:cNvSpPr txBox="1"/>
            <p:nvPr/>
          </p:nvSpPr>
          <p:spPr>
            <a:xfrm>
              <a:off x="5234816" y="6773924"/>
              <a:ext cx="2816860" cy="668020"/>
            </a:xfrm>
            <a:prstGeom prst="rect">
              <a:avLst/>
            </a:prstGeom>
            <a:noFill/>
          </p:spPr>
          <p:txBody>
            <a:bodyPr wrap="none" lIns="91421" tIns="45711" rIns="91421" bIns="45711" rtlCol="0">
              <a:spAutoFit/>
            </a:bodyPr>
            <a:lstStyle/>
            <a:p>
              <a:pPr algn="r"/>
              <a:r>
                <a:rPr lang="id-ID" sz="1600" b="1" dirty="0">
                  <a:latin typeface="微软雅黑" panose="020B0503020204020204" charset="-122"/>
                </a:rPr>
                <a:t>此处添加标题</a:t>
              </a:r>
            </a:p>
          </p:txBody>
        </p:sp>
        <p:sp>
          <p:nvSpPr>
            <p:cNvPr id="117" name="TextBox 116"/>
            <p:cNvSpPr txBox="1"/>
            <p:nvPr/>
          </p:nvSpPr>
          <p:spPr>
            <a:xfrm>
              <a:off x="4006578" y="7261153"/>
              <a:ext cx="4055454" cy="1422400"/>
            </a:xfrm>
            <a:prstGeom prst="rect">
              <a:avLst/>
            </a:prstGeom>
            <a:noFill/>
          </p:spPr>
          <p:txBody>
            <a:bodyPr wrap="square" lIns="109709" tIns="54855" rIns="109709" bIns="54855" rtlCol="0">
              <a:spAutoFit/>
            </a:bodyPr>
            <a:lstStyle/>
            <a:p>
              <a:pPr algn="r">
                <a:lnSpc>
                  <a:spcPct val="110000"/>
                </a:lnSpc>
              </a:pPr>
              <a:r>
                <a:rPr lang="en-US" sz="1200" dirty="0">
                  <a:latin typeface="微软雅黑" panose="020B0503020204020204" charset="-122"/>
                  <a:cs typeface="Aparajita" panose="020B0604020202020204" pitchFamily="34" charset="0"/>
                </a:rPr>
                <a:t>请在此粘贴或者输入您的文字内容请在此粘贴或者输入您的文字内容</a:t>
              </a:r>
            </a:p>
          </p:txBody>
        </p:sp>
      </p:grpSp>
      <p:grpSp>
        <p:nvGrpSpPr>
          <p:cNvPr id="124" name="Group 123"/>
          <p:cNvGrpSpPr/>
          <p:nvPr/>
        </p:nvGrpSpPr>
        <p:grpSpPr>
          <a:xfrm>
            <a:off x="8814942" y="2378634"/>
            <a:ext cx="2922057" cy="1081855"/>
            <a:chOff x="14570914" y="6527320"/>
            <a:chExt cx="5844114" cy="2163710"/>
          </a:xfrm>
        </p:grpSpPr>
        <p:grpSp>
          <p:nvGrpSpPr>
            <p:cNvPr id="125" name="Group 124"/>
            <p:cNvGrpSpPr/>
            <p:nvPr/>
          </p:nvGrpSpPr>
          <p:grpSpPr>
            <a:xfrm>
              <a:off x="14570914" y="6527320"/>
              <a:ext cx="1404923" cy="1294259"/>
              <a:chOff x="14726874" y="6750120"/>
              <a:chExt cx="1404923" cy="1294259"/>
            </a:xfrm>
          </p:grpSpPr>
          <p:grpSp>
            <p:nvGrpSpPr>
              <p:cNvPr id="133" name="Group 132"/>
              <p:cNvGrpSpPr/>
              <p:nvPr/>
            </p:nvGrpSpPr>
            <p:grpSpPr>
              <a:xfrm>
                <a:off x="14726874" y="6750120"/>
                <a:ext cx="1404923" cy="1294259"/>
                <a:chOff x="13296063" y="10607541"/>
                <a:chExt cx="1265763" cy="1166060"/>
              </a:xfrm>
              <a:solidFill>
                <a:schemeClr val="accent2"/>
              </a:solidFill>
            </p:grpSpPr>
            <p:sp>
              <p:nvSpPr>
                <p:cNvPr id="135" name="Freeform 269"/>
                <p:cNvSpPr>
                  <a:spLocks noChangeArrowheads="1"/>
                </p:cNvSpPr>
                <p:nvPr/>
              </p:nvSpPr>
              <p:spPr bwMode="auto">
                <a:xfrm>
                  <a:off x="13349333" y="10670914"/>
                  <a:ext cx="1141470" cy="1039314"/>
                </a:xfrm>
                <a:custGeom>
                  <a:avLst/>
                  <a:gdLst>
                    <a:gd name="T0" fmla="*/ 994 w 1989"/>
                    <a:gd name="T1" fmla="*/ 0 h 1812"/>
                    <a:gd name="T2" fmla="*/ 994 w 1989"/>
                    <a:gd name="T3" fmla="*/ 0 h 1812"/>
                    <a:gd name="T4" fmla="*/ 354 w 1989"/>
                    <a:gd name="T5" fmla="*/ 268 h 1812"/>
                    <a:gd name="T6" fmla="*/ 354 w 1989"/>
                    <a:gd name="T7" fmla="*/ 1548 h 1812"/>
                    <a:gd name="T8" fmla="*/ 994 w 1989"/>
                    <a:gd name="T9" fmla="*/ 1811 h 1812"/>
                    <a:gd name="T10" fmla="*/ 1634 w 1989"/>
                    <a:gd name="T11" fmla="*/ 1548 h 1812"/>
                    <a:gd name="T12" fmla="*/ 1634 w 1989"/>
                    <a:gd name="T13" fmla="*/ 268 h 1812"/>
                    <a:gd name="T14" fmla="*/ 994 w 1989"/>
                    <a:gd name="T15" fmla="*/ 0 h 18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89" h="1812">
                      <a:moveTo>
                        <a:pt x="994" y="0"/>
                      </a:moveTo>
                      <a:lnTo>
                        <a:pt x="994" y="0"/>
                      </a:lnTo>
                      <a:cubicBezTo>
                        <a:pt x="766" y="0"/>
                        <a:pt x="532" y="91"/>
                        <a:pt x="354" y="268"/>
                      </a:cubicBezTo>
                      <a:cubicBezTo>
                        <a:pt x="0" y="622"/>
                        <a:pt x="0" y="1194"/>
                        <a:pt x="354" y="1548"/>
                      </a:cubicBezTo>
                      <a:cubicBezTo>
                        <a:pt x="532" y="1725"/>
                        <a:pt x="766" y="1811"/>
                        <a:pt x="994" y="1811"/>
                      </a:cubicBezTo>
                      <a:cubicBezTo>
                        <a:pt x="1229" y="1811"/>
                        <a:pt x="1457" y="1725"/>
                        <a:pt x="1634" y="1548"/>
                      </a:cubicBezTo>
                      <a:cubicBezTo>
                        <a:pt x="1988" y="1194"/>
                        <a:pt x="1988" y="622"/>
                        <a:pt x="1634" y="268"/>
                      </a:cubicBezTo>
                      <a:cubicBezTo>
                        <a:pt x="1457" y="91"/>
                        <a:pt x="1229" y="0"/>
                        <a:pt x="994" y="0"/>
                      </a:cubicBezTo>
                    </a:path>
                  </a:pathLst>
                </a:custGeom>
                <a:solidFill>
                  <a:schemeClr val="accent2"/>
                </a:solidFill>
                <a:ln w="9525" cap="flat">
                  <a:noFill/>
                  <a:bevel/>
                </a:ln>
                <a:effectLst/>
              </p:spPr>
              <p:txBody>
                <a:bodyPr wrap="none" anchor="ctr"/>
                <a:lstStyle/>
                <a:p>
                  <a:endParaRPr lang="en-US" sz="1800" dirty="0">
                    <a:latin typeface="微软雅黑" panose="020B0503020204020204" charset="-122"/>
                  </a:endParaRPr>
                </a:p>
              </p:txBody>
            </p:sp>
            <p:sp>
              <p:nvSpPr>
                <p:cNvPr id="136" name="Freeform 270"/>
                <p:cNvSpPr>
                  <a:spLocks noChangeArrowheads="1"/>
                </p:cNvSpPr>
                <p:nvPr/>
              </p:nvSpPr>
              <p:spPr bwMode="auto">
                <a:xfrm>
                  <a:off x="13296063" y="10607541"/>
                  <a:ext cx="1265763" cy="1166060"/>
                </a:xfrm>
                <a:custGeom>
                  <a:avLst/>
                  <a:gdLst>
                    <a:gd name="T0" fmla="*/ 1085 w 2206"/>
                    <a:gd name="T1" fmla="*/ 2005 h 2035"/>
                    <a:gd name="T2" fmla="*/ 1085 w 2206"/>
                    <a:gd name="T3" fmla="*/ 2005 h 2035"/>
                    <a:gd name="T4" fmla="*/ 383 w 2206"/>
                    <a:gd name="T5" fmla="*/ 1714 h 2035"/>
                    <a:gd name="T6" fmla="*/ 383 w 2206"/>
                    <a:gd name="T7" fmla="*/ 314 h 2035"/>
                    <a:gd name="T8" fmla="*/ 1085 w 2206"/>
                    <a:gd name="T9" fmla="*/ 23 h 2035"/>
                    <a:gd name="T10" fmla="*/ 1788 w 2206"/>
                    <a:gd name="T11" fmla="*/ 314 h 2035"/>
                    <a:gd name="T12" fmla="*/ 1788 w 2206"/>
                    <a:gd name="T13" fmla="*/ 1714 h 2035"/>
                    <a:gd name="T14" fmla="*/ 1085 w 2206"/>
                    <a:gd name="T15" fmla="*/ 2005 h 2035"/>
                    <a:gd name="T16" fmla="*/ 1085 w 2206"/>
                    <a:gd name="T17" fmla="*/ 0 h 2035"/>
                    <a:gd name="T18" fmla="*/ 1085 w 2206"/>
                    <a:gd name="T19" fmla="*/ 0 h 2035"/>
                    <a:gd name="T20" fmla="*/ 366 w 2206"/>
                    <a:gd name="T21" fmla="*/ 297 h 2035"/>
                    <a:gd name="T22" fmla="*/ 68 w 2206"/>
                    <a:gd name="T23" fmla="*/ 1017 h 2035"/>
                    <a:gd name="T24" fmla="*/ 366 w 2206"/>
                    <a:gd name="T25" fmla="*/ 1737 h 2035"/>
                    <a:gd name="T26" fmla="*/ 1085 w 2206"/>
                    <a:gd name="T27" fmla="*/ 2034 h 2035"/>
                    <a:gd name="T28" fmla="*/ 1085 w 2206"/>
                    <a:gd name="T29" fmla="*/ 2034 h 2035"/>
                    <a:gd name="T30" fmla="*/ 1805 w 2206"/>
                    <a:gd name="T31" fmla="*/ 1737 h 2035"/>
                    <a:gd name="T32" fmla="*/ 1805 w 2206"/>
                    <a:gd name="T33" fmla="*/ 297 h 2035"/>
                    <a:gd name="T34" fmla="*/ 1085 w 2206"/>
                    <a:gd name="T35" fmla="*/ 0 h 2035"/>
                    <a:gd name="T36" fmla="*/ 1085 w 2206"/>
                    <a:gd name="T37" fmla="*/ 2005 h 2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06" h="2035">
                      <a:moveTo>
                        <a:pt x="1085" y="2005"/>
                      </a:moveTo>
                      <a:lnTo>
                        <a:pt x="1085" y="2005"/>
                      </a:lnTo>
                      <a:cubicBezTo>
                        <a:pt x="823" y="2005"/>
                        <a:pt x="571" y="1902"/>
                        <a:pt x="383" y="1714"/>
                      </a:cubicBezTo>
                      <a:cubicBezTo>
                        <a:pt x="0" y="1331"/>
                        <a:pt x="0" y="703"/>
                        <a:pt x="383" y="314"/>
                      </a:cubicBezTo>
                      <a:cubicBezTo>
                        <a:pt x="571" y="126"/>
                        <a:pt x="823" y="23"/>
                        <a:pt x="1085" y="23"/>
                      </a:cubicBezTo>
                      <a:cubicBezTo>
                        <a:pt x="1354" y="23"/>
                        <a:pt x="1600" y="126"/>
                        <a:pt x="1788" y="314"/>
                      </a:cubicBezTo>
                      <a:cubicBezTo>
                        <a:pt x="2177" y="703"/>
                        <a:pt x="2177" y="1331"/>
                        <a:pt x="1788" y="1714"/>
                      </a:cubicBezTo>
                      <a:cubicBezTo>
                        <a:pt x="1600" y="1902"/>
                        <a:pt x="1354" y="2005"/>
                        <a:pt x="1085" y="2005"/>
                      </a:cubicBezTo>
                      <a:lnTo>
                        <a:pt x="1085" y="0"/>
                      </a:lnTo>
                      <a:lnTo>
                        <a:pt x="1085" y="0"/>
                      </a:lnTo>
                      <a:cubicBezTo>
                        <a:pt x="817" y="0"/>
                        <a:pt x="560" y="103"/>
                        <a:pt x="366" y="297"/>
                      </a:cubicBezTo>
                      <a:cubicBezTo>
                        <a:pt x="177" y="486"/>
                        <a:pt x="68" y="743"/>
                        <a:pt x="68" y="1017"/>
                      </a:cubicBezTo>
                      <a:cubicBezTo>
                        <a:pt x="68" y="1285"/>
                        <a:pt x="177" y="1542"/>
                        <a:pt x="366" y="1737"/>
                      </a:cubicBezTo>
                      <a:cubicBezTo>
                        <a:pt x="560" y="1925"/>
                        <a:pt x="817" y="2034"/>
                        <a:pt x="1085" y="2034"/>
                      </a:cubicBezTo>
                      <a:lnTo>
                        <a:pt x="1085" y="2034"/>
                      </a:lnTo>
                      <a:cubicBezTo>
                        <a:pt x="1360" y="2034"/>
                        <a:pt x="1611" y="1925"/>
                        <a:pt x="1805" y="1737"/>
                      </a:cubicBezTo>
                      <a:cubicBezTo>
                        <a:pt x="2205" y="1337"/>
                        <a:pt x="2205" y="691"/>
                        <a:pt x="1805" y="297"/>
                      </a:cubicBezTo>
                      <a:cubicBezTo>
                        <a:pt x="1611" y="103"/>
                        <a:pt x="1360" y="0"/>
                        <a:pt x="1085" y="0"/>
                      </a:cubicBezTo>
                      <a:lnTo>
                        <a:pt x="1085" y="2005"/>
                      </a:lnTo>
                    </a:path>
                  </a:pathLst>
                </a:custGeom>
                <a:solidFill>
                  <a:schemeClr val="accent2"/>
                </a:solidFill>
                <a:ln w="9525" cap="flat">
                  <a:noFill/>
                  <a:bevel/>
                </a:ln>
                <a:effectLst/>
              </p:spPr>
              <p:txBody>
                <a:bodyPr wrap="none" anchor="ctr"/>
                <a:lstStyle/>
                <a:p>
                  <a:endParaRPr lang="en-US" sz="1800" dirty="0">
                    <a:latin typeface="微软雅黑" panose="020B0503020204020204" charset="-122"/>
                  </a:endParaRPr>
                </a:p>
              </p:txBody>
            </p:sp>
          </p:grpSp>
          <p:sp>
            <p:nvSpPr>
              <p:cNvPr id="134" name="Freeform 116"/>
              <p:cNvSpPr>
                <a:spLocks noChangeArrowheads="1"/>
              </p:cNvSpPr>
              <p:nvPr/>
            </p:nvSpPr>
            <p:spPr bwMode="auto">
              <a:xfrm>
                <a:off x="15167722" y="7085367"/>
                <a:ext cx="532736" cy="553830"/>
              </a:xfrm>
              <a:custGeom>
                <a:avLst/>
                <a:gdLst>
                  <a:gd name="T0" fmla="*/ 400 w 445"/>
                  <a:gd name="T1" fmla="*/ 159 h 462"/>
                  <a:gd name="T2" fmla="*/ 400 w 445"/>
                  <a:gd name="T3" fmla="*/ 159 h 462"/>
                  <a:gd name="T4" fmla="*/ 266 w 445"/>
                  <a:gd name="T5" fmla="*/ 8 h 462"/>
                  <a:gd name="T6" fmla="*/ 36 w 445"/>
                  <a:gd name="T7" fmla="*/ 248 h 462"/>
                  <a:gd name="T8" fmla="*/ 9 w 445"/>
                  <a:gd name="T9" fmla="*/ 319 h 462"/>
                  <a:gd name="T10" fmla="*/ 81 w 445"/>
                  <a:gd name="T11" fmla="*/ 355 h 462"/>
                  <a:gd name="T12" fmla="*/ 98 w 445"/>
                  <a:gd name="T13" fmla="*/ 346 h 462"/>
                  <a:gd name="T14" fmla="*/ 134 w 445"/>
                  <a:gd name="T15" fmla="*/ 372 h 462"/>
                  <a:gd name="T16" fmla="*/ 160 w 445"/>
                  <a:gd name="T17" fmla="*/ 434 h 462"/>
                  <a:gd name="T18" fmla="*/ 187 w 445"/>
                  <a:gd name="T19" fmla="*/ 452 h 462"/>
                  <a:gd name="T20" fmla="*/ 240 w 445"/>
                  <a:gd name="T21" fmla="*/ 434 h 462"/>
                  <a:gd name="T22" fmla="*/ 249 w 445"/>
                  <a:gd name="T23" fmla="*/ 416 h 462"/>
                  <a:gd name="T24" fmla="*/ 231 w 445"/>
                  <a:gd name="T25" fmla="*/ 390 h 462"/>
                  <a:gd name="T26" fmla="*/ 204 w 445"/>
                  <a:gd name="T27" fmla="*/ 337 h 462"/>
                  <a:gd name="T28" fmla="*/ 231 w 445"/>
                  <a:gd name="T29" fmla="*/ 310 h 462"/>
                  <a:gd name="T30" fmla="*/ 417 w 445"/>
                  <a:gd name="T31" fmla="*/ 355 h 462"/>
                  <a:gd name="T32" fmla="*/ 400 w 445"/>
                  <a:gd name="T33" fmla="*/ 159 h 462"/>
                  <a:gd name="T34" fmla="*/ 390 w 445"/>
                  <a:gd name="T35" fmla="*/ 310 h 462"/>
                  <a:gd name="T36" fmla="*/ 390 w 445"/>
                  <a:gd name="T37" fmla="*/ 310 h 462"/>
                  <a:gd name="T38" fmla="*/ 302 w 445"/>
                  <a:gd name="T39" fmla="*/ 204 h 462"/>
                  <a:gd name="T40" fmla="*/ 284 w 445"/>
                  <a:gd name="T41" fmla="*/ 62 h 462"/>
                  <a:gd name="T42" fmla="*/ 364 w 445"/>
                  <a:gd name="T43" fmla="*/ 177 h 462"/>
                  <a:gd name="T44" fmla="*/ 390 w 445"/>
                  <a:gd name="T45" fmla="*/ 310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45" h="462">
                    <a:moveTo>
                      <a:pt x="400" y="159"/>
                    </a:moveTo>
                    <a:lnTo>
                      <a:pt x="400" y="159"/>
                    </a:lnTo>
                    <a:cubicBezTo>
                      <a:pt x="364" y="71"/>
                      <a:pt x="302" y="0"/>
                      <a:pt x="266" y="8"/>
                    </a:cubicBezTo>
                    <a:cubicBezTo>
                      <a:pt x="213" y="36"/>
                      <a:pt x="302" y="142"/>
                      <a:pt x="36" y="248"/>
                    </a:cubicBezTo>
                    <a:cubicBezTo>
                      <a:pt x="9" y="257"/>
                      <a:pt x="0" y="292"/>
                      <a:pt x="9" y="319"/>
                    </a:cubicBezTo>
                    <a:cubicBezTo>
                      <a:pt x="18" y="337"/>
                      <a:pt x="53" y="363"/>
                      <a:pt x="81" y="355"/>
                    </a:cubicBezTo>
                    <a:lnTo>
                      <a:pt x="98" y="346"/>
                    </a:lnTo>
                    <a:cubicBezTo>
                      <a:pt x="116" y="372"/>
                      <a:pt x="134" y="355"/>
                      <a:pt x="134" y="372"/>
                    </a:cubicBezTo>
                    <a:cubicBezTo>
                      <a:pt x="143" y="390"/>
                      <a:pt x="160" y="425"/>
                      <a:pt x="160" y="434"/>
                    </a:cubicBezTo>
                    <a:cubicBezTo>
                      <a:pt x="169" y="443"/>
                      <a:pt x="178" y="461"/>
                      <a:pt x="187" y="452"/>
                    </a:cubicBezTo>
                    <a:cubicBezTo>
                      <a:pt x="196" y="452"/>
                      <a:pt x="231" y="443"/>
                      <a:pt x="240" y="434"/>
                    </a:cubicBezTo>
                    <a:cubicBezTo>
                      <a:pt x="257" y="434"/>
                      <a:pt x="257" y="425"/>
                      <a:pt x="249" y="416"/>
                    </a:cubicBezTo>
                    <a:cubicBezTo>
                      <a:pt x="249" y="408"/>
                      <a:pt x="231" y="399"/>
                      <a:pt x="231" y="390"/>
                    </a:cubicBezTo>
                    <a:cubicBezTo>
                      <a:pt x="222" y="381"/>
                      <a:pt x="213" y="346"/>
                      <a:pt x="204" y="337"/>
                    </a:cubicBezTo>
                    <a:cubicBezTo>
                      <a:pt x="196" y="328"/>
                      <a:pt x="213" y="310"/>
                      <a:pt x="231" y="310"/>
                    </a:cubicBezTo>
                    <a:cubicBezTo>
                      <a:pt x="355" y="302"/>
                      <a:pt x="373" y="372"/>
                      <a:pt x="417" y="355"/>
                    </a:cubicBezTo>
                    <a:cubicBezTo>
                      <a:pt x="444" y="346"/>
                      <a:pt x="444" y="248"/>
                      <a:pt x="400" y="159"/>
                    </a:cubicBezTo>
                    <a:close/>
                    <a:moveTo>
                      <a:pt x="390" y="310"/>
                    </a:moveTo>
                    <a:lnTo>
                      <a:pt x="390" y="310"/>
                    </a:lnTo>
                    <a:cubicBezTo>
                      <a:pt x="381" y="310"/>
                      <a:pt x="328" y="275"/>
                      <a:pt x="302" y="204"/>
                    </a:cubicBezTo>
                    <a:cubicBezTo>
                      <a:pt x="275" y="133"/>
                      <a:pt x="275" y="62"/>
                      <a:pt x="284" y="62"/>
                    </a:cubicBezTo>
                    <a:cubicBezTo>
                      <a:pt x="293" y="62"/>
                      <a:pt x="337" y="106"/>
                      <a:pt x="364" y="177"/>
                    </a:cubicBezTo>
                    <a:cubicBezTo>
                      <a:pt x="400" y="248"/>
                      <a:pt x="390" y="302"/>
                      <a:pt x="390" y="310"/>
                    </a:cubicBezTo>
                    <a:close/>
                  </a:path>
                </a:pathLst>
              </a:custGeom>
              <a:solidFill>
                <a:schemeClr val="bg1"/>
              </a:solidFill>
              <a:ln>
                <a:noFill/>
              </a:ln>
              <a:effectLst/>
            </p:spPr>
            <p:txBody>
              <a:bodyPr wrap="none" anchor="ctr"/>
              <a:lstStyle/>
              <a:p>
                <a:endParaRPr lang="en-US" sz="1800" dirty="0">
                  <a:latin typeface="微软雅黑" panose="020B0503020204020204" charset="-122"/>
                </a:endParaRPr>
              </a:p>
            </p:txBody>
          </p:sp>
        </p:grpSp>
        <p:sp>
          <p:nvSpPr>
            <p:cNvPr id="126" name="TextBox 125"/>
            <p:cNvSpPr txBox="1"/>
            <p:nvPr/>
          </p:nvSpPr>
          <p:spPr>
            <a:xfrm>
              <a:off x="16311252" y="6794716"/>
              <a:ext cx="2816860" cy="668020"/>
            </a:xfrm>
            <a:prstGeom prst="rect">
              <a:avLst/>
            </a:prstGeom>
            <a:noFill/>
          </p:spPr>
          <p:txBody>
            <a:bodyPr wrap="none" lIns="91421" tIns="45711" rIns="91421" bIns="45711" rtlCol="0">
              <a:spAutoFit/>
            </a:bodyPr>
            <a:lstStyle/>
            <a:p>
              <a:pPr algn="l"/>
              <a:r>
                <a:rPr lang="en-US" sz="1600" b="1" dirty="0">
                  <a:latin typeface="微软雅黑" panose="020B0503020204020204" charset="-122"/>
                </a:rPr>
                <a:t>此处添加标题</a:t>
              </a:r>
            </a:p>
          </p:txBody>
        </p:sp>
        <p:grpSp>
          <p:nvGrpSpPr>
            <p:cNvPr id="127" name="Group 126"/>
            <p:cNvGrpSpPr/>
            <p:nvPr/>
          </p:nvGrpSpPr>
          <p:grpSpPr>
            <a:xfrm>
              <a:off x="16087511" y="7015531"/>
              <a:ext cx="304072" cy="303870"/>
              <a:chOff x="8571240" y="5550087"/>
              <a:chExt cx="304072" cy="303870"/>
            </a:xfrm>
          </p:grpSpPr>
          <p:sp>
            <p:nvSpPr>
              <p:cNvPr id="129" name="Freeform 324"/>
              <p:cNvSpPr>
                <a:spLocks noChangeArrowheads="1"/>
              </p:cNvSpPr>
              <p:nvPr/>
            </p:nvSpPr>
            <p:spPr bwMode="auto">
              <a:xfrm>
                <a:off x="8571240" y="5550087"/>
                <a:ext cx="304072" cy="303870"/>
              </a:xfrm>
              <a:custGeom>
                <a:avLst/>
                <a:gdLst>
                  <a:gd name="T0" fmla="*/ 480 w 481"/>
                  <a:gd name="T1" fmla="*/ 240 h 481"/>
                  <a:gd name="T2" fmla="*/ 480 w 481"/>
                  <a:gd name="T3" fmla="*/ 240 h 481"/>
                  <a:gd name="T4" fmla="*/ 240 w 481"/>
                  <a:gd name="T5" fmla="*/ 0 h 481"/>
                  <a:gd name="T6" fmla="*/ 0 w 481"/>
                  <a:gd name="T7" fmla="*/ 240 h 481"/>
                  <a:gd name="T8" fmla="*/ 240 w 481"/>
                  <a:gd name="T9" fmla="*/ 480 h 481"/>
                  <a:gd name="T10" fmla="*/ 480 w 481"/>
                  <a:gd name="T11" fmla="*/ 240 h 481"/>
                </a:gdLst>
                <a:ahLst/>
                <a:cxnLst>
                  <a:cxn ang="0">
                    <a:pos x="T0" y="T1"/>
                  </a:cxn>
                  <a:cxn ang="0">
                    <a:pos x="T2" y="T3"/>
                  </a:cxn>
                  <a:cxn ang="0">
                    <a:pos x="T4" y="T5"/>
                  </a:cxn>
                  <a:cxn ang="0">
                    <a:pos x="T6" y="T7"/>
                  </a:cxn>
                  <a:cxn ang="0">
                    <a:pos x="T8" y="T9"/>
                  </a:cxn>
                  <a:cxn ang="0">
                    <a:pos x="T10" y="T11"/>
                  </a:cxn>
                </a:cxnLst>
                <a:rect l="0" t="0" r="r" b="b"/>
                <a:pathLst>
                  <a:path w="481" h="481">
                    <a:moveTo>
                      <a:pt x="480" y="240"/>
                    </a:moveTo>
                    <a:lnTo>
                      <a:pt x="480" y="240"/>
                    </a:lnTo>
                    <a:cubicBezTo>
                      <a:pt x="480" y="109"/>
                      <a:pt x="371" y="0"/>
                      <a:pt x="240" y="0"/>
                    </a:cubicBezTo>
                    <a:cubicBezTo>
                      <a:pt x="103" y="0"/>
                      <a:pt x="0" y="109"/>
                      <a:pt x="0" y="240"/>
                    </a:cubicBezTo>
                    <a:cubicBezTo>
                      <a:pt x="0" y="372"/>
                      <a:pt x="103" y="480"/>
                      <a:pt x="240" y="480"/>
                    </a:cubicBezTo>
                    <a:cubicBezTo>
                      <a:pt x="371" y="480"/>
                      <a:pt x="480" y="372"/>
                      <a:pt x="480" y="240"/>
                    </a:cubicBezTo>
                  </a:path>
                </a:pathLst>
              </a:custGeom>
              <a:solidFill>
                <a:schemeClr val="accent2"/>
              </a:solidFill>
              <a:ln>
                <a:noFill/>
              </a:ln>
              <a:effectLst/>
            </p:spPr>
            <p:txBody>
              <a:bodyPr wrap="none" anchor="ctr"/>
              <a:lstStyle/>
              <a:p>
                <a:endParaRPr lang="en-US" sz="1800" dirty="0">
                  <a:latin typeface="微软雅黑" panose="020B0503020204020204" charset="-122"/>
                </a:endParaRPr>
              </a:p>
            </p:txBody>
          </p:sp>
          <p:grpSp>
            <p:nvGrpSpPr>
              <p:cNvPr id="130" name="Group 129"/>
              <p:cNvGrpSpPr/>
              <p:nvPr/>
            </p:nvGrpSpPr>
            <p:grpSpPr>
              <a:xfrm>
                <a:off x="8633181" y="5620427"/>
                <a:ext cx="183006" cy="180070"/>
                <a:chOff x="8633181" y="5620427"/>
                <a:chExt cx="183006" cy="180070"/>
              </a:xfrm>
              <a:solidFill>
                <a:schemeClr val="bg1"/>
              </a:solidFill>
            </p:grpSpPr>
            <p:sp>
              <p:nvSpPr>
                <p:cNvPr id="131" name="Freeform 325"/>
                <p:cNvSpPr>
                  <a:spLocks noChangeArrowheads="1"/>
                </p:cNvSpPr>
                <p:nvPr/>
              </p:nvSpPr>
              <p:spPr bwMode="auto">
                <a:xfrm>
                  <a:off x="8717645" y="5620427"/>
                  <a:ext cx="16893" cy="180070"/>
                </a:xfrm>
                <a:custGeom>
                  <a:avLst/>
                  <a:gdLst>
                    <a:gd name="T0" fmla="*/ 28 w 29"/>
                    <a:gd name="T1" fmla="*/ 285 h 286"/>
                    <a:gd name="T2" fmla="*/ 0 w 29"/>
                    <a:gd name="T3" fmla="*/ 285 h 286"/>
                    <a:gd name="T4" fmla="*/ 0 w 29"/>
                    <a:gd name="T5" fmla="*/ 0 h 286"/>
                    <a:gd name="T6" fmla="*/ 28 w 29"/>
                    <a:gd name="T7" fmla="*/ 0 h 286"/>
                    <a:gd name="T8" fmla="*/ 28 w 29"/>
                    <a:gd name="T9" fmla="*/ 285 h 286"/>
                  </a:gdLst>
                  <a:ahLst/>
                  <a:cxnLst>
                    <a:cxn ang="0">
                      <a:pos x="T0" y="T1"/>
                    </a:cxn>
                    <a:cxn ang="0">
                      <a:pos x="T2" y="T3"/>
                    </a:cxn>
                    <a:cxn ang="0">
                      <a:pos x="T4" y="T5"/>
                    </a:cxn>
                    <a:cxn ang="0">
                      <a:pos x="T6" y="T7"/>
                    </a:cxn>
                    <a:cxn ang="0">
                      <a:pos x="T8" y="T9"/>
                    </a:cxn>
                  </a:cxnLst>
                  <a:rect l="0" t="0" r="r" b="b"/>
                  <a:pathLst>
                    <a:path w="29" h="286">
                      <a:moveTo>
                        <a:pt x="28" y="285"/>
                      </a:moveTo>
                      <a:lnTo>
                        <a:pt x="0" y="285"/>
                      </a:lnTo>
                      <a:lnTo>
                        <a:pt x="0" y="0"/>
                      </a:lnTo>
                      <a:lnTo>
                        <a:pt x="28" y="0"/>
                      </a:lnTo>
                      <a:lnTo>
                        <a:pt x="28" y="285"/>
                      </a:lnTo>
                    </a:path>
                  </a:pathLst>
                </a:custGeom>
                <a:grpFill/>
                <a:ln>
                  <a:noFill/>
                </a:ln>
                <a:effectLst/>
              </p:spPr>
              <p:txBody>
                <a:bodyPr wrap="none" anchor="ctr"/>
                <a:lstStyle/>
                <a:p>
                  <a:endParaRPr lang="en-US" sz="1800" dirty="0">
                    <a:latin typeface="微软雅黑" panose="020B0503020204020204" charset="-122"/>
                  </a:endParaRPr>
                </a:p>
              </p:txBody>
            </p:sp>
            <p:sp>
              <p:nvSpPr>
                <p:cNvPr id="132" name="Freeform 326"/>
                <p:cNvSpPr>
                  <a:spLocks noChangeArrowheads="1"/>
                </p:cNvSpPr>
                <p:nvPr/>
              </p:nvSpPr>
              <p:spPr bwMode="auto">
                <a:xfrm>
                  <a:off x="8633181" y="5699209"/>
                  <a:ext cx="183006" cy="19695"/>
                </a:xfrm>
                <a:custGeom>
                  <a:avLst/>
                  <a:gdLst>
                    <a:gd name="T0" fmla="*/ 0 w 293"/>
                    <a:gd name="T1" fmla="*/ 35 h 36"/>
                    <a:gd name="T2" fmla="*/ 0 w 293"/>
                    <a:gd name="T3" fmla="*/ 0 h 36"/>
                    <a:gd name="T4" fmla="*/ 292 w 293"/>
                    <a:gd name="T5" fmla="*/ 0 h 36"/>
                    <a:gd name="T6" fmla="*/ 292 w 293"/>
                    <a:gd name="T7" fmla="*/ 35 h 36"/>
                    <a:gd name="T8" fmla="*/ 0 w 293"/>
                    <a:gd name="T9" fmla="*/ 35 h 36"/>
                  </a:gdLst>
                  <a:ahLst/>
                  <a:cxnLst>
                    <a:cxn ang="0">
                      <a:pos x="T0" y="T1"/>
                    </a:cxn>
                    <a:cxn ang="0">
                      <a:pos x="T2" y="T3"/>
                    </a:cxn>
                    <a:cxn ang="0">
                      <a:pos x="T4" y="T5"/>
                    </a:cxn>
                    <a:cxn ang="0">
                      <a:pos x="T6" y="T7"/>
                    </a:cxn>
                    <a:cxn ang="0">
                      <a:pos x="T8" y="T9"/>
                    </a:cxn>
                  </a:cxnLst>
                  <a:rect l="0" t="0" r="r" b="b"/>
                  <a:pathLst>
                    <a:path w="293" h="36">
                      <a:moveTo>
                        <a:pt x="0" y="35"/>
                      </a:moveTo>
                      <a:lnTo>
                        <a:pt x="0" y="0"/>
                      </a:lnTo>
                      <a:lnTo>
                        <a:pt x="292" y="0"/>
                      </a:lnTo>
                      <a:lnTo>
                        <a:pt x="292" y="35"/>
                      </a:lnTo>
                      <a:lnTo>
                        <a:pt x="0" y="35"/>
                      </a:lnTo>
                    </a:path>
                  </a:pathLst>
                </a:custGeom>
                <a:grpFill/>
                <a:ln>
                  <a:noFill/>
                </a:ln>
                <a:effectLst/>
              </p:spPr>
              <p:txBody>
                <a:bodyPr wrap="none" anchor="ctr"/>
                <a:lstStyle/>
                <a:p>
                  <a:endParaRPr lang="en-US" sz="1800" dirty="0">
                    <a:latin typeface="微软雅黑" panose="020B0503020204020204" charset="-122"/>
                  </a:endParaRPr>
                </a:p>
              </p:txBody>
            </p:sp>
          </p:grpSp>
        </p:grpSp>
        <p:sp>
          <p:nvSpPr>
            <p:cNvPr id="128" name="TextBox 127"/>
            <p:cNvSpPr txBox="1"/>
            <p:nvPr/>
          </p:nvSpPr>
          <p:spPr>
            <a:xfrm>
              <a:off x="16280183" y="7268630"/>
              <a:ext cx="4134845" cy="1422400"/>
            </a:xfrm>
            <a:prstGeom prst="rect">
              <a:avLst/>
            </a:prstGeom>
            <a:noFill/>
          </p:spPr>
          <p:txBody>
            <a:bodyPr wrap="square" lIns="109709" tIns="54855" rIns="109709" bIns="54855" rtlCol="0">
              <a:spAutoFit/>
            </a:bodyPr>
            <a:lstStyle/>
            <a:p>
              <a:pPr>
                <a:lnSpc>
                  <a:spcPct val="110000"/>
                </a:lnSpc>
              </a:pPr>
              <a:r>
                <a:rPr lang="en-US" sz="1200" dirty="0">
                  <a:latin typeface="微软雅黑" panose="020B0503020204020204" charset="-122"/>
                  <a:cs typeface="Aparajita" panose="020B0604020202020204" pitchFamily="34" charset="0"/>
                </a:rPr>
                <a:t>请在此粘贴或者输入您的文字内容请在此粘贴或者输入您的文字内容</a:t>
              </a:r>
            </a:p>
          </p:txBody>
        </p:sp>
      </p:grpSp>
      <p:pic>
        <p:nvPicPr>
          <p:cNvPr id="73" name="Picture 72" descr="New Macbook Silver.p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3295356" y="1840321"/>
            <a:ext cx="5586931" cy="3272690"/>
          </a:xfrm>
          <a:prstGeom prst="rect">
            <a:avLst/>
          </a:prstGeom>
        </p:spPr>
      </p:pic>
      <p:pic>
        <p:nvPicPr>
          <p:cNvPr id="3" name="图片占位符 2" descr="C:\Users\Administrator\Desktop\QQ截图20170120001209.jpgQQ截图20170120001209"/>
          <p:cNvPicPr>
            <a:picLocks noGrp="1" noChangeAspect="1"/>
          </p:cNvPicPr>
          <p:nvPr>
            <p:ph type="pic" sz="quarter" idx="10"/>
          </p:nvPr>
        </p:nvPicPr>
        <p:blipFill>
          <a:blip r:embed="rId4"/>
          <a:srcRect/>
          <a:stretch>
            <a:fillRect/>
          </a:stretch>
        </p:blipFill>
        <p:spPr>
          <a:xfrm>
            <a:off x="3953510" y="2150428"/>
            <a:ext cx="4284980" cy="2556510"/>
          </a:xfrm>
        </p:spPr>
      </p:pic>
      <p:sp>
        <p:nvSpPr>
          <p:cNvPr id="2" name="TextBox 1"/>
          <p:cNvSpPr txBox="1"/>
          <p:nvPr/>
        </p:nvSpPr>
        <p:spPr>
          <a:xfrm>
            <a:off x="4769876" y="189165"/>
            <a:ext cx="2622658" cy="483235"/>
          </a:xfrm>
          <a:prstGeom prst="rect">
            <a:avLst/>
          </a:prstGeom>
          <a:noFill/>
        </p:spPr>
        <p:txBody>
          <a:bodyPr wrap="square" rtlCol="0">
            <a:spAutoFit/>
          </a:bodyPr>
          <a:lstStyle/>
          <a:p>
            <a:pPr algn="ctr"/>
            <a:r>
              <a:rPr lang="zh-CN" altLang="en-US" sz="2400" b="1" dirty="0">
                <a:solidFill>
                  <a:schemeClr val="tx1">
                    <a:lumMod val="75000"/>
                    <a:lumOff val="25000"/>
                  </a:schemeClr>
                </a:solidFill>
                <a:latin typeface="微软雅黑" panose="020B0503020204020204" charset="-122"/>
                <a:ea typeface="微软雅黑" panose="020B0503020204020204" charset="-122"/>
              </a:rPr>
              <a:t>单击此处添加标题</a:t>
            </a:r>
          </a:p>
        </p:txBody>
      </p:sp>
      <p:cxnSp>
        <p:nvCxnSpPr>
          <p:cNvPr id="4" name="直接连接符 3"/>
          <p:cNvCxnSpPr/>
          <p:nvPr/>
        </p:nvCxnSpPr>
        <p:spPr>
          <a:xfrm>
            <a:off x="7392534" y="419960"/>
            <a:ext cx="4463773"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336892" y="424315"/>
            <a:ext cx="439177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7392534" y="477150"/>
            <a:ext cx="4463773"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36892" y="481504"/>
            <a:ext cx="439177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advTm="3603">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par>
                                <p:cTn id="12" presetID="2" presetClass="entr" presetSubtype="8" fill="hold" nodeType="withEffect">
                                  <p:stCondLst>
                                    <p:cond delay="25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500" fill="hold"/>
                                        <p:tgtEl>
                                          <p:spTgt spid="5"/>
                                        </p:tgtEl>
                                        <p:attrNameLst>
                                          <p:attrName>ppt_x</p:attrName>
                                        </p:attrNameLst>
                                      </p:cBhvr>
                                      <p:tavLst>
                                        <p:tav tm="0">
                                          <p:val>
                                            <p:strVal val="0-#ppt_w/2"/>
                                          </p:val>
                                        </p:tav>
                                        <p:tav tm="100000">
                                          <p:val>
                                            <p:strVal val="#ppt_x"/>
                                          </p:val>
                                        </p:tav>
                                      </p:tavLst>
                                    </p:anim>
                                    <p:anim calcmode="lin" valueType="num">
                                      <p:cBhvr additive="base">
                                        <p:cTn id="15" dur="500" fill="hold"/>
                                        <p:tgtEl>
                                          <p:spTgt spid="5"/>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500" fill="hold"/>
                                        <p:tgtEl>
                                          <p:spTgt spid="4"/>
                                        </p:tgtEl>
                                        <p:attrNameLst>
                                          <p:attrName>ppt_x</p:attrName>
                                        </p:attrNameLst>
                                      </p:cBhvr>
                                      <p:tavLst>
                                        <p:tav tm="0">
                                          <p:val>
                                            <p:strVal val="1+#ppt_w/2"/>
                                          </p:val>
                                        </p:tav>
                                        <p:tav tm="100000">
                                          <p:val>
                                            <p:strVal val="#ppt_x"/>
                                          </p:val>
                                        </p:tav>
                                      </p:tavLst>
                                    </p:anim>
                                    <p:anim calcmode="lin" valueType="num">
                                      <p:cBhvr additive="base">
                                        <p:cTn id="19" dur="500" fill="hold"/>
                                        <p:tgtEl>
                                          <p:spTgt spid="4"/>
                                        </p:tgtEl>
                                        <p:attrNameLst>
                                          <p:attrName>ppt_y</p:attrName>
                                        </p:attrNameLst>
                                      </p:cBhvr>
                                      <p:tavLst>
                                        <p:tav tm="0">
                                          <p:val>
                                            <p:strVal val="#ppt_y"/>
                                          </p:val>
                                        </p:tav>
                                        <p:tav tm="100000">
                                          <p:val>
                                            <p:strVal val="#ppt_y"/>
                                          </p:val>
                                        </p:tav>
                                      </p:tavLst>
                                    </p:anim>
                                  </p:childTnLst>
                                </p:cTn>
                              </p:par>
                              <p:par>
                                <p:cTn id="20" presetID="2" presetClass="entr" presetSubtype="8" fill="hold" nodeType="withEffect">
                                  <p:stCondLst>
                                    <p:cond delay="25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0-#ppt_w/2"/>
                                          </p:val>
                                        </p:tav>
                                        <p:tav tm="100000">
                                          <p:val>
                                            <p:strVal val="#ppt_x"/>
                                          </p:val>
                                        </p:tav>
                                      </p:tavLst>
                                    </p:anim>
                                    <p:anim calcmode="lin" valueType="num">
                                      <p:cBhvr additive="base">
                                        <p:cTn id="23" dur="500" fill="hold"/>
                                        <p:tgtEl>
                                          <p:spTgt spid="7"/>
                                        </p:tgtEl>
                                        <p:attrNameLst>
                                          <p:attrName>ppt_y</p:attrName>
                                        </p:attrNameLst>
                                      </p:cBhvr>
                                      <p:tavLst>
                                        <p:tav tm="0">
                                          <p:val>
                                            <p:strVal val="#ppt_y"/>
                                          </p:val>
                                        </p:tav>
                                        <p:tav tm="100000">
                                          <p:val>
                                            <p:strVal val="#ppt_y"/>
                                          </p:val>
                                        </p:tav>
                                      </p:tavLst>
                                    </p:anim>
                                  </p:childTnLst>
                                </p:cTn>
                              </p:par>
                              <p:par>
                                <p:cTn id="24" presetID="2" presetClass="entr" presetSubtype="2" fill="hold" nodeType="withEffect">
                                  <p:stCondLst>
                                    <p:cond delay="25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1+#ppt_w/2"/>
                                          </p:val>
                                        </p:tav>
                                        <p:tav tm="100000">
                                          <p:val>
                                            <p:strVal val="#ppt_x"/>
                                          </p:val>
                                        </p:tav>
                                      </p:tavLst>
                                    </p:anim>
                                    <p:anim calcmode="lin" valueType="num">
                                      <p:cBhvr additive="base">
                                        <p:cTn id="27" dur="500" fill="hold"/>
                                        <p:tgtEl>
                                          <p:spTgt spid="6"/>
                                        </p:tgtEl>
                                        <p:attrNameLst>
                                          <p:attrName>ppt_y</p:attrName>
                                        </p:attrNameLst>
                                      </p:cBhvr>
                                      <p:tavLst>
                                        <p:tav tm="0">
                                          <p:val>
                                            <p:strVal val="#ppt_y"/>
                                          </p:val>
                                        </p:tav>
                                        <p:tav tm="100000">
                                          <p:val>
                                            <p:strVal val="#ppt_y"/>
                                          </p:val>
                                        </p:tav>
                                      </p:tavLst>
                                    </p:anim>
                                  </p:childTnLst>
                                </p:cTn>
                              </p:par>
                            </p:childTnLst>
                          </p:cTn>
                        </p:par>
                        <p:par>
                          <p:cTn id="28" fill="hold">
                            <p:stCondLst>
                              <p:cond delay="850"/>
                            </p:stCondLst>
                            <p:childTnLst>
                              <p:par>
                                <p:cTn id="29" presetID="53" presetClass="entr" presetSubtype="16" fill="hold" nodeType="afterEffect">
                                  <p:stCondLst>
                                    <p:cond delay="0"/>
                                  </p:stCondLst>
                                  <p:childTnLst>
                                    <p:set>
                                      <p:cBhvr>
                                        <p:cTn id="30" dur="1" fill="hold">
                                          <p:stCondLst>
                                            <p:cond delay="0"/>
                                          </p:stCondLst>
                                        </p:cTn>
                                        <p:tgtEl>
                                          <p:spTgt spid="73"/>
                                        </p:tgtEl>
                                        <p:attrNameLst>
                                          <p:attrName>style.visibility</p:attrName>
                                        </p:attrNameLst>
                                      </p:cBhvr>
                                      <p:to>
                                        <p:strVal val="visible"/>
                                      </p:to>
                                    </p:set>
                                    <p:anim calcmode="lin" valueType="num">
                                      <p:cBhvr>
                                        <p:cTn id="31" dur="500" fill="hold"/>
                                        <p:tgtEl>
                                          <p:spTgt spid="73"/>
                                        </p:tgtEl>
                                        <p:attrNameLst>
                                          <p:attrName>ppt_w</p:attrName>
                                        </p:attrNameLst>
                                      </p:cBhvr>
                                      <p:tavLst>
                                        <p:tav tm="0">
                                          <p:val>
                                            <p:fltVal val="0"/>
                                          </p:val>
                                        </p:tav>
                                        <p:tav tm="100000">
                                          <p:val>
                                            <p:strVal val="#ppt_w"/>
                                          </p:val>
                                        </p:tav>
                                      </p:tavLst>
                                    </p:anim>
                                    <p:anim calcmode="lin" valueType="num">
                                      <p:cBhvr>
                                        <p:cTn id="32" dur="500" fill="hold"/>
                                        <p:tgtEl>
                                          <p:spTgt spid="73"/>
                                        </p:tgtEl>
                                        <p:attrNameLst>
                                          <p:attrName>ppt_h</p:attrName>
                                        </p:attrNameLst>
                                      </p:cBhvr>
                                      <p:tavLst>
                                        <p:tav tm="0">
                                          <p:val>
                                            <p:fltVal val="0"/>
                                          </p:val>
                                        </p:tav>
                                        <p:tav tm="100000">
                                          <p:val>
                                            <p:strVal val="#ppt_h"/>
                                          </p:val>
                                        </p:tav>
                                      </p:tavLst>
                                    </p:anim>
                                    <p:animEffect transition="in" filter="fade">
                                      <p:cBhvr>
                                        <p:cTn id="33" dur="500"/>
                                        <p:tgtEl>
                                          <p:spTgt spid="73"/>
                                        </p:tgtEl>
                                      </p:cBhvr>
                                    </p:animEffect>
                                  </p:childTnLst>
                                </p:cTn>
                              </p:par>
                              <p:par>
                                <p:cTn id="34" presetID="53" presetClass="entr" presetSubtype="16" fill="hold" nodeType="withEffect">
                                  <p:stCondLst>
                                    <p:cond delay="0"/>
                                  </p:stCondLst>
                                  <p:childTnLst>
                                    <p:set>
                                      <p:cBhvr>
                                        <p:cTn id="35" dur="1" fill="hold">
                                          <p:stCondLst>
                                            <p:cond delay="0"/>
                                          </p:stCondLst>
                                        </p:cTn>
                                        <p:tgtEl>
                                          <p:spTgt spid="3"/>
                                        </p:tgtEl>
                                        <p:attrNameLst>
                                          <p:attrName>style.visibility</p:attrName>
                                        </p:attrNameLst>
                                      </p:cBhvr>
                                      <p:to>
                                        <p:strVal val="visible"/>
                                      </p:to>
                                    </p:set>
                                    <p:anim calcmode="lin" valueType="num">
                                      <p:cBhvr>
                                        <p:cTn id="36" dur="500" fill="hold"/>
                                        <p:tgtEl>
                                          <p:spTgt spid="3"/>
                                        </p:tgtEl>
                                        <p:attrNameLst>
                                          <p:attrName>ppt_w</p:attrName>
                                        </p:attrNameLst>
                                      </p:cBhvr>
                                      <p:tavLst>
                                        <p:tav tm="0">
                                          <p:val>
                                            <p:fltVal val="0"/>
                                          </p:val>
                                        </p:tav>
                                        <p:tav tm="100000">
                                          <p:val>
                                            <p:strVal val="#ppt_w"/>
                                          </p:val>
                                        </p:tav>
                                      </p:tavLst>
                                    </p:anim>
                                    <p:anim calcmode="lin" valueType="num">
                                      <p:cBhvr>
                                        <p:cTn id="37" dur="500" fill="hold"/>
                                        <p:tgtEl>
                                          <p:spTgt spid="3"/>
                                        </p:tgtEl>
                                        <p:attrNameLst>
                                          <p:attrName>ppt_h</p:attrName>
                                        </p:attrNameLst>
                                      </p:cBhvr>
                                      <p:tavLst>
                                        <p:tav tm="0">
                                          <p:val>
                                            <p:fltVal val="0"/>
                                          </p:val>
                                        </p:tav>
                                        <p:tav tm="100000">
                                          <p:val>
                                            <p:strVal val="#ppt_h"/>
                                          </p:val>
                                        </p:tav>
                                      </p:tavLst>
                                    </p:anim>
                                    <p:animEffect transition="in" filter="fade">
                                      <p:cBhvr>
                                        <p:cTn id="38" dur="500"/>
                                        <p:tgtEl>
                                          <p:spTgt spid="3"/>
                                        </p:tgtEl>
                                      </p:cBhvr>
                                    </p:animEffect>
                                  </p:childTnLst>
                                </p:cTn>
                              </p:par>
                            </p:childTnLst>
                          </p:cTn>
                        </p:par>
                        <p:par>
                          <p:cTn id="39" fill="hold">
                            <p:stCondLst>
                              <p:cond delay="1350"/>
                            </p:stCondLst>
                            <p:childTnLst>
                              <p:par>
                                <p:cTn id="40" presetID="2" presetClass="entr" presetSubtype="8" fill="hold" nodeType="afterEffect">
                                  <p:stCondLst>
                                    <p:cond delay="0"/>
                                  </p:stCondLst>
                                  <p:childTnLst>
                                    <p:set>
                                      <p:cBhvr>
                                        <p:cTn id="41" dur="1" fill="hold">
                                          <p:stCondLst>
                                            <p:cond delay="0"/>
                                          </p:stCondLst>
                                        </p:cTn>
                                        <p:tgtEl>
                                          <p:spTgt spid="38"/>
                                        </p:tgtEl>
                                        <p:attrNameLst>
                                          <p:attrName>style.visibility</p:attrName>
                                        </p:attrNameLst>
                                      </p:cBhvr>
                                      <p:to>
                                        <p:strVal val="visible"/>
                                      </p:to>
                                    </p:set>
                                    <p:anim calcmode="lin" valueType="num">
                                      <p:cBhvr additive="base">
                                        <p:cTn id="42" dur="500" fill="hold"/>
                                        <p:tgtEl>
                                          <p:spTgt spid="38"/>
                                        </p:tgtEl>
                                        <p:attrNameLst>
                                          <p:attrName>ppt_x</p:attrName>
                                        </p:attrNameLst>
                                      </p:cBhvr>
                                      <p:tavLst>
                                        <p:tav tm="0">
                                          <p:val>
                                            <p:strVal val="0-#ppt_w/2"/>
                                          </p:val>
                                        </p:tav>
                                        <p:tav tm="100000">
                                          <p:val>
                                            <p:strVal val="#ppt_x"/>
                                          </p:val>
                                        </p:tav>
                                      </p:tavLst>
                                    </p:anim>
                                    <p:anim calcmode="lin" valueType="num">
                                      <p:cBhvr additive="base">
                                        <p:cTn id="43" dur="500" fill="hold"/>
                                        <p:tgtEl>
                                          <p:spTgt spid="38"/>
                                        </p:tgtEl>
                                        <p:attrNameLst>
                                          <p:attrName>ppt_y</p:attrName>
                                        </p:attrNameLst>
                                      </p:cBhvr>
                                      <p:tavLst>
                                        <p:tav tm="0">
                                          <p:val>
                                            <p:strVal val="#ppt_y"/>
                                          </p:val>
                                        </p:tav>
                                        <p:tav tm="100000">
                                          <p:val>
                                            <p:strVal val="#ppt_y"/>
                                          </p:val>
                                        </p:tav>
                                      </p:tavLst>
                                    </p:anim>
                                  </p:childTnLst>
                                </p:cTn>
                              </p:par>
                              <p:par>
                                <p:cTn id="44" presetID="2" presetClass="entr" presetSubtype="8" fill="hold" nodeType="withEffect">
                                  <p:stCondLst>
                                    <p:cond delay="0"/>
                                  </p:stCondLst>
                                  <p:childTnLst>
                                    <p:set>
                                      <p:cBhvr>
                                        <p:cTn id="45" dur="1" fill="hold">
                                          <p:stCondLst>
                                            <p:cond delay="0"/>
                                          </p:stCondLst>
                                        </p:cTn>
                                        <p:tgtEl>
                                          <p:spTgt spid="112"/>
                                        </p:tgtEl>
                                        <p:attrNameLst>
                                          <p:attrName>style.visibility</p:attrName>
                                        </p:attrNameLst>
                                      </p:cBhvr>
                                      <p:to>
                                        <p:strVal val="visible"/>
                                      </p:to>
                                    </p:set>
                                    <p:anim calcmode="lin" valueType="num">
                                      <p:cBhvr additive="base">
                                        <p:cTn id="46" dur="500" fill="hold"/>
                                        <p:tgtEl>
                                          <p:spTgt spid="112"/>
                                        </p:tgtEl>
                                        <p:attrNameLst>
                                          <p:attrName>ppt_x</p:attrName>
                                        </p:attrNameLst>
                                      </p:cBhvr>
                                      <p:tavLst>
                                        <p:tav tm="0">
                                          <p:val>
                                            <p:strVal val="0-#ppt_w/2"/>
                                          </p:val>
                                        </p:tav>
                                        <p:tav tm="100000">
                                          <p:val>
                                            <p:strVal val="#ppt_x"/>
                                          </p:val>
                                        </p:tav>
                                      </p:tavLst>
                                    </p:anim>
                                    <p:anim calcmode="lin" valueType="num">
                                      <p:cBhvr additive="base">
                                        <p:cTn id="47" dur="500" fill="hold"/>
                                        <p:tgtEl>
                                          <p:spTgt spid="112"/>
                                        </p:tgtEl>
                                        <p:attrNameLst>
                                          <p:attrName>ppt_y</p:attrName>
                                        </p:attrNameLst>
                                      </p:cBhvr>
                                      <p:tavLst>
                                        <p:tav tm="0">
                                          <p:val>
                                            <p:strVal val="#ppt_y"/>
                                          </p:val>
                                        </p:tav>
                                        <p:tav tm="100000">
                                          <p:val>
                                            <p:strVal val="#ppt_y"/>
                                          </p:val>
                                        </p:tav>
                                      </p:tavLst>
                                    </p:anim>
                                  </p:childTnLst>
                                </p:cTn>
                              </p:par>
                            </p:childTnLst>
                          </p:cTn>
                        </p:par>
                        <p:par>
                          <p:cTn id="48" fill="hold">
                            <p:stCondLst>
                              <p:cond delay="1850"/>
                            </p:stCondLst>
                            <p:childTnLst>
                              <p:par>
                                <p:cTn id="49" presetID="2" presetClass="entr" presetSubtype="2" fill="hold" nodeType="afterEffect">
                                  <p:stCondLst>
                                    <p:cond delay="0"/>
                                  </p:stCondLst>
                                  <p:childTnLst>
                                    <p:set>
                                      <p:cBhvr>
                                        <p:cTn id="50" dur="1" fill="hold">
                                          <p:stCondLst>
                                            <p:cond delay="0"/>
                                          </p:stCondLst>
                                        </p:cTn>
                                        <p:tgtEl>
                                          <p:spTgt spid="56"/>
                                        </p:tgtEl>
                                        <p:attrNameLst>
                                          <p:attrName>style.visibility</p:attrName>
                                        </p:attrNameLst>
                                      </p:cBhvr>
                                      <p:to>
                                        <p:strVal val="visible"/>
                                      </p:to>
                                    </p:set>
                                    <p:anim calcmode="lin" valueType="num">
                                      <p:cBhvr additive="base">
                                        <p:cTn id="51" dur="500" fill="hold"/>
                                        <p:tgtEl>
                                          <p:spTgt spid="56"/>
                                        </p:tgtEl>
                                        <p:attrNameLst>
                                          <p:attrName>ppt_x</p:attrName>
                                        </p:attrNameLst>
                                      </p:cBhvr>
                                      <p:tavLst>
                                        <p:tav tm="0">
                                          <p:val>
                                            <p:strVal val="1+#ppt_w/2"/>
                                          </p:val>
                                        </p:tav>
                                        <p:tav tm="100000">
                                          <p:val>
                                            <p:strVal val="#ppt_x"/>
                                          </p:val>
                                        </p:tav>
                                      </p:tavLst>
                                    </p:anim>
                                    <p:anim calcmode="lin" valueType="num">
                                      <p:cBhvr additive="base">
                                        <p:cTn id="52" dur="500" fill="hold"/>
                                        <p:tgtEl>
                                          <p:spTgt spid="56"/>
                                        </p:tgtEl>
                                        <p:attrNameLst>
                                          <p:attrName>ppt_y</p:attrName>
                                        </p:attrNameLst>
                                      </p:cBhvr>
                                      <p:tavLst>
                                        <p:tav tm="0">
                                          <p:val>
                                            <p:strVal val="#ppt_y"/>
                                          </p:val>
                                        </p:tav>
                                        <p:tav tm="100000">
                                          <p:val>
                                            <p:strVal val="#ppt_y"/>
                                          </p:val>
                                        </p:tav>
                                      </p:tavLst>
                                    </p:anim>
                                  </p:childTnLst>
                                </p:cTn>
                              </p:par>
                              <p:par>
                                <p:cTn id="53" presetID="2" presetClass="entr" presetSubtype="2" fill="hold" nodeType="withEffect">
                                  <p:stCondLst>
                                    <p:cond delay="0"/>
                                  </p:stCondLst>
                                  <p:childTnLst>
                                    <p:set>
                                      <p:cBhvr>
                                        <p:cTn id="54" dur="1" fill="hold">
                                          <p:stCondLst>
                                            <p:cond delay="0"/>
                                          </p:stCondLst>
                                        </p:cTn>
                                        <p:tgtEl>
                                          <p:spTgt spid="124"/>
                                        </p:tgtEl>
                                        <p:attrNameLst>
                                          <p:attrName>style.visibility</p:attrName>
                                        </p:attrNameLst>
                                      </p:cBhvr>
                                      <p:to>
                                        <p:strVal val="visible"/>
                                      </p:to>
                                    </p:set>
                                    <p:anim calcmode="lin" valueType="num">
                                      <p:cBhvr additive="base">
                                        <p:cTn id="55" dur="500" fill="hold"/>
                                        <p:tgtEl>
                                          <p:spTgt spid="124"/>
                                        </p:tgtEl>
                                        <p:attrNameLst>
                                          <p:attrName>ppt_x</p:attrName>
                                        </p:attrNameLst>
                                      </p:cBhvr>
                                      <p:tavLst>
                                        <p:tav tm="0">
                                          <p:val>
                                            <p:strVal val="1+#ppt_w/2"/>
                                          </p:val>
                                        </p:tav>
                                        <p:tav tm="100000">
                                          <p:val>
                                            <p:strVal val="#ppt_x"/>
                                          </p:val>
                                        </p:tav>
                                      </p:tavLst>
                                    </p:anim>
                                    <p:anim calcmode="lin" valueType="num">
                                      <p:cBhvr additive="base">
                                        <p:cTn id="56" dur="500" fill="hold"/>
                                        <p:tgtEl>
                                          <p:spTgt spid="1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769876" y="189165"/>
            <a:ext cx="2622658" cy="483235"/>
          </a:xfrm>
          <a:prstGeom prst="rect">
            <a:avLst/>
          </a:prstGeom>
          <a:noFill/>
        </p:spPr>
        <p:txBody>
          <a:bodyPr wrap="square" rtlCol="0">
            <a:spAutoFit/>
          </a:bodyPr>
          <a:lstStyle/>
          <a:p>
            <a:pPr algn="ctr"/>
            <a:r>
              <a:rPr lang="zh-CN" altLang="en-US" sz="2400" b="1" dirty="0">
                <a:solidFill>
                  <a:schemeClr val="tx1">
                    <a:lumMod val="75000"/>
                    <a:lumOff val="25000"/>
                  </a:schemeClr>
                </a:solidFill>
                <a:latin typeface="微软雅黑" panose="020B0503020204020204" charset="-122"/>
                <a:ea typeface="微软雅黑" panose="020B0503020204020204" charset="-122"/>
              </a:rPr>
              <a:t>单击此处添加标题</a:t>
            </a:r>
          </a:p>
        </p:txBody>
      </p:sp>
      <p:cxnSp>
        <p:nvCxnSpPr>
          <p:cNvPr id="6" name="直接连接符 5"/>
          <p:cNvCxnSpPr/>
          <p:nvPr/>
        </p:nvCxnSpPr>
        <p:spPr>
          <a:xfrm>
            <a:off x="7392534" y="477150"/>
            <a:ext cx="4463773"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36892" y="481504"/>
            <a:ext cx="439177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5" name="TextBox 114"/>
          <p:cNvSpPr txBox="1"/>
          <p:nvPr/>
        </p:nvSpPr>
        <p:spPr>
          <a:xfrm>
            <a:off x="772338" y="1579822"/>
            <a:ext cx="2223770" cy="394970"/>
          </a:xfrm>
          <a:prstGeom prst="rect">
            <a:avLst/>
          </a:prstGeom>
          <a:noFill/>
        </p:spPr>
        <p:txBody>
          <a:bodyPr wrap="none" lIns="91421" tIns="45711" rIns="91421" bIns="45711" rtlCol="0">
            <a:spAutoFit/>
          </a:bodyPr>
          <a:lstStyle/>
          <a:p>
            <a:pPr algn="l"/>
            <a:r>
              <a:rPr lang="id-ID" sz="2000" b="1" dirty="0">
                <a:latin typeface="微软雅黑" panose="020B0503020204020204" charset="-122"/>
              </a:rPr>
              <a:t>单击此处添加标题</a:t>
            </a:r>
          </a:p>
        </p:txBody>
      </p:sp>
      <p:sp>
        <p:nvSpPr>
          <p:cNvPr id="116" name="TextBox 115"/>
          <p:cNvSpPr txBox="1"/>
          <p:nvPr/>
        </p:nvSpPr>
        <p:spPr>
          <a:xfrm>
            <a:off x="770246" y="1949788"/>
            <a:ext cx="5124459" cy="1695450"/>
          </a:xfrm>
          <a:prstGeom prst="rect">
            <a:avLst/>
          </a:prstGeom>
          <a:noFill/>
        </p:spPr>
        <p:txBody>
          <a:bodyPr wrap="square" lIns="91421" tIns="45711" rIns="91421" bIns="45711" rtlCol="0">
            <a:spAutoFit/>
          </a:bodyPr>
          <a:lstStyle/>
          <a:p>
            <a:pPr>
              <a:lnSpc>
                <a:spcPct val="110000"/>
              </a:lnSpc>
            </a:pPr>
            <a:r>
              <a:rPr lang="en-US" sz="1200" dirty="0">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您的内容打在这里，或者通过复制您的文本后，在此框中选择粘贴，并选择只保留文字。您的内容打在这里，或者通过复制您的文本后，在此框中</a:t>
            </a:r>
          </a:p>
          <a:p>
            <a:pPr>
              <a:lnSpc>
                <a:spcPct val="110000"/>
              </a:lnSpc>
            </a:pPr>
            <a:r>
              <a:rPr lang="en-US" sz="1200" dirty="0">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您的内容打在这里，或者通过复制您的文本后，在此框中选择粘贴，并选择只保留文字。您的内容打在这里，或者通过复制您的文本后，在此框中</a:t>
            </a:r>
          </a:p>
        </p:txBody>
      </p:sp>
      <p:grpSp>
        <p:nvGrpSpPr>
          <p:cNvPr id="3" name="Group 2"/>
          <p:cNvGrpSpPr/>
          <p:nvPr/>
        </p:nvGrpSpPr>
        <p:grpSpPr>
          <a:xfrm>
            <a:off x="1615180" y="3673898"/>
            <a:ext cx="852061" cy="1728992"/>
            <a:chOff x="3225985" y="8718008"/>
            <a:chExt cx="1704123" cy="3457983"/>
          </a:xfrm>
        </p:grpSpPr>
        <p:sp>
          <p:nvSpPr>
            <p:cNvPr id="146" name="Oval 145"/>
            <p:cNvSpPr>
              <a:spLocks noChangeAspect="1"/>
            </p:cNvSpPr>
            <p:nvPr/>
          </p:nvSpPr>
          <p:spPr>
            <a:xfrm>
              <a:off x="3308851" y="8718008"/>
              <a:ext cx="1461787" cy="1462179"/>
            </a:xfrm>
            <a:prstGeom prst="ellipse">
              <a:avLst/>
            </a:prstGeom>
            <a:noFill/>
            <a:ln w="38100" cmpd="sng">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121898" tIns="60949" rIns="121898" bIns="60949" rtlCol="0" anchor="ctr"/>
            <a:lstStyle/>
            <a:p>
              <a:pPr algn="ctr"/>
              <a:endParaRPr lang="en-US" sz="1800" dirty="0">
                <a:latin typeface="微软雅黑" panose="020B0503020204020204" charset="-122"/>
              </a:endParaRPr>
            </a:p>
          </p:txBody>
        </p:sp>
        <p:sp>
          <p:nvSpPr>
            <p:cNvPr id="147" name="Subtitle 2"/>
            <p:cNvSpPr txBox="1"/>
            <p:nvPr/>
          </p:nvSpPr>
          <p:spPr>
            <a:xfrm>
              <a:off x="3225985" y="9015427"/>
              <a:ext cx="1704123" cy="844550"/>
            </a:xfrm>
            <a:prstGeom prst="rect">
              <a:avLst/>
            </a:prstGeom>
          </p:spPr>
          <p:txBody>
            <a:bodyPr vert="horz" wrap="square" lIns="121872" tIns="60934" rIns="121872" bIns="60934" rtlCol="0">
              <a:sp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lgn="ctr">
                <a:buNone/>
              </a:pPr>
              <a:r>
                <a:rPr lang="en-US" sz="1850" dirty="0">
                  <a:latin typeface="微软雅黑" panose="020B0503020204020204" charset="-122"/>
                  <a:cs typeface="Aparajita" panose="020B0604020202020204" pitchFamily="34" charset="0"/>
                </a:rPr>
                <a:t>33%</a:t>
              </a:r>
              <a:endParaRPr lang="en-US" sz="1350" dirty="0">
                <a:latin typeface="微软雅黑" panose="020B0503020204020204" charset="-122"/>
                <a:cs typeface="Aparajita" panose="020B0604020202020204" pitchFamily="34" charset="0"/>
              </a:endParaRPr>
            </a:p>
          </p:txBody>
        </p:sp>
        <p:sp>
          <p:nvSpPr>
            <p:cNvPr id="149" name="Freeform 76"/>
            <p:cNvSpPr>
              <a:spLocks noChangeArrowheads="1"/>
            </p:cNvSpPr>
            <p:nvPr/>
          </p:nvSpPr>
          <p:spPr bwMode="auto">
            <a:xfrm>
              <a:off x="3757397" y="10373807"/>
              <a:ext cx="619614" cy="1074646"/>
            </a:xfrm>
            <a:custGeom>
              <a:avLst/>
              <a:gdLst>
                <a:gd name="T0" fmla="*/ 238 w 283"/>
                <a:gd name="T1" fmla="*/ 0 h 489"/>
                <a:gd name="T2" fmla="*/ 238 w 283"/>
                <a:gd name="T3" fmla="*/ 0 h 489"/>
                <a:gd name="T4" fmla="*/ 44 w 283"/>
                <a:gd name="T5" fmla="*/ 0 h 489"/>
                <a:gd name="T6" fmla="*/ 0 w 283"/>
                <a:gd name="T7" fmla="*/ 44 h 489"/>
                <a:gd name="T8" fmla="*/ 0 w 283"/>
                <a:gd name="T9" fmla="*/ 434 h 489"/>
                <a:gd name="T10" fmla="*/ 44 w 283"/>
                <a:gd name="T11" fmla="*/ 488 h 489"/>
                <a:gd name="T12" fmla="*/ 238 w 283"/>
                <a:gd name="T13" fmla="*/ 488 h 489"/>
                <a:gd name="T14" fmla="*/ 282 w 283"/>
                <a:gd name="T15" fmla="*/ 434 h 489"/>
                <a:gd name="T16" fmla="*/ 282 w 283"/>
                <a:gd name="T17" fmla="*/ 44 h 489"/>
                <a:gd name="T18" fmla="*/ 238 w 283"/>
                <a:gd name="T19" fmla="*/ 0 h 489"/>
                <a:gd name="T20" fmla="*/ 141 w 283"/>
                <a:gd name="T21" fmla="*/ 460 h 489"/>
                <a:gd name="T22" fmla="*/ 141 w 283"/>
                <a:gd name="T23" fmla="*/ 460 h 489"/>
                <a:gd name="T24" fmla="*/ 106 w 283"/>
                <a:gd name="T25" fmla="*/ 443 h 489"/>
                <a:gd name="T26" fmla="*/ 141 w 283"/>
                <a:gd name="T27" fmla="*/ 416 h 489"/>
                <a:gd name="T28" fmla="*/ 176 w 283"/>
                <a:gd name="T29" fmla="*/ 443 h 489"/>
                <a:gd name="T30" fmla="*/ 141 w 283"/>
                <a:gd name="T31" fmla="*/ 460 h 489"/>
                <a:gd name="T32" fmla="*/ 247 w 283"/>
                <a:gd name="T33" fmla="*/ 390 h 489"/>
                <a:gd name="T34" fmla="*/ 247 w 283"/>
                <a:gd name="T35" fmla="*/ 390 h 489"/>
                <a:gd name="T36" fmla="*/ 35 w 283"/>
                <a:gd name="T37" fmla="*/ 390 h 489"/>
                <a:gd name="T38" fmla="*/ 35 w 283"/>
                <a:gd name="T39" fmla="*/ 62 h 489"/>
                <a:gd name="T40" fmla="*/ 247 w 283"/>
                <a:gd name="T41" fmla="*/ 62 h 489"/>
                <a:gd name="T42" fmla="*/ 247 w 283"/>
                <a:gd name="T43" fmla="*/ 390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3" h="489">
                  <a:moveTo>
                    <a:pt x="238" y="0"/>
                  </a:moveTo>
                  <a:lnTo>
                    <a:pt x="238" y="0"/>
                  </a:lnTo>
                  <a:cubicBezTo>
                    <a:pt x="44" y="0"/>
                    <a:pt x="44" y="0"/>
                    <a:pt x="44" y="0"/>
                  </a:cubicBezTo>
                  <a:cubicBezTo>
                    <a:pt x="17" y="0"/>
                    <a:pt x="0" y="18"/>
                    <a:pt x="0" y="44"/>
                  </a:cubicBezTo>
                  <a:cubicBezTo>
                    <a:pt x="0" y="434"/>
                    <a:pt x="0" y="434"/>
                    <a:pt x="0" y="434"/>
                  </a:cubicBezTo>
                  <a:cubicBezTo>
                    <a:pt x="0" y="460"/>
                    <a:pt x="17" y="488"/>
                    <a:pt x="44" y="488"/>
                  </a:cubicBezTo>
                  <a:cubicBezTo>
                    <a:pt x="238" y="488"/>
                    <a:pt x="238" y="488"/>
                    <a:pt x="238" y="488"/>
                  </a:cubicBezTo>
                  <a:cubicBezTo>
                    <a:pt x="265" y="488"/>
                    <a:pt x="282" y="460"/>
                    <a:pt x="282" y="434"/>
                  </a:cubicBezTo>
                  <a:cubicBezTo>
                    <a:pt x="282" y="44"/>
                    <a:pt x="282" y="44"/>
                    <a:pt x="282" y="44"/>
                  </a:cubicBezTo>
                  <a:cubicBezTo>
                    <a:pt x="282" y="18"/>
                    <a:pt x="265" y="0"/>
                    <a:pt x="238" y="0"/>
                  </a:cubicBezTo>
                  <a:close/>
                  <a:moveTo>
                    <a:pt x="141" y="460"/>
                  </a:moveTo>
                  <a:lnTo>
                    <a:pt x="141" y="460"/>
                  </a:lnTo>
                  <a:cubicBezTo>
                    <a:pt x="123" y="460"/>
                    <a:pt x="106" y="451"/>
                    <a:pt x="106" y="443"/>
                  </a:cubicBezTo>
                  <a:cubicBezTo>
                    <a:pt x="106" y="425"/>
                    <a:pt x="123" y="416"/>
                    <a:pt x="141" y="416"/>
                  </a:cubicBezTo>
                  <a:cubicBezTo>
                    <a:pt x="159" y="416"/>
                    <a:pt x="176" y="425"/>
                    <a:pt x="176" y="443"/>
                  </a:cubicBezTo>
                  <a:cubicBezTo>
                    <a:pt x="176" y="451"/>
                    <a:pt x="159" y="460"/>
                    <a:pt x="141" y="460"/>
                  </a:cubicBezTo>
                  <a:close/>
                  <a:moveTo>
                    <a:pt x="247" y="390"/>
                  </a:moveTo>
                  <a:lnTo>
                    <a:pt x="247" y="390"/>
                  </a:lnTo>
                  <a:cubicBezTo>
                    <a:pt x="35" y="390"/>
                    <a:pt x="35" y="390"/>
                    <a:pt x="35" y="390"/>
                  </a:cubicBezTo>
                  <a:cubicBezTo>
                    <a:pt x="35" y="62"/>
                    <a:pt x="35" y="62"/>
                    <a:pt x="35" y="62"/>
                  </a:cubicBezTo>
                  <a:cubicBezTo>
                    <a:pt x="247" y="62"/>
                    <a:pt x="247" y="62"/>
                    <a:pt x="247" y="62"/>
                  </a:cubicBezTo>
                  <a:lnTo>
                    <a:pt x="247" y="390"/>
                  </a:lnTo>
                  <a:close/>
                </a:path>
              </a:pathLst>
            </a:custGeom>
            <a:solidFill>
              <a:schemeClr val="accent1"/>
            </a:solidFill>
            <a:ln>
              <a:noFill/>
            </a:ln>
            <a:effectLst/>
          </p:spPr>
          <p:txBody>
            <a:bodyPr wrap="none" anchor="ctr"/>
            <a:lstStyle/>
            <a:p>
              <a:endParaRPr lang="en-US" sz="1800" dirty="0">
                <a:latin typeface="微软雅黑" panose="020B0503020204020204" charset="-122"/>
              </a:endParaRPr>
            </a:p>
          </p:txBody>
        </p:sp>
        <p:sp>
          <p:nvSpPr>
            <p:cNvPr id="151" name="TextBox 150"/>
            <p:cNvSpPr txBox="1"/>
            <p:nvPr/>
          </p:nvSpPr>
          <p:spPr>
            <a:xfrm>
              <a:off x="3261778" y="11539721"/>
              <a:ext cx="1616710" cy="636270"/>
            </a:xfrm>
            <a:prstGeom prst="rect">
              <a:avLst/>
            </a:prstGeom>
            <a:noFill/>
          </p:spPr>
          <p:txBody>
            <a:bodyPr wrap="none" lIns="91421" tIns="45711" rIns="91421" bIns="45711" rtlCol="0">
              <a:spAutoFit/>
            </a:bodyPr>
            <a:lstStyle/>
            <a:p>
              <a:pPr algn="ctr"/>
              <a:r>
                <a:rPr lang="id-ID" sz="1400" b="1" dirty="0">
                  <a:latin typeface="微软雅黑" panose="020B0503020204020204" charset="-122"/>
                  <a:cs typeface="Aparajita" panose="020B0604020202020204" pitchFamily="34" charset="0"/>
                </a:rPr>
                <a:t>Mobile</a:t>
              </a:r>
            </a:p>
          </p:txBody>
        </p:sp>
      </p:grpSp>
      <p:grpSp>
        <p:nvGrpSpPr>
          <p:cNvPr id="4" name="Group 3"/>
          <p:cNvGrpSpPr/>
          <p:nvPr/>
        </p:nvGrpSpPr>
        <p:grpSpPr>
          <a:xfrm>
            <a:off x="2872362" y="3673898"/>
            <a:ext cx="852061" cy="1729420"/>
            <a:chOff x="5740348" y="8718008"/>
            <a:chExt cx="1704123" cy="3458840"/>
          </a:xfrm>
        </p:grpSpPr>
        <p:sp>
          <p:nvSpPr>
            <p:cNvPr id="142" name="Oval 141"/>
            <p:cNvSpPr>
              <a:spLocks noChangeAspect="1"/>
            </p:cNvSpPr>
            <p:nvPr/>
          </p:nvSpPr>
          <p:spPr>
            <a:xfrm>
              <a:off x="5823214" y="8718008"/>
              <a:ext cx="1461787" cy="1462179"/>
            </a:xfrm>
            <a:prstGeom prst="ellipse">
              <a:avLst/>
            </a:prstGeom>
            <a:noFill/>
            <a:ln w="38100" cmpd="sng">
              <a:solidFill>
                <a:schemeClr val="accent2"/>
              </a:solidFill>
            </a:ln>
            <a:effectLst/>
          </p:spPr>
          <p:style>
            <a:lnRef idx="1">
              <a:schemeClr val="accent1"/>
            </a:lnRef>
            <a:fillRef idx="3">
              <a:schemeClr val="accent1"/>
            </a:fillRef>
            <a:effectRef idx="2">
              <a:schemeClr val="accent1"/>
            </a:effectRef>
            <a:fontRef idx="minor">
              <a:schemeClr val="lt1"/>
            </a:fontRef>
          </p:style>
          <p:txBody>
            <a:bodyPr lIns="121898" tIns="60949" rIns="121898" bIns="60949" rtlCol="0" anchor="ctr"/>
            <a:lstStyle/>
            <a:p>
              <a:pPr algn="ctr"/>
              <a:endParaRPr lang="en-US" sz="1800" dirty="0">
                <a:latin typeface="微软雅黑" panose="020B0503020204020204" charset="-122"/>
              </a:endParaRPr>
            </a:p>
          </p:txBody>
        </p:sp>
        <p:sp>
          <p:nvSpPr>
            <p:cNvPr id="143" name="Subtitle 2"/>
            <p:cNvSpPr txBox="1"/>
            <p:nvPr/>
          </p:nvSpPr>
          <p:spPr>
            <a:xfrm>
              <a:off x="5740348" y="9015427"/>
              <a:ext cx="1704123" cy="844550"/>
            </a:xfrm>
            <a:prstGeom prst="rect">
              <a:avLst/>
            </a:prstGeom>
          </p:spPr>
          <p:txBody>
            <a:bodyPr vert="horz" wrap="square" lIns="121872" tIns="60934" rIns="121872" bIns="60934" rtlCol="0">
              <a:sp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lgn="ctr">
                <a:buNone/>
              </a:pPr>
              <a:r>
                <a:rPr lang="en-US" sz="1850" dirty="0">
                  <a:latin typeface="微软雅黑" panose="020B0503020204020204" charset="-122"/>
                  <a:cs typeface="Aparajita" panose="020B0604020202020204" pitchFamily="34" charset="0"/>
                </a:rPr>
                <a:t>33%</a:t>
              </a:r>
              <a:endParaRPr lang="en-US" sz="1350" dirty="0">
                <a:latin typeface="微软雅黑" panose="020B0503020204020204" charset="-122"/>
                <a:cs typeface="Aparajita" panose="020B0604020202020204" pitchFamily="34" charset="0"/>
              </a:endParaRPr>
            </a:p>
          </p:txBody>
        </p:sp>
        <p:sp>
          <p:nvSpPr>
            <p:cNvPr id="148" name="Freeform 3"/>
            <p:cNvSpPr>
              <a:spLocks noChangeArrowheads="1"/>
            </p:cNvSpPr>
            <p:nvPr/>
          </p:nvSpPr>
          <p:spPr bwMode="auto">
            <a:xfrm>
              <a:off x="6188996" y="10401352"/>
              <a:ext cx="755531" cy="1041643"/>
            </a:xfrm>
            <a:custGeom>
              <a:avLst/>
              <a:gdLst>
                <a:gd name="T0" fmla="*/ 2416 w 2644"/>
                <a:gd name="T1" fmla="*/ 0 h 3645"/>
                <a:gd name="T2" fmla="*/ 2416 w 2644"/>
                <a:gd name="T3" fmla="*/ 0 h 3645"/>
                <a:gd name="T4" fmla="*/ 238 w 2644"/>
                <a:gd name="T5" fmla="*/ 0 h 3645"/>
                <a:gd name="T6" fmla="*/ 0 w 2644"/>
                <a:gd name="T7" fmla="*/ 238 h 3645"/>
                <a:gd name="T8" fmla="*/ 0 w 2644"/>
                <a:gd name="T9" fmla="*/ 3407 h 3645"/>
                <a:gd name="T10" fmla="*/ 238 w 2644"/>
                <a:gd name="T11" fmla="*/ 3644 h 3645"/>
                <a:gd name="T12" fmla="*/ 2416 w 2644"/>
                <a:gd name="T13" fmla="*/ 3644 h 3645"/>
                <a:gd name="T14" fmla="*/ 2643 w 2644"/>
                <a:gd name="T15" fmla="*/ 3407 h 3645"/>
                <a:gd name="T16" fmla="*/ 2643 w 2644"/>
                <a:gd name="T17" fmla="*/ 238 h 3645"/>
                <a:gd name="T18" fmla="*/ 2416 w 2644"/>
                <a:gd name="T19" fmla="*/ 0 h 3645"/>
                <a:gd name="T20" fmla="*/ 1321 w 2644"/>
                <a:gd name="T21" fmla="*/ 3551 h 3645"/>
                <a:gd name="T22" fmla="*/ 1321 w 2644"/>
                <a:gd name="T23" fmla="*/ 3551 h 3645"/>
                <a:gd name="T24" fmla="*/ 1177 w 2644"/>
                <a:gd name="T25" fmla="*/ 3407 h 3645"/>
                <a:gd name="T26" fmla="*/ 1321 w 2644"/>
                <a:gd name="T27" fmla="*/ 3272 h 3645"/>
                <a:gd name="T28" fmla="*/ 1466 w 2644"/>
                <a:gd name="T29" fmla="*/ 3407 h 3645"/>
                <a:gd name="T30" fmla="*/ 1321 w 2644"/>
                <a:gd name="T31" fmla="*/ 3551 h 3645"/>
                <a:gd name="T32" fmla="*/ 2364 w 2644"/>
                <a:gd name="T33" fmla="*/ 3128 h 3645"/>
                <a:gd name="T34" fmla="*/ 2364 w 2644"/>
                <a:gd name="T35" fmla="*/ 3128 h 3645"/>
                <a:gd name="T36" fmla="*/ 238 w 2644"/>
                <a:gd name="T37" fmla="*/ 3128 h 3645"/>
                <a:gd name="T38" fmla="*/ 238 w 2644"/>
                <a:gd name="T39" fmla="*/ 289 h 3645"/>
                <a:gd name="T40" fmla="*/ 2364 w 2644"/>
                <a:gd name="T41" fmla="*/ 289 h 3645"/>
                <a:gd name="T42" fmla="*/ 2364 w 2644"/>
                <a:gd name="T43" fmla="*/ 3128 h 3645"/>
                <a:gd name="T44" fmla="*/ 2364 w 2644"/>
                <a:gd name="T45" fmla="*/ 3128 h 3645"/>
                <a:gd name="T46" fmla="*/ 2364 w 2644"/>
                <a:gd name="T47" fmla="*/ 3128 h 3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644" h="3645">
                  <a:moveTo>
                    <a:pt x="2416" y="0"/>
                  </a:moveTo>
                  <a:lnTo>
                    <a:pt x="2416" y="0"/>
                  </a:lnTo>
                  <a:cubicBezTo>
                    <a:pt x="238" y="0"/>
                    <a:pt x="238" y="0"/>
                    <a:pt x="238" y="0"/>
                  </a:cubicBezTo>
                  <a:cubicBezTo>
                    <a:pt x="93" y="0"/>
                    <a:pt x="0" y="144"/>
                    <a:pt x="0" y="238"/>
                  </a:cubicBezTo>
                  <a:cubicBezTo>
                    <a:pt x="0" y="3407"/>
                    <a:pt x="0" y="3407"/>
                    <a:pt x="0" y="3407"/>
                  </a:cubicBezTo>
                  <a:cubicBezTo>
                    <a:pt x="0" y="3551"/>
                    <a:pt x="93" y="3644"/>
                    <a:pt x="238" y="3644"/>
                  </a:cubicBezTo>
                  <a:cubicBezTo>
                    <a:pt x="2416" y="3644"/>
                    <a:pt x="2416" y="3644"/>
                    <a:pt x="2416" y="3644"/>
                  </a:cubicBezTo>
                  <a:cubicBezTo>
                    <a:pt x="2508" y="3644"/>
                    <a:pt x="2643" y="3551"/>
                    <a:pt x="2643" y="3407"/>
                  </a:cubicBezTo>
                  <a:cubicBezTo>
                    <a:pt x="2643" y="238"/>
                    <a:pt x="2643" y="238"/>
                    <a:pt x="2643" y="238"/>
                  </a:cubicBezTo>
                  <a:cubicBezTo>
                    <a:pt x="2643" y="144"/>
                    <a:pt x="2508" y="0"/>
                    <a:pt x="2416" y="0"/>
                  </a:cubicBezTo>
                  <a:close/>
                  <a:moveTo>
                    <a:pt x="1321" y="3551"/>
                  </a:moveTo>
                  <a:lnTo>
                    <a:pt x="1321" y="3551"/>
                  </a:lnTo>
                  <a:cubicBezTo>
                    <a:pt x="1229" y="3551"/>
                    <a:pt x="1177" y="3500"/>
                    <a:pt x="1177" y="3407"/>
                  </a:cubicBezTo>
                  <a:cubicBezTo>
                    <a:pt x="1177" y="3314"/>
                    <a:pt x="1229" y="3272"/>
                    <a:pt x="1321" y="3272"/>
                  </a:cubicBezTo>
                  <a:cubicBezTo>
                    <a:pt x="1373" y="3272"/>
                    <a:pt x="1466" y="3314"/>
                    <a:pt x="1466" y="3407"/>
                  </a:cubicBezTo>
                  <a:cubicBezTo>
                    <a:pt x="1466" y="3500"/>
                    <a:pt x="1373" y="3551"/>
                    <a:pt x="1321" y="3551"/>
                  </a:cubicBezTo>
                  <a:close/>
                  <a:moveTo>
                    <a:pt x="2364" y="3128"/>
                  </a:moveTo>
                  <a:lnTo>
                    <a:pt x="2364" y="3128"/>
                  </a:lnTo>
                  <a:cubicBezTo>
                    <a:pt x="238" y="3128"/>
                    <a:pt x="238" y="3128"/>
                    <a:pt x="238" y="3128"/>
                  </a:cubicBezTo>
                  <a:cubicBezTo>
                    <a:pt x="238" y="289"/>
                    <a:pt x="238" y="289"/>
                    <a:pt x="238" y="289"/>
                  </a:cubicBezTo>
                  <a:cubicBezTo>
                    <a:pt x="2364" y="289"/>
                    <a:pt x="2364" y="289"/>
                    <a:pt x="2364" y="289"/>
                  </a:cubicBezTo>
                  <a:lnTo>
                    <a:pt x="2364" y="3128"/>
                  </a:lnTo>
                  <a:close/>
                  <a:moveTo>
                    <a:pt x="2364" y="3128"/>
                  </a:moveTo>
                  <a:lnTo>
                    <a:pt x="2364" y="3128"/>
                  </a:lnTo>
                  <a:close/>
                </a:path>
              </a:pathLst>
            </a:custGeom>
            <a:solidFill>
              <a:schemeClr val="accent2"/>
            </a:solidFill>
            <a:ln>
              <a:noFill/>
            </a:ln>
            <a:effectLst/>
          </p:spPr>
          <p:txBody>
            <a:bodyPr wrap="none" lIns="121892" tIns="60946" rIns="121892" bIns="60946" anchor="ctr"/>
            <a:lstStyle/>
            <a:p>
              <a:endParaRPr lang="en-US" sz="1800" dirty="0">
                <a:latin typeface="微软雅黑" panose="020B0503020204020204" charset="-122"/>
              </a:endParaRPr>
            </a:p>
          </p:txBody>
        </p:sp>
        <p:sp>
          <p:nvSpPr>
            <p:cNvPr id="152" name="TextBox 151"/>
            <p:cNvSpPr txBox="1"/>
            <p:nvPr/>
          </p:nvSpPr>
          <p:spPr>
            <a:xfrm>
              <a:off x="5835207" y="11540578"/>
              <a:ext cx="1452880" cy="636270"/>
            </a:xfrm>
            <a:prstGeom prst="rect">
              <a:avLst/>
            </a:prstGeom>
            <a:noFill/>
          </p:spPr>
          <p:txBody>
            <a:bodyPr wrap="none" lIns="91421" tIns="45711" rIns="91421" bIns="45711" rtlCol="0">
              <a:spAutoFit/>
            </a:bodyPr>
            <a:lstStyle/>
            <a:p>
              <a:pPr algn="ctr"/>
              <a:r>
                <a:rPr lang="id-ID" sz="1400" b="1" dirty="0">
                  <a:latin typeface="微软雅黑" panose="020B0503020204020204" charset="-122"/>
                  <a:cs typeface="Aparajita" panose="020B0604020202020204" pitchFamily="34" charset="0"/>
                </a:rPr>
                <a:t>Tablet</a:t>
              </a:r>
            </a:p>
          </p:txBody>
        </p:sp>
      </p:grpSp>
      <p:grpSp>
        <p:nvGrpSpPr>
          <p:cNvPr id="10" name="Group 9"/>
          <p:cNvGrpSpPr/>
          <p:nvPr/>
        </p:nvGrpSpPr>
        <p:grpSpPr>
          <a:xfrm>
            <a:off x="4040095" y="3673898"/>
            <a:ext cx="925830" cy="1729420"/>
            <a:chOff x="8075815" y="8718008"/>
            <a:chExt cx="1851660" cy="3458840"/>
          </a:xfrm>
        </p:grpSpPr>
        <p:sp>
          <p:nvSpPr>
            <p:cNvPr id="144" name="Oval 143"/>
            <p:cNvSpPr>
              <a:spLocks noChangeAspect="1"/>
            </p:cNvSpPr>
            <p:nvPr/>
          </p:nvSpPr>
          <p:spPr>
            <a:xfrm>
              <a:off x="8273270" y="8718008"/>
              <a:ext cx="1461787" cy="1462179"/>
            </a:xfrm>
            <a:prstGeom prst="ellipse">
              <a:avLst/>
            </a:prstGeom>
            <a:noFill/>
            <a:ln w="38100" cmpd="sng">
              <a:solidFill>
                <a:schemeClr val="accent3"/>
              </a:solidFill>
            </a:ln>
            <a:effectLst/>
          </p:spPr>
          <p:style>
            <a:lnRef idx="1">
              <a:schemeClr val="accent1"/>
            </a:lnRef>
            <a:fillRef idx="3">
              <a:schemeClr val="accent1"/>
            </a:fillRef>
            <a:effectRef idx="2">
              <a:schemeClr val="accent1"/>
            </a:effectRef>
            <a:fontRef idx="minor">
              <a:schemeClr val="lt1"/>
            </a:fontRef>
          </p:style>
          <p:txBody>
            <a:bodyPr lIns="121898" tIns="60949" rIns="121898" bIns="60949" rtlCol="0" anchor="ctr"/>
            <a:lstStyle/>
            <a:p>
              <a:pPr algn="ctr"/>
              <a:endParaRPr lang="en-US" sz="1800" dirty="0">
                <a:latin typeface="微软雅黑" panose="020B0503020204020204" charset="-122"/>
              </a:endParaRPr>
            </a:p>
          </p:txBody>
        </p:sp>
        <p:sp>
          <p:nvSpPr>
            <p:cNvPr id="145" name="Subtitle 2"/>
            <p:cNvSpPr txBox="1"/>
            <p:nvPr/>
          </p:nvSpPr>
          <p:spPr>
            <a:xfrm>
              <a:off x="8190404" y="9015427"/>
              <a:ext cx="1704123" cy="844550"/>
            </a:xfrm>
            <a:prstGeom prst="rect">
              <a:avLst/>
            </a:prstGeom>
          </p:spPr>
          <p:txBody>
            <a:bodyPr vert="horz" wrap="square" lIns="121872" tIns="60934" rIns="121872" bIns="60934" rtlCol="0">
              <a:sp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lgn="ctr">
                <a:buNone/>
              </a:pPr>
              <a:r>
                <a:rPr lang="en-US" sz="1850" dirty="0">
                  <a:latin typeface="微软雅黑" panose="020B0503020204020204" charset="-122"/>
                  <a:cs typeface="Aparajita" panose="020B0604020202020204" pitchFamily="34" charset="0"/>
                </a:rPr>
                <a:t>64%</a:t>
              </a:r>
              <a:endParaRPr lang="en-US" sz="1350" dirty="0">
                <a:latin typeface="微软雅黑" panose="020B0503020204020204" charset="-122"/>
                <a:cs typeface="Aparajita" panose="020B0604020202020204" pitchFamily="34" charset="0"/>
              </a:endParaRPr>
            </a:p>
          </p:txBody>
        </p:sp>
        <p:sp>
          <p:nvSpPr>
            <p:cNvPr id="150" name="Freeform 96"/>
            <p:cNvSpPr>
              <a:spLocks noChangeArrowheads="1"/>
            </p:cNvSpPr>
            <p:nvPr/>
          </p:nvSpPr>
          <p:spPr bwMode="auto">
            <a:xfrm>
              <a:off x="8451809" y="10401427"/>
              <a:ext cx="1144228" cy="1048184"/>
            </a:xfrm>
            <a:custGeom>
              <a:avLst/>
              <a:gdLst>
                <a:gd name="T0" fmla="*/ 442 w 497"/>
                <a:gd name="T1" fmla="*/ 0 h 435"/>
                <a:gd name="T2" fmla="*/ 442 w 497"/>
                <a:gd name="T3" fmla="*/ 0 h 435"/>
                <a:gd name="T4" fmla="*/ 53 w 497"/>
                <a:gd name="T5" fmla="*/ 0 h 435"/>
                <a:gd name="T6" fmla="*/ 0 w 497"/>
                <a:gd name="T7" fmla="*/ 44 h 435"/>
                <a:gd name="T8" fmla="*/ 0 w 497"/>
                <a:gd name="T9" fmla="*/ 319 h 435"/>
                <a:gd name="T10" fmla="*/ 44 w 497"/>
                <a:gd name="T11" fmla="*/ 381 h 435"/>
                <a:gd name="T12" fmla="*/ 160 w 497"/>
                <a:gd name="T13" fmla="*/ 399 h 435"/>
                <a:gd name="T14" fmla="*/ 123 w 497"/>
                <a:gd name="T15" fmla="*/ 434 h 435"/>
                <a:gd name="T16" fmla="*/ 372 w 497"/>
                <a:gd name="T17" fmla="*/ 434 h 435"/>
                <a:gd name="T18" fmla="*/ 336 w 497"/>
                <a:gd name="T19" fmla="*/ 399 h 435"/>
                <a:gd name="T20" fmla="*/ 451 w 497"/>
                <a:gd name="T21" fmla="*/ 381 h 435"/>
                <a:gd name="T22" fmla="*/ 496 w 497"/>
                <a:gd name="T23" fmla="*/ 319 h 435"/>
                <a:gd name="T24" fmla="*/ 496 w 497"/>
                <a:gd name="T25" fmla="*/ 44 h 435"/>
                <a:gd name="T26" fmla="*/ 442 w 497"/>
                <a:gd name="T27" fmla="*/ 0 h 435"/>
                <a:gd name="T28" fmla="*/ 442 w 497"/>
                <a:gd name="T29" fmla="*/ 319 h 435"/>
                <a:gd name="T30" fmla="*/ 442 w 497"/>
                <a:gd name="T31" fmla="*/ 319 h 435"/>
                <a:gd name="T32" fmla="*/ 53 w 497"/>
                <a:gd name="T33" fmla="*/ 319 h 435"/>
                <a:gd name="T34" fmla="*/ 53 w 497"/>
                <a:gd name="T35" fmla="*/ 44 h 435"/>
                <a:gd name="T36" fmla="*/ 442 w 497"/>
                <a:gd name="T37" fmla="*/ 44 h 435"/>
                <a:gd name="T38" fmla="*/ 442 w 497"/>
                <a:gd name="T39" fmla="*/ 319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7" h="435">
                  <a:moveTo>
                    <a:pt x="442" y="0"/>
                  </a:moveTo>
                  <a:lnTo>
                    <a:pt x="442" y="0"/>
                  </a:lnTo>
                  <a:cubicBezTo>
                    <a:pt x="53" y="0"/>
                    <a:pt x="53" y="0"/>
                    <a:pt x="53" y="0"/>
                  </a:cubicBezTo>
                  <a:cubicBezTo>
                    <a:pt x="26" y="0"/>
                    <a:pt x="0" y="17"/>
                    <a:pt x="0" y="44"/>
                  </a:cubicBezTo>
                  <a:cubicBezTo>
                    <a:pt x="0" y="319"/>
                    <a:pt x="0" y="319"/>
                    <a:pt x="0" y="319"/>
                  </a:cubicBezTo>
                  <a:cubicBezTo>
                    <a:pt x="0" y="345"/>
                    <a:pt x="17" y="372"/>
                    <a:pt x="44" y="381"/>
                  </a:cubicBezTo>
                  <a:cubicBezTo>
                    <a:pt x="160" y="399"/>
                    <a:pt x="160" y="399"/>
                    <a:pt x="160" y="399"/>
                  </a:cubicBezTo>
                  <a:cubicBezTo>
                    <a:pt x="160" y="399"/>
                    <a:pt x="62" y="434"/>
                    <a:pt x="123" y="434"/>
                  </a:cubicBezTo>
                  <a:cubicBezTo>
                    <a:pt x="372" y="434"/>
                    <a:pt x="372" y="434"/>
                    <a:pt x="372" y="434"/>
                  </a:cubicBezTo>
                  <a:cubicBezTo>
                    <a:pt x="434" y="434"/>
                    <a:pt x="336" y="399"/>
                    <a:pt x="336" y="399"/>
                  </a:cubicBezTo>
                  <a:cubicBezTo>
                    <a:pt x="451" y="381"/>
                    <a:pt x="451" y="381"/>
                    <a:pt x="451" y="381"/>
                  </a:cubicBezTo>
                  <a:cubicBezTo>
                    <a:pt x="479" y="372"/>
                    <a:pt x="496" y="345"/>
                    <a:pt x="496" y="319"/>
                  </a:cubicBezTo>
                  <a:cubicBezTo>
                    <a:pt x="496" y="44"/>
                    <a:pt x="496" y="44"/>
                    <a:pt x="496" y="44"/>
                  </a:cubicBezTo>
                  <a:cubicBezTo>
                    <a:pt x="496" y="17"/>
                    <a:pt x="470" y="0"/>
                    <a:pt x="442" y="0"/>
                  </a:cubicBezTo>
                  <a:close/>
                  <a:moveTo>
                    <a:pt x="442" y="319"/>
                  </a:moveTo>
                  <a:lnTo>
                    <a:pt x="442" y="319"/>
                  </a:lnTo>
                  <a:cubicBezTo>
                    <a:pt x="53" y="319"/>
                    <a:pt x="53" y="319"/>
                    <a:pt x="53" y="319"/>
                  </a:cubicBezTo>
                  <a:cubicBezTo>
                    <a:pt x="53" y="44"/>
                    <a:pt x="53" y="44"/>
                    <a:pt x="53" y="44"/>
                  </a:cubicBezTo>
                  <a:cubicBezTo>
                    <a:pt x="442" y="44"/>
                    <a:pt x="442" y="44"/>
                    <a:pt x="442" y="44"/>
                  </a:cubicBezTo>
                  <a:lnTo>
                    <a:pt x="442" y="319"/>
                  </a:lnTo>
                  <a:close/>
                </a:path>
              </a:pathLst>
            </a:custGeom>
            <a:solidFill>
              <a:schemeClr val="accent3"/>
            </a:solidFill>
            <a:ln>
              <a:noFill/>
            </a:ln>
            <a:effectLst/>
          </p:spPr>
          <p:txBody>
            <a:bodyPr wrap="none" anchor="ctr"/>
            <a:lstStyle/>
            <a:p>
              <a:endParaRPr lang="en-US" sz="1800" dirty="0">
                <a:latin typeface="微软雅黑" panose="020B0503020204020204" charset="-122"/>
              </a:endParaRPr>
            </a:p>
          </p:txBody>
        </p:sp>
        <p:sp>
          <p:nvSpPr>
            <p:cNvPr id="153" name="TextBox 152"/>
            <p:cNvSpPr txBox="1"/>
            <p:nvPr/>
          </p:nvSpPr>
          <p:spPr>
            <a:xfrm>
              <a:off x="8075815" y="11540578"/>
              <a:ext cx="1851660" cy="636270"/>
            </a:xfrm>
            <a:prstGeom prst="rect">
              <a:avLst/>
            </a:prstGeom>
            <a:noFill/>
          </p:spPr>
          <p:txBody>
            <a:bodyPr wrap="none" lIns="91421" tIns="45711" rIns="91421" bIns="45711" rtlCol="0">
              <a:spAutoFit/>
            </a:bodyPr>
            <a:lstStyle/>
            <a:p>
              <a:pPr algn="ctr"/>
              <a:r>
                <a:rPr lang="id-ID" sz="1400" b="1" dirty="0">
                  <a:latin typeface="微软雅黑" panose="020B0503020204020204" charset="-122"/>
                  <a:cs typeface="Aparajita" panose="020B0604020202020204" pitchFamily="34" charset="0"/>
                </a:rPr>
                <a:t>Desktop</a:t>
              </a:r>
            </a:p>
          </p:txBody>
        </p:sp>
      </p:grpSp>
      <p:grpSp>
        <p:nvGrpSpPr>
          <p:cNvPr id="91" name="Group 90"/>
          <p:cNvGrpSpPr/>
          <p:nvPr/>
        </p:nvGrpSpPr>
        <p:grpSpPr>
          <a:xfrm>
            <a:off x="6191896" y="1977140"/>
            <a:ext cx="5265105" cy="2889756"/>
            <a:chOff x="4115846" y="9116509"/>
            <a:chExt cx="4450190" cy="2442489"/>
          </a:xfrm>
          <a:solidFill>
            <a:schemeClr val="accent1"/>
          </a:solidFill>
        </p:grpSpPr>
        <p:sp>
          <p:nvSpPr>
            <p:cNvPr id="108" name="Freeform 55"/>
            <p:cNvSpPr>
              <a:spLocks noChangeArrowheads="1"/>
            </p:cNvSpPr>
            <p:nvPr/>
          </p:nvSpPr>
          <p:spPr bwMode="auto">
            <a:xfrm>
              <a:off x="4257624" y="9440060"/>
              <a:ext cx="3870376" cy="1977253"/>
            </a:xfrm>
            <a:custGeom>
              <a:avLst/>
              <a:gdLst>
                <a:gd name="T0" fmla="*/ 0 w 8067"/>
                <a:gd name="T1" fmla="*/ 4121 h 4122"/>
                <a:gd name="T2" fmla="*/ 0 w 8067"/>
                <a:gd name="T3" fmla="*/ 4121 h 4122"/>
                <a:gd name="T4" fmla="*/ 6 w 8067"/>
                <a:gd name="T5" fmla="*/ 4096 h 4122"/>
                <a:gd name="T6" fmla="*/ 923 w 8067"/>
                <a:gd name="T7" fmla="*/ 1552 h 4122"/>
                <a:gd name="T8" fmla="*/ 923 w 8067"/>
                <a:gd name="T9" fmla="*/ 1546 h 4122"/>
                <a:gd name="T10" fmla="*/ 929 w 8067"/>
                <a:gd name="T11" fmla="*/ 1546 h 4122"/>
                <a:gd name="T12" fmla="*/ 4202 w 8067"/>
                <a:gd name="T13" fmla="*/ 0 h 4122"/>
                <a:gd name="T14" fmla="*/ 4202 w 8067"/>
                <a:gd name="T15" fmla="*/ 6 h 4122"/>
                <a:gd name="T16" fmla="*/ 7576 w 8067"/>
                <a:gd name="T17" fmla="*/ 1546 h 4122"/>
                <a:gd name="T18" fmla="*/ 7576 w 8067"/>
                <a:gd name="T19" fmla="*/ 1546 h 4122"/>
                <a:gd name="T20" fmla="*/ 8066 w 8067"/>
                <a:gd name="T21" fmla="*/ 2180 h 4122"/>
                <a:gd name="T22" fmla="*/ 8053 w 8067"/>
                <a:gd name="T23" fmla="*/ 2187 h 4122"/>
                <a:gd name="T24" fmla="*/ 5069 w 8067"/>
                <a:gd name="T25" fmla="*/ 4015 h 4122"/>
                <a:gd name="T26" fmla="*/ 5062 w 8067"/>
                <a:gd name="T27" fmla="*/ 4015 h 4122"/>
                <a:gd name="T28" fmla="*/ 1652 w 8067"/>
                <a:gd name="T29" fmla="*/ 3299 h 4122"/>
                <a:gd name="T30" fmla="*/ 0 w 8067"/>
                <a:gd name="T31" fmla="*/ 4121 h 4122"/>
                <a:gd name="T32" fmla="*/ 942 w 8067"/>
                <a:gd name="T33" fmla="*/ 1565 h 4122"/>
                <a:gd name="T34" fmla="*/ 942 w 8067"/>
                <a:gd name="T35" fmla="*/ 1565 h 4122"/>
                <a:gd name="T36" fmla="*/ 37 w 8067"/>
                <a:gd name="T37" fmla="*/ 4078 h 4122"/>
                <a:gd name="T38" fmla="*/ 1652 w 8067"/>
                <a:gd name="T39" fmla="*/ 3273 h 4122"/>
                <a:gd name="T40" fmla="*/ 1652 w 8067"/>
                <a:gd name="T41" fmla="*/ 3273 h 4122"/>
                <a:gd name="T42" fmla="*/ 5062 w 8067"/>
                <a:gd name="T43" fmla="*/ 3996 h 4122"/>
                <a:gd name="T44" fmla="*/ 8028 w 8067"/>
                <a:gd name="T45" fmla="*/ 2174 h 4122"/>
                <a:gd name="T46" fmla="*/ 7557 w 8067"/>
                <a:gd name="T47" fmla="*/ 1565 h 4122"/>
                <a:gd name="T48" fmla="*/ 4202 w 8067"/>
                <a:gd name="T49" fmla="*/ 25 h 4122"/>
                <a:gd name="T50" fmla="*/ 942 w 8067"/>
                <a:gd name="T51" fmla="*/ 1565 h 4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067" h="4122">
                  <a:moveTo>
                    <a:pt x="0" y="4121"/>
                  </a:moveTo>
                  <a:lnTo>
                    <a:pt x="0" y="4121"/>
                  </a:lnTo>
                  <a:cubicBezTo>
                    <a:pt x="6" y="4096"/>
                    <a:pt x="6" y="4096"/>
                    <a:pt x="6" y="4096"/>
                  </a:cubicBezTo>
                  <a:cubicBezTo>
                    <a:pt x="56" y="3908"/>
                    <a:pt x="885" y="1646"/>
                    <a:pt x="923" y="1552"/>
                  </a:cubicBezTo>
                  <a:cubicBezTo>
                    <a:pt x="923" y="1546"/>
                    <a:pt x="923" y="1546"/>
                    <a:pt x="923" y="1546"/>
                  </a:cubicBezTo>
                  <a:cubicBezTo>
                    <a:pt x="929" y="1546"/>
                    <a:pt x="929" y="1546"/>
                    <a:pt x="929" y="1546"/>
                  </a:cubicBezTo>
                  <a:cubicBezTo>
                    <a:pt x="4202" y="0"/>
                    <a:pt x="4202" y="0"/>
                    <a:pt x="4202" y="0"/>
                  </a:cubicBezTo>
                  <a:cubicBezTo>
                    <a:pt x="4202" y="6"/>
                    <a:pt x="4202" y="6"/>
                    <a:pt x="4202" y="6"/>
                  </a:cubicBezTo>
                  <a:cubicBezTo>
                    <a:pt x="7576" y="1546"/>
                    <a:pt x="7576" y="1546"/>
                    <a:pt x="7576" y="1546"/>
                  </a:cubicBezTo>
                  <a:lnTo>
                    <a:pt x="7576" y="1546"/>
                  </a:lnTo>
                  <a:cubicBezTo>
                    <a:pt x="8066" y="2180"/>
                    <a:pt x="8066" y="2180"/>
                    <a:pt x="8066" y="2180"/>
                  </a:cubicBezTo>
                  <a:cubicBezTo>
                    <a:pt x="8053" y="2187"/>
                    <a:pt x="8053" y="2187"/>
                    <a:pt x="8053" y="2187"/>
                  </a:cubicBezTo>
                  <a:cubicBezTo>
                    <a:pt x="5069" y="4015"/>
                    <a:pt x="5069" y="4015"/>
                    <a:pt x="5069" y="4015"/>
                  </a:cubicBezTo>
                  <a:cubicBezTo>
                    <a:pt x="5062" y="4015"/>
                    <a:pt x="5062" y="4015"/>
                    <a:pt x="5062" y="4015"/>
                  </a:cubicBezTo>
                  <a:cubicBezTo>
                    <a:pt x="1652" y="3299"/>
                    <a:pt x="1652" y="3299"/>
                    <a:pt x="1652" y="3299"/>
                  </a:cubicBezTo>
                  <a:lnTo>
                    <a:pt x="0" y="4121"/>
                  </a:lnTo>
                  <a:close/>
                  <a:moveTo>
                    <a:pt x="942" y="1565"/>
                  </a:moveTo>
                  <a:lnTo>
                    <a:pt x="942" y="1565"/>
                  </a:lnTo>
                  <a:cubicBezTo>
                    <a:pt x="898" y="1671"/>
                    <a:pt x="125" y="3776"/>
                    <a:pt x="37" y="4078"/>
                  </a:cubicBezTo>
                  <a:cubicBezTo>
                    <a:pt x="1652" y="3273"/>
                    <a:pt x="1652" y="3273"/>
                    <a:pt x="1652" y="3273"/>
                  </a:cubicBezTo>
                  <a:lnTo>
                    <a:pt x="1652" y="3273"/>
                  </a:lnTo>
                  <a:cubicBezTo>
                    <a:pt x="5062" y="3996"/>
                    <a:pt x="5062" y="3996"/>
                    <a:pt x="5062" y="3996"/>
                  </a:cubicBezTo>
                  <a:cubicBezTo>
                    <a:pt x="8028" y="2174"/>
                    <a:pt x="8028" y="2174"/>
                    <a:pt x="8028" y="2174"/>
                  </a:cubicBezTo>
                  <a:cubicBezTo>
                    <a:pt x="7557" y="1565"/>
                    <a:pt x="7557" y="1565"/>
                    <a:pt x="7557" y="1565"/>
                  </a:cubicBezTo>
                  <a:cubicBezTo>
                    <a:pt x="4202" y="25"/>
                    <a:pt x="4202" y="25"/>
                    <a:pt x="4202" y="25"/>
                  </a:cubicBezTo>
                  <a:lnTo>
                    <a:pt x="942" y="1565"/>
                  </a:lnTo>
                  <a:close/>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09" name="Freeform 56"/>
            <p:cNvSpPr>
              <a:spLocks noChangeArrowheads="1"/>
            </p:cNvSpPr>
            <p:nvPr/>
          </p:nvSpPr>
          <p:spPr bwMode="auto">
            <a:xfrm>
              <a:off x="4397288" y="9368160"/>
              <a:ext cx="3885188" cy="1994171"/>
            </a:xfrm>
            <a:custGeom>
              <a:avLst/>
              <a:gdLst>
                <a:gd name="T0" fmla="*/ 4773 w 8098"/>
                <a:gd name="T1" fmla="*/ 4159 h 4160"/>
                <a:gd name="T2" fmla="*/ 4767 w 8098"/>
                <a:gd name="T3" fmla="*/ 4153 h 4160"/>
                <a:gd name="T4" fmla="*/ 2852 w 8098"/>
                <a:gd name="T5" fmla="*/ 2677 h 4160"/>
                <a:gd name="T6" fmla="*/ 584 w 8098"/>
                <a:gd name="T7" fmla="*/ 2872 h 4160"/>
                <a:gd name="T8" fmla="*/ 584 w 8098"/>
                <a:gd name="T9" fmla="*/ 2859 h 4160"/>
                <a:gd name="T10" fmla="*/ 0 w 8098"/>
                <a:gd name="T11" fmla="*/ 1163 h 4160"/>
                <a:gd name="T12" fmla="*/ 18 w 8098"/>
                <a:gd name="T13" fmla="*/ 1163 h 4160"/>
                <a:gd name="T14" fmla="*/ 2217 w 8098"/>
                <a:gd name="T15" fmla="*/ 1452 h 4160"/>
                <a:gd name="T16" fmla="*/ 2462 w 8098"/>
                <a:gd name="T17" fmla="*/ 0 h 4160"/>
                <a:gd name="T18" fmla="*/ 2475 w 8098"/>
                <a:gd name="T19" fmla="*/ 13 h 4160"/>
                <a:gd name="T20" fmla="*/ 4252 w 8098"/>
                <a:gd name="T21" fmla="*/ 1213 h 4160"/>
                <a:gd name="T22" fmla="*/ 6664 w 8098"/>
                <a:gd name="T23" fmla="*/ 308 h 4160"/>
                <a:gd name="T24" fmla="*/ 6043 w 8098"/>
                <a:gd name="T25" fmla="*/ 2086 h 4160"/>
                <a:gd name="T26" fmla="*/ 8097 w 8098"/>
                <a:gd name="T27" fmla="*/ 3110 h 4160"/>
                <a:gd name="T28" fmla="*/ 5169 w 8098"/>
                <a:gd name="T29" fmla="*/ 3016 h 4160"/>
                <a:gd name="T30" fmla="*/ 4773 w 8098"/>
                <a:gd name="T31" fmla="*/ 4159 h 4160"/>
                <a:gd name="T32" fmla="*/ 2858 w 8098"/>
                <a:gd name="T33" fmla="*/ 2652 h 4160"/>
                <a:gd name="T34" fmla="*/ 2858 w 8098"/>
                <a:gd name="T35" fmla="*/ 2658 h 4160"/>
                <a:gd name="T36" fmla="*/ 4767 w 8098"/>
                <a:gd name="T37" fmla="*/ 4122 h 4160"/>
                <a:gd name="T38" fmla="*/ 5150 w 8098"/>
                <a:gd name="T39" fmla="*/ 2991 h 4160"/>
                <a:gd name="T40" fmla="*/ 5163 w 8098"/>
                <a:gd name="T41" fmla="*/ 2991 h 4160"/>
                <a:gd name="T42" fmla="*/ 7996 w 8098"/>
                <a:gd name="T43" fmla="*/ 3085 h 4160"/>
                <a:gd name="T44" fmla="*/ 6011 w 8098"/>
                <a:gd name="T45" fmla="*/ 2093 h 4160"/>
                <a:gd name="T46" fmla="*/ 6627 w 8098"/>
                <a:gd name="T47" fmla="*/ 346 h 4160"/>
                <a:gd name="T48" fmla="*/ 4246 w 8098"/>
                <a:gd name="T49" fmla="*/ 1238 h 4160"/>
                <a:gd name="T50" fmla="*/ 4239 w 8098"/>
                <a:gd name="T51" fmla="*/ 1232 h 4160"/>
                <a:gd name="T52" fmla="*/ 2475 w 8098"/>
                <a:gd name="T53" fmla="*/ 38 h 4160"/>
                <a:gd name="T54" fmla="*/ 2236 w 8098"/>
                <a:gd name="T55" fmla="*/ 1477 h 4160"/>
                <a:gd name="T56" fmla="*/ 31 w 8098"/>
                <a:gd name="T57" fmla="*/ 1188 h 4160"/>
                <a:gd name="T58" fmla="*/ 603 w 8098"/>
                <a:gd name="T59" fmla="*/ 2846 h 4160"/>
                <a:gd name="T60" fmla="*/ 2858 w 8098"/>
                <a:gd name="T61" fmla="*/ 2652 h 4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098" h="4160">
                  <a:moveTo>
                    <a:pt x="4773" y="4159"/>
                  </a:moveTo>
                  <a:lnTo>
                    <a:pt x="4767" y="4153"/>
                  </a:lnTo>
                  <a:lnTo>
                    <a:pt x="2852" y="2677"/>
                  </a:lnTo>
                  <a:lnTo>
                    <a:pt x="584" y="2872"/>
                  </a:lnTo>
                  <a:lnTo>
                    <a:pt x="584" y="2859"/>
                  </a:lnTo>
                  <a:lnTo>
                    <a:pt x="0" y="1163"/>
                  </a:lnTo>
                  <a:lnTo>
                    <a:pt x="18" y="1163"/>
                  </a:lnTo>
                  <a:lnTo>
                    <a:pt x="2217" y="1452"/>
                  </a:lnTo>
                  <a:lnTo>
                    <a:pt x="2462" y="0"/>
                  </a:lnTo>
                  <a:lnTo>
                    <a:pt x="2475" y="13"/>
                  </a:lnTo>
                  <a:lnTo>
                    <a:pt x="4252" y="1213"/>
                  </a:lnTo>
                  <a:lnTo>
                    <a:pt x="6664" y="308"/>
                  </a:lnTo>
                  <a:lnTo>
                    <a:pt x="6043" y="2086"/>
                  </a:lnTo>
                  <a:lnTo>
                    <a:pt x="8097" y="3110"/>
                  </a:lnTo>
                  <a:lnTo>
                    <a:pt x="5169" y="3016"/>
                  </a:lnTo>
                  <a:lnTo>
                    <a:pt x="4773" y="4159"/>
                  </a:lnTo>
                  <a:close/>
                  <a:moveTo>
                    <a:pt x="2858" y="2652"/>
                  </a:moveTo>
                  <a:lnTo>
                    <a:pt x="2858" y="2658"/>
                  </a:lnTo>
                  <a:lnTo>
                    <a:pt x="4767" y="4122"/>
                  </a:lnTo>
                  <a:lnTo>
                    <a:pt x="5150" y="2991"/>
                  </a:lnTo>
                  <a:lnTo>
                    <a:pt x="5163" y="2991"/>
                  </a:lnTo>
                  <a:lnTo>
                    <a:pt x="7996" y="3085"/>
                  </a:lnTo>
                  <a:lnTo>
                    <a:pt x="6011" y="2093"/>
                  </a:lnTo>
                  <a:lnTo>
                    <a:pt x="6627" y="346"/>
                  </a:lnTo>
                  <a:lnTo>
                    <a:pt x="4246" y="1238"/>
                  </a:lnTo>
                  <a:lnTo>
                    <a:pt x="4239" y="1232"/>
                  </a:lnTo>
                  <a:lnTo>
                    <a:pt x="2475" y="38"/>
                  </a:lnTo>
                  <a:lnTo>
                    <a:pt x="2236" y="1477"/>
                  </a:lnTo>
                  <a:lnTo>
                    <a:pt x="31" y="1188"/>
                  </a:lnTo>
                  <a:lnTo>
                    <a:pt x="603" y="2846"/>
                  </a:lnTo>
                  <a:lnTo>
                    <a:pt x="2858" y="2652"/>
                  </a:lnTo>
                  <a:close/>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10" name="Freeform 57"/>
            <p:cNvSpPr>
              <a:spLocks noChangeArrowheads="1"/>
            </p:cNvSpPr>
            <p:nvPr/>
          </p:nvSpPr>
          <p:spPr bwMode="auto">
            <a:xfrm>
              <a:off x="4244928" y="9273000"/>
              <a:ext cx="4321108" cy="2142199"/>
            </a:xfrm>
            <a:custGeom>
              <a:avLst/>
              <a:gdLst>
                <a:gd name="T0" fmla="*/ 0 w 9004"/>
                <a:gd name="T1" fmla="*/ 4467 h 4468"/>
                <a:gd name="T2" fmla="*/ 13 w 9004"/>
                <a:gd name="T3" fmla="*/ 4461 h 4468"/>
                <a:gd name="T4" fmla="*/ 321 w 9004"/>
                <a:gd name="T5" fmla="*/ 1370 h 4468"/>
                <a:gd name="T6" fmla="*/ 327 w 9004"/>
                <a:gd name="T7" fmla="*/ 1364 h 4468"/>
                <a:gd name="T8" fmla="*/ 2784 w 9004"/>
                <a:gd name="T9" fmla="*/ 214 h 4468"/>
                <a:gd name="T10" fmla="*/ 2784 w 9004"/>
                <a:gd name="T11" fmla="*/ 214 h 4468"/>
                <a:gd name="T12" fmla="*/ 6659 w 9004"/>
                <a:gd name="T13" fmla="*/ 490 h 4468"/>
                <a:gd name="T14" fmla="*/ 7476 w 9004"/>
                <a:gd name="T15" fmla="*/ 0 h 4468"/>
                <a:gd name="T16" fmla="*/ 7105 w 9004"/>
                <a:gd name="T17" fmla="*/ 641 h 4468"/>
                <a:gd name="T18" fmla="*/ 9003 w 9004"/>
                <a:gd name="T19" fmla="*/ 2338 h 4468"/>
                <a:gd name="T20" fmla="*/ 8996 w 9004"/>
                <a:gd name="T21" fmla="*/ 2344 h 4468"/>
                <a:gd name="T22" fmla="*/ 8368 w 9004"/>
                <a:gd name="T23" fmla="*/ 3311 h 4468"/>
                <a:gd name="T24" fmla="*/ 8362 w 9004"/>
                <a:gd name="T25" fmla="*/ 3311 h 4468"/>
                <a:gd name="T26" fmla="*/ 5088 w 9004"/>
                <a:gd name="T27" fmla="*/ 4367 h 4468"/>
                <a:gd name="T28" fmla="*/ 0 w 9004"/>
                <a:gd name="T29" fmla="*/ 4467 h 4468"/>
                <a:gd name="T30" fmla="*/ 340 w 9004"/>
                <a:gd name="T31" fmla="*/ 1383 h 4468"/>
                <a:gd name="T32" fmla="*/ 38 w 9004"/>
                <a:gd name="T33" fmla="*/ 4442 h 4468"/>
                <a:gd name="T34" fmla="*/ 3286 w 9004"/>
                <a:gd name="T35" fmla="*/ 2507 h 4468"/>
                <a:gd name="T36" fmla="*/ 1540 w 9004"/>
                <a:gd name="T37" fmla="*/ 848 h 4468"/>
                <a:gd name="T38" fmla="*/ 3802 w 9004"/>
                <a:gd name="T39" fmla="*/ 2193 h 4468"/>
                <a:gd name="T40" fmla="*/ 5044 w 9004"/>
                <a:gd name="T41" fmla="*/ 1452 h 4468"/>
                <a:gd name="T42" fmla="*/ 4787 w 9004"/>
                <a:gd name="T43" fmla="*/ 403 h 4468"/>
                <a:gd name="T44" fmla="*/ 4806 w 9004"/>
                <a:gd name="T45" fmla="*/ 396 h 4468"/>
                <a:gd name="T46" fmla="*/ 5063 w 9004"/>
                <a:gd name="T47" fmla="*/ 1445 h 4468"/>
                <a:gd name="T48" fmla="*/ 6628 w 9004"/>
                <a:gd name="T49" fmla="*/ 509 h 4468"/>
                <a:gd name="T50" fmla="*/ 2784 w 9004"/>
                <a:gd name="T51" fmla="*/ 233 h 4468"/>
                <a:gd name="T52" fmla="*/ 340 w 9004"/>
                <a:gd name="T53" fmla="*/ 1383 h 4468"/>
                <a:gd name="T54" fmla="*/ 3299 w 9004"/>
                <a:gd name="T55" fmla="*/ 2520 h 4468"/>
                <a:gd name="T56" fmla="*/ 82 w 9004"/>
                <a:gd name="T57" fmla="*/ 4442 h 4468"/>
                <a:gd name="T58" fmla="*/ 5088 w 9004"/>
                <a:gd name="T59" fmla="*/ 4348 h 4468"/>
                <a:gd name="T60" fmla="*/ 8355 w 9004"/>
                <a:gd name="T61" fmla="*/ 3293 h 4468"/>
                <a:gd name="T62" fmla="*/ 8971 w 9004"/>
                <a:gd name="T63" fmla="*/ 2338 h 4468"/>
                <a:gd name="T64" fmla="*/ 7093 w 9004"/>
                <a:gd name="T65" fmla="*/ 660 h 4468"/>
                <a:gd name="T66" fmla="*/ 5044 w 9004"/>
                <a:gd name="T67" fmla="*/ 4185 h 4468"/>
                <a:gd name="T68" fmla="*/ 5038 w 9004"/>
                <a:gd name="T69" fmla="*/ 4172 h 4468"/>
                <a:gd name="T70" fmla="*/ 3299 w 9004"/>
                <a:gd name="T71" fmla="*/ 2520 h 4468"/>
                <a:gd name="T72" fmla="*/ 3318 w 9004"/>
                <a:gd name="T73" fmla="*/ 2507 h 4468"/>
                <a:gd name="T74" fmla="*/ 5038 w 9004"/>
                <a:gd name="T75" fmla="*/ 4147 h 4468"/>
                <a:gd name="T76" fmla="*/ 7074 w 9004"/>
                <a:gd name="T77" fmla="*/ 647 h 4468"/>
                <a:gd name="T78" fmla="*/ 6948 w 9004"/>
                <a:gd name="T79" fmla="*/ 528 h 4468"/>
                <a:gd name="T80" fmla="*/ 6665 w 9004"/>
                <a:gd name="T81" fmla="*/ 509 h 4468"/>
                <a:gd name="T82" fmla="*/ 5070 w 9004"/>
                <a:gd name="T83" fmla="*/ 1464 h 4468"/>
                <a:gd name="T84" fmla="*/ 5491 w 9004"/>
                <a:gd name="T85" fmla="*/ 3223 h 4468"/>
                <a:gd name="T86" fmla="*/ 3802 w 9004"/>
                <a:gd name="T87" fmla="*/ 2218 h 4468"/>
                <a:gd name="T88" fmla="*/ 3318 w 9004"/>
                <a:gd name="T89" fmla="*/ 2507 h 4468"/>
                <a:gd name="T90" fmla="*/ 3827 w 9004"/>
                <a:gd name="T91" fmla="*/ 2205 h 4468"/>
                <a:gd name="T92" fmla="*/ 5459 w 9004"/>
                <a:gd name="T93" fmla="*/ 3179 h 4468"/>
                <a:gd name="T94" fmla="*/ 5044 w 9004"/>
                <a:gd name="T95" fmla="*/ 1477 h 4468"/>
                <a:gd name="T96" fmla="*/ 3827 w 9004"/>
                <a:gd name="T97" fmla="*/ 2205 h 4468"/>
                <a:gd name="T98" fmla="*/ 1697 w 9004"/>
                <a:gd name="T99" fmla="*/ 968 h 4468"/>
                <a:gd name="T100" fmla="*/ 3305 w 9004"/>
                <a:gd name="T101" fmla="*/ 2495 h 4468"/>
                <a:gd name="T102" fmla="*/ 3783 w 9004"/>
                <a:gd name="T103" fmla="*/ 2205 h 4468"/>
                <a:gd name="T104" fmla="*/ 1697 w 9004"/>
                <a:gd name="T105" fmla="*/ 968 h 4468"/>
                <a:gd name="T106" fmla="*/ 6697 w 9004"/>
                <a:gd name="T107" fmla="*/ 490 h 4468"/>
                <a:gd name="T108" fmla="*/ 6954 w 9004"/>
                <a:gd name="T109" fmla="*/ 509 h 4468"/>
                <a:gd name="T110" fmla="*/ 6961 w 9004"/>
                <a:gd name="T111" fmla="*/ 509 h 4468"/>
                <a:gd name="T112" fmla="*/ 7086 w 9004"/>
                <a:gd name="T113" fmla="*/ 629 h 4468"/>
                <a:gd name="T114" fmla="*/ 7419 w 9004"/>
                <a:gd name="T115" fmla="*/ 63 h 4468"/>
                <a:gd name="T116" fmla="*/ 6697 w 9004"/>
                <a:gd name="T117" fmla="*/ 490 h 4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004" h="4468">
                  <a:moveTo>
                    <a:pt x="0" y="4467"/>
                  </a:moveTo>
                  <a:lnTo>
                    <a:pt x="13" y="4461"/>
                  </a:lnTo>
                  <a:lnTo>
                    <a:pt x="321" y="1370"/>
                  </a:lnTo>
                  <a:lnTo>
                    <a:pt x="327" y="1364"/>
                  </a:lnTo>
                  <a:lnTo>
                    <a:pt x="2784" y="214"/>
                  </a:lnTo>
                  <a:lnTo>
                    <a:pt x="2784" y="214"/>
                  </a:lnTo>
                  <a:lnTo>
                    <a:pt x="6659" y="490"/>
                  </a:lnTo>
                  <a:lnTo>
                    <a:pt x="7476" y="0"/>
                  </a:lnTo>
                  <a:lnTo>
                    <a:pt x="7105" y="641"/>
                  </a:lnTo>
                  <a:lnTo>
                    <a:pt x="9003" y="2338"/>
                  </a:lnTo>
                  <a:lnTo>
                    <a:pt x="8996" y="2344"/>
                  </a:lnTo>
                  <a:lnTo>
                    <a:pt x="8368" y="3311"/>
                  </a:lnTo>
                  <a:lnTo>
                    <a:pt x="8362" y="3311"/>
                  </a:lnTo>
                  <a:lnTo>
                    <a:pt x="5088" y="4367"/>
                  </a:lnTo>
                  <a:lnTo>
                    <a:pt x="0" y="4467"/>
                  </a:lnTo>
                  <a:close/>
                  <a:moveTo>
                    <a:pt x="340" y="1383"/>
                  </a:moveTo>
                  <a:lnTo>
                    <a:pt x="38" y="4442"/>
                  </a:lnTo>
                  <a:lnTo>
                    <a:pt x="3286" y="2507"/>
                  </a:lnTo>
                  <a:lnTo>
                    <a:pt x="1540" y="848"/>
                  </a:lnTo>
                  <a:lnTo>
                    <a:pt x="3802" y="2193"/>
                  </a:lnTo>
                  <a:lnTo>
                    <a:pt x="5044" y="1452"/>
                  </a:lnTo>
                  <a:lnTo>
                    <a:pt x="4787" y="403"/>
                  </a:lnTo>
                  <a:lnTo>
                    <a:pt x="4806" y="396"/>
                  </a:lnTo>
                  <a:lnTo>
                    <a:pt x="5063" y="1445"/>
                  </a:lnTo>
                  <a:lnTo>
                    <a:pt x="6628" y="509"/>
                  </a:lnTo>
                  <a:lnTo>
                    <a:pt x="2784" y="233"/>
                  </a:lnTo>
                  <a:lnTo>
                    <a:pt x="340" y="1383"/>
                  </a:lnTo>
                  <a:close/>
                  <a:moveTo>
                    <a:pt x="3299" y="2520"/>
                  </a:moveTo>
                  <a:lnTo>
                    <a:pt x="82" y="4442"/>
                  </a:lnTo>
                  <a:lnTo>
                    <a:pt x="5088" y="4348"/>
                  </a:lnTo>
                  <a:lnTo>
                    <a:pt x="8355" y="3293"/>
                  </a:lnTo>
                  <a:lnTo>
                    <a:pt x="8971" y="2338"/>
                  </a:lnTo>
                  <a:lnTo>
                    <a:pt x="7093" y="660"/>
                  </a:lnTo>
                  <a:lnTo>
                    <a:pt x="5044" y="4185"/>
                  </a:lnTo>
                  <a:lnTo>
                    <a:pt x="5038" y="4172"/>
                  </a:lnTo>
                  <a:lnTo>
                    <a:pt x="3299" y="2520"/>
                  </a:lnTo>
                  <a:close/>
                  <a:moveTo>
                    <a:pt x="3318" y="2507"/>
                  </a:moveTo>
                  <a:lnTo>
                    <a:pt x="5038" y="4147"/>
                  </a:lnTo>
                  <a:lnTo>
                    <a:pt x="7074" y="647"/>
                  </a:lnTo>
                  <a:lnTo>
                    <a:pt x="6948" y="528"/>
                  </a:lnTo>
                  <a:lnTo>
                    <a:pt x="6665" y="509"/>
                  </a:lnTo>
                  <a:lnTo>
                    <a:pt x="5070" y="1464"/>
                  </a:lnTo>
                  <a:lnTo>
                    <a:pt x="5491" y="3223"/>
                  </a:lnTo>
                  <a:lnTo>
                    <a:pt x="3802" y="2218"/>
                  </a:lnTo>
                  <a:lnTo>
                    <a:pt x="3318" y="2507"/>
                  </a:lnTo>
                  <a:close/>
                  <a:moveTo>
                    <a:pt x="3827" y="2205"/>
                  </a:moveTo>
                  <a:lnTo>
                    <a:pt x="5459" y="3179"/>
                  </a:lnTo>
                  <a:lnTo>
                    <a:pt x="5044" y="1477"/>
                  </a:lnTo>
                  <a:lnTo>
                    <a:pt x="3827" y="2205"/>
                  </a:lnTo>
                  <a:close/>
                  <a:moveTo>
                    <a:pt x="1697" y="968"/>
                  </a:moveTo>
                  <a:lnTo>
                    <a:pt x="3305" y="2495"/>
                  </a:lnTo>
                  <a:lnTo>
                    <a:pt x="3783" y="2205"/>
                  </a:lnTo>
                  <a:lnTo>
                    <a:pt x="1697" y="968"/>
                  </a:lnTo>
                  <a:close/>
                  <a:moveTo>
                    <a:pt x="6697" y="490"/>
                  </a:moveTo>
                  <a:lnTo>
                    <a:pt x="6954" y="509"/>
                  </a:lnTo>
                  <a:lnTo>
                    <a:pt x="6961" y="509"/>
                  </a:lnTo>
                  <a:lnTo>
                    <a:pt x="7086" y="629"/>
                  </a:lnTo>
                  <a:lnTo>
                    <a:pt x="7419" y="63"/>
                  </a:lnTo>
                  <a:lnTo>
                    <a:pt x="6697" y="490"/>
                  </a:lnTo>
                  <a:close/>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11" name="Freeform 58"/>
            <p:cNvSpPr>
              <a:spLocks noChangeArrowheads="1"/>
            </p:cNvSpPr>
            <p:nvPr/>
          </p:nvSpPr>
          <p:spPr bwMode="auto">
            <a:xfrm>
              <a:off x="5749487" y="10076588"/>
              <a:ext cx="696201" cy="695738"/>
            </a:xfrm>
            <a:custGeom>
              <a:avLst/>
              <a:gdLst>
                <a:gd name="T0" fmla="*/ 0 w 1452"/>
                <a:gd name="T1" fmla="*/ 729 h 1452"/>
                <a:gd name="T2" fmla="*/ 0 w 1452"/>
                <a:gd name="T3" fmla="*/ 729 h 1452"/>
                <a:gd name="T4" fmla="*/ 723 w 1452"/>
                <a:gd name="T5" fmla="*/ 0 h 1452"/>
                <a:gd name="T6" fmla="*/ 1451 w 1452"/>
                <a:gd name="T7" fmla="*/ 729 h 1452"/>
                <a:gd name="T8" fmla="*/ 723 w 1452"/>
                <a:gd name="T9" fmla="*/ 1451 h 1452"/>
                <a:gd name="T10" fmla="*/ 0 w 1452"/>
                <a:gd name="T11" fmla="*/ 729 h 1452"/>
              </a:gdLst>
              <a:ahLst/>
              <a:cxnLst>
                <a:cxn ang="0">
                  <a:pos x="T0" y="T1"/>
                </a:cxn>
                <a:cxn ang="0">
                  <a:pos x="T2" y="T3"/>
                </a:cxn>
                <a:cxn ang="0">
                  <a:pos x="T4" y="T5"/>
                </a:cxn>
                <a:cxn ang="0">
                  <a:pos x="T6" y="T7"/>
                </a:cxn>
                <a:cxn ang="0">
                  <a:pos x="T8" y="T9"/>
                </a:cxn>
                <a:cxn ang="0">
                  <a:pos x="T10" y="T11"/>
                </a:cxn>
              </a:cxnLst>
              <a:rect l="0" t="0" r="r" b="b"/>
              <a:pathLst>
                <a:path w="1452" h="1452">
                  <a:moveTo>
                    <a:pt x="0" y="729"/>
                  </a:moveTo>
                  <a:lnTo>
                    <a:pt x="0" y="729"/>
                  </a:lnTo>
                  <a:cubicBezTo>
                    <a:pt x="0" y="326"/>
                    <a:pt x="321" y="0"/>
                    <a:pt x="723" y="0"/>
                  </a:cubicBezTo>
                  <a:cubicBezTo>
                    <a:pt x="1124" y="0"/>
                    <a:pt x="1451" y="326"/>
                    <a:pt x="1451" y="729"/>
                  </a:cubicBezTo>
                  <a:cubicBezTo>
                    <a:pt x="1451" y="1131"/>
                    <a:pt x="1124" y="1451"/>
                    <a:pt x="723" y="1451"/>
                  </a:cubicBezTo>
                  <a:cubicBezTo>
                    <a:pt x="321" y="1451"/>
                    <a:pt x="0" y="1131"/>
                    <a:pt x="0" y="729"/>
                  </a:cubicBez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12" name="Freeform 59"/>
            <p:cNvSpPr>
              <a:spLocks noChangeArrowheads="1"/>
            </p:cNvSpPr>
            <p:nvPr/>
          </p:nvSpPr>
          <p:spPr bwMode="auto">
            <a:xfrm>
              <a:off x="5738905" y="10063900"/>
              <a:ext cx="721596" cy="721115"/>
            </a:xfrm>
            <a:custGeom>
              <a:avLst/>
              <a:gdLst>
                <a:gd name="T0" fmla="*/ 748 w 1502"/>
                <a:gd name="T1" fmla="*/ 1501 h 1502"/>
                <a:gd name="T2" fmla="*/ 748 w 1502"/>
                <a:gd name="T3" fmla="*/ 1501 h 1502"/>
                <a:gd name="T4" fmla="*/ 0 w 1502"/>
                <a:gd name="T5" fmla="*/ 754 h 1502"/>
                <a:gd name="T6" fmla="*/ 748 w 1502"/>
                <a:gd name="T7" fmla="*/ 0 h 1502"/>
                <a:gd name="T8" fmla="*/ 1501 w 1502"/>
                <a:gd name="T9" fmla="*/ 754 h 1502"/>
                <a:gd name="T10" fmla="*/ 748 w 1502"/>
                <a:gd name="T11" fmla="*/ 1501 h 1502"/>
                <a:gd name="T12" fmla="*/ 748 w 1502"/>
                <a:gd name="T13" fmla="*/ 44 h 1502"/>
                <a:gd name="T14" fmla="*/ 748 w 1502"/>
                <a:gd name="T15" fmla="*/ 44 h 1502"/>
                <a:gd name="T16" fmla="*/ 44 w 1502"/>
                <a:gd name="T17" fmla="*/ 754 h 1502"/>
                <a:gd name="T18" fmla="*/ 748 w 1502"/>
                <a:gd name="T19" fmla="*/ 1457 h 1502"/>
                <a:gd name="T20" fmla="*/ 1457 w 1502"/>
                <a:gd name="T21" fmla="*/ 754 h 1502"/>
                <a:gd name="T22" fmla="*/ 748 w 1502"/>
                <a:gd name="T23" fmla="*/ 44 h 1502"/>
                <a:gd name="T24" fmla="*/ 748 w 1502"/>
                <a:gd name="T25" fmla="*/ 1501 h 1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02" h="1502">
                  <a:moveTo>
                    <a:pt x="748" y="1501"/>
                  </a:moveTo>
                  <a:lnTo>
                    <a:pt x="748" y="1501"/>
                  </a:lnTo>
                  <a:cubicBezTo>
                    <a:pt x="340" y="1501"/>
                    <a:pt x="0" y="1162"/>
                    <a:pt x="0" y="754"/>
                  </a:cubicBezTo>
                  <a:cubicBezTo>
                    <a:pt x="0" y="339"/>
                    <a:pt x="340" y="0"/>
                    <a:pt x="748" y="0"/>
                  </a:cubicBezTo>
                  <a:cubicBezTo>
                    <a:pt x="1162" y="0"/>
                    <a:pt x="1501" y="339"/>
                    <a:pt x="1501" y="754"/>
                  </a:cubicBezTo>
                  <a:cubicBezTo>
                    <a:pt x="1501" y="1162"/>
                    <a:pt x="1162" y="1501"/>
                    <a:pt x="748" y="1501"/>
                  </a:cubicBezTo>
                  <a:lnTo>
                    <a:pt x="748" y="44"/>
                  </a:lnTo>
                  <a:lnTo>
                    <a:pt x="748" y="44"/>
                  </a:lnTo>
                  <a:cubicBezTo>
                    <a:pt x="358" y="44"/>
                    <a:pt x="44" y="364"/>
                    <a:pt x="44" y="754"/>
                  </a:cubicBezTo>
                  <a:cubicBezTo>
                    <a:pt x="44" y="1143"/>
                    <a:pt x="358" y="1457"/>
                    <a:pt x="748" y="1457"/>
                  </a:cubicBezTo>
                  <a:cubicBezTo>
                    <a:pt x="1137" y="1457"/>
                    <a:pt x="1457" y="1143"/>
                    <a:pt x="1457" y="754"/>
                  </a:cubicBezTo>
                  <a:cubicBezTo>
                    <a:pt x="1457" y="364"/>
                    <a:pt x="1137" y="44"/>
                    <a:pt x="748" y="44"/>
                  </a:cubicBezTo>
                  <a:lnTo>
                    <a:pt x="748" y="1501"/>
                  </a:ln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13" name="Freeform 60"/>
            <p:cNvSpPr>
              <a:spLocks noChangeArrowheads="1"/>
            </p:cNvSpPr>
            <p:nvPr/>
          </p:nvSpPr>
          <p:spPr bwMode="auto">
            <a:xfrm>
              <a:off x="4124310" y="11220644"/>
              <a:ext cx="311068" cy="310863"/>
            </a:xfrm>
            <a:custGeom>
              <a:avLst/>
              <a:gdLst>
                <a:gd name="T0" fmla="*/ 0 w 648"/>
                <a:gd name="T1" fmla="*/ 321 h 648"/>
                <a:gd name="T2" fmla="*/ 0 w 648"/>
                <a:gd name="T3" fmla="*/ 321 h 648"/>
                <a:gd name="T4" fmla="*/ 327 w 648"/>
                <a:gd name="T5" fmla="*/ 0 h 648"/>
                <a:gd name="T6" fmla="*/ 647 w 648"/>
                <a:gd name="T7" fmla="*/ 321 h 648"/>
                <a:gd name="T8" fmla="*/ 327 w 648"/>
                <a:gd name="T9" fmla="*/ 647 h 648"/>
                <a:gd name="T10" fmla="*/ 0 w 648"/>
                <a:gd name="T11" fmla="*/ 321 h 648"/>
              </a:gdLst>
              <a:ahLst/>
              <a:cxnLst>
                <a:cxn ang="0">
                  <a:pos x="T0" y="T1"/>
                </a:cxn>
                <a:cxn ang="0">
                  <a:pos x="T2" y="T3"/>
                </a:cxn>
                <a:cxn ang="0">
                  <a:pos x="T4" y="T5"/>
                </a:cxn>
                <a:cxn ang="0">
                  <a:pos x="T6" y="T7"/>
                </a:cxn>
                <a:cxn ang="0">
                  <a:pos x="T8" y="T9"/>
                </a:cxn>
                <a:cxn ang="0">
                  <a:pos x="T10" y="T11"/>
                </a:cxn>
              </a:cxnLst>
              <a:rect l="0" t="0" r="r" b="b"/>
              <a:pathLst>
                <a:path w="648" h="648">
                  <a:moveTo>
                    <a:pt x="0" y="321"/>
                  </a:moveTo>
                  <a:lnTo>
                    <a:pt x="0" y="321"/>
                  </a:lnTo>
                  <a:cubicBezTo>
                    <a:pt x="0" y="145"/>
                    <a:pt x="145" y="0"/>
                    <a:pt x="327" y="0"/>
                  </a:cubicBezTo>
                  <a:cubicBezTo>
                    <a:pt x="503" y="0"/>
                    <a:pt x="647" y="145"/>
                    <a:pt x="647" y="321"/>
                  </a:cubicBezTo>
                  <a:cubicBezTo>
                    <a:pt x="647" y="503"/>
                    <a:pt x="503" y="647"/>
                    <a:pt x="327" y="647"/>
                  </a:cubicBezTo>
                  <a:cubicBezTo>
                    <a:pt x="145" y="647"/>
                    <a:pt x="0" y="503"/>
                    <a:pt x="0" y="321"/>
                  </a:cubicBez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14" name="Freeform 61"/>
            <p:cNvSpPr>
              <a:spLocks noChangeArrowheads="1"/>
            </p:cNvSpPr>
            <p:nvPr/>
          </p:nvSpPr>
          <p:spPr bwMode="auto">
            <a:xfrm>
              <a:off x="4115846" y="11210071"/>
              <a:ext cx="332229" cy="332009"/>
            </a:xfrm>
            <a:custGeom>
              <a:avLst/>
              <a:gdLst>
                <a:gd name="T0" fmla="*/ 346 w 692"/>
                <a:gd name="T1" fmla="*/ 691 h 692"/>
                <a:gd name="T2" fmla="*/ 346 w 692"/>
                <a:gd name="T3" fmla="*/ 691 h 692"/>
                <a:gd name="T4" fmla="*/ 0 w 692"/>
                <a:gd name="T5" fmla="*/ 346 h 692"/>
                <a:gd name="T6" fmla="*/ 346 w 692"/>
                <a:gd name="T7" fmla="*/ 0 h 692"/>
                <a:gd name="T8" fmla="*/ 691 w 692"/>
                <a:gd name="T9" fmla="*/ 346 h 692"/>
                <a:gd name="T10" fmla="*/ 346 w 692"/>
                <a:gd name="T11" fmla="*/ 691 h 692"/>
                <a:gd name="T12" fmla="*/ 346 w 692"/>
                <a:gd name="T13" fmla="*/ 44 h 692"/>
                <a:gd name="T14" fmla="*/ 346 w 692"/>
                <a:gd name="T15" fmla="*/ 44 h 692"/>
                <a:gd name="T16" fmla="*/ 44 w 692"/>
                <a:gd name="T17" fmla="*/ 346 h 692"/>
                <a:gd name="T18" fmla="*/ 346 w 692"/>
                <a:gd name="T19" fmla="*/ 647 h 692"/>
                <a:gd name="T20" fmla="*/ 647 w 692"/>
                <a:gd name="T21" fmla="*/ 346 h 692"/>
                <a:gd name="T22" fmla="*/ 346 w 692"/>
                <a:gd name="T23" fmla="*/ 44 h 692"/>
                <a:gd name="T24" fmla="*/ 346 w 692"/>
                <a:gd name="T25" fmla="*/ 691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2" h="692">
                  <a:moveTo>
                    <a:pt x="346" y="691"/>
                  </a:moveTo>
                  <a:lnTo>
                    <a:pt x="346" y="691"/>
                  </a:lnTo>
                  <a:cubicBezTo>
                    <a:pt x="151" y="691"/>
                    <a:pt x="0" y="540"/>
                    <a:pt x="0" y="346"/>
                  </a:cubicBezTo>
                  <a:cubicBezTo>
                    <a:pt x="0" y="157"/>
                    <a:pt x="151" y="0"/>
                    <a:pt x="346" y="0"/>
                  </a:cubicBezTo>
                  <a:cubicBezTo>
                    <a:pt x="534" y="0"/>
                    <a:pt x="691" y="157"/>
                    <a:pt x="691" y="346"/>
                  </a:cubicBezTo>
                  <a:cubicBezTo>
                    <a:pt x="691" y="540"/>
                    <a:pt x="534" y="691"/>
                    <a:pt x="346" y="691"/>
                  </a:cubicBezTo>
                  <a:lnTo>
                    <a:pt x="346" y="44"/>
                  </a:lnTo>
                  <a:lnTo>
                    <a:pt x="346" y="44"/>
                  </a:lnTo>
                  <a:cubicBezTo>
                    <a:pt x="176" y="44"/>
                    <a:pt x="44" y="182"/>
                    <a:pt x="44" y="346"/>
                  </a:cubicBezTo>
                  <a:cubicBezTo>
                    <a:pt x="44" y="515"/>
                    <a:pt x="176" y="647"/>
                    <a:pt x="346" y="647"/>
                  </a:cubicBezTo>
                  <a:cubicBezTo>
                    <a:pt x="509" y="647"/>
                    <a:pt x="647" y="515"/>
                    <a:pt x="647" y="346"/>
                  </a:cubicBezTo>
                  <a:cubicBezTo>
                    <a:pt x="647" y="182"/>
                    <a:pt x="509" y="44"/>
                    <a:pt x="346" y="44"/>
                  </a:cubicBezTo>
                  <a:lnTo>
                    <a:pt x="346" y="691"/>
                  </a:ln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17" name="Freeform 62"/>
            <p:cNvSpPr>
              <a:spLocks noChangeArrowheads="1"/>
            </p:cNvSpPr>
            <p:nvPr/>
          </p:nvSpPr>
          <p:spPr bwMode="auto">
            <a:xfrm>
              <a:off x="4272438" y="9784757"/>
              <a:ext cx="330114" cy="329895"/>
            </a:xfrm>
            <a:custGeom>
              <a:avLst/>
              <a:gdLst>
                <a:gd name="T0" fmla="*/ 0 w 686"/>
                <a:gd name="T1" fmla="*/ 346 h 686"/>
                <a:gd name="T2" fmla="*/ 0 w 686"/>
                <a:gd name="T3" fmla="*/ 346 h 686"/>
                <a:gd name="T4" fmla="*/ 339 w 686"/>
                <a:gd name="T5" fmla="*/ 0 h 686"/>
                <a:gd name="T6" fmla="*/ 685 w 686"/>
                <a:gd name="T7" fmla="*/ 346 h 686"/>
                <a:gd name="T8" fmla="*/ 339 w 686"/>
                <a:gd name="T9" fmla="*/ 685 h 686"/>
                <a:gd name="T10" fmla="*/ 0 w 686"/>
                <a:gd name="T11" fmla="*/ 346 h 686"/>
              </a:gdLst>
              <a:ahLst/>
              <a:cxnLst>
                <a:cxn ang="0">
                  <a:pos x="T0" y="T1"/>
                </a:cxn>
                <a:cxn ang="0">
                  <a:pos x="T2" y="T3"/>
                </a:cxn>
                <a:cxn ang="0">
                  <a:pos x="T4" y="T5"/>
                </a:cxn>
                <a:cxn ang="0">
                  <a:pos x="T6" y="T7"/>
                </a:cxn>
                <a:cxn ang="0">
                  <a:pos x="T8" y="T9"/>
                </a:cxn>
                <a:cxn ang="0">
                  <a:pos x="T10" y="T11"/>
                </a:cxn>
              </a:cxnLst>
              <a:rect l="0" t="0" r="r" b="b"/>
              <a:pathLst>
                <a:path w="686" h="686">
                  <a:moveTo>
                    <a:pt x="0" y="346"/>
                  </a:moveTo>
                  <a:lnTo>
                    <a:pt x="0" y="346"/>
                  </a:lnTo>
                  <a:cubicBezTo>
                    <a:pt x="0" y="157"/>
                    <a:pt x="151" y="0"/>
                    <a:pt x="339" y="0"/>
                  </a:cubicBezTo>
                  <a:cubicBezTo>
                    <a:pt x="528" y="0"/>
                    <a:pt x="685" y="157"/>
                    <a:pt x="685" y="346"/>
                  </a:cubicBezTo>
                  <a:cubicBezTo>
                    <a:pt x="685" y="534"/>
                    <a:pt x="528" y="685"/>
                    <a:pt x="339" y="685"/>
                  </a:cubicBezTo>
                  <a:cubicBezTo>
                    <a:pt x="151" y="685"/>
                    <a:pt x="0" y="534"/>
                    <a:pt x="0" y="346"/>
                  </a:cubicBez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18" name="Freeform 63"/>
            <p:cNvSpPr>
              <a:spLocks noChangeArrowheads="1"/>
            </p:cNvSpPr>
            <p:nvPr/>
          </p:nvSpPr>
          <p:spPr bwMode="auto">
            <a:xfrm>
              <a:off x="4261857" y="9776299"/>
              <a:ext cx="351275" cy="351042"/>
            </a:xfrm>
            <a:custGeom>
              <a:avLst/>
              <a:gdLst>
                <a:gd name="T0" fmla="*/ 364 w 730"/>
                <a:gd name="T1" fmla="*/ 729 h 730"/>
                <a:gd name="T2" fmla="*/ 364 w 730"/>
                <a:gd name="T3" fmla="*/ 729 h 730"/>
                <a:gd name="T4" fmla="*/ 0 w 730"/>
                <a:gd name="T5" fmla="*/ 365 h 730"/>
                <a:gd name="T6" fmla="*/ 364 w 730"/>
                <a:gd name="T7" fmla="*/ 0 h 730"/>
                <a:gd name="T8" fmla="*/ 729 w 730"/>
                <a:gd name="T9" fmla="*/ 365 h 730"/>
                <a:gd name="T10" fmla="*/ 364 w 730"/>
                <a:gd name="T11" fmla="*/ 729 h 730"/>
                <a:gd name="T12" fmla="*/ 364 w 730"/>
                <a:gd name="T13" fmla="*/ 45 h 730"/>
                <a:gd name="T14" fmla="*/ 364 w 730"/>
                <a:gd name="T15" fmla="*/ 45 h 730"/>
                <a:gd name="T16" fmla="*/ 44 w 730"/>
                <a:gd name="T17" fmla="*/ 365 h 730"/>
                <a:gd name="T18" fmla="*/ 364 w 730"/>
                <a:gd name="T19" fmla="*/ 685 h 730"/>
                <a:gd name="T20" fmla="*/ 685 w 730"/>
                <a:gd name="T21" fmla="*/ 365 h 730"/>
                <a:gd name="T22" fmla="*/ 364 w 730"/>
                <a:gd name="T23" fmla="*/ 45 h 730"/>
                <a:gd name="T24" fmla="*/ 364 w 730"/>
                <a:gd name="T25" fmla="*/ 729 h 7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30" h="730">
                  <a:moveTo>
                    <a:pt x="364" y="729"/>
                  </a:moveTo>
                  <a:lnTo>
                    <a:pt x="364" y="729"/>
                  </a:lnTo>
                  <a:cubicBezTo>
                    <a:pt x="163" y="729"/>
                    <a:pt x="0" y="566"/>
                    <a:pt x="0" y="365"/>
                  </a:cubicBezTo>
                  <a:cubicBezTo>
                    <a:pt x="0" y="164"/>
                    <a:pt x="163" y="0"/>
                    <a:pt x="364" y="0"/>
                  </a:cubicBezTo>
                  <a:cubicBezTo>
                    <a:pt x="565" y="0"/>
                    <a:pt x="729" y="164"/>
                    <a:pt x="729" y="365"/>
                  </a:cubicBezTo>
                  <a:cubicBezTo>
                    <a:pt x="729" y="566"/>
                    <a:pt x="565" y="729"/>
                    <a:pt x="364" y="729"/>
                  </a:cubicBezTo>
                  <a:lnTo>
                    <a:pt x="364" y="45"/>
                  </a:lnTo>
                  <a:lnTo>
                    <a:pt x="364" y="45"/>
                  </a:lnTo>
                  <a:cubicBezTo>
                    <a:pt x="188" y="45"/>
                    <a:pt x="44" y="189"/>
                    <a:pt x="44" y="365"/>
                  </a:cubicBezTo>
                  <a:cubicBezTo>
                    <a:pt x="44" y="541"/>
                    <a:pt x="188" y="685"/>
                    <a:pt x="364" y="685"/>
                  </a:cubicBezTo>
                  <a:cubicBezTo>
                    <a:pt x="540" y="685"/>
                    <a:pt x="685" y="541"/>
                    <a:pt x="685" y="365"/>
                  </a:cubicBezTo>
                  <a:cubicBezTo>
                    <a:pt x="685" y="189"/>
                    <a:pt x="540" y="45"/>
                    <a:pt x="364" y="45"/>
                  </a:cubicBezTo>
                  <a:lnTo>
                    <a:pt x="364" y="729"/>
                  </a:ln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19" name="Freeform 64"/>
            <p:cNvSpPr>
              <a:spLocks noChangeArrowheads="1"/>
            </p:cNvSpPr>
            <p:nvPr/>
          </p:nvSpPr>
          <p:spPr bwMode="auto">
            <a:xfrm>
              <a:off x="4903040" y="9602893"/>
              <a:ext cx="175637" cy="171291"/>
            </a:xfrm>
            <a:custGeom>
              <a:avLst/>
              <a:gdLst>
                <a:gd name="T0" fmla="*/ 0 w 366"/>
                <a:gd name="T1" fmla="*/ 183 h 359"/>
                <a:gd name="T2" fmla="*/ 0 w 366"/>
                <a:gd name="T3" fmla="*/ 183 h 359"/>
                <a:gd name="T4" fmla="*/ 182 w 366"/>
                <a:gd name="T5" fmla="*/ 0 h 359"/>
                <a:gd name="T6" fmla="*/ 365 w 366"/>
                <a:gd name="T7" fmla="*/ 183 h 359"/>
                <a:gd name="T8" fmla="*/ 182 w 366"/>
                <a:gd name="T9" fmla="*/ 358 h 359"/>
                <a:gd name="T10" fmla="*/ 0 w 366"/>
                <a:gd name="T11" fmla="*/ 183 h 359"/>
              </a:gdLst>
              <a:ahLst/>
              <a:cxnLst>
                <a:cxn ang="0">
                  <a:pos x="T0" y="T1"/>
                </a:cxn>
                <a:cxn ang="0">
                  <a:pos x="T2" y="T3"/>
                </a:cxn>
                <a:cxn ang="0">
                  <a:pos x="T4" y="T5"/>
                </a:cxn>
                <a:cxn ang="0">
                  <a:pos x="T6" y="T7"/>
                </a:cxn>
                <a:cxn ang="0">
                  <a:pos x="T8" y="T9"/>
                </a:cxn>
                <a:cxn ang="0">
                  <a:pos x="T10" y="T11"/>
                </a:cxn>
              </a:cxnLst>
              <a:rect l="0" t="0" r="r" b="b"/>
              <a:pathLst>
                <a:path w="366" h="359">
                  <a:moveTo>
                    <a:pt x="0" y="183"/>
                  </a:moveTo>
                  <a:lnTo>
                    <a:pt x="0" y="183"/>
                  </a:lnTo>
                  <a:cubicBezTo>
                    <a:pt x="0" y="82"/>
                    <a:pt x="82" y="0"/>
                    <a:pt x="182" y="0"/>
                  </a:cubicBezTo>
                  <a:cubicBezTo>
                    <a:pt x="283" y="0"/>
                    <a:pt x="365" y="82"/>
                    <a:pt x="365" y="183"/>
                  </a:cubicBezTo>
                  <a:cubicBezTo>
                    <a:pt x="365" y="283"/>
                    <a:pt x="283" y="358"/>
                    <a:pt x="182" y="358"/>
                  </a:cubicBezTo>
                  <a:cubicBezTo>
                    <a:pt x="82" y="358"/>
                    <a:pt x="0" y="283"/>
                    <a:pt x="0" y="183"/>
                  </a:cubicBez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20" name="Freeform 65"/>
            <p:cNvSpPr>
              <a:spLocks noChangeArrowheads="1"/>
            </p:cNvSpPr>
            <p:nvPr/>
          </p:nvSpPr>
          <p:spPr bwMode="auto">
            <a:xfrm>
              <a:off x="4894576" y="9592318"/>
              <a:ext cx="192566" cy="196669"/>
            </a:xfrm>
            <a:custGeom>
              <a:avLst/>
              <a:gdLst>
                <a:gd name="T0" fmla="*/ 201 w 403"/>
                <a:gd name="T1" fmla="*/ 409 h 410"/>
                <a:gd name="T2" fmla="*/ 201 w 403"/>
                <a:gd name="T3" fmla="*/ 409 h 410"/>
                <a:gd name="T4" fmla="*/ 0 w 403"/>
                <a:gd name="T5" fmla="*/ 208 h 410"/>
                <a:gd name="T6" fmla="*/ 201 w 403"/>
                <a:gd name="T7" fmla="*/ 0 h 410"/>
                <a:gd name="T8" fmla="*/ 402 w 403"/>
                <a:gd name="T9" fmla="*/ 208 h 410"/>
                <a:gd name="T10" fmla="*/ 201 w 403"/>
                <a:gd name="T11" fmla="*/ 409 h 410"/>
                <a:gd name="T12" fmla="*/ 201 w 403"/>
                <a:gd name="T13" fmla="*/ 44 h 410"/>
                <a:gd name="T14" fmla="*/ 201 w 403"/>
                <a:gd name="T15" fmla="*/ 44 h 410"/>
                <a:gd name="T16" fmla="*/ 44 w 403"/>
                <a:gd name="T17" fmla="*/ 208 h 410"/>
                <a:gd name="T18" fmla="*/ 201 w 403"/>
                <a:gd name="T19" fmla="*/ 365 h 410"/>
                <a:gd name="T20" fmla="*/ 358 w 403"/>
                <a:gd name="T21" fmla="*/ 208 h 410"/>
                <a:gd name="T22" fmla="*/ 201 w 403"/>
                <a:gd name="T23" fmla="*/ 44 h 410"/>
                <a:gd name="T24" fmla="*/ 201 w 403"/>
                <a:gd name="T25" fmla="*/ 409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3" h="410">
                  <a:moveTo>
                    <a:pt x="201" y="409"/>
                  </a:moveTo>
                  <a:lnTo>
                    <a:pt x="201" y="409"/>
                  </a:lnTo>
                  <a:cubicBezTo>
                    <a:pt x="88" y="409"/>
                    <a:pt x="0" y="315"/>
                    <a:pt x="0" y="208"/>
                  </a:cubicBezTo>
                  <a:cubicBezTo>
                    <a:pt x="0" y="95"/>
                    <a:pt x="88" y="0"/>
                    <a:pt x="201" y="0"/>
                  </a:cubicBezTo>
                  <a:cubicBezTo>
                    <a:pt x="314" y="0"/>
                    <a:pt x="402" y="95"/>
                    <a:pt x="402" y="208"/>
                  </a:cubicBezTo>
                  <a:cubicBezTo>
                    <a:pt x="402" y="315"/>
                    <a:pt x="314" y="409"/>
                    <a:pt x="201" y="409"/>
                  </a:cubicBezTo>
                  <a:lnTo>
                    <a:pt x="201" y="44"/>
                  </a:lnTo>
                  <a:lnTo>
                    <a:pt x="201" y="44"/>
                  </a:lnTo>
                  <a:cubicBezTo>
                    <a:pt x="113" y="44"/>
                    <a:pt x="44" y="120"/>
                    <a:pt x="44" y="208"/>
                  </a:cubicBezTo>
                  <a:cubicBezTo>
                    <a:pt x="44" y="296"/>
                    <a:pt x="113" y="365"/>
                    <a:pt x="201" y="365"/>
                  </a:cubicBezTo>
                  <a:cubicBezTo>
                    <a:pt x="289" y="365"/>
                    <a:pt x="358" y="296"/>
                    <a:pt x="358" y="208"/>
                  </a:cubicBezTo>
                  <a:cubicBezTo>
                    <a:pt x="358" y="120"/>
                    <a:pt x="289" y="44"/>
                    <a:pt x="201" y="44"/>
                  </a:cubicBezTo>
                  <a:lnTo>
                    <a:pt x="201" y="409"/>
                  </a:ln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21" name="Freeform 66"/>
            <p:cNvSpPr>
              <a:spLocks noChangeArrowheads="1"/>
            </p:cNvSpPr>
            <p:nvPr/>
          </p:nvSpPr>
          <p:spPr bwMode="auto">
            <a:xfrm>
              <a:off x="7618016" y="9116509"/>
              <a:ext cx="351275" cy="353156"/>
            </a:xfrm>
            <a:custGeom>
              <a:avLst/>
              <a:gdLst>
                <a:gd name="T0" fmla="*/ 597 w 730"/>
                <a:gd name="T1" fmla="*/ 509 h 736"/>
                <a:gd name="T2" fmla="*/ 597 w 730"/>
                <a:gd name="T3" fmla="*/ 509 h 736"/>
                <a:gd name="T4" fmla="*/ 220 w 730"/>
                <a:gd name="T5" fmla="*/ 132 h 736"/>
                <a:gd name="T6" fmla="*/ 125 w 730"/>
                <a:gd name="T7" fmla="*/ 226 h 736"/>
                <a:gd name="T8" fmla="*/ 502 w 730"/>
                <a:gd name="T9" fmla="*/ 603 h 736"/>
                <a:gd name="T10" fmla="*/ 597 w 730"/>
                <a:gd name="T11" fmla="*/ 509 h 736"/>
              </a:gdLst>
              <a:ahLst/>
              <a:cxnLst>
                <a:cxn ang="0">
                  <a:pos x="T0" y="T1"/>
                </a:cxn>
                <a:cxn ang="0">
                  <a:pos x="T2" y="T3"/>
                </a:cxn>
                <a:cxn ang="0">
                  <a:pos x="T4" y="T5"/>
                </a:cxn>
                <a:cxn ang="0">
                  <a:pos x="T6" y="T7"/>
                </a:cxn>
                <a:cxn ang="0">
                  <a:pos x="T8" y="T9"/>
                </a:cxn>
                <a:cxn ang="0">
                  <a:pos x="T10" y="T11"/>
                </a:cxn>
              </a:cxnLst>
              <a:rect l="0" t="0" r="r" b="b"/>
              <a:pathLst>
                <a:path w="730" h="736">
                  <a:moveTo>
                    <a:pt x="597" y="509"/>
                  </a:moveTo>
                  <a:lnTo>
                    <a:pt x="597" y="509"/>
                  </a:lnTo>
                  <a:cubicBezTo>
                    <a:pt x="729" y="257"/>
                    <a:pt x="477" y="0"/>
                    <a:pt x="220" y="132"/>
                  </a:cubicBezTo>
                  <a:cubicBezTo>
                    <a:pt x="182" y="157"/>
                    <a:pt x="151" y="188"/>
                    <a:pt x="125" y="226"/>
                  </a:cubicBezTo>
                  <a:cubicBezTo>
                    <a:pt x="0" y="483"/>
                    <a:pt x="251" y="735"/>
                    <a:pt x="502" y="603"/>
                  </a:cubicBezTo>
                  <a:cubicBezTo>
                    <a:pt x="546" y="584"/>
                    <a:pt x="578" y="546"/>
                    <a:pt x="597" y="509"/>
                  </a:cubicBez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32" name="Freeform 67"/>
            <p:cNvSpPr>
              <a:spLocks noChangeArrowheads="1"/>
            </p:cNvSpPr>
            <p:nvPr/>
          </p:nvSpPr>
          <p:spPr bwMode="auto">
            <a:xfrm>
              <a:off x="7645526" y="9152459"/>
              <a:ext cx="296256" cy="281257"/>
            </a:xfrm>
            <a:custGeom>
              <a:avLst/>
              <a:gdLst>
                <a:gd name="T0" fmla="*/ 308 w 617"/>
                <a:gd name="T1" fmla="*/ 584 h 585"/>
                <a:gd name="T2" fmla="*/ 308 w 617"/>
                <a:gd name="T3" fmla="*/ 584 h 585"/>
                <a:gd name="T4" fmla="*/ 308 w 617"/>
                <a:gd name="T5" fmla="*/ 584 h 585"/>
                <a:gd name="T6" fmla="*/ 57 w 617"/>
                <a:gd name="T7" fmla="*/ 446 h 585"/>
                <a:gd name="T8" fmla="*/ 51 w 617"/>
                <a:gd name="T9" fmla="*/ 144 h 585"/>
                <a:gd name="T10" fmla="*/ 157 w 617"/>
                <a:gd name="T11" fmla="*/ 38 h 585"/>
                <a:gd name="T12" fmla="*/ 308 w 617"/>
                <a:gd name="T13" fmla="*/ 0 h 585"/>
                <a:gd name="T14" fmla="*/ 560 w 617"/>
                <a:gd name="T15" fmla="*/ 138 h 585"/>
                <a:gd name="T16" fmla="*/ 560 w 617"/>
                <a:gd name="T17" fmla="*/ 446 h 585"/>
                <a:gd name="T18" fmla="*/ 459 w 617"/>
                <a:gd name="T19" fmla="*/ 547 h 585"/>
                <a:gd name="T20" fmla="*/ 308 w 617"/>
                <a:gd name="T21" fmla="*/ 584 h 585"/>
                <a:gd name="T22" fmla="*/ 308 w 617"/>
                <a:gd name="T23" fmla="*/ 44 h 585"/>
                <a:gd name="T24" fmla="*/ 308 w 617"/>
                <a:gd name="T25" fmla="*/ 44 h 585"/>
                <a:gd name="T26" fmla="*/ 176 w 617"/>
                <a:gd name="T27" fmla="*/ 76 h 585"/>
                <a:gd name="T28" fmla="*/ 95 w 617"/>
                <a:gd name="T29" fmla="*/ 163 h 585"/>
                <a:gd name="T30" fmla="*/ 95 w 617"/>
                <a:gd name="T31" fmla="*/ 421 h 585"/>
                <a:gd name="T32" fmla="*/ 308 w 617"/>
                <a:gd name="T33" fmla="*/ 540 h 585"/>
                <a:gd name="T34" fmla="*/ 308 w 617"/>
                <a:gd name="T35" fmla="*/ 540 h 585"/>
                <a:gd name="T36" fmla="*/ 440 w 617"/>
                <a:gd name="T37" fmla="*/ 509 h 585"/>
                <a:gd name="T38" fmla="*/ 522 w 617"/>
                <a:gd name="T39" fmla="*/ 421 h 585"/>
                <a:gd name="T40" fmla="*/ 522 w 617"/>
                <a:gd name="T41" fmla="*/ 163 h 585"/>
                <a:gd name="T42" fmla="*/ 308 w 617"/>
                <a:gd name="T43" fmla="*/ 44 h 585"/>
                <a:gd name="T44" fmla="*/ 308 w 617"/>
                <a:gd name="T45" fmla="*/ 584 h 5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17" h="585">
                  <a:moveTo>
                    <a:pt x="308" y="584"/>
                  </a:moveTo>
                  <a:lnTo>
                    <a:pt x="308" y="584"/>
                  </a:lnTo>
                  <a:lnTo>
                    <a:pt x="308" y="584"/>
                  </a:lnTo>
                  <a:cubicBezTo>
                    <a:pt x="201" y="584"/>
                    <a:pt x="113" y="534"/>
                    <a:pt x="57" y="446"/>
                  </a:cubicBezTo>
                  <a:cubicBezTo>
                    <a:pt x="0" y="352"/>
                    <a:pt x="0" y="245"/>
                    <a:pt x="51" y="144"/>
                  </a:cubicBezTo>
                  <a:cubicBezTo>
                    <a:pt x="76" y="101"/>
                    <a:pt x="113" y="63"/>
                    <a:pt x="157" y="38"/>
                  </a:cubicBezTo>
                  <a:cubicBezTo>
                    <a:pt x="208" y="13"/>
                    <a:pt x="258" y="0"/>
                    <a:pt x="308" y="0"/>
                  </a:cubicBezTo>
                  <a:cubicBezTo>
                    <a:pt x="409" y="0"/>
                    <a:pt x="503" y="50"/>
                    <a:pt x="560" y="138"/>
                  </a:cubicBezTo>
                  <a:cubicBezTo>
                    <a:pt x="610" y="233"/>
                    <a:pt x="616" y="339"/>
                    <a:pt x="560" y="446"/>
                  </a:cubicBezTo>
                  <a:cubicBezTo>
                    <a:pt x="541" y="490"/>
                    <a:pt x="503" y="528"/>
                    <a:pt x="459" y="547"/>
                  </a:cubicBezTo>
                  <a:cubicBezTo>
                    <a:pt x="409" y="572"/>
                    <a:pt x="359" y="584"/>
                    <a:pt x="308" y="584"/>
                  </a:cubicBezTo>
                  <a:lnTo>
                    <a:pt x="308" y="44"/>
                  </a:lnTo>
                  <a:lnTo>
                    <a:pt x="308" y="44"/>
                  </a:lnTo>
                  <a:cubicBezTo>
                    <a:pt x="264" y="44"/>
                    <a:pt x="220" y="57"/>
                    <a:pt x="176" y="76"/>
                  </a:cubicBezTo>
                  <a:cubicBezTo>
                    <a:pt x="139" y="94"/>
                    <a:pt x="113" y="126"/>
                    <a:pt x="95" y="163"/>
                  </a:cubicBezTo>
                  <a:cubicBezTo>
                    <a:pt x="44" y="251"/>
                    <a:pt x="51" y="346"/>
                    <a:pt x="95" y="421"/>
                  </a:cubicBezTo>
                  <a:cubicBezTo>
                    <a:pt x="139" y="496"/>
                    <a:pt x="220" y="540"/>
                    <a:pt x="308" y="540"/>
                  </a:cubicBezTo>
                  <a:lnTo>
                    <a:pt x="308" y="540"/>
                  </a:lnTo>
                  <a:cubicBezTo>
                    <a:pt x="352" y="540"/>
                    <a:pt x="396" y="528"/>
                    <a:pt x="440" y="509"/>
                  </a:cubicBezTo>
                  <a:cubicBezTo>
                    <a:pt x="472" y="490"/>
                    <a:pt x="503" y="459"/>
                    <a:pt x="522" y="421"/>
                  </a:cubicBezTo>
                  <a:cubicBezTo>
                    <a:pt x="566" y="333"/>
                    <a:pt x="566" y="239"/>
                    <a:pt x="522" y="163"/>
                  </a:cubicBezTo>
                  <a:cubicBezTo>
                    <a:pt x="472" y="88"/>
                    <a:pt x="396" y="44"/>
                    <a:pt x="308" y="44"/>
                  </a:cubicBezTo>
                  <a:lnTo>
                    <a:pt x="308" y="584"/>
                  </a:ln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33" name="Freeform 68"/>
            <p:cNvSpPr>
              <a:spLocks noChangeArrowheads="1"/>
            </p:cNvSpPr>
            <p:nvPr/>
          </p:nvSpPr>
          <p:spPr bwMode="auto">
            <a:xfrm>
              <a:off x="6521868" y="11184695"/>
              <a:ext cx="366089" cy="365844"/>
            </a:xfrm>
            <a:custGeom>
              <a:avLst/>
              <a:gdLst>
                <a:gd name="T0" fmla="*/ 0 w 761"/>
                <a:gd name="T1" fmla="*/ 377 h 761"/>
                <a:gd name="T2" fmla="*/ 0 w 761"/>
                <a:gd name="T3" fmla="*/ 377 h 761"/>
                <a:gd name="T4" fmla="*/ 377 w 761"/>
                <a:gd name="T5" fmla="*/ 0 h 761"/>
                <a:gd name="T6" fmla="*/ 760 w 761"/>
                <a:gd name="T7" fmla="*/ 377 h 761"/>
                <a:gd name="T8" fmla="*/ 377 w 761"/>
                <a:gd name="T9" fmla="*/ 760 h 761"/>
                <a:gd name="T10" fmla="*/ 0 w 761"/>
                <a:gd name="T11" fmla="*/ 377 h 761"/>
              </a:gdLst>
              <a:ahLst/>
              <a:cxnLst>
                <a:cxn ang="0">
                  <a:pos x="T0" y="T1"/>
                </a:cxn>
                <a:cxn ang="0">
                  <a:pos x="T2" y="T3"/>
                </a:cxn>
                <a:cxn ang="0">
                  <a:pos x="T4" y="T5"/>
                </a:cxn>
                <a:cxn ang="0">
                  <a:pos x="T6" y="T7"/>
                </a:cxn>
                <a:cxn ang="0">
                  <a:pos x="T8" y="T9"/>
                </a:cxn>
                <a:cxn ang="0">
                  <a:pos x="T10" y="T11"/>
                </a:cxn>
              </a:cxnLst>
              <a:rect l="0" t="0" r="r" b="b"/>
              <a:pathLst>
                <a:path w="761" h="761">
                  <a:moveTo>
                    <a:pt x="0" y="377"/>
                  </a:moveTo>
                  <a:lnTo>
                    <a:pt x="0" y="377"/>
                  </a:lnTo>
                  <a:cubicBezTo>
                    <a:pt x="0" y="169"/>
                    <a:pt x="170" y="0"/>
                    <a:pt x="377" y="0"/>
                  </a:cubicBezTo>
                  <a:cubicBezTo>
                    <a:pt x="591" y="0"/>
                    <a:pt x="760" y="169"/>
                    <a:pt x="760" y="377"/>
                  </a:cubicBezTo>
                  <a:cubicBezTo>
                    <a:pt x="760" y="590"/>
                    <a:pt x="591" y="760"/>
                    <a:pt x="377" y="760"/>
                  </a:cubicBezTo>
                  <a:cubicBezTo>
                    <a:pt x="170" y="760"/>
                    <a:pt x="0" y="590"/>
                    <a:pt x="0" y="377"/>
                  </a:cubicBez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34" name="Freeform 69"/>
            <p:cNvSpPr>
              <a:spLocks noChangeArrowheads="1"/>
            </p:cNvSpPr>
            <p:nvPr/>
          </p:nvSpPr>
          <p:spPr bwMode="auto">
            <a:xfrm>
              <a:off x="6509172" y="11176236"/>
              <a:ext cx="387250" cy="382762"/>
            </a:xfrm>
            <a:custGeom>
              <a:avLst/>
              <a:gdLst>
                <a:gd name="T0" fmla="*/ 402 w 805"/>
                <a:gd name="T1" fmla="*/ 798 h 799"/>
                <a:gd name="T2" fmla="*/ 402 w 805"/>
                <a:gd name="T3" fmla="*/ 798 h 799"/>
                <a:gd name="T4" fmla="*/ 0 w 805"/>
                <a:gd name="T5" fmla="*/ 396 h 799"/>
                <a:gd name="T6" fmla="*/ 402 w 805"/>
                <a:gd name="T7" fmla="*/ 0 h 799"/>
                <a:gd name="T8" fmla="*/ 804 w 805"/>
                <a:gd name="T9" fmla="*/ 396 h 799"/>
                <a:gd name="T10" fmla="*/ 402 w 805"/>
                <a:gd name="T11" fmla="*/ 798 h 799"/>
                <a:gd name="T12" fmla="*/ 402 w 805"/>
                <a:gd name="T13" fmla="*/ 44 h 799"/>
                <a:gd name="T14" fmla="*/ 402 w 805"/>
                <a:gd name="T15" fmla="*/ 44 h 799"/>
                <a:gd name="T16" fmla="*/ 44 w 805"/>
                <a:gd name="T17" fmla="*/ 396 h 799"/>
                <a:gd name="T18" fmla="*/ 402 w 805"/>
                <a:gd name="T19" fmla="*/ 754 h 799"/>
                <a:gd name="T20" fmla="*/ 760 w 805"/>
                <a:gd name="T21" fmla="*/ 396 h 799"/>
                <a:gd name="T22" fmla="*/ 402 w 805"/>
                <a:gd name="T23" fmla="*/ 44 h 799"/>
                <a:gd name="T24" fmla="*/ 402 w 805"/>
                <a:gd name="T25" fmla="*/ 798 h 7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05" h="799">
                  <a:moveTo>
                    <a:pt x="402" y="798"/>
                  </a:moveTo>
                  <a:lnTo>
                    <a:pt x="402" y="798"/>
                  </a:lnTo>
                  <a:cubicBezTo>
                    <a:pt x="182" y="798"/>
                    <a:pt x="0" y="622"/>
                    <a:pt x="0" y="396"/>
                  </a:cubicBezTo>
                  <a:cubicBezTo>
                    <a:pt x="0" y="176"/>
                    <a:pt x="182" y="0"/>
                    <a:pt x="402" y="0"/>
                  </a:cubicBezTo>
                  <a:cubicBezTo>
                    <a:pt x="622" y="0"/>
                    <a:pt x="804" y="176"/>
                    <a:pt x="804" y="396"/>
                  </a:cubicBezTo>
                  <a:cubicBezTo>
                    <a:pt x="804" y="622"/>
                    <a:pt x="622" y="798"/>
                    <a:pt x="402" y="798"/>
                  </a:cubicBezTo>
                  <a:lnTo>
                    <a:pt x="402" y="44"/>
                  </a:lnTo>
                  <a:lnTo>
                    <a:pt x="402" y="44"/>
                  </a:lnTo>
                  <a:cubicBezTo>
                    <a:pt x="207" y="44"/>
                    <a:pt x="44" y="201"/>
                    <a:pt x="44" y="396"/>
                  </a:cubicBezTo>
                  <a:cubicBezTo>
                    <a:pt x="44" y="597"/>
                    <a:pt x="207" y="754"/>
                    <a:pt x="402" y="754"/>
                  </a:cubicBezTo>
                  <a:cubicBezTo>
                    <a:pt x="603" y="754"/>
                    <a:pt x="760" y="597"/>
                    <a:pt x="760" y="396"/>
                  </a:cubicBezTo>
                  <a:cubicBezTo>
                    <a:pt x="760" y="201"/>
                    <a:pt x="603" y="44"/>
                    <a:pt x="402" y="44"/>
                  </a:cubicBezTo>
                  <a:lnTo>
                    <a:pt x="402" y="798"/>
                  </a:ln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35" name="Freeform 70"/>
            <p:cNvSpPr>
              <a:spLocks noChangeArrowheads="1"/>
            </p:cNvSpPr>
            <p:nvPr/>
          </p:nvSpPr>
          <p:spPr bwMode="auto">
            <a:xfrm>
              <a:off x="8155510" y="10755409"/>
              <a:ext cx="209496" cy="209357"/>
            </a:xfrm>
            <a:custGeom>
              <a:avLst/>
              <a:gdLst>
                <a:gd name="T0" fmla="*/ 0 w 435"/>
                <a:gd name="T1" fmla="*/ 214 h 435"/>
                <a:gd name="T2" fmla="*/ 0 w 435"/>
                <a:gd name="T3" fmla="*/ 214 h 435"/>
                <a:gd name="T4" fmla="*/ 220 w 435"/>
                <a:gd name="T5" fmla="*/ 0 h 435"/>
                <a:gd name="T6" fmla="*/ 434 w 435"/>
                <a:gd name="T7" fmla="*/ 214 h 435"/>
                <a:gd name="T8" fmla="*/ 220 w 435"/>
                <a:gd name="T9" fmla="*/ 434 h 435"/>
                <a:gd name="T10" fmla="*/ 0 w 435"/>
                <a:gd name="T11" fmla="*/ 214 h 435"/>
              </a:gdLst>
              <a:ahLst/>
              <a:cxnLst>
                <a:cxn ang="0">
                  <a:pos x="T0" y="T1"/>
                </a:cxn>
                <a:cxn ang="0">
                  <a:pos x="T2" y="T3"/>
                </a:cxn>
                <a:cxn ang="0">
                  <a:pos x="T4" y="T5"/>
                </a:cxn>
                <a:cxn ang="0">
                  <a:pos x="T6" y="T7"/>
                </a:cxn>
                <a:cxn ang="0">
                  <a:pos x="T8" y="T9"/>
                </a:cxn>
                <a:cxn ang="0">
                  <a:pos x="T10" y="T11"/>
                </a:cxn>
              </a:cxnLst>
              <a:rect l="0" t="0" r="r" b="b"/>
              <a:pathLst>
                <a:path w="435" h="435">
                  <a:moveTo>
                    <a:pt x="0" y="214"/>
                  </a:moveTo>
                  <a:lnTo>
                    <a:pt x="0" y="214"/>
                  </a:lnTo>
                  <a:cubicBezTo>
                    <a:pt x="0" y="95"/>
                    <a:pt x="101" y="0"/>
                    <a:pt x="220" y="0"/>
                  </a:cubicBezTo>
                  <a:cubicBezTo>
                    <a:pt x="339" y="0"/>
                    <a:pt x="434" y="95"/>
                    <a:pt x="434" y="214"/>
                  </a:cubicBezTo>
                  <a:cubicBezTo>
                    <a:pt x="434" y="333"/>
                    <a:pt x="339" y="434"/>
                    <a:pt x="220" y="434"/>
                  </a:cubicBezTo>
                  <a:cubicBezTo>
                    <a:pt x="101" y="434"/>
                    <a:pt x="0" y="333"/>
                    <a:pt x="0" y="214"/>
                  </a:cubicBez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36" name="Freeform 71"/>
            <p:cNvSpPr>
              <a:spLocks noChangeArrowheads="1"/>
            </p:cNvSpPr>
            <p:nvPr/>
          </p:nvSpPr>
          <p:spPr bwMode="auto">
            <a:xfrm>
              <a:off x="8147045" y="10742720"/>
              <a:ext cx="230657" cy="230504"/>
            </a:xfrm>
            <a:custGeom>
              <a:avLst/>
              <a:gdLst>
                <a:gd name="T0" fmla="*/ 239 w 479"/>
                <a:gd name="T1" fmla="*/ 478 h 479"/>
                <a:gd name="T2" fmla="*/ 239 w 479"/>
                <a:gd name="T3" fmla="*/ 478 h 479"/>
                <a:gd name="T4" fmla="*/ 0 w 479"/>
                <a:gd name="T5" fmla="*/ 239 h 479"/>
                <a:gd name="T6" fmla="*/ 239 w 479"/>
                <a:gd name="T7" fmla="*/ 0 h 479"/>
                <a:gd name="T8" fmla="*/ 478 w 479"/>
                <a:gd name="T9" fmla="*/ 239 h 479"/>
                <a:gd name="T10" fmla="*/ 239 w 479"/>
                <a:gd name="T11" fmla="*/ 478 h 479"/>
                <a:gd name="T12" fmla="*/ 239 w 479"/>
                <a:gd name="T13" fmla="*/ 44 h 479"/>
                <a:gd name="T14" fmla="*/ 239 w 479"/>
                <a:gd name="T15" fmla="*/ 44 h 479"/>
                <a:gd name="T16" fmla="*/ 44 w 479"/>
                <a:gd name="T17" fmla="*/ 239 h 479"/>
                <a:gd name="T18" fmla="*/ 239 w 479"/>
                <a:gd name="T19" fmla="*/ 434 h 479"/>
                <a:gd name="T20" fmla="*/ 434 w 479"/>
                <a:gd name="T21" fmla="*/ 239 h 479"/>
                <a:gd name="T22" fmla="*/ 239 w 479"/>
                <a:gd name="T23" fmla="*/ 44 h 479"/>
                <a:gd name="T24" fmla="*/ 239 w 479"/>
                <a:gd name="T25" fmla="*/ 478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9" h="479">
                  <a:moveTo>
                    <a:pt x="239" y="478"/>
                  </a:moveTo>
                  <a:lnTo>
                    <a:pt x="239" y="478"/>
                  </a:lnTo>
                  <a:cubicBezTo>
                    <a:pt x="107" y="478"/>
                    <a:pt x="0" y="371"/>
                    <a:pt x="0" y="239"/>
                  </a:cubicBezTo>
                  <a:cubicBezTo>
                    <a:pt x="0" y="107"/>
                    <a:pt x="107" y="0"/>
                    <a:pt x="239" y="0"/>
                  </a:cubicBezTo>
                  <a:cubicBezTo>
                    <a:pt x="371" y="0"/>
                    <a:pt x="478" y="107"/>
                    <a:pt x="478" y="239"/>
                  </a:cubicBezTo>
                  <a:cubicBezTo>
                    <a:pt x="478" y="371"/>
                    <a:pt x="371" y="478"/>
                    <a:pt x="239" y="478"/>
                  </a:cubicBezTo>
                  <a:lnTo>
                    <a:pt x="239" y="44"/>
                  </a:lnTo>
                  <a:lnTo>
                    <a:pt x="239" y="44"/>
                  </a:lnTo>
                  <a:cubicBezTo>
                    <a:pt x="132" y="44"/>
                    <a:pt x="44" y="132"/>
                    <a:pt x="44" y="239"/>
                  </a:cubicBezTo>
                  <a:cubicBezTo>
                    <a:pt x="44" y="346"/>
                    <a:pt x="132" y="434"/>
                    <a:pt x="239" y="434"/>
                  </a:cubicBezTo>
                  <a:cubicBezTo>
                    <a:pt x="346" y="434"/>
                    <a:pt x="434" y="346"/>
                    <a:pt x="434" y="239"/>
                  </a:cubicBezTo>
                  <a:cubicBezTo>
                    <a:pt x="434" y="132"/>
                    <a:pt x="346" y="44"/>
                    <a:pt x="239" y="44"/>
                  </a:cubicBezTo>
                  <a:lnTo>
                    <a:pt x="239" y="478"/>
                  </a:ln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37" name="Freeform 72"/>
            <p:cNvSpPr>
              <a:spLocks noChangeArrowheads="1"/>
            </p:cNvSpPr>
            <p:nvPr/>
          </p:nvSpPr>
          <p:spPr bwMode="auto">
            <a:xfrm>
              <a:off x="6312374" y="9843970"/>
              <a:ext cx="190450" cy="190324"/>
            </a:xfrm>
            <a:custGeom>
              <a:avLst/>
              <a:gdLst>
                <a:gd name="T0" fmla="*/ 0 w 397"/>
                <a:gd name="T1" fmla="*/ 201 h 397"/>
                <a:gd name="T2" fmla="*/ 0 w 397"/>
                <a:gd name="T3" fmla="*/ 201 h 397"/>
                <a:gd name="T4" fmla="*/ 201 w 397"/>
                <a:gd name="T5" fmla="*/ 0 h 397"/>
                <a:gd name="T6" fmla="*/ 396 w 397"/>
                <a:gd name="T7" fmla="*/ 201 h 397"/>
                <a:gd name="T8" fmla="*/ 201 w 397"/>
                <a:gd name="T9" fmla="*/ 396 h 397"/>
                <a:gd name="T10" fmla="*/ 0 w 397"/>
                <a:gd name="T11" fmla="*/ 201 h 397"/>
              </a:gdLst>
              <a:ahLst/>
              <a:cxnLst>
                <a:cxn ang="0">
                  <a:pos x="T0" y="T1"/>
                </a:cxn>
                <a:cxn ang="0">
                  <a:pos x="T2" y="T3"/>
                </a:cxn>
                <a:cxn ang="0">
                  <a:pos x="T4" y="T5"/>
                </a:cxn>
                <a:cxn ang="0">
                  <a:pos x="T6" y="T7"/>
                </a:cxn>
                <a:cxn ang="0">
                  <a:pos x="T8" y="T9"/>
                </a:cxn>
                <a:cxn ang="0">
                  <a:pos x="T10" y="T11"/>
                </a:cxn>
              </a:cxnLst>
              <a:rect l="0" t="0" r="r" b="b"/>
              <a:pathLst>
                <a:path w="397" h="397">
                  <a:moveTo>
                    <a:pt x="0" y="201"/>
                  </a:moveTo>
                  <a:lnTo>
                    <a:pt x="0" y="201"/>
                  </a:lnTo>
                  <a:cubicBezTo>
                    <a:pt x="0" y="88"/>
                    <a:pt x="88" y="0"/>
                    <a:pt x="201" y="0"/>
                  </a:cubicBezTo>
                  <a:cubicBezTo>
                    <a:pt x="308" y="0"/>
                    <a:pt x="396" y="88"/>
                    <a:pt x="396" y="201"/>
                  </a:cubicBezTo>
                  <a:cubicBezTo>
                    <a:pt x="396" y="308"/>
                    <a:pt x="308" y="396"/>
                    <a:pt x="201" y="396"/>
                  </a:cubicBezTo>
                  <a:cubicBezTo>
                    <a:pt x="88" y="396"/>
                    <a:pt x="0" y="308"/>
                    <a:pt x="0" y="201"/>
                  </a:cubicBez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38" name="Freeform 73"/>
            <p:cNvSpPr>
              <a:spLocks noChangeArrowheads="1"/>
            </p:cNvSpPr>
            <p:nvPr/>
          </p:nvSpPr>
          <p:spPr bwMode="auto">
            <a:xfrm>
              <a:off x="6303908" y="9835510"/>
              <a:ext cx="211612" cy="211471"/>
            </a:xfrm>
            <a:custGeom>
              <a:avLst/>
              <a:gdLst>
                <a:gd name="T0" fmla="*/ 220 w 441"/>
                <a:gd name="T1" fmla="*/ 440 h 441"/>
                <a:gd name="T2" fmla="*/ 220 w 441"/>
                <a:gd name="T3" fmla="*/ 440 h 441"/>
                <a:gd name="T4" fmla="*/ 0 w 441"/>
                <a:gd name="T5" fmla="*/ 220 h 441"/>
                <a:gd name="T6" fmla="*/ 220 w 441"/>
                <a:gd name="T7" fmla="*/ 0 h 441"/>
                <a:gd name="T8" fmla="*/ 440 w 441"/>
                <a:gd name="T9" fmla="*/ 220 h 441"/>
                <a:gd name="T10" fmla="*/ 220 w 441"/>
                <a:gd name="T11" fmla="*/ 440 h 441"/>
                <a:gd name="T12" fmla="*/ 220 w 441"/>
                <a:gd name="T13" fmla="*/ 44 h 441"/>
                <a:gd name="T14" fmla="*/ 220 w 441"/>
                <a:gd name="T15" fmla="*/ 44 h 441"/>
                <a:gd name="T16" fmla="*/ 44 w 441"/>
                <a:gd name="T17" fmla="*/ 220 h 441"/>
                <a:gd name="T18" fmla="*/ 220 w 441"/>
                <a:gd name="T19" fmla="*/ 396 h 441"/>
                <a:gd name="T20" fmla="*/ 396 w 441"/>
                <a:gd name="T21" fmla="*/ 220 h 441"/>
                <a:gd name="T22" fmla="*/ 220 w 441"/>
                <a:gd name="T23" fmla="*/ 44 h 441"/>
                <a:gd name="T24" fmla="*/ 220 w 441"/>
                <a:gd name="T25" fmla="*/ 440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1" h="441">
                  <a:moveTo>
                    <a:pt x="220" y="440"/>
                  </a:moveTo>
                  <a:lnTo>
                    <a:pt x="220" y="440"/>
                  </a:lnTo>
                  <a:cubicBezTo>
                    <a:pt x="95" y="440"/>
                    <a:pt x="0" y="339"/>
                    <a:pt x="0" y="220"/>
                  </a:cubicBezTo>
                  <a:cubicBezTo>
                    <a:pt x="0" y="101"/>
                    <a:pt x="95" y="0"/>
                    <a:pt x="220" y="0"/>
                  </a:cubicBezTo>
                  <a:cubicBezTo>
                    <a:pt x="340" y="0"/>
                    <a:pt x="440" y="101"/>
                    <a:pt x="440" y="220"/>
                  </a:cubicBezTo>
                  <a:cubicBezTo>
                    <a:pt x="440" y="339"/>
                    <a:pt x="340" y="440"/>
                    <a:pt x="220" y="440"/>
                  </a:cubicBezTo>
                  <a:lnTo>
                    <a:pt x="220" y="44"/>
                  </a:lnTo>
                  <a:lnTo>
                    <a:pt x="220" y="44"/>
                  </a:lnTo>
                  <a:cubicBezTo>
                    <a:pt x="120" y="44"/>
                    <a:pt x="44" y="120"/>
                    <a:pt x="44" y="220"/>
                  </a:cubicBezTo>
                  <a:cubicBezTo>
                    <a:pt x="44" y="314"/>
                    <a:pt x="120" y="396"/>
                    <a:pt x="220" y="396"/>
                  </a:cubicBezTo>
                  <a:cubicBezTo>
                    <a:pt x="315" y="396"/>
                    <a:pt x="396" y="314"/>
                    <a:pt x="396" y="220"/>
                  </a:cubicBezTo>
                  <a:cubicBezTo>
                    <a:pt x="396" y="120"/>
                    <a:pt x="315" y="44"/>
                    <a:pt x="220" y="44"/>
                  </a:cubicBezTo>
                  <a:lnTo>
                    <a:pt x="220" y="440"/>
                  </a:ln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39" name="Freeform 74"/>
            <p:cNvSpPr>
              <a:spLocks noChangeArrowheads="1"/>
            </p:cNvSpPr>
            <p:nvPr/>
          </p:nvSpPr>
          <p:spPr bwMode="auto">
            <a:xfrm>
              <a:off x="6754641" y="10666590"/>
              <a:ext cx="296256" cy="296059"/>
            </a:xfrm>
            <a:custGeom>
              <a:avLst/>
              <a:gdLst>
                <a:gd name="T0" fmla="*/ 0 w 616"/>
                <a:gd name="T1" fmla="*/ 308 h 617"/>
                <a:gd name="T2" fmla="*/ 0 w 616"/>
                <a:gd name="T3" fmla="*/ 308 h 617"/>
                <a:gd name="T4" fmla="*/ 308 w 616"/>
                <a:gd name="T5" fmla="*/ 0 h 617"/>
                <a:gd name="T6" fmla="*/ 615 w 616"/>
                <a:gd name="T7" fmla="*/ 308 h 617"/>
                <a:gd name="T8" fmla="*/ 308 w 616"/>
                <a:gd name="T9" fmla="*/ 616 h 617"/>
                <a:gd name="T10" fmla="*/ 0 w 616"/>
                <a:gd name="T11" fmla="*/ 308 h 617"/>
              </a:gdLst>
              <a:ahLst/>
              <a:cxnLst>
                <a:cxn ang="0">
                  <a:pos x="T0" y="T1"/>
                </a:cxn>
                <a:cxn ang="0">
                  <a:pos x="T2" y="T3"/>
                </a:cxn>
                <a:cxn ang="0">
                  <a:pos x="T4" y="T5"/>
                </a:cxn>
                <a:cxn ang="0">
                  <a:pos x="T6" y="T7"/>
                </a:cxn>
                <a:cxn ang="0">
                  <a:pos x="T8" y="T9"/>
                </a:cxn>
                <a:cxn ang="0">
                  <a:pos x="T10" y="T11"/>
                </a:cxn>
              </a:cxnLst>
              <a:rect l="0" t="0" r="r" b="b"/>
              <a:pathLst>
                <a:path w="616" h="617">
                  <a:moveTo>
                    <a:pt x="0" y="308"/>
                  </a:moveTo>
                  <a:lnTo>
                    <a:pt x="0" y="308"/>
                  </a:lnTo>
                  <a:cubicBezTo>
                    <a:pt x="0" y="138"/>
                    <a:pt x="138" y="0"/>
                    <a:pt x="308" y="0"/>
                  </a:cubicBezTo>
                  <a:cubicBezTo>
                    <a:pt x="477" y="0"/>
                    <a:pt x="615" y="138"/>
                    <a:pt x="615" y="308"/>
                  </a:cubicBezTo>
                  <a:cubicBezTo>
                    <a:pt x="615" y="478"/>
                    <a:pt x="477" y="616"/>
                    <a:pt x="308" y="616"/>
                  </a:cubicBezTo>
                  <a:cubicBezTo>
                    <a:pt x="138" y="616"/>
                    <a:pt x="0" y="478"/>
                    <a:pt x="0" y="308"/>
                  </a:cubicBez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40" name="Freeform 75"/>
            <p:cNvSpPr>
              <a:spLocks noChangeArrowheads="1"/>
            </p:cNvSpPr>
            <p:nvPr/>
          </p:nvSpPr>
          <p:spPr bwMode="auto">
            <a:xfrm>
              <a:off x="6744061" y="10656018"/>
              <a:ext cx="317417" cy="317206"/>
            </a:xfrm>
            <a:custGeom>
              <a:avLst/>
              <a:gdLst>
                <a:gd name="T0" fmla="*/ 327 w 660"/>
                <a:gd name="T1" fmla="*/ 660 h 661"/>
                <a:gd name="T2" fmla="*/ 327 w 660"/>
                <a:gd name="T3" fmla="*/ 660 h 661"/>
                <a:gd name="T4" fmla="*/ 0 w 660"/>
                <a:gd name="T5" fmla="*/ 333 h 661"/>
                <a:gd name="T6" fmla="*/ 327 w 660"/>
                <a:gd name="T7" fmla="*/ 0 h 661"/>
                <a:gd name="T8" fmla="*/ 659 w 660"/>
                <a:gd name="T9" fmla="*/ 333 h 661"/>
                <a:gd name="T10" fmla="*/ 327 w 660"/>
                <a:gd name="T11" fmla="*/ 660 h 661"/>
                <a:gd name="T12" fmla="*/ 327 w 660"/>
                <a:gd name="T13" fmla="*/ 44 h 661"/>
                <a:gd name="T14" fmla="*/ 327 w 660"/>
                <a:gd name="T15" fmla="*/ 44 h 661"/>
                <a:gd name="T16" fmla="*/ 44 w 660"/>
                <a:gd name="T17" fmla="*/ 333 h 661"/>
                <a:gd name="T18" fmla="*/ 327 w 660"/>
                <a:gd name="T19" fmla="*/ 616 h 661"/>
                <a:gd name="T20" fmla="*/ 615 w 660"/>
                <a:gd name="T21" fmla="*/ 333 h 661"/>
                <a:gd name="T22" fmla="*/ 327 w 660"/>
                <a:gd name="T23" fmla="*/ 44 h 661"/>
                <a:gd name="T24" fmla="*/ 327 w 660"/>
                <a:gd name="T25" fmla="*/ 660 h 6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0" h="661">
                  <a:moveTo>
                    <a:pt x="327" y="660"/>
                  </a:moveTo>
                  <a:lnTo>
                    <a:pt x="327" y="660"/>
                  </a:lnTo>
                  <a:cubicBezTo>
                    <a:pt x="144" y="660"/>
                    <a:pt x="0" y="515"/>
                    <a:pt x="0" y="333"/>
                  </a:cubicBezTo>
                  <a:cubicBezTo>
                    <a:pt x="0" y="151"/>
                    <a:pt x="144" y="0"/>
                    <a:pt x="327" y="0"/>
                  </a:cubicBezTo>
                  <a:cubicBezTo>
                    <a:pt x="509" y="0"/>
                    <a:pt x="659" y="151"/>
                    <a:pt x="659" y="333"/>
                  </a:cubicBezTo>
                  <a:cubicBezTo>
                    <a:pt x="659" y="515"/>
                    <a:pt x="509" y="660"/>
                    <a:pt x="327" y="660"/>
                  </a:cubicBezTo>
                  <a:lnTo>
                    <a:pt x="327" y="44"/>
                  </a:lnTo>
                  <a:lnTo>
                    <a:pt x="327" y="44"/>
                  </a:lnTo>
                  <a:cubicBezTo>
                    <a:pt x="170" y="44"/>
                    <a:pt x="44" y="176"/>
                    <a:pt x="44" y="333"/>
                  </a:cubicBezTo>
                  <a:cubicBezTo>
                    <a:pt x="44" y="490"/>
                    <a:pt x="170" y="616"/>
                    <a:pt x="327" y="616"/>
                  </a:cubicBezTo>
                  <a:cubicBezTo>
                    <a:pt x="484" y="616"/>
                    <a:pt x="615" y="490"/>
                    <a:pt x="615" y="333"/>
                  </a:cubicBezTo>
                  <a:cubicBezTo>
                    <a:pt x="615" y="176"/>
                    <a:pt x="484" y="44"/>
                    <a:pt x="327" y="44"/>
                  </a:cubicBezTo>
                  <a:lnTo>
                    <a:pt x="327" y="660"/>
                  </a:ln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41" name="Freeform 76"/>
            <p:cNvSpPr>
              <a:spLocks noChangeArrowheads="1"/>
            </p:cNvSpPr>
            <p:nvPr/>
          </p:nvSpPr>
          <p:spPr bwMode="auto">
            <a:xfrm>
              <a:off x="5387631" y="9968736"/>
              <a:ext cx="173521" cy="171292"/>
            </a:xfrm>
            <a:custGeom>
              <a:avLst/>
              <a:gdLst>
                <a:gd name="T0" fmla="*/ 0 w 360"/>
                <a:gd name="T1" fmla="*/ 175 h 359"/>
                <a:gd name="T2" fmla="*/ 0 w 360"/>
                <a:gd name="T3" fmla="*/ 175 h 359"/>
                <a:gd name="T4" fmla="*/ 183 w 360"/>
                <a:gd name="T5" fmla="*/ 0 h 359"/>
                <a:gd name="T6" fmla="*/ 359 w 360"/>
                <a:gd name="T7" fmla="*/ 175 h 359"/>
                <a:gd name="T8" fmla="*/ 183 w 360"/>
                <a:gd name="T9" fmla="*/ 358 h 359"/>
                <a:gd name="T10" fmla="*/ 0 w 360"/>
                <a:gd name="T11" fmla="*/ 175 h 359"/>
              </a:gdLst>
              <a:ahLst/>
              <a:cxnLst>
                <a:cxn ang="0">
                  <a:pos x="T0" y="T1"/>
                </a:cxn>
                <a:cxn ang="0">
                  <a:pos x="T2" y="T3"/>
                </a:cxn>
                <a:cxn ang="0">
                  <a:pos x="T4" y="T5"/>
                </a:cxn>
                <a:cxn ang="0">
                  <a:pos x="T6" y="T7"/>
                </a:cxn>
                <a:cxn ang="0">
                  <a:pos x="T8" y="T9"/>
                </a:cxn>
                <a:cxn ang="0">
                  <a:pos x="T10" y="T11"/>
                </a:cxn>
              </a:cxnLst>
              <a:rect l="0" t="0" r="r" b="b"/>
              <a:pathLst>
                <a:path w="360" h="359">
                  <a:moveTo>
                    <a:pt x="0" y="175"/>
                  </a:moveTo>
                  <a:lnTo>
                    <a:pt x="0" y="175"/>
                  </a:lnTo>
                  <a:cubicBezTo>
                    <a:pt x="0" y="75"/>
                    <a:pt x="82" y="0"/>
                    <a:pt x="183" y="0"/>
                  </a:cubicBezTo>
                  <a:cubicBezTo>
                    <a:pt x="283" y="0"/>
                    <a:pt x="359" y="75"/>
                    <a:pt x="359" y="175"/>
                  </a:cubicBezTo>
                  <a:cubicBezTo>
                    <a:pt x="359" y="276"/>
                    <a:pt x="283" y="358"/>
                    <a:pt x="183" y="358"/>
                  </a:cubicBezTo>
                  <a:cubicBezTo>
                    <a:pt x="82" y="358"/>
                    <a:pt x="0" y="276"/>
                    <a:pt x="0" y="175"/>
                  </a:cubicBez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54" name="Freeform 77"/>
            <p:cNvSpPr>
              <a:spLocks noChangeArrowheads="1"/>
            </p:cNvSpPr>
            <p:nvPr/>
          </p:nvSpPr>
          <p:spPr bwMode="auto">
            <a:xfrm>
              <a:off x="5379166" y="9956048"/>
              <a:ext cx="192567" cy="194553"/>
            </a:xfrm>
            <a:custGeom>
              <a:avLst/>
              <a:gdLst>
                <a:gd name="T0" fmla="*/ 201 w 403"/>
                <a:gd name="T1" fmla="*/ 403 h 404"/>
                <a:gd name="T2" fmla="*/ 201 w 403"/>
                <a:gd name="T3" fmla="*/ 403 h 404"/>
                <a:gd name="T4" fmla="*/ 0 w 403"/>
                <a:gd name="T5" fmla="*/ 201 h 404"/>
                <a:gd name="T6" fmla="*/ 201 w 403"/>
                <a:gd name="T7" fmla="*/ 0 h 404"/>
                <a:gd name="T8" fmla="*/ 402 w 403"/>
                <a:gd name="T9" fmla="*/ 201 h 404"/>
                <a:gd name="T10" fmla="*/ 201 w 403"/>
                <a:gd name="T11" fmla="*/ 403 h 404"/>
                <a:gd name="T12" fmla="*/ 201 w 403"/>
                <a:gd name="T13" fmla="*/ 44 h 404"/>
                <a:gd name="T14" fmla="*/ 201 w 403"/>
                <a:gd name="T15" fmla="*/ 44 h 404"/>
                <a:gd name="T16" fmla="*/ 44 w 403"/>
                <a:gd name="T17" fmla="*/ 201 h 404"/>
                <a:gd name="T18" fmla="*/ 201 w 403"/>
                <a:gd name="T19" fmla="*/ 359 h 404"/>
                <a:gd name="T20" fmla="*/ 358 w 403"/>
                <a:gd name="T21" fmla="*/ 201 h 404"/>
                <a:gd name="T22" fmla="*/ 201 w 403"/>
                <a:gd name="T23" fmla="*/ 44 h 404"/>
                <a:gd name="T24" fmla="*/ 201 w 403"/>
                <a:gd name="T25" fmla="*/ 403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3" h="404">
                  <a:moveTo>
                    <a:pt x="201" y="403"/>
                  </a:moveTo>
                  <a:lnTo>
                    <a:pt x="201" y="403"/>
                  </a:lnTo>
                  <a:cubicBezTo>
                    <a:pt x="88" y="403"/>
                    <a:pt x="0" y="315"/>
                    <a:pt x="0" y="201"/>
                  </a:cubicBezTo>
                  <a:cubicBezTo>
                    <a:pt x="0" y="88"/>
                    <a:pt x="88" y="0"/>
                    <a:pt x="201" y="0"/>
                  </a:cubicBezTo>
                  <a:cubicBezTo>
                    <a:pt x="308" y="0"/>
                    <a:pt x="402" y="88"/>
                    <a:pt x="402" y="201"/>
                  </a:cubicBezTo>
                  <a:cubicBezTo>
                    <a:pt x="402" y="315"/>
                    <a:pt x="308" y="403"/>
                    <a:pt x="201" y="403"/>
                  </a:cubicBezTo>
                  <a:lnTo>
                    <a:pt x="201" y="44"/>
                  </a:lnTo>
                  <a:lnTo>
                    <a:pt x="201" y="44"/>
                  </a:lnTo>
                  <a:cubicBezTo>
                    <a:pt x="113" y="44"/>
                    <a:pt x="44" y="114"/>
                    <a:pt x="44" y="201"/>
                  </a:cubicBezTo>
                  <a:cubicBezTo>
                    <a:pt x="44" y="290"/>
                    <a:pt x="113" y="359"/>
                    <a:pt x="201" y="359"/>
                  </a:cubicBezTo>
                  <a:cubicBezTo>
                    <a:pt x="289" y="359"/>
                    <a:pt x="358" y="290"/>
                    <a:pt x="358" y="201"/>
                  </a:cubicBezTo>
                  <a:cubicBezTo>
                    <a:pt x="358" y="114"/>
                    <a:pt x="289" y="44"/>
                    <a:pt x="201" y="44"/>
                  </a:cubicBezTo>
                  <a:lnTo>
                    <a:pt x="201" y="403"/>
                  </a:ln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59" name="Freeform 78"/>
            <p:cNvSpPr>
              <a:spLocks noChangeArrowheads="1"/>
            </p:cNvSpPr>
            <p:nvPr/>
          </p:nvSpPr>
          <p:spPr bwMode="auto">
            <a:xfrm>
              <a:off x="4939014" y="10892865"/>
              <a:ext cx="224308" cy="224159"/>
            </a:xfrm>
            <a:custGeom>
              <a:avLst/>
              <a:gdLst>
                <a:gd name="T0" fmla="*/ 0 w 466"/>
                <a:gd name="T1" fmla="*/ 233 h 466"/>
                <a:gd name="T2" fmla="*/ 0 w 466"/>
                <a:gd name="T3" fmla="*/ 233 h 466"/>
                <a:gd name="T4" fmla="*/ 233 w 466"/>
                <a:gd name="T5" fmla="*/ 0 h 466"/>
                <a:gd name="T6" fmla="*/ 465 w 466"/>
                <a:gd name="T7" fmla="*/ 233 h 466"/>
                <a:gd name="T8" fmla="*/ 233 w 466"/>
                <a:gd name="T9" fmla="*/ 465 h 466"/>
                <a:gd name="T10" fmla="*/ 0 w 466"/>
                <a:gd name="T11" fmla="*/ 233 h 466"/>
              </a:gdLst>
              <a:ahLst/>
              <a:cxnLst>
                <a:cxn ang="0">
                  <a:pos x="T0" y="T1"/>
                </a:cxn>
                <a:cxn ang="0">
                  <a:pos x="T2" y="T3"/>
                </a:cxn>
                <a:cxn ang="0">
                  <a:pos x="T4" y="T5"/>
                </a:cxn>
                <a:cxn ang="0">
                  <a:pos x="T6" y="T7"/>
                </a:cxn>
                <a:cxn ang="0">
                  <a:pos x="T8" y="T9"/>
                </a:cxn>
                <a:cxn ang="0">
                  <a:pos x="T10" y="T11"/>
                </a:cxn>
              </a:cxnLst>
              <a:rect l="0" t="0" r="r" b="b"/>
              <a:pathLst>
                <a:path w="466" h="466">
                  <a:moveTo>
                    <a:pt x="0" y="233"/>
                  </a:moveTo>
                  <a:lnTo>
                    <a:pt x="0" y="233"/>
                  </a:lnTo>
                  <a:cubicBezTo>
                    <a:pt x="0" y="101"/>
                    <a:pt x="101" y="0"/>
                    <a:pt x="233" y="0"/>
                  </a:cubicBezTo>
                  <a:cubicBezTo>
                    <a:pt x="365" y="0"/>
                    <a:pt x="465" y="101"/>
                    <a:pt x="465" y="233"/>
                  </a:cubicBezTo>
                  <a:cubicBezTo>
                    <a:pt x="465" y="365"/>
                    <a:pt x="365" y="465"/>
                    <a:pt x="233" y="465"/>
                  </a:cubicBezTo>
                  <a:cubicBezTo>
                    <a:pt x="101" y="465"/>
                    <a:pt x="0" y="365"/>
                    <a:pt x="0" y="233"/>
                  </a:cubicBez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60" name="Freeform 79"/>
            <p:cNvSpPr>
              <a:spLocks noChangeArrowheads="1"/>
            </p:cNvSpPr>
            <p:nvPr/>
          </p:nvSpPr>
          <p:spPr bwMode="auto">
            <a:xfrm>
              <a:off x="4926317" y="10880177"/>
              <a:ext cx="247586" cy="247420"/>
            </a:xfrm>
            <a:custGeom>
              <a:avLst/>
              <a:gdLst>
                <a:gd name="T0" fmla="*/ 258 w 517"/>
                <a:gd name="T1" fmla="*/ 516 h 517"/>
                <a:gd name="T2" fmla="*/ 258 w 517"/>
                <a:gd name="T3" fmla="*/ 516 h 517"/>
                <a:gd name="T4" fmla="*/ 0 w 517"/>
                <a:gd name="T5" fmla="*/ 258 h 517"/>
                <a:gd name="T6" fmla="*/ 258 w 517"/>
                <a:gd name="T7" fmla="*/ 0 h 517"/>
                <a:gd name="T8" fmla="*/ 516 w 517"/>
                <a:gd name="T9" fmla="*/ 258 h 517"/>
                <a:gd name="T10" fmla="*/ 258 w 517"/>
                <a:gd name="T11" fmla="*/ 516 h 517"/>
                <a:gd name="T12" fmla="*/ 258 w 517"/>
                <a:gd name="T13" fmla="*/ 44 h 517"/>
                <a:gd name="T14" fmla="*/ 258 w 517"/>
                <a:gd name="T15" fmla="*/ 44 h 517"/>
                <a:gd name="T16" fmla="*/ 44 w 517"/>
                <a:gd name="T17" fmla="*/ 258 h 517"/>
                <a:gd name="T18" fmla="*/ 258 w 517"/>
                <a:gd name="T19" fmla="*/ 472 h 517"/>
                <a:gd name="T20" fmla="*/ 472 w 517"/>
                <a:gd name="T21" fmla="*/ 258 h 517"/>
                <a:gd name="T22" fmla="*/ 258 w 517"/>
                <a:gd name="T23" fmla="*/ 44 h 517"/>
                <a:gd name="T24" fmla="*/ 258 w 517"/>
                <a:gd name="T25" fmla="*/ 516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17" h="517">
                  <a:moveTo>
                    <a:pt x="258" y="516"/>
                  </a:moveTo>
                  <a:lnTo>
                    <a:pt x="258" y="516"/>
                  </a:lnTo>
                  <a:cubicBezTo>
                    <a:pt x="120" y="516"/>
                    <a:pt x="0" y="396"/>
                    <a:pt x="0" y="258"/>
                  </a:cubicBezTo>
                  <a:cubicBezTo>
                    <a:pt x="0" y="113"/>
                    <a:pt x="120" y="0"/>
                    <a:pt x="258" y="0"/>
                  </a:cubicBezTo>
                  <a:cubicBezTo>
                    <a:pt x="402" y="0"/>
                    <a:pt x="516" y="113"/>
                    <a:pt x="516" y="258"/>
                  </a:cubicBezTo>
                  <a:cubicBezTo>
                    <a:pt x="516" y="396"/>
                    <a:pt x="402" y="516"/>
                    <a:pt x="258" y="516"/>
                  </a:cubicBezTo>
                  <a:lnTo>
                    <a:pt x="258" y="44"/>
                  </a:lnTo>
                  <a:lnTo>
                    <a:pt x="258" y="44"/>
                  </a:lnTo>
                  <a:cubicBezTo>
                    <a:pt x="139" y="44"/>
                    <a:pt x="44" y="139"/>
                    <a:pt x="44" y="258"/>
                  </a:cubicBezTo>
                  <a:cubicBezTo>
                    <a:pt x="44" y="377"/>
                    <a:pt x="139" y="472"/>
                    <a:pt x="258" y="472"/>
                  </a:cubicBezTo>
                  <a:cubicBezTo>
                    <a:pt x="377" y="472"/>
                    <a:pt x="472" y="377"/>
                    <a:pt x="472" y="258"/>
                  </a:cubicBezTo>
                  <a:cubicBezTo>
                    <a:pt x="472" y="139"/>
                    <a:pt x="377" y="44"/>
                    <a:pt x="258" y="44"/>
                  </a:cubicBezTo>
                  <a:lnTo>
                    <a:pt x="258" y="516"/>
                  </a:ln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61" name="Freeform 80"/>
            <p:cNvSpPr>
              <a:spLocks noChangeArrowheads="1"/>
            </p:cNvSpPr>
            <p:nvPr/>
          </p:nvSpPr>
          <p:spPr bwMode="auto">
            <a:xfrm>
              <a:off x="7992569" y="10347270"/>
              <a:ext cx="292024" cy="293944"/>
            </a:xfrm>
            <a:custGeom>
              <a:avLst/>
              <a:gdLst>
                <a:gd name="T0" fmla="*/ 0 w 610"/>
                <a:gd name="T1" fmla="*/ 308 h 611"/>
                <a:gd name="T2" fmla="*/ 0 w 610"/>
                <a:gd name="T3" fmla="*/ 308 h 611"/>
                <a:gd name="T4" fmla="*/ 308 w 610"/>
                <a:gd name="T5" fmla="*/ 0 h 611"/>
                <a:gd name="T6" fmla="*/ 609 w 610"/>
                <a:gd name="T7" fmla="*/ 308 h 611"/>
                <a:gd name="T8" fmla="*/ 308 w 610"/>
                <a:gd name="T9" fmla="*/ 610 h 611"/>
                <a:gd name="T10" fmla="*/ 0 w 610"/>
                <a:gd name="T11" fmla="*/ 308 h 611"/>
              </a:gdLst>
              <a:ahLst/>
              <a:cxnLst>
                <a:cxn ang="0">
                  <a:pos x="T0" y="T1"/>
                </a:cxn>
                <a:cxn ang="0">
                  <a:pos x="T2" y="T3"/>
                </a:cxn>
                <a:cxn ang="0">
                  <a:pos x="T4" y="T5"/>
                </a:cxn>
                <a:cxn ang="0">
                  <a:pos x="T6" y="T7"/>
                </a:cxn>
                <a:cxn ang="0">
                  <a:pos x="T8" y="T9"/>
                </a:cxn>
                <a:cxn ang="0">
                  <a:pos x="T10" y="T11"/>
                </a:cxn>
              </a:cxnLst>
              <a:rect l="0" t="0" r="r" b="b"/>
              <a:pathLst>
                <a:path w="610" h="611">
                  <a:moveTo>
                    <a:pt x="0" y="308"/>
                  </a:moveTo>
                  <a:lnTo>
                    <a:pt x="0" y="308"/>
                  </a:lnTo>
                  <a:cubicBezTo>
                    <a:pt x="0" y="138"/>
                    <a:pt x="138" y="0"/>
                    <a:pt x="308" y="0"/>
                  </a:cubicBezTo>
                  <a:cubicBezTo>
                    <a:pt x="477" y="0"/>
                    <a:pt x="609" y="138"/>
                    <a:pt x="609" y="308"/>
                  </a:cubicBezTo>
                  <a:cubicBezTo>
                    <a:pt x="609" y="478"/>
                    <a:pt x="477" y="610"/>
                    <a:pt x="308" y="610"/>
                  </a:cubicBezTo>
                  <a:cubicBezTo>
                    <a:pt x="138" y="610"/>
                    <a:pt x="0" y="478"/>
                    <a:pt x="0" y="308"/>
                  </a:cubicBez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62" name="Freeform 81"/>
            <p:cNvSpPr>
              <a:spLocks noChangeArrowheads="1"/>
            </p:cNvSpPr>
            <p:nvPr/>
          </p:nvSpPr>
          <p:spPr bwMode="auto">
            <a:xfrm>
              <a:off x="7979873" y="10336696"/>
              <a:ext cx="317417" cy="317206"/>
            </a:xfrm>
            <a:custGeom>
              <a:avLst/>
              <a:gdLst>
                <a:gd name="T0" fmla="*/ 333 w 661"/>
                <a:gd name="T1" fmla="*/ 660 h 661"/>
                <a:gd name="T2" fmla="*/ 333 w 661"/>
                <a:gd name="T3" fmla="*/ 660 h 661"/>
                <a:gd name="T4" fmla="*/ 0 w 661"/>
                <a:gd name="T5" fmla="*/ 333 h 661"/>
                <a:gd name="T6" fmla="*/ 333 w 661"/>
                <a:gd name="T7" fmla="*/ 0 h 661"/>
                <a:gd name="T8" fmla="*/ 660 w 661"/>
                <a:gd name="T9" fmla="*/ 333 h 661"/>
                <a:gd name="T10" fmla="*/ 333 w 661"/>
                <a:gd name="T11" fmla="*/ 660 h 661"/>
                <a:gd name="T12" fmla="*/ 333 w 661"/>
                <a:gd name="T13" fmla="*/ 44 h 661"/>
                <a:gd name="T14" fmla="*/ 333 w 661"/>
                <a:gd name="T15" fmla="*/ 44 h 661"/>
                <a:gd name="T16" fmla="*/ 44 w 661"/>
                <a:gd name="T17" fmla="*/ 333 h 661"/>
                <a:gd name="T18" fmla="*/ 333 w 661"/>
                <a:gd name="T19" fmla="*/ 616 h 661"/>
                <a:gd name="T20" fmla="*/ 615 w 661"/>
                <a:gd name="T21" fmla="*/ 333 h 661"/>
                <a:gd name="T22" fmla="*/ 333 w 661"/>
                <a:gd name="T23" fmla="*/ 44 h 661"/>
                <a:gd name="T24" fmla="*/ 333 w 661"/>
                <a:gd name="T25" fmla="*/ 660 h 6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1" h="661">
                  <a:moveTo>
                    <a:pt x="333" y="660"/>
                  </a:moveTo>
                  <a:lnTo>
                    <a:pt x="333" y="660"/>
                  </a:lnTo>
                  <a:cubicBezTo>
                    <a:pt x="150" y="660"/>
                    <a:pt x="0" y="509"/>
                    <a:pt x="0" y="333"/>
                  </a:cubicBezTo>
                  <a:cubicBezTo>
                    <a:pt x="0" y="151"/>
                    <a:pt x="150" y="0"/>
                    <a:pt x="333" y="0"/>
                  </a:cubicBezTo>
                  <a:cubicBezTo>
                    <a:pt x="509" y="0"/>
                    <a:pt x="660" y="151"/>
                    <a:pt x="660" y="333"/>
                  </a:cubicBezTo>
                  <a:cubicBezTo>
                    <a:pt x="660" y="509"/>
                    <a:pt x="509" y="660"/>
                    <a:pt x="333" y="660"/>
                  </a:cubicBezTo>
                  <a:lnTo>
                    <a:pt x="333" y="44"/>
                  </a:lnTo>
                  <a:lnTo>
                    <a:pt x="333" y="44"/>
                  </a:lnTo>
                  <a:cubicBezTo>
                    <a:pt x="176" y="44"/>
                    <a:pt x="44" y="176"/>
                    <a:pt x="44" y="333"/>
                  </a:cubicBezTo>
                  <a:cubicBezTo>
                    <a:pt x="44" y="490"/>
                    <a:pt x="176" y="616"/>
                    <a:pt x="333" y="616"/>
                  </a:cubicBezTo>
                  <a:cubicBezTo>
                    <a:pt x="490" y="616"/>
                    <a:pt x="615" y="490"/>
                    <a:pt x="615" y="333"/>
                  </a:cubicBezTo>
                  <a:cubicBezTo>
                    <a:pt x="615" y="176"/>
                    <a:pt x="490" y="44"/>
                    <a:pt x="333" y="44"/>
                  </a:cubicBezTo>
                  <a:lnTo>
                    <a:pt x="333" y="660"/>
                  </a:ln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63" name="Freeform 82"/>
            <p:cNvSpPr>
              <a:spLocks noChangeArrowheads="1"/>
            </p:cNvSpPr>
            <p:nvPr/>
          </p:nvSpPr>
          <p:spPr bwMode="auto">
            <a:xfrm>
              <a:off x="7152470" y="10190782"/>
              <a:ext cx="332231" cy="327779"/>
            </a:xfrm>
            <a:custGeom>
              <a:avLst/>
              <a:gdLst>
                <a:gd name="T0" fmla="*/ 0 w 692"/>
                <a:gd name="T1" fmla="*/ 345 h 685"/>
                <a:gd name="T2" fmla="*/ 0 w 692"/>
                <a:gd name="T3" fmla="*/ 345 h 685"/>
                <a:gd name="T4" fmla="*/ 345 w 692"/>
                <a:gd name="T5" fmla="*/ 0 h 685"/>
                <a:gd name="T6" fmla="*/ 691 w 692"/>
                <a:gd name="T7" fmla="*/ 345 h 685"/>
                <a:gd name="T8" fmla="*/ 345 w 692"/>
                <a:gd name="T9" fmla="*/ 684 h 685"/>
                <a:gd name="T10" fmla="*/ 0 w 692"/>
                <a:gd name="T11" fmla="*/ 345 h 685"/>
              </a:gdLst>
              <a:ahLst/>
              <a:cxnLst>
                <a:cxn ang="0">
                  <a:pos x="T0" y="T1"/>
                </a:cxn>
                <a:cxn ang="0">
                  <a:pos x="T2" y="T3"/>
                </a:cxn>
                <a:cxn ang="0">
                  <a:pos x="T4" y="T5"/>
                </a:cxn>
                <a:cxn ang="0">
                  <a:pos x="T6" y="T7"/>
                </a:cxn>
                <a:cxn ang="0">
                  <a:pos x="T8" y="T9"/>
                </a:cxn>
                <a:cxn ang="0">
                  <a:pos x="T10" y="T11"/>
                </a:cxn>
              </a:cxnLst>
              <a:rect l="0" t="0" r="r" b="b"/>
              <a:pathLst>
                <a:path w="692" h="685">
                  <a:moveTo>
                    <a:pt x="0" y="345"/>
                  </a:moveTo>
                  <a:lnTo>
                    <a:pt x="0" y="345"/>
                  </a:lnTo>
                  <a:cubicBezTo>
                    <a:pt x="0" y="157"/>
                    <a:pt x="157" y="0"/>
                    <a:pt x="345" y="0"/>
                  </a:cubicBezTo>
                  <a:cubicBezTo>
                    <a:pt x="534" y="0"/>
                    <a:pt x="691" y="157"/>
                    <a:pt x="691" y="345"/>
                  </a:cubicBezTo>
                  <a:cubicBezTo>
                    <a:pt x="691" y="534"/>
                    <a:pt x="534" y="684"/>
                    <a:pt x="345" y="684"/>
                  </a:cubicBezTo>
                  <a:cubicBezTo>
                    <a:pt x="157" y="684"/>
                    <a:pt x="0" y="534"/>
                    <a:pt x="0" y="345"/>
                  </a:cubicBez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164" name="Freeform 83"/>
            <p:cNvSpPr>
              <a:spLocks noChangeArrowheads="1"/>
            </p:cNvSpPr>
            <p:nvPr/>
          </p:nvSpPr>
          <p:spPr bwMode="auto">
            <a:xfrm>
              <a:off x="7141891" y="10182323"/>
              <a:ext cx="351275" cy="348926"/>
            </a:xfrm>
            <a:custGeom>
              <a:avLst/>
              <a:gdLst>
                <a:gd name="T0" fmla="*/ 364 w 730"/>
                <a:gd name="T1" fmla="*/ 728 h 729"/>
                <a:gd name="T2" fmla="*/ 364 w 730"/>
                <a:gd name="T3" fmla="*/ 728 h 729"/>
                <a:gd name="T4" fmla="*/ 0 w 730"/>
                <a:gd name="T5" fmla="*/ 364 h 729"/>
                <a:gd name="T6" fmla="*/ 364 w 730"/>
                <a:gd name="T7" fmla="*/ 0 h 729"/>
                <a:gd name="T8" fmla="*/ 729 w 730"/>
                <a:gd name="T9" fmla="*/ 364 h 729"/>
                <a:gd name="T10" fmla="*/ 364 w 730"/>
                <a:gd name="T11" fmla="*/ 728 h 729"/>
                <a:gd name="T12" fmla="*/ 364 w 730"/>
                <a:gd name="T13" fmla="*/ 44 h 729"/>
                <a:gd name="T14" fmla="*/ 364 w 730"/>
                <a:gd name="T15" fmla="*/ 44 h 729"/>
                <a:gd name="T16" fmla="*/ 44 w 730"/>
                <a:gd name="T17" fmla="*/ 364 h 729"/>
                <a:gd name="T18" fmla="*/ 364 w 730"/>
                <a:gd name="T19" fmla="*/ 684 h 729"/>
                <a:gd name="T20" fmla="*/ 685 w 730"/>
                <a:gd name="T21" fmla="*/ 364 h 729"/>
                <a:gd name="T22" fmla="*/ 364 w 730"/>
                <a:gd name="T23" fmla="*/ 44 h 729"/>
                <a:gd name="T24" fmla="*/ 364 w 730"/>
                <a:gd name="T25" fmla="*/ 728 h 7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30" h="729">
                  <a:moveTo>
                    <a:pt x="364" y="728"/>
                  </a:moveTo>
                  <a:lnTo>
                    <a:pt x="364" y="728"/>
                  </a:lnTo>
                  <a:cubicBezTo>
                    <a:pt x="163" y="728"/>
                    <a:pt x="0" y="565"/>
                    <a:pt x="0" y="364"/>
                  </a:cubicBezTo>
                  <a:cubicBezTo>
                    <a:pt x="0" y="163"/>
                    <a:pt x="163" y="0"/>
                    <a:pt x="364" y="0"/>
                  </a:cubicBezTo>
                  <a:cubicBezTo>
                    <a:pt x="566" y="0"/>
                    <a:pt x="729" y="163"/>
                    <a:pt x="729" y="364"/>
                  </a:cubicBezTo>
                  <a:cubicBezTo>
                    <a:pt x="729" y="565"/>
                    <a:pt x="566" y="728"/>
                    <a:pt x="364" y="728"/>
                  </a:cubicBezTo>
                  <a:lnTo>
                    <a:pt x="364" y="44"/>
                  </a:lnTo>
                  <a:lnTo>
                    <a:pt x="364" y="44"/>
                  </a:lnTo>
                  <a:cubicBezTo>
                    <a:pt x="189" y="44"/>
                    <a:pt x="44" y="188"/>
                    <a:pt x="44" y="364"/>
                  </a:cubicBezTo>
                  <a:cubicBezTo>
                    <a:pt x="44" y="540"/>
                    <a:pt x="189" y="684"/>
                    <a:pt x="364" y="684"/>
                  </a:cubicBezTo>
                  <a:cubicBezTo>
                    <a:pt x="540" y="684"/>
                    <a:pt x="685" y="540"/>
                    <a:pt x="685" y="364"/>
                  </a:cubicBezTo>
                  <a:cubicBezTo>
                    <a:pt x="685" y="188"/>
                    <a:pt x="540" y="44"/>
                    <a:pt x="364" y="44"/>
                  </a:cubicBezTo>
                  <a:lnTo>
                    <a:pt x="364" y="728"/>
                  </a:ln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grpSp>
      <p:sp>
        <p:nvSpPr>
          <p:cNvPr id="173" name="Freeform 175"/>
          <p:cNvSpPr>
            <a:spLocks noChangeAspect="1" noEditPoints="1"/>
          </p:cNvSpPr>
          <p:nvPr/>
        </p:nvSpPr>
        <p:spPr bwMode="auto">
          <a:xfrm>
            <a:off x="6465967" y="2852452"/>
            <a:ext cx="223562" cy="221256"/>
          </a:xfrm>
          <a:custGeom>
            <a:avLst/>
            <a:gdLst>
              <a:gd name="T0" fmla="*/ 112 w 117"/>
              <a:gd name="T1" fmla="*/ 66 h 116"/>
              <a:gd name="T2" fmla="*/ 112 w 117"/>
              <a:gd name="T3" fmla="*/ 58 h 116"/>
              <a:gd name="T4" fmla="*/ 59 w 117"/>
              <a:gd name="T5" fmla="*/ 4 h 116"/>
              <a:gd name="T6" fmla="*/ 50 w 117"/>
              <a:gd name="T7" fmla="*/ 4 h 116"/>
              <a:gd name="T8" fmla="*/ 33 w 117"/>
              <a:gd name="T9" fmla="*/ 0 h 116"/>
              <a:gd name="T10" fmla="*/ 0 w 117"/>
              <a:gd name="T11" fmla="*/ 32 h 116"/>
              <a:gd name="T12" fmla="*/ 5 w 117"/>
              <a:gd name="T13" fmla="*/ 49 h 116"/>
              <a:gd name="T14" fmla="*/ 5 w 117"/>
              <a:gd name="T15" fmla="*/ 58 h 116"/>
              <a:gd name="T16" fmla="*/ 59 w 117"/>
              <a:gd name="T17" fmla="*/ 112 h 116"/>
              <a:gd name="T18" fmla="*/ 67 w 117"/>
              <a:gd name="T19" fmla="*/ 111 h 116"/>
              <a:gd name="T20" fmla="*/ 84 w 117"/>
              <a:gd name="T21" fmla="*/ 116 h 116"/>
              <a:gd name="T22" fmla="*/ 117 w 117"/>
              <a:gd name="T23" fmla="*/ 83 h 116"/>
              <a:gd name="T24" fmla="*/ 112 w 117"/>
              <a:gd name="T25" fmla="*/ 66 h 116"/>
              <a:gd name="T26" fmla="*/ 84 w 117"/>
              <a:gd name="T27" fmla="*/ 82 h 116"/>
              <a:gd name="T28" fmla="*/ 74 w 117"/>
              <a:gd name="T29" fmla="*/ 90 h 116"/>
              <a:gd name="T30" fmla="*/ 59 w 117"/>
              <a:gd name="T31" fmla="*/ 93 h 116"/>
              <a:gd name="T32" fmla="*/ 41 w 117"/>
              <a:gd name="T33" fmla="*/ 89 h 116"/>
              <a:gd name="T34" fmla="*/ 33 w 117"/>
              <a:gd name="T35" fmla="*/ 82 h 116"/>
              <a:gd name="T36" fmla="*/ 30 w 117"/>
              <a:gd name="T37" fmla="*/ 73 h 116"/>
              <a:gd name="T38" fmla="*/ 31 w 117"/>
              <a:gd name="T39" fmla="*/ 68 h 116"/>
              <a:gd name="T40" fmla="*/ 36 w 117"/>
              <a:gd name="T41" fmla="*/ 66 h 116"/>
              <a:gd name="T42" fmla="*/ 40 w 117"/>
              <a:gd name="T43" fmla="*/ 68 h 116"/>
              <a:gd name="T44" fmla="*/ 43 w 117"/>
              <a:gd name="T45" fmla="*/ 72 h 116"/>
              <a:gd name="T46" fmla="*/ 46 w 117"/>
              <a:gd name="T47" fmla="*/ 77 h 116"/>
              <a:gd name="T48" fmla="*/ 51 w 117"/>
              <a:gd name="T49" fmla="*/ 81 h 116"/>
              <a:gd name="T50" fmla="*/ 58 w 117"/>
              <a:gd name="T51" fmla="*/ 82 h 116"/>
              <a:gd name="T52" fmla="*/ 69 w 117"/>
              <a:gd name="T53" fmla="*/ 79 h 116"/>
              <a:gd name="T54" fmla="*/ 73 w 117"/>
              <a:gd name="T55" fmla="*/ 73 h 116"/>
              <a:gd name="T56" fmla="*/ 70 w 117"/>
              <a:gd name="T57" fmla="*/ 67 h 116"/>
              <a:gd name="T58" fmla="*/ 65 w 117"/>
              <a:gd name="T59" fmla="*/ 64 h 116"/>
              <a:gd name="T60" fmla="*/ 56 w 117"/>
              <a:gd name="T61" fmla="*/ 62 h 116"/>
              <a:gd name="T62" fmla="*/ 42 w 117"/>
              <a:gd name="T63" fmla="*/ 58 h 116"/>
              <a:gd name="T64" fmla="*/ 34 w 117"/>
              <a:gd name="T65" fmla="*/ 52 h 116"/>
              <a:gd name="T66" fmla="*/ 31 w 117"/>
              <a:gd name="T67" fmla="*/ 42 h 116"/>
              <a:gd name="T68" fmla="*/ 34 w 117"/>
              <a:gd name="T69" fmla="*/ 32 h 116"/>
              <a:gd name="T70" fmla="*/ 44 w 117"/>
              <a:gd name="T71" fmla="*/ 25 h 116"/>
              <a:gd name="T72" fmla="*/ 58 w 117"/>
              <a:gd name="T73" fmla="*/ 23 h 116"/>
              <a:gd name="T74" fmla="*/ 70 w 117"/>
              <a:gd name="T75" fmla="*/ 24 h 116"/>
              <a:gd name="T76" fmla="*/ 78 w 117"/>
              <a:gd name="T77" fmla="*/ 28 h 116"/>
              <a:gd name="T78" fmla="*/ 83 w 117"/>
              <a:gd name="T79" fmla="*/ 34 h 116"/>
              <a:gd name="T80" fmla="*/ 84 w 117"/>
              <a:gd name="T81" fmla="*/ 39 h 116"/>
              <a:gd name="T82" fmla="*/ 82 w 117"/>
              <a:gd name="T83" fmla="*/ 44 h 116"/>
              <a:gd name="T84" fmla="*/ 78 w 117"/>
              <a:gd name="T85" fmla="*/ 46 h 116"/>
              <a:gd name="T86" fmla="*/ 74 w 117"/>
              <a:gd name="T87" fmla="*/ 45 h 116"/>
              <a:gd name="T88" fmla="*/ 71 w 117"/>
              <a:gd name="T89" fmla="*/ 41 h 116"/>
              <a:gd name="T90" fmla="*/ 66 w 117"/>
              <a:gd name="T91" fmla="*/ 35 h 116"/>
              <a:gd name="T92" fmla="*/ 57 w 117"/>
              <a:gd name="T93" fmla="*/ 33 h 116"/>
              <a:gd name="T94" fmla="*/ 48 w 117"/>
              <a:gd name="T95" fmla="*/ 35 h 116"/>
              <a:gd name="T96" fmla="*/ 45 w 117"/>
              <a:gd name="T97" fmla="*/ 40 h 116"/>
              <a:gd name="T98" fmla="*/ 46 w 117"/>
              <a:gd name="T99" fmla="*/ 44 h 116"/>
              <a:gd name="T100" fmla="*/ 49 w 117"/>
              <a:gd name="T101" fmla="*/ 46 h 116"/>
              <a:gd name="T102" fmla="*/ 53 w 117"/>
              <a:gd name="T103" fmla="*/ 48 h 116"/>
              <a:gd name="T104" fmla="*/ 60 w 117"/>
              <a:gd name="T105" fmla="*/ 50 h 116"/>
              <a:gd name="T106" fmla="*/ 72 w 117"/>
              <a:gd name="T107" fmla="*/ 53 h 116"/>
              <a:gd name="T108" fmla="*/ 80 w 117"/>
              <a:gd name="T109" fmla="*/ 57 h 116"/>
              <a:gd name="T110" fmla="*/ 86 w 117"/>
              <a:gd name="T111" fmla="*/ 62 h 116"/>
              <a:gd name="T112" fmla="*/ 88 w 117"/>
              <a:gd name="T113" fmla="*/ 71 h 116"/>
              <a:gd name="T114" fmla="*/ 84 w 117"/>
              <a:gd name="T115" fmla="*/ 82 h 11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17" h="116">
                <a:moveTo>
                  <a:pt x="112" y="66"/>
                </a:moveTo>
                <a:cubicBezTo>
                  <a:pt x="112" y="63"/>
                  <a:pt x="112" y="61"/>
                  <a:pt x="112" y="58"/>
                </a:cubicBezTo>
                <a:cubicBezTo>
                  <a:pt x="112" y="28"/>
                  <a:pt x="88" y="4"/>
                  <a:pt x="59" y="4"/>
                </a:cubicBezTo>
                <a:cubicBezTo>
                  <a:pt x="56" y="4"/>
                  <a:pt x="53" y="4"/>
                  <a:pt x="50" y="4"/>
                </a:cubicBezTo>
                <a:cubicBezTo>
                  <a:pt x="45" y="1"/>
                  <a:pt x="39" y="0"/>
                  <a:pt x="33" y="0"/>
                </a:cubicBezTo>
                <a:cubicBezTo>
                  <a:pt x="15" y="0"/>
                  <a:pt x="0" y="14"/>
                  <a:pt x="0" y="32"/>
                </a:cubicBezTo>
                <a:cubicBezTo>
                  <a:pt x="0" y="38"/>
                  <a:pt x="2" y="44"/>
                  <a:pt x="5" y="49"/>
                </a:cubicBezTo>
                <a:cubicBezTo>
                  <a:pt x="5" y="52"/>
                  <a:pt x="5" y="55"/>
                  <a:pt x="5" y="58"/>
                </a:cubicBezTo>
                <a:cubicBezTo>
                  <a:pt x="5" y="87"/>
                  <a:pt x="29" y="112"/>
                  <a:pt x="59" y="112"/>
                </a:cubicBezTo>
                <a:cubicBezTo>
                  <a:pt x="61" y="112"/>
                  <a:pt x="64" y="111"/>
                  <a:pt x="67" y="111"/>
                </a:cubicBezTo>
                <a:cubicBezTo>
                  <a:pt x="72" y="114"/>
                  <a:pt x="78" y="116"/>
                  <a:pt x="84" y="116"/>
                </a:cubicBezTo>
                <a:cubicBezTo>
                  <a:pt x="102" y="116"/>
                  <a:pt x="117" y="101"/>
                  <a:pt x="117" y="83"/>
                </a:cubicBezTo>
                <a:cubicBezTo>
                  <a:pt x="117" y="77"/>
                  <a:pt x="115" y="71"/>
                  <a:pt x="112" y="66"/>
                </a:cubicBezTo>
                <a:close/>
                <a:moveTo>
                  <a:pt x="84" y="82"/>
                </a:moveTo>
                <a:cubicBezTo>
                  <a:pt x="82" y="85"/>
                  <a:pt x="78" y="88"/>
                  <a:pt x="74" y="90"/>
                </a:cubicBezTo>
                <a:cubicBezTo>
                  <a:pt x="70" y="92"/>
                  <a:pt x="65" y="93"/>
                  <a:pt x="59" y="93"/>
                </a:cubicBezTo>
                <a:cubicBezTo>
                  <a:pt x="51" y="93"/>
                  <a:pt x="45" y="91"/>
                  <a:pt x="41" y="89"/>
                </a:cubicBezTo>
                <a:cubicBezTo>
                  <a:pt x="37" y="87"/>
                  <a:pt x="35" y="85"/>
                  <a:pt x="33" y="82"/>
                </a:cubicBezTo>
                <a:cubicBezTo>
                  <a:pt x="31" y="79"/>
                  <a:pt x="30" y="76"/>
                  <a:pt x="30" y="73"/>
                </a:cubicBezTo>
                <a:cubicBezTo>
                  <a:pt x="30" y="71"/>
                  <a:pt x="30" y="69"/>
                  <a:pt x="31" y="68"/>
                </a:cubicBezTo>
                <a:cubicBezTo>
                  <a:pt x="33" y="67"/>
                  <a:pt x="34" y="66"/>
                  <a:pt x="36" y="66"/>
                </a:cubicBezTo>
                <a:cubicBezTo>
                  <a:pt x="38" y="66"/>
                  <a:pt x="39" y="67"/>
                  <a:pt x="40" y="68"/>
                </a:cubicBezTo>
                <a:cubicBezTo>
                  <a:pt x="42" y="69"/>
                  <a:pt x="42" y="70"/>
                  <a:pt x="43" y="72"/>
                </a:cubicBezTo>
                <a:cubicBezTo>
                  <a:pt x="44" y="74"/>
                  <a:pt x="45" y="76"/>
                  <a:pt x="46" y="77"/>
                </a:cubicBezTo>
                <a:cubicBezTo>
                  <a:pt x="47" y="79"/>
                  <a:pt x="49" y="80"/>
                  <a:pt x="51" y="81"/>
                </a:cubicBezTo>
                <a:cubicBezTo>
                  <a:pt x="52" y="82"/>
                  <a:pt x="55" y="82"/>
                  <a:pt x="58" y="82"/>
                </a:cubicBezTo>
                <a:cubicBezTo>
                  <a:pt x="62" y="82"/>
                  <a:pt x="66" y="81"/>
                  <a:pt x="69" y="79"/>
                </a:cubicBezTo>
                <a:cubicBezTo>
                  <a:pt x="71" y="78"/>
                  <a:pt x="73" y="75"/>
                  <a:pt x="73" y="73"/>
                </a:cubicBezTo>
                <a:cubicBezTo>
                  <a:pt x="73" y="70"/>
                  <a:pt x="72" y="69"/>
                  <a:pt x="70" y="67"/>
                </a:cubicBezTo>
                <a:cubicBezTo>
                  <a:pt x="69" y="66"/>
                  <a:pt x="67" y="65"/>
                  <a:pt x="65" y="64"/>
                </a:cubicBezTo>
                <a:cubicBezTo>
                  <a:pt x="63" y="63"/>
                  <a:pt x="59" y="63"/>
                  <a:pt x="56" y="62"/>
                </a:cubicBezTo>
                <a:cubicBezTo>
                  <a:pt x="50" y="61"/>
                  <a:pt x="46" y="59"/>
                  <a:pt x="42" y="58"/>
                </a:cubicBezTo>
                <a:cubicBezTo>
                  <a:pt x="39" y="56"/>
                  <a:pt x="36" y="54"/>
                  <a:pt x="34" y="52"/>
                </a:cubicBezTo>
                <a:cubicBezTo>
                  <a:pt x="32" y="49"/>
                  <a:pt x="31" y="46"/>
                  <a:pt x="31" y="42"/>
                </a:cubicBezTo>
                <a:cubicBezTo>
                  <a:pt x="31" y="38"/>
                  <a:pt x="32" y="35"/>
                  <a:pt x="34" y="32"/>
                </a:cubicBezTo>
                <a:cubicBezTo>
                  <a:pt x="36" y="29"/>
                  <a:pt x="40" y="27"/>
                  <a:pt x="44" y="25"/>
                </a:cubicBezTo>
                <a:cubicBezTo>
                  <a:pt x="48" y="23"/>
                  <a:pt x="53" y="23"/>
                  <a:pt x="58" y="23"/>
                </a:cubicBezTo>
                <a:cubicBezTo>
                  <a:pt x="63" y="23"/>
                  <a:pt x="67" y="23"/>
                  <a:pt x="70" y="24"/>
                </a:cubicBezTo>
                <a:cubicBezTo>
                  <a:pt x="73" y="25"/>
                  <a:pt x="76" y="27"/>
                  <a:pt x="78" y="28"/>
                </a:cubicBezTo>
                <a:cubicBezTo>
                  <a:pt x="80" y="30"/>
                  <a:pt x="82" y="32"/>
                  <a:pt x="83" y="34"/>
                </a:cubicBezTo>
                <a:cubicBezTo>
                  <a:pt x="84" y="36"/>
                  <a:pt x="84" y="38"/>
                  <a:pt x="84" y="39"/>
                </a:cubicBezTo>
                <a:cubicBezTo>
                  <a:pt x="84" y="41"/>
                  <a:pt x="84" y="43"/>
                  <a:pt x="82" y="44"/>
                </a:cubicBezTo>
                <a:cubicBezTo>
                  <a:pt x="81" y="45"/>
                  <a:pt x="80" y="46"/>
                  <a:pt x="78" y="46"/>
                </a:cubicBezTo>
                <a:cubicBezTo>
                  <a:pt x="76" y="46"/>
                  <a:pt x="75" y="46"/>
                  <a:pt x="74" y="45"/>
                </a:cubicBezTo>
                <a:cubicBezTo>
                  <a:pt x="73" y="44"/>
                  <a:pt x="72" y="43"/>
                  <a:pt x="71" y="41"/>
                </a:cubicBezTo>
                <a:cubicBezTo>
                  <a:pt x="69" y="38"/>
                  <a:pt x="68" y="36"/>
                  <a:pt x="66" y="35"/>
                </a:cubicBezTo>
                <a:cubicBezTo>
                  <a:pt x="64" y="34"/>
                  <a:pt x="61" y="33"/>
                  <a:pt x="57" y="33"/>
                </a:cubicBezTo>
                <a:cubicBezTo>
                  <a:pt x="54" y="33"/>
                  <a:pt x="51" y="34"/>
                  <a:pt x="48" y="35"/>
                </a:cubicBezTo>
                <a:cubicBezTo>
                  <a:pt x="46" y="37"/>
                  <a:pt x="45" y="38"/>
                  <a:pt x="45" y="40"/>
                </a:cubicBezTo>
                <a:cubicBezTo>
                  <a:pt x="45" y="42"/>
                  <a:pt x="45" y="43"/>
                  <a:pt x="46" y="44"/>
                </a:cubicBezTo>
                <a:cubicBezTo>
                  <a:pt x="47" y="45"/>
                  <a:pt x="48" y="46"/>
                  <a:pt x="49" y="46"/>
                </a:cubicBezTo>
                <a:cubicBezTo>
                  <a:pt x="51" y="47"/>
                  <a:pt x="52" y="48"/>
                  <a:pt x="53" y="48"/>
                </a:cubicBezTo>
                <a:cubicBezTo>
                  <a:pt x="55" y="48"/>
                  <a:pt x="57" y="49"/>
                  <a:pt x="60" y="50"/>
                </a:cubicBezTo>
                <a:cubicBezTo>
                  <a:pt x="65" y="51"/>
                  <a:pt x="68" y="52"/>
                  <a:pt x="72" y="53"/>
                </a:cubicBezTo>
                <a:cubicBezTo>
                  <a:pt x="75" y="54"/>
                  <a:pt x="78" y="55"/>
                  <a:pt x="80" y="57"/>
                </a:cubicBezTo>
                <a:cubicBezTo>
                  <a:pt x="82" y="58"/>
                  <a:pt x="84" y="60"/>
                  <a:pt x="86" y="62"/>
                </a:cubicBezTo>
                <a:cubicBezTo>
                  <a:pt x="87" y="65"/>
                  <a:pt x="88" y="68"/>
                  <a:pt x="88" y="71"/>
                </a:cubicBezTo>
                <a:cubicBezTo>
                  <a:pt x="88" y="75"/>
                  <a:pt x="86" y="79"/>
                  <a:pt x="84" y="82"/>
                </a:cubicBezTo>
                <a:close/>
              </a:path>
            </a:pathLst>
          </a:custGeom>
          <a:solidFill>
            <a:schemeClr val="bg1"/>
          </a:solidFill>
          <a:ln>
            <a:noFill/>
          </a:ln>
        </p:spPr>
        <p:txBody>
          <a:bodyPr lIns="121898" tIns="60949" rIns="121898" bIns="60949"/>
          <a:lstStyle/>
          <a:p>
            <a:endParaRPr lang="en-US" sz="1800" dirty="0">
              <a:latin typeface="微软雅黑" panose="020B0503020204020204" charset="-122"/>
            </a:endParaRPr>
          </a:p>
        </p:txBody>
      </p:sp>
      <p:sp>
        <p:nvSpPr>
          <p:cNvPr id="174" name="Freeform 181"/>
          <p:cNvSpPr>
            <a:spLocks noEditPoints="1"/>
          </p:cNvSpPr>
          <p:nvPr/>
        </p:nvSpPr>
        <p:spPr bwMode="auto">
          <a:xfrm>
            <a:off x="6271041" y="4544857"/>
            <a:ext cx="221752" cy="221810"/>
          </a:xfrm>
          <a:custGeom>
            <a:avLst/>
            <a:gdLst>
              <a:gd name="T0" fmla="*/ 0 w 189"/>
              <a:gd name="T1" fmla="*/ 0 h 189"/>
              <a:gd name="T2" fmla="*/ 25 w 189"/>
              <a:gd name="T3" fmla="*/ 164 h 189"/>
              <a:gd name="T4" fmla="*/ 94 w 189"/>
              <a:gd name="T5" fmla="*/ 189 h 189"/>
              <a:gd name="T6" fmla="*/ 165 w 189"/>
              <a:gd name="T7" fmla="*/ 164 h 189"/>
              <a:gd name="T8" fmla="*/ 189 w 189"/>
              <a:gd name="T9" fmla="*/ 0 h 189"/>
              <a:gd name="T10" fmla="*/ 0 w 189"/>
              <a:gd name="T11" fmla="*/ 0 h 189"/>
              <a:gd name="T12" fmla="*/ 150 w 189"/>
              <a:gd name="T13" fmla="*/ 48 h 189"/>
              <a:gd name="T14" fmla="*/ 70 w 189"/>
              <a:gd name="T15" fmla="*/ 48 h 189"/>
              <a:gd name="T16" fmla="*/ 71 w 189"/>
              <a:gd name="T17" fmla="*/ 71 h 189"/>
              <a:gd name="T18" fmla="*/ 149 w 189"/>
              <a:gd name="T19" fmla="*/ 71 h 189"/>
              <a:gd name="T20" fmla="*/ 142 w 189"/>
              <a:gd name="T21" fmla="*/ 142 h 189"/>
              <a:gd name="T22" fmla="*/ 94 w 189"/>
              <a:gd name="T23" fmla="*/ 153 h 189"/>
              <a:gd name="T24" fmla="*/ 47 w 189"/>
              <a:gd name="T25" fmla="*/ 142 h 189"/>
              <a:gd name="T26" fmla="*/ 44 w 189"/>
              <a:gd name="T27" fmla="*/ 106 h 189"/>
              <a:gd name="T28" fmla="*/ 71 w 189"/>
              <a:gd name="T29" fmla="*/ 106 h 189"/>
              <a:gd name="T30" fmla="*/ 73 w 189"/>
              <a:gd name="T31" fmla="*/ 124 h 189"/>
              <a:gd name="T32" fmla="*/ 94 w 189"/>
              <a:gd name="T33" fmla="*/ 129 h 189"/>
              <a:gd name="T34" fmla="*/ 118 w 189"/>
              <a:gd name="T35" fmla="*/ 124 h 189"/>
              <a:gd name="T36" fmla="*/ 121 w 189"/>
              <a:gd name="T37" fmla="*/ 95 h 189"/>
              <a:gd name="T38" fmla="*/ 44 w 189"/>
              <a:gd name="T39" fmla="*/ 95 h 189"/>
              <a:gd name="T40" fmla="*/ 36 w 189"/>
              <a:gd name="T41" fmla="*/ 24 h 189"/>
              <a:gd name="T42" fmla="*/ 153 w 189"/>
              <a:gd name="T43" fmla="*/ 24 h 189"/>
              <a:gd name="T44" fmla="*/ 150 w 189"/>
              <a:gd name="T45" fmla="*/ 48 h 18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89">
                <a:moveTo>
                  <a:pt x="0" y="0"/>
                </a:moveTo>
                <a:lnTo>
                  <a:pt x="25" y="164"/>
                </a:lnTo>
                <a:lnTo>
                  <a:pt x="94" y="189"/>
                </a:lnTo>
                <a:lnTo>
                  <a:pt x="165" y="164"/>
                </a:lnTo>
                <a:lnTo>
                  <a:pt x="189" y="0"/>
                </a:lnTo>
                <a:lnTo>
                  <a:pt x="0" y="0"/>
                </a:lnTo>
                <a:close/>
                <a:moveTo>
                  <a:pt x="150" y="48"/>
                </a:moveTo>
                <a:lnTo>
                  <a:pt x="70" y="48"/>
                </a:lnTo>
                <a:lnTo>
                  <a:pt x="71" y="71"/>
                </a:lnTo>
                <a:lnTo>
                  <a:pt x="149" y="71"/>
                </a:lnTo>
                <a:lnTo>
                  <a:pt x="142" y="142"/>
                </a:lnTo>
                <a:lnTo>
                  <a:pt x="94" y="153"/>
                </a:lnTo>
                <a:lnTo>
                  <a:pt x="47" y="142"/>
                </a:lnTo>
                <a:lnTo>
                  <a:pt x="44" y="106"/>
                </a:lnTo>
                <a:lnTo>
                  <a:pt x="71" y="106"/>
                </a:lnTo>
                <a:lnTo>
                  <a:pt x="73" y="124"/>
                </a:lnTo>
                <a:lnTo>
                  <a:pt x="94" y="129"/>
                </a:lnTo>
                <a:lnTo>
                  <a:pt x="118" y="124"/>
                </a:lnTo>
                <a:lnTo>
                  <a:pt x="121" y="95"/>
                </a:lnTo>
                <a:lnTo>
                  <a:pt x="44" y="95"/>
                </a:lnTo>
                <a:lnTo>
                  <a:pt x="36" y="24"/>
                </a:lnTo>
                <a:lnTo>
                  <a:pt x="153" y="24"/>
                </a:lnTo>
                <a:lnTo>
                  <a:pt x="150" y="48"/>
                </a:lnTo>
                <a:close/>
              </a:path>
            </a:pathLst>
          </a:custGeom>
          <a:solidFill>
            <a:schemeClr val="bg1"/>
          </a:solidFill>
          <a:ln>
            <a:noFill/>
          </a:ln>
        </p:spPr>
        <p:txBody>
          <a:bodyPr lIns="121898" tIns="60949" rIns="121898" bIns="60949"/>
          <a:lstStyle/>
          <a:p>
            <a:endParaRPr lang="en-US" sz="1800" dirty="0">
              <a:latin typeface="微软雅黑" panose="020B0503020204020204" charset="-122"/>
            </a:endParaRPr>
          </a:p>
        </p:txBody>
      </p:sp>
      <p:sp>
        <p:nvSpPr>
          <p:cNvPr id="175" name="Freeform 177"/>
          <p:cNvSpPr>
            <a:spLocks noEditPoints="1"/>
          </p:cNvSpPr>
          <p:nvPr/>
        </p:nvSpPr>
        <p:spPr bwMode="auto">
          <a:xfrm>
            <a:off x="9392486" y="3893874"/>
            <a:ext cx="180576" cy="180623"/>
          </a:xfrm>
          <a:custGeom>
            <a:avLst/>
            <a:gdLst>
              <a:gd name="T0" fmla="*/ 107 w 116"/>
              <a:gd name="T1" fmla="*/ 0 h 116"/>
              <a:gd name="T2" fmla="*/ 8 w 116"/>
              <a:gd name="T3" fmla="*/ 0 h 116"/>
              <a:gd name="T4" fmla="*/ 0 w 116"/>
              <a:gd name="T5" fmla="*/ 9 h 116"/>
              <a:gd name="T6" fmla="*/ 0 w 116"/>
              <a:gd name="T7" fmla="*/ 108 h 116"/>
              <a:gd name="T8" fmla="*/ 8 w 116"/>
              <a:gd name="T9" fmla="*/ 116 h 116"/>
              <a:gd name="T10" fmla="*/ 107 w 116"/>
              <a:gd name="T11" fmla="*/ 116 h 116"/>
              <a:gd name="T12" fmla="*/ 116 w 116"/>
              <a:gd name="T13" fmla="*/ 108 h 116"/>
              <a:gd name="T14" fmla="*/ 116 w 116"/>
              <a:gd name="T15" fmla="*/ 9 h 116"/>
              <a:gd name="T16" fmla="*/ 107 w 116"/>
              <a:gd name="T17" fmla="*/ 0 h 116"/>
              <a:gd name="T18" fmla="*/ 35 w 116"/>
              <a:gd name="T19" fmla="*/ 98 h 116"/>
              <a:gd name="T20" fmla="*/ 17 w 116"/>
              <a:gd name="T21" fmla="*/ 98 h 116"/>
              <a:gd name="T22" fmla="*/ 17 w 116"/>
              <a:gd name="T23" fmla="*/ 45 h 116"/>
              <a:gd name="T24" fmla="*/ 35 w 116"/>
              <a:gd name="T25" fmla="*/ 45 h 116"/>
              <a:gd name="T26" fmla="*/ 35 w 116"/>
              <a:gd name="T27" fmla="*/ 98 h 116"/>
              <a:gd name="T28" fmla="*/ 26 w 116"/>
              <a:gd name="T29" fmla="*/ 38 h 116"/>
              <a:gd name="T30" fmla="*/ 26 w 116"/>
              <a:gd name="T31" fmla="*/ 38 h 116"/>
              <a:gd name="T32" fmla="*/ 16 w 116"/>
              <a:gd name="T33" fmla="*/ 29 h 116"/>
              <a:gd name="T34" fmla="*/ 26 w 116"/>
              <a:gd name="T35" fmla="*/ 20 h 116"/>
              <a:gd name="T36" fmla="*/ 36 w 116"/>
              <a:gd name="T37" fmla="*/ 29 h 116"/>
              <a:gd name="T38" fmla="*/ 26 w 116"/>
              <a:gd name="T39" fmla="*/ 38 h 116"/>
              <a:gd name="T40" fmla="*/ 98 w 116"/>
              <a:gd name="T41" fmla="*/ 98 h 116"/>
              <a:gd name="T42" fmla="*/ 81 w 116"/>
              <a:gd name="T43" fmla="*/ 98 h 116"/>
              <a:gd name="T44" fmla="*/ 81 w 116"/>
              <a:gd name="T45" fmla="*/ 69 h 116"/>
              <a:gd name="T46" fmla="*/ 72 w 116"/>
              <a:gd name="T47" fmla="*/ 58 h 116"/>
              <a:gd name="T48" fmla="*/ 63 w 116"/>
              <a:gd name="T49" fmla="*/ 64 h 116"/>
              <a:gd name="T50" fmla="*/ 62 w 116"/>
              <a:gd name="T51" fmla="*/ 68 h 116"/>
              <a:gd name="T52" fmla="*/ 62 w 116"/>
              <a:gd name="T53" fmla="*/ 98 h 116"/>
              <a:gd name="T54" fmla="*/ 45 w 116"/>
              <a:gd name="T55" fmla="*/ 98 h 116"/>
              <a:gd name="T56" fmla="*/ 45 w 116"/>
              <a:gd name="T57" fmla="*/ 45 h 116"/>
              <a:gd name="T58" fmla="*/ 62 w 116"/>
              <a:gd name="T59" fmla="*/ 45 h 116"/>
              <a:gd name="T60" fmla="*/ 62 w 116"/>
              <a:gd name="T61" fmla="*/ 53 h 116"/>
              <a:gd name="T62" fmla="*/ 78 w 116"/>
              <a:gd name="T63" fmla="*/ 44 h 116"/>
              <a:gd name="T64" fmla="*/ 98 w 116"/>
              <a:gd name="T65" fmla="*/ 67 h 116"/>
              <a:gd name="T66" fmla="*/ 98 w 116"/>
              <a:gd name="T67" fmla="*/ 98 h 116"/>
              <a:gd name="T68" fmla="*/ 62 w 116"/>
              <a:gd name="T69" fmla="*/ 53 h 116"/>
              <a:gd name="T70" fmla="*/ 62 w 116"/>
              <a:gd name="T71" fmla="*/ 53 h 116"/>
              <a:gd name="T72" fmla="*/ 62 w 116"/>
              <a:gd name="T73" fmla="*/ 53 h 11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116" h="116">
                <a:moveTo>
                  <a:pt x="107" y="0"/>
                </a:moveTo>
                <a:cubicBezTo>
                  <a:pt x="8" y="0"/>
                  <a:pt x="8" y="0"/>
                  <a:pt x="8" y="0"/>
                </a:cubicBezTo>
                <a:cubicBezTo>
                  <a:pt x="4" y="0"/>
                  <a:pt x="0" y="4"/>
                  <a:pt x="0" y="9"/>
                </a:cubicBezTo>
                <a:cubicBezTo>
                  <a:pt x="0" y="108"/>
                  <a:pt x="0" y="108"/>
                  <a:pt x="0" y="108"/>
                </a:cubicBezTo>
                <a:cubicBezTo>
                  <a:pt x="0" y="113"/>
                  <a:pt x="4" y="116"/>
                  <a:pt x="8" y="116"/>
                </a:cubicBezTo>
                <a:cubicBezTo>
                  <a:pt x="107" y="116"/>
                  <a:pt x="107" y="116"/>
                  <a:pt x="107" y="116"/>
                </a:cubicBezTo>
                <a:cubicBezTo>
                  <a:pt x="112" y="116"/>
                  <a:pt x="116" y="113"/>
                  <a:pt x="116" y="108"/>
                </a:cubicBezTo>
                <a:cubicBezTo>
                  <a:pt x="116" y="9"/>
                  <a:pt x="116" y="9"/>
                  <a:pt x="116" y="9"/>
                </a:cubicBezTo>
                <a:cubicBezTo>
                  <a:pt x="116" y="4"/>
                  <a:pt x="112" y="0"/>
                  <a:pt x="107" y="0"/>
                </a:cubicBezTo>
                <a:close/>
                <a:moveTo>
                  <a:pt x="35" y="98"/>
                </a:moveTo>
                <a:cubicBezTo>
                  <a:pt x="17" y="98"/>
                  <a:pt x="17" y="98"/>
                  <a:pt x="17" y="98"/>
                </a:cubicBezTo>
                <a:cubicBezTo>
                  <a:pt x="17" y="45"/>
                  <a:pt x="17" y="45"/>
                  <a:pt x="17" y="45"/>
                </a:cubicBezTo>
                <a:cubicBezTo>
                  <a:pt x="35" y="45"/>
                  <a:pt x="35" y="45"/>
                  <a:pt x="35" y="45"/>
                </a:cubicBezTo>
                <a:lnTo>
                  <a:pt x="35" y="98"/>
                </a:lnTo>
                <a:close/>
                <a:moveTo>
                  <a:pt x="26" y="38"/>
                </a:moveTo>
                <a:cubicBezTo>
                  <a:pt x="26" y="38"/>
                  <a:pt x="26" y="38"/>
                  <a:pt x="26" y="38"/>
                </a:cubicBezTo>
                <a:cubicBezTo>
                  <a:pt x="20" y="38"/>
                  <a:pt x="16" y="34"/>
                  <a:pt x="16" y="29"/>
                </a:cubicBezTo>
                <a:cubicBezTo>
                  <a:pt x="16" y="24"/>
                  <a:pt x="20" y="20"/>
                  <a:pt x="26" y="20"/>
                </a:cubicBezTo>
                <a:cubicBezTo>
                  <a:pt x="32" y="20"/>
                  <a:pt x="36" y="24"/>
                  <a:pt x="36" y="29"/>
                </a:cubicBezTo>
                <a:cubicBezTo>
                  <a:pt x="36" y="34"/>
                  <a:pt x="32" y="38"/>
                  <a:pt x="26" y="38"/>
                </a:cubicBezTo>
                <a:close/>
                <a:moveTo>
                  <a:pt x="98" y="98"/>
                </a:moveTo>
                <a:cubicBezTo>
                  <a:pt x="81" y="98"/>
                  <a:pt x="81" y="98"/>
                  <a:pt x="81" y="98"/>
                </a:cubicBezTo>
                <a:cubicBezTo>
                  <a:pt x="81" y="69"/>
                  <a:pt x="81" y="69"/>
                  <a:pt x="81" y="69"/>
                </a:cubicBezTo>
                <a:cubicBezTo>
                  <a:pt x="81" y="62"/>
                  <a:pt x="78" y="58"/>
                  <a:pt x="72" y="58"/>
                </a:cubicBezTo>
                <a:cubicBezTo>
                  <a:pt x="67" y="58"/>
                  <a:pt x="64" y="61"/>
                  <a:pt x="63" y="64"/>
                </a:cubicBezTo>
                <a:cubicBezTo>
                  <a:pt x="62" y="65"/>
                  <a:pt x="62" y="67"/>
                  <a:pt x="62" y="68"/>
                </a:cubicBezTo>
                <a:cubicBezTo>
                  <a:pt x="62" y="98"/>
                  <a:pt x="62" y="98"/>
                  <a:pt x="62" y="98"/>
                </a:cubicBezTo>
                <a:cubicBezTo>
                  <a:pt x="45" y="98"/>
                  <a:pt x="45" y="98"/>
                  <a:pt x="45" y="98"/>
                </a:cubicBezTo>
                <a:cubicBezTo>
                  <a:pt x="45" y="98"/>
                  <a:pt x="45" y="50"/>
                  <a:pt x="45" y="45"/>
                </a:cubicBezTo>
                <a:cubicBezTo>
                  <a:pt x="62" y="45"/>
                  <a:pt x="62" y="45"/>
                  <a:pt x="62" y="45"/>
                </a:cubicBezTo>
                <a:cubicBezTo>
                  <a:pt x="62" y="53"/>
                  <a:pt x="62" y="53"/>
                  <a:pt x="62" y="53"/>
                </a:cubicBezTo>
                <a:cubicBezTo>
                  <a:pt x="64" y="49"/>
                  <a:pt x="69" y="44"/>
                  <a:pt x="78" y="44"/>
                </a:cubicBezTo>
                <a:cubicBezTo>
                  <a:pt x="90" y="44"/>
                  <a:pt x="98" y="51"/>
                  <a:pt x="98" y="67"/>
                </a:cubicBezTo>
                <a:lnTo>
                  <a:pt x="98" y="98"/>
                </a:lnTo>
                <a:close/>
                <a:moveTo>
                  <a:pt x="62" y="53"/>
                </a:moveTo>
                <a:cubicBezTo>
                  <a:pt x="62" y="53"/>
                  <a:pt x="62" y="53"/>
                  <a:pt x="62" y="53"/>
                </a:cubicBezTo>
                <a:cubicBezTo>
                  <a:pt x="62" y="53"/>
                  <a:pt x="62" y="53"/>
                  <a:pt x="62" y="53"/>
                </a:cubicBezTo>
                <a:close/>
              </a:path>
            </a:pathLst>
          </a:custGeom>
          <a:solidFill>
            <a:schemeClr val="bg1"/>
          </a:solidFill>
          <a:ln>
            <a:noFill/>
          </a:ln>
        </p:spPr>
        <p:txBody>
          <a:bodyPr lIns="121898" tIns="60949" rIns="121898" bIns="60949"/>
          <a:lstStyle/>
          <a:p>
            <a:endParaRPr lang="en-US" sz="1800" dirty="0">
              <a:latin typeface="微软雅黑" panose="020B0503020204020204" charset="-122"/>
            </a:endParaRPr>
          </a:p>
        </p:txBody>
      </p:sp>
      <p:sp>
        <p:nvSpPr>
          <p:cNvPr id="176" name="Freeform 178"/>
          <p:cNvSpPr/>
          <p:nvPr/>
        </p:nvSpPr>
        <p:spPr bwMode="auto">
          <a:xfrm>
            <a:off x="8319584" y="3323890"/>
            <a:ext cx="399945" cy="395818"/>
          </a:xfrm>
          <a:custGeom>
            <a:avLst/>
            <a:gdLst>
              <a:gd name="T0" fmla="*/ 117 w 117"/>
              <a:gd name="T1" fmla="*/ 20 h 116"/>
              <a:gd name="T2" fmla="*/ 97 w 117"/>
              <a:gd name="T3" fmla="*/ 0 h 116"/>
              <a:gd name="T4" fmla="*/ 20 w 117"/>
              <a:gd name="T5" fmla="*/ 0 h 116"/>
              <a:gd name="T6" fmla="*/ 0 w 117"/>
              <a:gd name="T7" fmla="*/ 20 h 116"/>
              <a:gd name="T8" fmla="*/ 0 w 117"/>
              <a:gd name="T9" fmla="*/ 97 h 116"/>
              <a:gd name="T10" fmla="*/ 20 w 117"/>
              <a:gd name="T11" fmla="*/ 116 h 116"/>
              <a:gd name="T12" fmla="*/ 58 w 117"/>
              <a:gd name="T13" fmla="*/ 116 h 116"/>
              <a:gd name="T14" fmla="*/ 58 w 117"/>
              <a:gd name="T15" fmla="*/ 73 h 116"/>
              <a:gd name="T16" fmla="*/ 44 w 117"/>
              <a:gd name="T17" fmla="*/ 73 h 116"/>
              <a:gd name="T18" fmla="*/ 44 w 117"/>
              <a:gd name="T19" fmla="*/ 53 h 116"/>
              <a:gd name="T20" fmla="*/ 58 w 117"/>
              <a:gd name="T21" fmla="*/ 53 h 116"/>
              <a:gd name="T22" fmla="*/ 58 w 117"/>
              <a:gd name="T23" fmla="*/ 46 h 116"/>
              <a:gd name="T24" fmla="*/ 80 w 117"/>
              <a:gd name="T25" fmla="*/ 21 h 116"/>
              <a:gd name="T26" fmla="*/ 96 w 117"/>
              <a:gd name="T27" fmla="*/ 21 h 116"/>
              <a:gd name="T28" fmla="*/ 96 w 117"/>
              <a:gd name="T29" fmla="*/ 40 h 116"/>
              <a:gd name="T30" fmla="*/ 80 w 117"/>
              <a:gd name="T31" fmla="*/ 40 h 116"/>
              <a:gd name="T32" fmla="*/ 77 w 117"/>
              <a:gd name="T33" fmla="*/ 46 h 116"/>
              <a:gd name="T34" fmla="*/ 77 w 117"/>
              <a:gd name="T35" fmla="*/ 53 h 116"/>
              <a:gd name="T36" fmla="*/ 96 w 117"/>
              <a:gd name="T37" fmla="*/ 53 h 116"/>
              <a:gd name="T38" fmla="*/ 96 w 117"/>
              <a:gd name="T39" fmla="*/ 73 h 116"/>
              <a:gd name="T40" fmla="*/ 77 w 117"/>
              <a:gd name="T41" fmla="*/ 73 h 116"/>
              <a:gd name="T42" fmla="*/ 77 w 117"/>
              <a:gd name="T43" fmla="*/ 116 h 116"/>
              <a:gd name="T44" fmla="*/ 97 w 117"/>
              <a:gd name="T45" fmla="*/ 116 h 116"/>
              <a:gd name="T46" fmla="*/ 117 w 117"/>
              <a:gd name="T47" fmla="*/ 97 h 116"/>
              <a:gd name="T48" fmla="*/ 117 w 117"/>
              <a:gd name="T49" fmla="*/ 20 h 11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17" h="116">
                <a:moveTo>
                  <a:pt x="117" y="20"/>
                </a:moveTo>
                <a:cubicBezTo>
                  <a:pt x="117" y="9"/>
                  <a:pt x="107" y="0"/>
                  <a:pt x="97" y="0"/>
                </a:cubicBezTo>
                <a:cubicBezTo>
                  <a:pt x="20" y="0"/>
                  <a:pt x="20" y="0"/>
                  <a:pt x="20" y="0"/>
                </a:cubicBezTo>
                <a:cubicBezTo>
                  <a:pt x="10" y="0"/>
                  <a:pt x="0" y="9"/>
                  <a:pt x="0" y="20"/>
                </a:cubicBezTo>
                <a:cubicBezTo>
                  <a:pt x="0" y="97"/>
                  <a:pt x="0" y="97"/>
                  <a:pt x="0" y="97"/>
                </a:cubicBezTo>
                <a:cubicBezTo>
                  <a:pt x="0" y="107"/>
                  <a:pt x="10" y="116"/>
                  <a:pt x="20" y="116"/>
                </a:cubicBezTo>
                <a:cubicBezTo>
                  <a:pt x="58" y="116"/>
                  <a:pt x="58" y="116"/>
                  <a:pt x="58" y="116"/>
                </a:cubicBezTo>
                <a:cubicBezTo>
                  <a:pt x="58" y="73"/>
                  <a:pt x="58" y="73"/>
                  <a:pt x="58" y="73"/>
                </a:cubicBezTo>
                <a:cubicBezTo>
                  <a:pt x="44" y="73"/>
                  <a:pt x="44" y="73"/>
                  <a:pt x="44" y="73"/>
                </a:cubicBezTo>
                <a:cubicBezTo>
                  <a:pt x="44" y="53"/>
                  <a:pt x="44" y="53"/>
                  <a:pt x="44" y="53"/>
                </a:cubicBezTo>
                <a:cubicBezTo>
                  <a:pt x="58" y="53"/>
                  <a:pt x="58" y="53"/>
                  <a:pt x="58" y="53"/>
                </a:cubicBezTo>
                <a:cubicBezTo>
                  <a:pt x="58" y="46"/>
                  <a:pt x="58" y="46"/>
                  <a:pt x="58" y="46"/>
                </a:cubicBezTo>
                <a:cubicBezTo>
                  <a:pt x="58" y="33"/>
                  <a:pt x="68" y="21"/>
                  <a:pt x="80" y="21"/>
                </a:cubicBezTo>
                <a:cubicBezTo>
                  <a:pt x="96" y="21"/>
                  <a:pt x="96" y="21"/>
                  <a:pt x="96" y="21"/>
                </a:cubicBezTo>
                <a:cubicBezTo>
                  <a:pt x="96" y="40"/>
                  <a:pt x="96" y="40"/>
                  <a:pt x="96" y="40"/>
                </a:cubicBezTo>
                <a:cubicBezTo>
                  <a:pt x="80" y="40"/>
                  <a:pt x="80" y="40"/>
                  <a:pt x="80" y="40"/>
                </a:cubicBezTo>
                <a:cubicBezTo>
                  <a:pt x="79" y="40"/>
                  <a:pt x="77" y="42"/>
                  <a:pt x="77" y="46"/>
                </a:cubicBezTo>
                <a:cubicBezTo>
                  <a:pt x="77" y="53"/>
                  <a:pt x="77" y="53"/>
                  <a:pt x="77" y="53"/>
                </a:cubicBezTo>
                <a:cubicBezTo>
                  <a:pt x="96" y="53"/>
                  <a:pt x="96" y="53"/>
                  <a:pt x="96" y="53"/>
                </a:cubicBezTo>
                <a:cubicBezTo>
                  <a:pt x="96" y="73"/>
                  <a:pt x="96" y="73"/>
                  <a:pt x="96" y="73"/>
                </a:cubicBezTo>
                <a:cubicBezTo>
                  <a:pt x="77" y="73"/>
                  <a:pt x="77" y="73"/>
                  <a:pt x="77" y="73"/>
                </a:cubicBezTo>
                <a:cubicBezTo>
                  <a:pt x="77" y="116"/>
                  <a:pt x="77" y="116"/>
                  <a:pt x="77" y="116"/>
                </a:cubicBezTo>
                <a:cubicBezTo>
                  <a:pt x="97" y="116"/>
                  <a:pt x="97" y="116"/>
                  <a:pt x="97" y="116"/>
                </a:cubicBezTo>
                <a:cubicBezTo>
                  <a:pt x="107" y="116"/>
                  <a:pt x="117" y="107"/>
                  <a:pt x="117" y="97"/>
                </a:cubicBezTo>
                <a:lnTo>
                  <a:pt x="117" y="20"/>
                </a:lnTo>
                <a:close/>
              </a:path>
            </a:pathLst>
          </a:custGeom>
          <a:solidFill>
            <a:schemeClr val="bg1"/>
          </a:solidFill>
          <a:ln>
            <a:noFill/>
          </a:ln>
        </p:spPr>
        <p:txBody>
          <a:bodyPr lIns="121898" tIns="60949" rIns="121898" bIns="60949"/>
          <a:lstStyle/>
          <a:p>
            <a:endParaRPr lang="en-US" sz="1800" dirty="0">
              <a:latin typeface="微软雅黑" panose="020B0503020204020204" charset="-122"/>
            </a:endParaRPr>
          </a:p>
        </p:txBody>
      </p:sp>
      <p:sp>
        <p:nvSpPr>
          <p:cNvPr id="177" name="Freeform 180"/>
          <p:cNvSpPr>
            <a:spLocks noEditPoints="1"/>
          </p:cNvSpPr>
          <p:nvPr/>
        </p:nvSpPr>
        <p:spPr bwMode="auto">
          <a:xfrm>
            <a:off x="9119115" y="4509275"/>
            <a:ext cx="261631" cy="261700"/>
          </a:xfrm>
          <a:custGeom>
            <a:avLst/>
            <a:gdLst>
              <a:gd name="T0" fmla="*/ 58 w 116"/>
              <a:gd name="T1" fmla="*/ 0 h 116"/>
              <a:gd name="T2" fmla="*/ 0 w 116"/>
              <a:gd name="T3" fmla="*/ 58 h 116"/>
              <a:gd name="T4" fmla="*/ 58 w 116"/>
              <a:gd name="T5" fmla="*/ 116 h 116"/>
              <a:gd name="T6" fmla="*/ 116 w 116"/>
              <a:gd name="T7" fmla="*/ 58 h 116"/>
              <a:gd name="T8" fmla="*/ 58 w 116"/>
              <a:gd name="T9" fmla="*/ 0 h 116"/>
              <a:gd name="T10" fmla="*/ 94 w 116"/>
              <a:gd name="T11" fmla="*/ 30 h 116"/>
              <a:gd name="T12" fmla="*/ 103 w 116"/>
              <a:gd name="T13" fmla="*/ 56 h 116"/>
              <a:gd name="T14" fmla="*/ 85 w 116"/>
              <a:gd name="T15" fmla="*/ 54 h 116"/>
              <a:gd name="T16" fmla="*/ 85 w 116"/>
              <a:gd name="T17" fmla="*/ 54 h 116"/>
              <a:gd name="T18" fmla="*/ 85 w 116"/>
              <a:gd name="T19" fmla="*/ 54 h 116"/>
              <a:gd name="T20" fmla="*/ 72 w 116"/>
              <a:gd name="T21" fmla="*/ 55 h 116"/>
              <a:gd name="T22" fmla="*/ 69 w 116"/>
              <a:gd name="T23" fmla="*/ 48 h 116"/>
              <a:gd name="T24" fmla="*/ 94 w 116"/>
              <a:gd name="T25" fmla="*/ 30 h 116"/>
              <a:gd name="T26" fmla="*/ 58 w 116"/>
              <a:gd name="T27" fmla="*/ 13 h 116"/>
              <a:gd name="T28" fmla="*/ 86 w 116"/>
              <a:gd name="T29" fmla="*/ 23 h 116"/>
              <a:gd name="T30" fmla="*/ 64 w 116"/>
              <a:gd name="T31" fmla="*/ 39 h 116"/>
              <a:gd name="T32" fmla="*/ 48 w 116"/>
              <a:gd name="T33" fmla="*/ 14 h 116"/>
              <a:gd name="T34" fmla="*/ 58 w 116"/>
              <a:gd name="T35" fmla="*/ 13 h 116"/>
              <a:gd name="T36" fmla="*/ 38 w 116"/>
              <a:gd name="T37" fmla="*/ 18 h 116"/>
              <a:gd name="T38" fmla="*/ 54 w 116"/>
              <a:gd name="T39" fmla="*/ 42 h 116"/>
              <a:gd name="T40" fmla="*/ 18 w 116"/>
              <a:gd name="T41" fmla="*/ 47 h 116"/>
              <a:gd name="T42" fmla="*/ 18 w 116"/>
              <a:gd name="T43" fmla="*/ 47 h 116"/>
              <a:gd name="T44" fmla="*/ 18 w 116"/>
              <a:gd name="T45" fmla="*/ 47 h 116"/>
              <a:gd name="T46" fmla="*/ 14 w 116"/>
              <a:gd name="T47" fmla="*/ 47 h 116"/>
              <a:gd name="T48" fmla="*/ 38 w 116"/>
              <a:gd name="T49" fmla="*/ 18 h 116"/>
              <a:gd name="T50" fmla="*/ 13 w 116"/>
              <a:gd name="T51" fmla="*/ 58 h 116"/>
              <a:gd name="T52" fmla="*/ 13 w 116"/>
              <a:gd name="T53" fmla="*/ 58 h 116"/>
              <a:gd name="T54" fmla="*/ 18 w 116"/>
              <a:gd name="T55" fmla="*/ 58 h 116"/>
              <a:gd name="T56" fmla="*/ 18 w 116"/>
              <a:gd name="T57" fmla="*/ 58 h 116"/>
              <a:gd name="T58" fmla="*/ 59 w 116"/>
              <a:gd name="T59" fmla="*/ 52 h 116"/>
              <a:gd name="T60" fmla="*/ 61 w 116"/>
              <a:gd name="T61" fmla="*/ 58 h 116"/>
              <a:gd name="T62" fmla="*/ 36 w 116"/>
              <a:gd name="T63" fmla="*/ 73 h 116"/>
              <a:gd name="T64" fmla="*/ 23 w 116"/>
              <a:gd name="T65" fmla="*/ 88 h 116"/>
              <a:gd name="T66" fmla="*/ 13 w 116"/>
              <a:gd name="T67" fmla="*/ 58 h 116"/>
              <a:gd name="T68" fmla="*/ 58 w 116"/>
              <a:gd name="T69" fmla="*/ 104 h 116"/>
              <a:gd name="T70" fmla="*/ 31 w 116"/>
              <a:gd name="T71" fmla="*/ 95 h 116"/>
              <a:gd name="T72" fmla="*/ 42 w 116"/>
              <a:gd name="T73" fmla="*/ 82 h 116"/>
              <a:gd name="T74" fmla="*/ 65 w 116"/>
              <a:gd name="T75" fmla="*/ 68 h 116"/>
              <a:gd name="T76" fmla="*/ 74 w 116"/>
              <a:gd name="T77" fmla="*/ 101 h 116"/>
              <a:gd name="T78" fmla="*/ 58 w 116"/>
              <a:gd name="T79" fmla="*/ 104 h 116"/>
              <a:gd name="T80" fmla="*/ 84 w 116"/>
              <a:gd name="T81" fmla="*/ 96 h 116"/>
              <a:gd name="T82" fmla="*/ 75 w 116"/>
              <a:gd name="T83" fmla="*/ 65 h 116"/>
              <a:gd name="T84" fmla="*/ 85 w 116"/>
              <a:gd name="T85" fmla="*/ 65 h 116"/>
              <a:gd name="T86" fmla="*/ 85 w 116"/>
              <a:gd name="T87" fmla="*/ 65 h 116"/>
              <a:gd name="T88" fmla="*/ 85 w 116"/>
              <a:gd name="T89" fmla="*/ 65 h 116"/>
              <a:gd name="T90" fmla="*/ 85 w 116"/>
              <a:gd name="T91" fmla="*/ 65 h 116"/>
              <a:gd name="T92" fmla="*/ 103 w 116"/>
              <a:gd name="T93" fmla="*/ 67 h 116"/>
              <a:gd name="T94" fmla="*/ 84 w 116"/>
              <a:gd name="T95" fmla="*/ 96 h 11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16" h="116">
                <a:moveTo>
                  <a:pt x="58" y="0"/>
                </a:moveTo>
                <a:cubicBezTo>
                  <a:pt x="26" y="0"/>
                  <a:pt x="0" y="26"/>
                  <a:pt x="0" y="58"/>
                </a:cubicBezTo>
                <a:cubicBezTo>
                  <a:pt x="0" y="90"/>
                  <a:pt x="26" y="116"/>
                  <a:pt x="58" y="116"/>
                </a:cubicBezTo>
                <a:cubicBezTo>
                  <a:pt x="90" y="116"/>
                  <a:pt x="116" y="90"/>
                  <a:pt x="116" y="58"/>
                </a:cubicBezTo>
                <a:cubicBezTo>
                  <a:pt x="116" y="26"/>
                  <a:pt x="90" y="0"/>
                  <a:pt x="58" y="0"/>
                </a:cubicBezTo>
                <a:close/>
                <a:moveTo>
                  <a:pt x="94" y="30"/>
                </a:moveTo>
                <a:cubicBezTo>
                  <a:pt x="99" y="38"/>
                  <a:pt x="103" y="47"/>
                  <a:pt x="103" y="56"/>
                </a:cubicBezTo>
                <a:cubicBezTo>
                  <a:pt x="97" y="55"/>
                  <a:pt x="91" y="54"/>
                  <a:pt x="85" y="54"/>
                </a:cubicBezTo>
                <a:cubicBezTo>
                  <a:pt x="85" y="54"/>
                  <a:pt x="85" y="54"/>
                  <a:pt x="85" y="54"/>
                </a:cubicBezTo>
                <a:cubicBezTo>
                  <a:pt x="85" y="54"/>
                  <a:pt x="85" y="54"/>
                  <a:pt x="85" y="54"/>
                </a:cubicBezTo>
                <a:cubicBezTo>
                  <a:pt x="80" y="54"/>
                  <a:pt x="76" y="55"/>
                  <a:pt x="72" y="55"/>
                </a:cubicBezTo>
                <a:cubicBezTo>
                  <a:pt x="71" y="53"/>
                  <a:pt x="70" y="51"/>
                  <a:pt x="69" y="48"/>
                </a:cubicBezTo>
                <a:cubicBezTo>
                  <a:pt x="78" y="44"/>
                  <a:pt x="87" y="39"/>
                  <a:pt x="94" y="30"/>
                </a:cubicBezTo>
                <a:close/>
                <a:moveTo>
                  <a:pt x="58" y="13"/>
                </a:moveTo>
                <a:cubicBezTo>
                  <a:pt x="69" y="13"/>
                  <a:pt x="79" y="17"/>
                  <a:pt x="86" y="23"/>
                </a:cubicBezTo>
                <a:cubicBezTo>
                  <a:pt x="80" y="30"/>
                  <a:pt x="73" y="35"/>
                  <a:pt x="64" y="39"/>
                </a:cubicBezTo>
                <a:cubicBezTo>
                  <a:pt x="58" y="27"/>
                  <a:pt x="52" y="19"/>
                  <a:pt x="48" y="14"/>
                </a:cubicBezTo>
                <a:cubicBezTo>
                  <a:pt x="52" y="13"/>
                  <a:pt x="55" y="13"/>
                  <a:pt x="58" y="13"/>
                </a:cubicBezTo>
                <a:close/>
                <a:moveTo>
                  <a:pt x="38" y="18"/>
                </a:moveTo>
                <a:cubicBezTo>
                  <a:pt x="41" y="22"/>
                  <a:pt x="47" y="30"/>
                  <a:pt x="54" y="42"/>
                </a:cubicBezTo>
                <a:cubicBezTo>
                  <a:pt x="41" y="47"/>
                  <a:pt x="27" y="47"/>
                  <a:pt x="18" y="47"/>
                </a:cubicBezTo>
                <a:cubicBezTo>
                  <a:pt x="18" y="47"/>
                  <a:pt x="18" y="47"/>
                  <a:pt x="18" y="47"/>
                </a:cubicBezTo>
                <a:cubicBezTo>
                  <a:pt x="18" y="47"/>
                  <a:pt x="18" y="47"/>
                  <a:pt x="18" y="47"/>
                </a:cubicBezTo>
                <a:cubicBezTo>
                  <a:pt x="16" y="47"/>
                  <a:pt x="15" y="47"/>
                  <a:pt x="14" y="47"/>
                </a:cubicBezTo>
                <a:cubicBezTo>
                  <a:pt x="17" y="34"/>
                  <a:pt x="26" y="24"/>
                  <a:pt x="38" y="18"/>
                </a:cubicBezTo>
                <a:close/>
                <a:moveTo>
                  <a:pt x="13" y="58"/>
                </a:moveTo>
                <a:cubicBezTo>
                  <a:pt x="13" y="58"/>
                  <a:pt x="13" y="58"/>
                  <a:pt x="13" y="58"/>
                </a:cubicBezTo>
                <a:cubicBezTo>
                  <a:pt x="14" y="58"/>
                  <a:pt x="16" y="58"/>
                  <a:pt x="18" y="58"/>
                </a:cubicBezTo>
                <a:cubicBezTo>
                  <a:pt x="18" y="58"/>
                  <a:pt x="18" y="58"/>
                  <a:pt x="18" y="58"/>
                </a:cubicBezTo>
                <a:cubicBezTo>
                  <a:pt x="27" y="58"/>
                  <a:pt x="43" y="57"/>
                  <a:pt x="59" y="52"/>
                </a:cubicBezTo>
                <a:cubicBezTo>
                  <a:pt x="60" y="54"/>
                  <a:pt x="61" y="56"/>
                  <a:pt x="61" y="58"/>
                </a:cubicBezTo>
                <a:cubicBezTo>
                  <a:pt x="51" y="61"/>
                  <a:pt x="42" y="67"/>
                  <a:pt x="36" y="73"/>
                </a:cubicBezTo>
                <a:cubicBezTo>
                  <a:pt x="30" y="78"/>
                  <a:pt x="26" y="84"/>
                  <a:pt x="23" y="88"/>
                </a:cubicBezTo>
                <a:cubicBezTo>
                  <a:pt x="17" y="80"/>
                  <a:pt x="13" y="69"/>
                  <a:pt x="13" y="58"/>
                </a:cubicBezTo>
                <a:close/>
                <a:moveTo>
                  <a:pt x="58" y="104"/>
                </a:moveTo>
                <a:cubicBezTo>
                  <a:pt x="48" y="104"/>
                  <a:pt x="39" y="100"/>
                  <a:pt x="31" y="95"/>
                </a:cubicBezTo>
                <a:cubicBezTo>
                  <a:pt x="33" y="92"/>
                  <a:pt x="36" y="87"/>
                  <a:pt x="42" y="82"/>
                </a:cubicBezTo>
                <a:cubicBezTo>
                  <a:pt x="47" y="76"/>
                  <a:pt x="55" y="71"/>
                  <a:pt x="65" y="68"/>
                </a:cubicBezTo>
                <a:cubicBezTo>
                  <a:pt x="69" y="77"/>
                  <a:pt x="72" y="88"/>
                  <a:pt x="74" y="101"/>
                </a:cubicBezTo>
                <a:cubicBezTo>
                  <a:pt x="69" y="103"/>
                  <a:pt x="64" y="104"/>
                  <a:pt x="58" y="104"/>
                </a:cubicBezTo>
                <a:close/>
                <a:moveTo>
                  <a:pt x="84" y="96"/>
                </a:moveTo>
                <a:cubicBezTo>
                  <a:pt x="81" y="84"/>
                  <a:pt x="79" y="74"/>
                  <a:pt x="75" y="65"/>
                </a:cubicBezTo>
                <a:cubicBezTo>
                  <a:pt x="78" y="65"/>
                  <a:pt x="81" y="65"/>
                  <a:pt x="85" y="65"/>
                </a:cubicBezTo>
                <a:cubicBezTo>
                  <a:pt x="85" y="65"/>
                  <a:pt x="85" y="65"/>
                  <a:pt x="85" y="65"/>
                </a:cubicBezTo>
                <a:cubicBezTo>
                  <a:pt x="85" y="65"/>
                  <a:pt x="85" y="65"/>
                  <a:pt x="85" y="65"/>
                </a:cubicBezTo>
                <a:cubicBezTo>
                  <a:pt x="85" y="65"/>
                  <a:pt x="85" y="65"/>
                  <a:pt x="85" y="65"/>
                </a:cubicBezTo>
                <a:cubicBezTo>
                  <a:pt x="90" y="65"/>
                  <a:pt x="96" y="65"/>
                  <a:pt x="103" y="67"/>
                </a:cubicBezTo>
                <a:cubicBezTo>
                  <a:pt x="100" y="79"/>
                  <a:pt x="93" y="89"/>
                  <a:pt x="84" y="96"/>
                </a:cubicBezTo>
                <a:close/>
              </a:path>
            </a:pathLst>
          </a:custGeom>
          <a:solidFill>
            <a:schemeClr val="bg1"/>
          </a:solidFill>
          <a:ln>
            <a:noFill/>
          </a:ln>
        </p:spPr>
        <p:txBody>
          <a:bodyPr lIns="121898" tIns="60949" rIns="121898" bIns="60949"/>
          <a:lstStyle/>
          <a:p>
            <a:endParaRPr lang="en-US" sz="1800" dirty="0">
              <a:latin typeface="微软雅黑" panose="020B0503020204020204" charset="-122"/>
            </a:endParaRPr>
          </a:p>
        </p:txBody>
      </p:sp>
      <p:sp>
        <p:nvSpPr>
          <p:cNvPr id="178" name="Freeform 40"/>
          <p:cNvSpPr/>
          <p:nvPr/>
        </p:nvSpPr>
        <p:spPr bwMode="auto">
          <a:xfrm>
            <a:off x="10439187" y="2048708"/>
            <a:ext cx="181930" cy="227158"/>
          </a:xfrm>
          <a:custGeom>
            <a:avLst/>
            <a:gdLst>
              <a:gd name="T0" fmla="*/ 0 w 90"/>
              <a:gd name="T1" fmla="*/ 68 h 112"/>
              <a:gd name="T2" fmla="*/ 9 w 90"/>
              <a:gd name="T3" fmla="*/ 61 h 112"/>
              <a:gd name="T4" fmla="*/ 21 w 90"/>
              <a:gd name="T5" fmla="*/ 62 h 112"/>
              <a:gd name="T6" fmla="*/ 21 w 90"/>
              <a:gd name="T7" fmla="*/ 62 h 112"/>
              <a:gd name="T8" fmla="*/ 11 w 90"/>
              <a:gd name="T9" fmla="*/ 61 h 112"/>
              <a:gd name="T10" fmla="*/ 5 w 90"/>
              <a:gd name="T11" fmla="*/ 53 h 112"/>
              <a:gd name="T12" fmla="*/ 13 w 90"/>
              <a:gd name="T13" fmla="*/ 46 h 112"/>
              <a:gd name="T14" fmla="*/ 44 w 90"/>
              <a:gd name="T15" fmla="*/ 49 h 112"/>
              <a:gd name="T16" fmla="*/ 48 w 90"/>
              <a:gd name="T17" fmla="*/ 49 h 112"/>
              <a:gd name="T18" fmla="*/ 47 w 90"/>
              <a:gd name="T19" fmla="*/ 23 h 112"/>
              <a:gd name="T20" fmla="*/ 64 w 90"/>
              <a:gd name="T21" fmla="*/ 9 h 112"/>
              <a:gd name="T22" fmla="*/ 65 w 90"/>
              <a:gd name="T23" fmla="*/ 31 h 112"/>
              <a:gd name="T24" fmla="*/ 81 w 90"/>
              <a:gd name="T25" fmla="*/ 63 h 112"/>
              <a:gd name="T26" fmla="*/ 90 w 90"/>
              <a:gd name="T27" fmla="*/ 68 h 112"/>
              <a:gd name="T28" fmla="*/ 90 w 90"/>
              <a:gd name="T29" fmla="*/ 107 h 112"/>
              <a:gd name="T30" fmla="*/ 54 w 90"/>
              <a:gd name="T31" fmla="*/ 112 h 112"/>
              <a:gd name="T32" fmla="*/ 31 w 90"/>
              <a:gd name="T33" fmla="*/ 110 h 112"/>
              <a:gd name="T34" fmla="*/ 11 w 90"/>
              <a:gd name="T35" fmla="*/ 108 h 112"/>
              <a:gd name="T36" fmla="*/ 6 w 90"/>
              <a:gd name="T37" fmla="*/ 99 h 112"/>
              <a:gd name="T38" fmla="*/ 11 w 90"/>
              <a:gd name="T39" fmla="*/ 92 h 112"/>
              <a:gd name="T40" fmla="*/ 8 w 90"/>
              <a:gd name="T41" fmla="*/ 92 h 112"/>
              <a:gd name="T42" fmla="*/ 2 w 90"/>
              <a:gd name="T43" fmla="*/ 84 h 112"/>
              <a:gd name="T44" fmla="*/ 8 w 90"/>
              <a:gd name="T45" fmla="*/ 77 h 112"/>
              <a:gd name="T46" fmla="*/ 7 w 90"/>
              <a:gd name="T47" fmla="*/ 77 h 112"/>
              <a:gd name="T48" fmla="*/ 0 w 90"/>
              <a:gd name="T49" fmla="*/ 68 h 11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90" h="112">
                <a:moveTo>
                  <a:pt x="0" y="68"/>
                </a:moveTo>
                <a:cubicBezTo>
                  <a:pt x="1" y="64"/>
                  <a:pt x="5" y="61"/>
                  <a:pt x="9" y="61"/>
                </a:cubicBezTo>
                <a:cubicBezTo>
                  <a:pt x="21" y="62"/>
                  <a:pt x="21" y="62"/>
                  <a:pt x="21" y="62"/>
                </a:cubicBezTo>
                <a:cubicBezTo>
                  <a:pt x="21" y="62"/>
                  <a:pt x="21" y="62"/>
                  <a:pt x="21" y="62"/>
                </a:cubicBezTo>
                <a:cubicBezTo>
                  <a:pt x="11" y="61"/>
                  <a:pt x="11" y="61"/>
                  <a:pt x="11" y="61"/>
                </a:cubicBezTo>
                <a:cubicBezTo>
                  <a:pt x="8" y="61"/>
                  <a:pt x="5" y="57"/>
                  <a:pt x="5" y="53"/>
                </a:cubicBezTo>
                <a:cubicBezTo>
                  <a:pt x="6" y="48"/>
                  <a:pt x="9" y="45"/>
                  <a:pt x="13" y="46"/>
                </a:cubicBezTo>
                <a:cubicBezTo>
                  <a:pt x="44" y="49"/>
                  <a:pt x="44" y="49"/>
                  <a:pt x="44" y="49"/>
                </a:cubicBezTo>
                <a:cubicBezTo>
                  <a:pt x="48" y="49"/>
                  <a:pt x="48" y="49"/>
                  <a:pt x="48" y="49"/>
                </a:cubicBezTo>
                <a:cubicBezTo>
                  <a:pt x="48" y="49"/>
                  <a:pt x="42" y="46"/>
                  <a:pt x="47" y="23"/>
                </a:cubicBezTo>
                <a:cubicBezTo>
                  <a:pt x="52" y="0"/>
                  <a:pt x="64" y="9"/>
                  <a:pt x="64" y="9"/>
                </a:cubicBezTo>
                <a:cubicBezTo>
                  <a:pt x="64" y="9"/>
                  <a:pt x="65" y="28"/>
                  <a:pt x="65" y="31"/>
                </a:cubicBezTo>
                <a:cubicBezTo>
                  <a:pt x="66" y="34"/>
                  <a:pt x="81" y="63"/>
                  <a:pt x="81" y="63"/>
                </a:cubicBezTo>
                <a:cubicBezTo>
                  <a:pt x="81" y="65"/>
                  <a:pt x="90" y="66"/>
                  <a:pt x="90" y="68"/>
                </a:cubicBezTo>
                <a:cubicBezTo>
                  <a:pt x="90" y="81"/>
                  <a:pt x="90" y="93"/>
                  <a:pt x="90" y="107"/>
                </a:cubicBezTo>
                <a:cubicBezTo>
                  <a:pt x="80" y="104"/>
                  <a:pt x="75" y="112"/>
                  <a:pt x="54" y="112"/>
                </a:cubicBezTo>
                <a:cubicBezTo>
                  <a:pt x="47" y="112"/>
                  <a:pt x="38" y="111"/>
                  <a:pt x="31" y="110"/>
                </a:cubicBezTo>
                <a:cubicBezTo>
                  <a:pt x="11" y="108"/>
                  <a:pt x="11" y="108"/>
                  <a:pt x="11" y="108"/>
                </a:cubicBezTo>
                <a:cubicBezTo>
                  <a:pt x="8" y="107"/>
                  <a:pt x="6" y="104"/>
                  <a:pt x="6" y="99"/>
                </a:cubicBezTo>
                <a:cubicBezTo>
                  <a:pt x="7" y="96"/>
                  <a:pt x="8" y="93"/>
                  <a:pt x="11" y="92"/>
                </a:cubicBezTo>
                <a:cubicBezTo>
                  <a:pt x="8" y="92"/>
                  <a:pt x="8" y="92"/>
                  <a:pt x="8" y="92"/>
                </a:cubicBezTo>
                <a:cubicBezTo>
                  <a:pt x="5" y="92"/>
                  <a:pt x="2" y="88"/>
                  <a:pt x="2" y="84"/>
                </a:cubicBezTo>
                <a:cubicBezTo>
                  <a:pt x="3" y="80"/>
                  <a:pt x="5" y="77"/>
                  <a:pt x="8" y="77"/>
                </a:cubicBezTo>
                <a:cubicBezTo>
                  <a:pt x="7" y="77"/>
                  <a:pt x="7" y="77"/>
                  <a:pt x="7" y="77"/>
                </a:cubicBezTo>
                <a:cubicBezTo>
                  <a:pt x="3" y="76"/>
                  <a:pt x="0" y="73"/>
                  <a:pt x="0" y="68"/>
                </a:cubicBezTo>
                <a:close/>
              </a:path>
            </a:pathLst>
          </a:custGeom>
          <a:solidFill>
            <a:schemeClr val="bg1"/>
          </a:solidFill>
          <a:ln>
            <a:noFill/>
          </a:ln>
        </p:spPr>
        <p:txBody>
          <a:bodyPr lIns="121898" tIns="60949" rIns="121898" bIns="60949"/>
          <a:lstStyle/>
          <a:p>
            <a:endParaRPr lang="en-US" sz="1800" dirty="0">
              <a:latin typeface="微软雅黑" panose="020B0503020204020204" charset="-122"/>
            </a:endParaRPr>
          </a:p>
        </p:txBody>
      </p:sp>
      <p:sp>
        <p:nvSpPr>
          <p:cNvPr id="179" name="Freeform 70"/>
          <p:cNvSpPr>
            <a:spLocks noEditPoints="1"/>
          </p:cNvSpPr>
          <p:nvPr/>
        </p:nvSpPr>
        <p:spPr bwMode="auto">
          <a:xfrm>
            <a:off x="7210363" y="4109261"/>
            <a:ext cx="165238" cy="172794"/>
          </a:xfrm>
          <a:custGeom>
            <a:avLst/>
            <a:gdLst>
              <a:gd name="T0" fmla="*/ 30 w 109"/>
              <a:gd name="T1" fmla="*/ 110 h 114"/>
              <a:gd name="T2" fmla="*/ 3 w 109"/>
              <a:gd name="T3" fmla="*/ 84 h 114"/>
              <a:gd name="T4" fmla="*/ 2 w 109"/>
              <a:gd name="T5" fmla="*/ 45 h 114"/>
              <a:gd name="T6" fmla="*/ 16 w 109"/>
              <a:gd name="T7" fmla="*/ 18 h 114"/>
              <a:gd name="T8" fmla="*/ 42 w 109"/>
              <a:gd name="T9" fmla="*/ 2 h 114"/>
              <a:gd name="T10" fmla="*/ 79 w 109"/>
              <a:gd name="T11" fmla="*/ 3 h 114"/>
              <a:gd name="T12" fmla="*/ 105 w 109"/>
              <a:gd name="T13" fmla="*/ 29 h 114"/>
              <a:gd name="T14" fmla="*/ 108 w 109"/>
              <a:gd name="T15" fmla="*/ 64 h 114"/>
              <a:gd name="T16" fmla="*/ 95 w 109"/>
              <a:gd name="T17" fmla="*/ 83 h 114"/>
              <a:gd name="T18" fmla="*/ 80 w 109"/>
              <a:gd name="T19" fmla="*/ 85 h 114"/>
              <a:gd name="T20" fmla="*/ 73 w 109"/>
              <a:gd name="T21" fmla="*/ 81 h 114"/>
              <a:gd name="T22" fmla="*/ 71 w 109"/>
              <a:gd name="T23" fmla="*/ 76 h 114"/>
              <a:gd name="T24" fmla="*/ 66 w 109"/>
              <a:gd name="T25" fmla="*/ 77 h 114"/>
              <a:gd name="T26" fmla="*/ 60 w 109"/>
              <a:gd name="T27" fmla="*/ 83 h 114"/>
              <a:gd name="T28" fmla="*/ 50 w 109"/>
              <a:gd name="T29" fmla="*/ 86 h 114"/>
              <a:gd name="T30" fmla="*/ 33 w 109"/>
              <a:gd name="T31" fmla="*/ 79 h 114"/>
              <a:gd name="T32" fmla="*/ 27 w 109"/>
              <a:gd name="T33" fmla="*/ 59 h 114"/>
              <a:gd name="T34" fmla="*/ 35 w 109"/>
              <a:gd name="T35" fmla="*/ 36 h 114"/>
              <a:gd name="T36" fmla="*/ 57 w 109"/>
              <a:gd name="T37" fmla="*/ 28 h 114"/>
              <a:gd name="T38" fmla="*/ 70 w 109"/>
              <a:gd name="T39" fmla="*/ 29 h 114"/>
              <a:gd name="T40" fmla="*/ 79 w 109"/>
              <a:gd name="T41" fmla="*/ 31 h 114"/>
              <a:gd name="T42" fmla="*/ 78 w 109"/>
              <a:gd name="T43" fmla="*/ 63 h 114"/>
              <a:gd name="T44" fmla="*/ 78 w 109"/>
              <a:gd name="T45" fmla="*/ 70 h 114"/>
              <a:gd name="T46" fmla="*/ 83 w 109"/>
              <a:gd name="T47" fmla="*/ 77 h 114"/>
              <a:gd name="T48" fmla="*/ 92 w 109"/>
              <a:gd name="T49" fmla="*/ 75 h 114"/>
              <a:gd name="T50" fmla="*/ 97 w 109"/>
              <a:gd name="T51" fmla="*/ 60 h 114"/>
              <a:gd name="T52" fmla="*/ 95 w 109"/>
              <a:gd name="T53" fmla="*/ 33 h 114"/>
              <a:gd name="T54" fmla="*/ 74 w 109"/>
              <a:gd name="T55" fmla="*/ 12 h 114"/>
              <a:gd name="T56" fmla="*/ 38 w 109"/>
              <a:gd name="T57" fmla="*/ 13 h 114"/>
              <a:gd name="T58" fmla="*/ 14 w 109"/>
              <a:gd name="T59" fmla="*/ 40 h 114"/>
              <a:gd name="T60" fmla="*/ 14 w 109"/>
              <a:gd name="T61" fmla="*/ 79 h 114"/>
              <a:gd name="T62" fmla="*/ 35 w 109"/>
              <a:gd name="T63" fmla="*/ 102 h 114"/>
              <a:gd name="T64" fmla="*/ 62 w 109"/>
              <a:gd name="T65" fmla="*/ 104 h 114"/>
              <a:gd name="T66" fmla="*/ 79 w 109"/>
              <a:gd name="T67" fmla="*/ 101 h 114"/>
              <a:gd name="T68" fmla="*/ 84 w 109"/>
              <a:gd name="T69" fmla="*/ 108 h 114"/>
              <a:gd name="T70" fmla="*/ 53 w 109"/>
              <a:gd name="T71" fmla="*/ 114 h 114"/>
              <a:gd name="T72" fmla="*/ 49 w 109"/>
              <a:gd name="T73" fmla="*/ 38 h 114"/>
              <a:gd name="T74" fmla="*/ 40 w 109"/>
              <a:gd name="T75" fmla="*/ 51 h 114"/>
              <a:gd name="T76" fmla="*/ 43 w 109"/>
              <a:gd name="T77" fmla="*/ 73 h 114"/>
              <a:gd name="T78" fmla="*/ 58 w 109"/>
              <a:gd name="T79" fmla="*/ 75 h 114"/>
              <a:gd name="T80" fmla="*/ 65 w 109"/>
              <a:gd name="T81" fmla="*/ 64 h 114"/>
              <a:gd name="T82" fmla="*/ 67 w 109"/>
              <a:gd name="T83" fmla="*/ 37 h 114"/>
              <a:gd name="T84" fmla="*/ 62 w 109"/>
              <a:gd name="T85" fmla="*/ 36 h 11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09" h="114">
                <a:moveTo>
                  <a:pt x="53" y="114"/>
                </a:moveTo>
                <a:cubicBezTo>
                  <a:pt x="45" y="114"/>
                  <a:pt x="37" y="113"/>
                  <a:pt x="30" y="110"/>
                </a:cubicBezTo>
                <a:cubicBezTo>
                  <a:pt x="24" y="108"/>
                  <a:pt x="18" y="104"/>
                  <a:pt x="14" y="100"/>
                </a:cubicBezTo>
                <a:cubicBezTo>
                  <a:pt x="9" y="96"/>
                  <a:pt x="6" y="90"/>
                  <a:pt x="3" y="84"/>
                </a:cubicBezTo>
                <a:cubicBezTo>
                  <a:pt x="1" y="77"/>
                  <a:pt x="0" y="70"/>
                  <a:pt x="0" y="61"/>
                </a:cubicBezTo>
                <a:cubicBezTo>
                  <a:pt x="0" y="56"/>
                  <a:pt x="0" y="50"/>
                  <a:pt x="2" y="45"/>
                </a:cubicBezTo>
                <a:cubicBezTo>
                  <a:pt x="3" y="39"/>
                  <a:pt x="5" y="34"/>
                  <a:pt x="7" y="30"/>
                </a:cubicBezTo>
                <a:cubicBezTo>
                  <a:pt x="10" y="25"/>
                  <a:pt x="12" y="21"/>
                  <a:pt x="16" y="18"/>
                </a:cubicBezTo>
                <a:cubicBezTo>
                  <a:pt x="19" y="14"/>
                  <a:pt x="23" y="11"/>
                  <a:pt x="28" y="8"/>
                </a:cubicBezTo>
                <a:cubicBezTo>
                  <a:pt x="32" y="5"/>
                  <a:pt x="37" y="3"/>
                  <a:pt x="42" y="2"/>
                </a:cubicBezTo>
                <a:cubicBezTo>
                  <a:pt x="47" y="1"/>
                  <a:pt x="53" y="0"/>
                  <a:pt x="59" y="0"/>
                </a:cubicBezTo>
                <a:cubicBezTo>
                  <a:pt x="66" y="0"/>
                  <a:pt x="73" y="1"/>
                  <a:pt x="79" y="3"/>
                </a:cubicBezTo>
                <a:cubicBezTo>
                  <a:pt x="85" y="6"/>
                  <a:pt x="91" y="9"/>
                  <a:pt x="95" y="13"/>
                </a:cubicBezTo>
                <a:cubicBezTo>
                  <a:pt x="99" y="18"/>
                  <a:pt x="103" y="23"/>
                  <a:pt x="105" y="29"/>
                </a:cubicBezTo>
                <a:cubicBezTo>
                  <a:pt x="108" y="35"/>
                  <a:pt x="109" y="43"/>
                  <a:pt x="109" y="50"/>
                </a:cubicBezTo>
                <a:cubicBezTo>
                  <a:pt x="109" y="55"/>
                  <a:pt x="109" y="59"/>
                  <a:pt x="108" y="64"/>
                </a:cubicBezTo>
                <a:cubicBezTo>
                  <a:pt x="107" y="68"/>
                  <a:pt x="105" y="72"/>
                  <a:pt x="103" y="75"/>
                </a:cubicBezTo>
                <a:cubicBezTo>
                  <a:pt x="101" y="78"/>
                  <a:pt x="98" y="81"/>
                  <a:pt x="95" y="83"/>
                </a:cubicBezTo>
                <a:cubicBezTo>
                  <a:pt x="92" y="85"/>
                  <a:pt x="89" y="86"/>
                  <a:pt x="85" y="86"/>
                </a:cubicBezTo>
                <a:cubicBezTo>
                  <a:pt x="83" y="86"/>
                  <a:pt x="82" y="86"/>
                  <a:pt x="80" y="85"/>
                </a:cubicBezTo>
                <a:cubicBezTo>
                  <a:pt x="79" y="85"/>
                  <a:pt x="77" y="84"/>
                  <a:pt x="76" y="83"/>
                </a:cubicBezTo>
                <a:cubicBezTo>
                  <a:pt x="75" y="83"/>
                  <a:pt x="74" y="82"/>
                  <a:pt x="73" y="81"/>
                </a:cubicBezTo>
                <a:cubicBezTo>
                  <a:pt x="72" y="80"/>
                  <a:pt x="72" y="79"/>
                  <a:pt x="71" y="78"/>
                </a:cubicBezTo>
                <a:cubicBezTo>
                  <a:pt x="71" y="76"/>
                  <a:pt x="71" y="76"/>
                  <a:pt x="71" y="76"/>
                </a:cubicBezTo>
                <a:cubicBezTo>
                  <a:pt x="68" y="76"/>
                  <a:pt x="68" y="76"/>
                  <a:pt x="68" y="76"/>
                </a:cubicBezTo>
                <a:cubicBezTo>
                  <a:pt x="66" y="77"/>
                  <a:pt x="66" y="77"/>
                  <a:pt x="66" y="77"/>
                </a:cubicBezTo>
                <a:cubicBezTo>
                  <a:pt x="65" y="78"/>
                  <a:pt x="64" y="80"/>
                  <a:pt x="63" y="81"/>
                </a:cubicBezTo>
                <a:cubicBezTo>
                  <a:pt x="62" y="82"/>
                  <a:pt x="61" y="82"/>
                  <a:pt x="60" y="83"/>
                </a:cubicBezTo>
                <a:cubicBezTo>
                  <a:pt x="58" y="84"/>
                  <a:pt x="57" y="85"/>
                  <a:pt x="55" y="85"/>
                </a:cubicBezTo>
                <a:cubicBezTo>
                  <a:pt x="54" y="86"/>
                  <a:pt x="52" y="86"/>
                  <a:pt x="50" y="86"/>
                </a:cubicBezTo>
                <a:cubicBezTo>
                  <a:pt x="46" y="86"/>
                  <a:pt x="43" y="85"/>
                  <a:pt x="40" y="84"/>
                </a:cubicBezTo>
                <a:cubicBezTo>
                  <a:pt x="37" y="83"/>
                  <a:pt x="35" y="81"/>
                  <a:pt x="33" y="79"/>
                </a:cubicBezTo>
                <a:cubicBezTo>
                  <a:pt x="31" y="76"/>
                  <a:pt x="30" y="74"/>
                  <a:pt x="29" y="70"/>
                </a:cubicBezTo>
                <a:cubicBezTo>
                  <a:pt x="28" y="67"/>
                  <a:pt x="27" y="63"/>
                  <a:pt x="27" y="59"/>
                </a:cubicBezTo>
                <a:cubicBezTo>
                  <a:pt x="27" y="55"/>
                  <a:pt x="28" y="50"/>
                  <a:pt x="29" y="46"/>
                </a:cubicBezTo>
                <a:cubicBezTo>
                  <a:pt x="31" y="42"/>
                  <a:pt x="33" y="39"/>
                  <a:pt x="35" y="36"/>
                </a:cubicBezTo>
                <a:cubicBezTo>
                  <a:pt x="38" y="34"/>
                  <a:pt x="41" y="31"/>
                  <a:pt x="45" y="30"/>
                </a:cubicBezTo>
                <a:cubicBezTo>
                  <a:pt x="48" y="28"/>
                  <a:pt x="53" y="28"/>
                  <a:pt x="57" y="28"/>
                </a:cubicBezTo>
                <a:cubicBezTo>
                  <a:pt x="59" y="28"/>
                  <a:pt x="62" y="28"/>
                  <a:pt x="64" y="28"/>
                </a:cubicBezTo>
                <a:cubicBezTo>
                  <a:pt x="66" y="28"/>
                  <a:pt x="68" y="28"/>
                  <a:pt x="70" y="29"/>
                </a:cubicBezTo>
                <a:cubicBezTo>
                  <a:pt x="72" y="29"/>
                  <a:pt x="74" y="30"/>
                  <a:pt x="76" y="30"/>
                </a:cubicBezTo>
                <a:cubicBezTo>
                  <a:pt x="77" y="30"/>
                  <a:pt x="78" y="31"/>
                  <a:pt x="79" y="31"/>
                </a:cubicBezTo>
                <a:cubicBezTo>
                  <a:pt x="78" y="60"/>
                  <a:pt x="78" y="60"/>
                  <a:pt x="78" y="60"/>
                </a:cubicBezTo>
                <a:cubicBezTo>
                  <a:pt x="78" y="61"/>
                  <a:pt x="78" y="62"/>
                  <a:pt x="78" y="63"/>
                </a:cubicBezTo>
                <a:cubicBezTo>
                  <a:pt x="78" y="65"/>
                  <a:pt x="78" y="65"/>
                  <a:pt x="78" y="65"/>
                </a:cubicBezTo>
                <a:cubicBezTo>
                  <a:pt x="78" y="67"/>
                  <a:pt x="78" y="69"/>
                  <a:pt x="78" y="70"/>
                </a:cubicBezTo>
                <a:cubicBezTo>
                  <a:pt x="79" y="72"/>
                  <a:pt x="79" y="73"/>
                  <a:pt x="80" y="74"/>
                </a:cubicBezTo>
                <a:cubicBezTo>
                  <a:pt x="80" y="75"/>
                  <a:pt x="81" y="76"/>
                  <a:pt x="83" y="77"/>
                </a:cubicBezTo>
                <a:cubicBezTo>
                  <a:pt x="83" y="77"/>
                  <a:pt x="84" y="77"/>
                  <a:pt x="86" y="77"/>
                </a:cubicBezTo>
                <a:cubicBezTo>
                  <a:pt x="88" y="77"/>
                  <a:pt x="90" y="76"/>
                  <a:pt x="92" y="75"/>
                </a:cubicBezTo>
                <a:cubicBezTo>
                  <a:pt x="93" y="73"/>
                  <a:pt x="94" y="71"/>
                  <a:pt x="95" y="68"/>
                </a:cubicBezTo>
                <a:cubicBezTo>
                  <a:pt x="96" y="66"/>
                  <a:pt x="97" y="63"/>
                  <a:pt x="97" y="60"/>
                </a:cubicBezTo>
                <a:cubicBezTo>
                  <a:pt x="98" y="57"/>
                  <a:pt x="98" y="54"/>
                  <a:pt x="98" y="50"/>
                </a:cubicBezTo>
                <a:cubicBezTo>
                  <a:pt x="98" y="44"/>
                  <a:pt x="97" y="38"/>
                  <a:pt x="95" y="33"/>
                </a:cubicBezTo>
                <a:cubicBezTo>
                  <a:pt x="93" y="28"/>
                  <a:pt x="90" y="23"/>
                  <a:pt x="87" y="20"/>
                </a:cubicBezTo>
                <a:cubicBezTo>
                  <a:pt x="83" y="16"/>
                  <a:pt x="79" y="13"/>
                  <a:pt x="74" y="12"/>
                </a:cubicBezTo>
                <a:cubicBezTo>
                  <a:pt x="70" y="10"/>
                  <a:pt x="64" y="9"/>
                  <a:pt x="59" y="9"/>
                </a:cubicBezTo>
                <a:cubicBezTo>
                  <a:pt x="51" y="9"/>
                  <a:pt x="44" y="10"/>
                  <a:pt x="38" y="13"/>
                </a:cubicBezTo>
                <a:cubicBezTo>
                  <a:pt x="32" y="15"/>
                  <a:pt x="27" y="19"/>
                  <a:pt x="23" y="24"/>
                </a:cubicBezTo>
                <a:cubicBezTo>
                  <a:pt x="19" y="28"/>
                  <a:pt x="16" y="34"/>
                  <a:pt x="14" y="40"/>
                </a:cubicBezTo>
                <a:cubicBezTo>
                  <a:pt x="12" y="46"/>
                  <a:pt x="11" y="53"/>
                  <a:pt x="11" y="61"/>
                </a:cubicBezTo>
                <a:cubicBezTo>
                  <a:pt x="11" y="68"/>
                  <a:pt x="12" y="74"/>
                  <a:pt x="14" y="79"/>
                </a:cubicBezTo>
                <a:cubicBezTo>
                  <a:pt x="16" y="85"/>
                  <a:pt x="18" y="90"/>
                  <a:pt x="22" y="93"/>
                </a:cubicBezTo>
                <a:cubicBezTo>
                  <a:pt x="26" y="97"/>
                  <a:pt x="30" y="100"/>
                  <a:pt x="35" y="102"/>
                </a:cubicBezTo>
                <a:cubicBezTo>
                  <a:pt x="40" y="104"/>
                  <a:pt x="46" y="105"/>
                  <a:pt x="53" y="105"/>
                </a:cubicBezTo>
                <a:cubicBezTo>
                  <a:pt x="56" y="105"/>
                  <a:pt x="59" y="105"/>
                  <a:pt x="62" y="104"/>
                </a:cubicBezTo>
                <a:cubicBezTo>
                  <a:pt x="64" y="104"/>
                  <a:pt x="67" y="103"/>
                  <a:pt x="70" y="103"/>
                </a:cubicBezTo>
                <a:cubicBezTo>
                  <a:pt x="73" y="102"/>
                  <a:pt x="76" y="101"/>
                  <a:pt x="79" y="101"/>
                </a:cubicBezTo>
                <a:cubicBezTo>
                  <a:pt x="80" y="100"/>
                  <a:pt x="82" y="100"/>
                  <a:pt x="84" y="99"/>
                </a:cubicBezTo>
                <a:cubicBezTo>
                  <a:pt x="84" y="108"/>
                  <a:pt x="84" y="108"/>
                  <a:pt x="84" y="108"/>
                </a:cubicBezTo>
                <a:cubicBezTo>
                  <a:pt x="80" y="110"/>
                  <a:pt x="75" y="111"/>
                  <a:pt x="70" y="112"/>
                </a:cubicBezTo>
                <a:cubicBezTo>
                  <a:pt x="65" y="113"/>
                  <a:pt x="59" y="114"/>
                  <a:pt x="53" y="114"/>
                </a:cubicBezTo>
                <a:close/>
                <a:moveTo>
                  <a:pt x="57" y="36"/>
                </a:moveTo>
                <a:cubicBezTo>
                  <a:pt x="54" y="36"/>
                  <a:pt x="51" y="37"/>
                  <a:pt x="49" y="38"/>
                </a:cubicBezTo>
                <a:cubicBezTo>
                  <a:pt x="47" y="40"/>
                  <a:pt x="45" y="41"/>
                  <a:pt x="43" y="44"/>
                </a:cubicBezTo>
                <a:cubicBezTo>
                  <a:pt x="42" y="46"/>
                  <a:pt x="41" y="48"/>
                  <a:pt x="40" y="51"/>
                </a:cubicBezTo>
                <a:cubicBezTo>
                  <a:pt x="40" y="54"/>
                  <a:pt x="39" y="57"/>
                  <a:pt x="39" y="60"/>
                </a:cubicBezTo>
                <a:cubicBezTo>
                  <a:pt x="39" y="66"/>
                  <a:pt x="40" y="70"/>
                  <a:pt x="43" y="73"/>
                </a:cubicBezTo>
                <a:cubicBezTo>
                  <a:pt x="45" y="76"/>
                  <a:pt x="48" y="77"/>
                  <a:pt x="52" y="77"/>
                </a:cubicBezTo>
                <a:cubicBezTo>
                  <a:pt x="54" y="77"/>
                  <a:pt x="56" y="77"/>
                  <a:pt x="58" y="75"/>
                </a:cubicBezTo>
                <a:cubicBezTo>
                  <a:pt x="60" y="74"/>
                  <a:pt x="62" y="73"/>
                  <a:pt x="63" y="71"/>
                </a:cubicBezTo>
                <a:cubicBezTo>
                  <a:pt x="64" y="69"/>
                  <a:pt x="65" y="66"/>
                  <a:pt x="65" y="64"/>
                </a:cubicBezTo>
                <a:cubicBezTo>
                  <a:pt x="66" y="61"/>
                  <a:pt x="66" y="58"/>
                  <a:pt x="66" y="55"/>
                </a:cubicBezTo>
                <a:cubicBezTo>
                  <a:pt x="67" y="37"/>
                  <a:pt x="67" y="37"/>
                  <a:pt x="67" y="37"/>
                </a:cubicBezTo>
                <a:cubicBezTo>
                  <a:pt x="65" y="37"/>
                  <a:pt x="65" y="37"/>
                  <a:pt x="65" y="37"/>
                </a:cubicBezTo>
                <a:cubicBezTo>
                  <a:pt x="64" y="37"/>
                  <a:pt x="63" y="36"/>
                  <a:pt x="62" y="36"/>
                </a:cubicBezTo>
                <a:cubicBezTo>
                  <a:pt x="60" y="36"/>
                  <a:pt x="59" y="36"/>
                  <a:pt x="57" y="36"/>
                </a:cubicBezTo>
                <a:close/>
              </a:path>
            </a:pathLst>
          </a:custGeom>
          <a:solidFill>
            <a:schemeClr val="bg1"/>
          </a:solidFill>
          <a:ln>
            <a:noFill/>
          </a:ln>
        </p:spPr>
        <p:txBody>
          <a:bodyPr lIns="121898" tIns="60949" rIns="121898" bIns="60949"/>
          <a:lstStyle/>
          <a:p>
            <a:endParaRPr lang="en-US" sz="1800" dirty="0">
              <a:latin typeface="微软雅黑" panose="020B0503020204020204" charset="-122"/>
            </a:endParaRPr>
          </a:p>
        </p:txBody>
      </p:sp>
      <p:sp>
        <p:nvSpPr>
          <p:cNvPr id="180" name="Freeform 179"/>
          <p:cNvSpPr>
            <a:spLocks noEditPoints="1"/>
          </p:cNvSpPr>
          <p:nvPr/>
        </p:nvSpPr>
        <p:spPr bwMode="auto">
          <a:xfrm>
            <a:off x="9833840" y="3312750"/>
            <a:ext cx="299253" cy="268917"/>
          </a:xfrm>
          <a:custGeom>
            <a:avLst/>
            <a:gdLst>
              <a:gd name="T0" fmla="*/ 152 w 187"/>
              <a:gd name="T1" fmla="*/ 65 h 168"/>
              <a:gd name="T2" fmla="*/ 97 w 187"/>
              <a:gd name="T3" fmla="*/ 31 h 168"/>
              <a:gd name="T4" fmla="*/ 132 w 187"/>
              <a:gd name="T5" fmla="*/ 0 h 168"/>
              <a:gd name="T6" fmla="*/ 187 w 187"/>
              <a:gd name="T7" fmla="*/ 36 h 168"/>
              <a:gd name="T8" fmla="*/ 152 w 187"/>
              <a:gd name="T9" fmla="*/ 65 h 168"/>
              <a:gd name="T10" fmla="*/ 131 w 187"/>
              <a:gd name="T11" fmla="*/ 129 h 168"/>
              <a:gd name="T12" fmla="*/ 185 w 187"/>
              <a:gd name="T13" fmla="*/ 97 h 168"/>
              <a:gd name="T14" fmla="*/ 153 w 187"/>
              <a:gd name="T15" fmla="*/ 69 h 168"/>
              <a:gd name="T16" fmla="*/ 100 w 187"/>
              <a:gd name="T17" fmla="*/ 102 h 168"/>
              <a:gd name="T18" fmla="*/ 131 w 187"/>
              <a:gd name="T19" fmla="*/ 129 h 168"/>
              <a:gd name="T20" fmla="*/ 89 w 187"/>
              <a:gd name="T21" fmla="*/ 102 h 168"/>
              <a:gd name="T22" fmla="*/ 36 w 187"/>
              <a:gd name="T23" fmla="*/ 69 h 168"/>
              <a:gd name="T24" fmla="*/ 3 w 187"/>
              <a:gd name="T25" fmla="*/ 97 h 168"/>
              <a:gd name="T26" fmla="*/ 57 w 187"/>
              <a:gd name="T27" fmla="*/ 129 h 168"/>
              <a:gd name="T28" fmla="*/ 89 w 187"/>
              <a:gd name="T29" fmla="*/ 102 h 168"/>
              <a:gd name="T30" fmla="*/ 37 w 187"/>
              <a:gd name="T31" fmla="*/ 124 h 168"/>
              <a:gd name="T32" fmla="*/ 37 w 187"/>
              <a:gd name="T33" fmla="*/ 134 h 168"/>
              <a:gd name="T34" fmla="*/ 92 w 187"/>
              <a:gd name="T35" fmla="*/ 168 h 168"/>
              <a:gd name="T36" fmla="*/ 92 w 187"/>
              <a:gd name="T37" fmla="*/ 105 h 168"/>
              <a:gd name="T38" fmla="*/ 57 w 187"/>
              <a:gd name="T39" fmla="*/ 134 h 168"/>
              <a:gd name="T40" fmla="*/ 37 w 187"/>
              <a:gd name="T41" fmla="*/ 124 h 168"/>
              <a:gd name="T42" fmla="*/ 150 w 187"/>
              <a:gd name="T43" fmla="*/ 124 h 168"/>
              <a:gd name="T44" fmla="*/ 132 w 187"/>
              <a:gd name="T45" fmla="*/ 134 h 168"/>
              <a:gd name="T46" fmla="*/ 97 w 187"/>
              <a:gd name="T47" fmla="*/ 105 h 168"/>
              <a:gd name="T48" fmla="*/ 97 w 187"/>
              <a:gd name="T49" fmla="*/ 168 h 168"/>
              <a:gd name="T50" fmla="*/ 150 w 187"/>
              <a:gd name="T51" fmla="*/ 134 h 168"/>
              <a:gd name="T52" fmla="*/ 150 w 187"/>
              <a:gd name="T53" fmla="*/ 124 h 168"/>
              <a:gd name="T54" fmla="*/ 92 w 187"/>
              <a:gd name="T55" fmla="*/ 31 h 168"/>
              <a:gd name="T56" fmla="*/ 57 w 187"/>
              <a:gd name="T57" fmla="*/ 0 h 168"/>
              <a:gd name="T58" fmla="*/ 0 w 187"/>
              <a:gd name="T59" fmla="*/ 36 h 168"/>
              <a:gd name="T60" fmla="*/ 36 w 187"/>
              <a:gd name="T61" fmla="*/ 65 h 168"/>
              <a:gd name="T62" fmla="*/ 92 w 187"/>
              <a:gd name="T63" fmla="*/ 31 h 16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87" h="168">
                <a:moveTo>
                  <a:pt x="152" y="65"/>
                </a:moveTo>
                <a:lnTo>
                  <a:pt x="97" y="31"/>
                </a:lnTo>
                <a:lnTo>
                  <a:pt x="132" y="0"/>
                </a:lnTo>
                <a:lnTo>
                  <a:pt x="187" y="36"/>
                </a:lnTo>
                <a:lnTo>
                  <a:pt x="152" y="65"/>
                </a:lnTo>
                <a:close/>
                <a:moveTo>
                  <a:pt x="131" y="129"/>
                </a:moveTo>
                <a:lnTo>
                  <a:pt x="185" y="97"/>
                </a:lnTo>
                <a:lnTo>
                  <a:pt x="153" y="69"/>
                </a:lnTo>
                <a:lnTo>
                  <a:pt x="100" y="102"/>
                </a:lnTo>
                <a:lnTo>
                  <a:pt x="131" y="129"/>
                </a:lnTo>
                <a:close/>
                <a:moveTo>
                  <a:pt x="89" y="102"/>
                </a:moveTo>
                <a:lnTo>
                  <a:pt x="36" y="69"/>
                </a:lnTo>
                <a:lnTo>
                  <a:pt x="3" y="97"/>
                </a:lnTo>
                <a:lnTo>
                  <a:pt x="57" y="129"/>
                </a:lnTo>
                <a:lnTo>
                  <a:pt x="89" y="102"/>
                </a:lnTo>
                <a:close/>
                <a:moveTo>
                  <a:pt x="37" y="124"/>
                </a:moveTo>
                <a:lnTo>
                  <a:pt x="37" y="134"/>
                </a:lnTo>
                <a:lnTo>
                  <a:pt x="92" y="168"/>
                </a:lnTo>
                <a:lnTo>
                  <a:pt x="92" y="105"/>
                </a:lnTo>
                <a:lnTo>
                  <a:pt x="57" y="134"/>
                </a:lnTo>
                <a:lnTo>
                  <a:pt x="37" y="124"/>
                </a:lnTo>
                <a:close/>
                <a:moveTo>
                  <a:pt x="150" y="124"/>
                </a:moveTo>
                <a:lnTo>
                  <a:pt x="132" y="134"/>
                </a:lnTo>
                <a:lnTo>
                  <a:pt x="97" y="105"/>
                </a:lnTo>
                <a:lnTo>
                  <a:pt x="97" y="168"/>
                </a:lnTo>
                <a:lnTo>
                  <a:pt x="150" y="134"/>
                </a:lnTo>
                <a:lnTo>
                  <a:pt x="150" y="124"/>
                </a:lnTo>
                <a:close/>
                <a:moveTo>
                  <a:pt x="92" y="31"/>
                </a:moveTo>
                <a:lnTo>
                  <a:pt x="57" y="0"/>
                </a:lnTo>
                <a:lnTo>
                  <a:pt x="0" y="36"/>
                </a:lnTo>
                <a:lnTo>
                  <a:pt x="36" y="65"/>
                </a:lnTo>
                <a:lnTo>
                  <a:pt x="92" y="31"/>
                </a:lnTo>
                <a:close/>
              </a:path>
            </a:pathLst>
          </a:custGeom>
          <a:solidFill>
            <a:schemeClr val="bg1"/>
          </a:solidFill>
          <a:ln>
            <a:noFill/>
          </a:ln>
        </p:spPr>
        <p:txBody>
          <a:bodyPr lIns="121898" tIns="60949" rIns="121898" bIns="60949"/>
          <a:lstStyle/>
          <a:p>
            <a:endParaRPr lang="en-US" sz="1800" dirty="0">
              <a:latin typeface="微软雅黑" panose="020B0503020204020204" charset="-122"/>
            </a:endParaRPr>
          </a:p>
        </p:txBody>
      </p:sp>
      <p:grpSp>
        <p:nvGrpSpPr>
          <p:cNvPr id="181" name="Group 180"/>
          <p:cNvGrpSpPr/>
          <p:nvPr/>
        </p:nvGrpSpPr>
        <p:grpSpPr>
          <a:xfrm>
            <a:off x="10850677" y="3494435"/>
            <a:ext cx="218967" cy="219024"/>
            <a:chOff x="3830638" y="4327525"/>
            <a:chExt cx="296863" cy="296863"/>
          </a:xfrm>
          <a:solidFill>
            <a:schemeClr val="bg1"/>
          </a:solidFill>
        </p:grpSpPr>
        <p:sp>
          <p:nvSpPr>
            <p:cNvPr id="182" name="Freeform 208"/>
            <p:cNvSpPr/>
            <p:nvPr/>
          </p:nvSpPr>
          <p:spPr bwMode="auto">
            <a:xfrm>
              <a:off x="3922713" y="4441825"/>
              <a:ext cx="122238" cy="123825"/>
            </a:xfrm>
            <a:custGeom>
              <a:avLst/>
              <a:gdLst/>
              <a:ahLst/>
              <a:cxnLst>
                <a:cxn ang="0">
                  <a:pos x="6" y="46"/>
                </a:cxn>
                <a:cxn ang="0">
                  <a:pos x="44" y="27"/>
                </a:cxn>
                <a:cxn ang="0">
                  <a:pos x="44" y="20"/>
                </a:cxn>
                <a:cxn ang="0">
                  <a:pos x="6" y="2"/>
                </a:cxn>
                <a:cxn ang="0">
                  <a:pos x="0" y="6"/>
                </a:cxn>
                <a:cxn ang="0">
                  <a:pos x="0" y="42"/>
                </a:cxn>
                <a:cxn ang="0">
                  <a:pos x="6" y="46"/>
                </a:cxn>
              </a:cxnLst>
              <a:rect l="0" t="0" r="r" b="b"/>
              <a:pathLst>
                <a:path w="48" h="48">
                  <a:moveTo>
                    <a:pt x="6" y="46"/>
                  </a:moveTo>
                  <a:cubicBezTo>
                    <a:pt x="44" y="27"/>
                    <a:pt x="44" y="27"/>
                    <a:pt x="44" y="27"/>
                  </a:cubicBezTo>
                  <a:cubicBezTo>
                    <a:pt x="48" y="25"/>
                    <a:pt x="48" y="22"/>
                    <a:pt x="44" y="20"/>
                  </a:cubicBezTo>
                  <a:cubicBezTo>
                    <a:pt x="6" y="2"/>
                    <a:pt x="6" y="2"/>
                    <a:pt x="6" y="2"/>
                  </a:cubicBezTo>
                  <a:cubicBezTo>
                    <a:pt x="3" y="0"/>
                    <a:pt x="0" y="2"/>
                    <a:pt x="0" y="6"/>
                  </a:cubicBezTo>
                  <a:cubicBezTo>
                    <a:pt x="0" y="42"/>
                    <a:pt x="0" y="42"/>
                    <a:pt x="0" y="42"/>
                  </a:cubicBezTo>
                  <a:cubicBezTo>
                    <a:pt x="0" y="46"/>
                    <a:pt x="3" y="48"/>
                    <a:pt x="6" y="46"/>
                  </a:cubicBezTo>
                  <a:close/>
                </a:path>
              </a:pathLst>
            </a:custGeom>
            <a:grpFill/>
            <a:ln w="9525">
              <a:noFill/>
              <a:round/>
            </a:ln>
          </p:spPr>
          <p:txBody>
            <a:bodyPr/>
            <a:lstStyle/>
            <a:p>
              <a:pPr>
                <a:defRPr/>
              </a:pPr>
              <a:endParaRPr lang="en-US" sz="1800" dirty="0">
                <a:latin typeface="微软雅黑" panose="020B0503020204020204" charset="-122"/>
                <a:ea typeface="+mn-ea"/>
                <a:cs typeface="+mn-cs"/>
              </a:endParaRPr>
            </a:p>
          </p:txBody>
        </p:sp>
        <p:sp>
          <p:nvSpPr>
            <p:cNvPr id="183" name="Freeform 209"/>
            <p:cNvSpPr>
              <a:spLocks noEditPoints="1"/>
            </p:cNvSpPr>
            <p:nvPr/>
          </p:nvSpPr>
          <p:spPr bwMode="auto">
            <a:xfrm>
              <a:off x="3830638" y="4327525"/>
              <a:ext cx="296863" cy="296863"/>
            </a:xfrm>
            <a:custGeom>
              <a:avLst/>
              <a:gdLst/>
              <a:ahLst/>
              <a:cxnLst>
                <a:cxn ang="0">
                  <a:pos x="105" y="0"/>
                </a:cxn>
                <a:cxn ang="0">
                  <a:pos x="11" y="0"/>
                </a:cxn>
                <a:cxn ang="0">
                  <a:pos x="0" y="11"/>
                </a:cxn>
                <a:cxn ang="0">
                  <a:pos x="0" y="105"/>
                </a:cxn>
                <a:cxn ang="0">
                  <a:pos x="11" y="116"/>
                </a:cxn>
                <a:cxn ang="0">
                  <a:pos x="105" y="116"/>
                </a:cxn>
                <a:cxn ang="0">
                  <a:pos x="116" y="105"/>
                </a:cxn>
                <a:cxn ang="0">
                  <a:pos x="116" y="11"/>
                </a:cxn>
                <a:cxn ang="0">
                  <a:pos x="105" y="0"/>
                </a:cxn>
                <a:cxn ang="0">
                  <a:pos x="72" y="7"/>
                </a:cxn>
                <a:cxn ang="0">
                  <a:pos x="79" y="22"/>
                </a:cxn>
                <a:cxn ang="0">
                  <a:pos x="65" y="22"/>
                </a:cxn>
                <a:cxn ang="0">
                  <a:pos x="58" y="7"/>
                </a:cxn>
                <a:cxn ang="0">
                  <a:pos x="72" y="7"/>
                </a:cxn>
                <a:cxn ang="0">
                  <a:pos x="43" y="7"/>
                </a:cxn>
                <a:cxn ang="0">
                  <a:pos x="50" y="22"/>
                </a:cxn>
                <a:cxn ang="0">
                  <a:pos x="36" y="22"/>
                </a:cxn>
                <a:cxn ang="0">
                  <a:pos x="29" y="7"/>
                </a:cxn>
                <a:cxn ang="0">
                  <a:pos x="43" y="7"/>
                </a:cxn>
                <a:cxn ang="0">
                  <a:pos x="7" y="11"/>
                </a:cxn>
                <a:cxn ang="0">
                  <a:pos x="11" y="7"/>
                </a:cxn>
                <a:cxn ang="0">
                  <a:pos x="14" y="7"/>
                </a:cxn>
                <a:cxn ang="0">
                  <a:pos x="21" y="22"/>
                </a:cxn>
                <a:cxn ang="0">
                  <a:pos x="7" y="22"/>
                </a:cxn>
                <a:cxn ang="0">
                  <a:pos x="7" y="11"/>
                </a:cxn>
                <a:cxn ang="0">
                  <a:pos x="109" y="105"/>
                </a:cxn>
                <a:cxn ang="0">
                  <a:pos x="105" y="109"/>
                </a:cxn>
                <a:cxn ang="0">
                  <a:pos x="11" y="109"/>
                </a:cxn>
                <a:cxn ang="0">
                  <a:pos x="7" y="105"/>
                </a:cxn>
                <a:cxn ang="0">
                  <a:pos x="7" y="29"/>
                </a:cxn>
                <a:cxn ang="0">
                  <a:pos x="109" y="29"/>
                </a:cxn>
                <a:cxn ang="0">
                  <a:pos x="109" y="105"/>
                </a:cxn>
                <a:cxn ang="0">
                  <a:pos x="94" y="22"/>
                </a:cxn>
                <a:cxn ang="0">
                  <a:pos x="87" y="7"/>
                </a:cxn>
                <a:cxn ang="0">
                  <a:pos x="101" y="7"/>
                </a:cxn>
                <a:cxn ang="0">
                  <a:pos x="109" y="22"/>
                </a:cxn>
                <a:cxn ang="0">
                  <a:pos x="94" y="22"/>
                </a:cxn>
              </a:cxnLst>
              <a:rect l="0" t="0" r="r" b="b"/>
              <a:pathLst>
                <a:path w="116" h="116">
                  <a:moveTo>
                    <a:pt x="105" y="0"/>
                  </a:moveTo>
                  <a:cubicBezTo>
                    <a:pt x="11" y="0"/>
                    <a:pt x="11" y="0"/>
                    <a:pt x="11" y="0"/>
                  </a:cubicBezTo>
                  <a:cubicBezTo>
                    <a:pt x="5" y="0"/>
                    <a:pt x="0" y="5"/>
                    <a:pt x="0" y="11"/>
                  </a:cubicBezTo>
                  <a:cubicBezTo>
                    <a:pt x="0" y="105"/>
                    <a:pt x="0" y="105"/>
                    <a:pt x="0" y="105"/>
                  </a:cubicBezTo>
                  <a:cubicBezTo>
                    <a:pt x="0" y="111"/>
                    <a:pt x="5" y="116"/>
                    <a:pt x="11" y="116"/>
                  </a:cubicBezTo>
                  <a:cubicBezTo>
                    <a:pt x="105" y="116"/>
                    <a:pt x="105" y="116"/>
                    <a:pt x="105" y="116"/>
                  </a:cubicBezTo>
                  <a:cubicBezTo>
                    <a:pt x="111" y="116"/>
                    <a:pt x="116" y="111"/>
                    <a:pt x="116" y="105"/>
                  </a:cubicBezTo>
                  <a:cubicBezTo>
                    <a:pt x="116" y="11"/>
                    <a:pt x="116" y="11"/>
                    <a:pt x="116" y="11"/>
                  </a:cubicBezTo>
                  <a:cubicBezTo>
                    <a:pt x="116" y="5"/>
                    <a:pt x="111" y="0"/>
                    <a:pt x="105" y="0"/>
                  </a:cubicBezTo>
                  <a:close/>
                  <a:moveTo>
                    <a:pt x="72" y="7"/>
                  </a:moveTo>
                  <a:cubicBezTo>
                    <a:pt x="79" y="22"/>
                    <a:pt x="79" y="22"/>
                    <a:pt x="79" y="22"/>
                  </a:cubicBezTo>
                  <a:cubicBezTo>
                    <a:pt x="65" y="22"/>
                    <a:pt x="65" y="22"/>
                    <a:pt x="65" y="22"/>
                  </a:cubicBezTo>
                  <a:cubicBezTo>
                    <a:pt x="58" y="7"/>
                    <a:pt x="58" y="7"/>
                    <a:pt x="58" y="7"/>
                  </a:cubicBezTo>
                  <a:lnTo>
                    <a:pt x="72" y="7"/>
                  </a:lnTo>
                  <a:close/>
                  <a:moveTo>
                    <a:pt x="43" y="7"/>
                  </a:moveTo>
                  <a:cubicBezTo>
                    <a:pt x="50" y="22"/>
                    <a:pt x="50" y="22"/>
                    <a:pt x="50" y="22"/>
                  </a:cubicBezTo>
                  <a:cubicBezTo>
                    <a:pt x="36" y="22"/>
                    <a:pt x="36" y="22"/>
                    <a:pt x="36" y="22"/>
                  </a:cubicBezTo>
                  <a:cubicBezTo>
                    <a:pt x="29" y="7"/>
                    <a:pt x="29" y="7"/>
                    <a:pt x="29" y="7"/>
                  </a:cubicBezTo>
                  <a:lnTo>
                    <a:pt x="43" y="7"/>
                  </a:lnTo>
                  <a:close/>
                  <a:moveTo>
                    <a:pt x="7" y="11"/>
                  </a:moveTo>
                  <a:cubicBezTo>
                    <a:pt x="7" y="9"/>
                    <a:pt x="9" y="7"/>
                    <a:pt x="11" y="7"/>
                  </a:cubicBezTo>
                  <a:cubicBezTo>
                    <a:pt x="14" y="7"/>
                    <a:pt x="14" y="7"/>
                    <a:pt x="14" y="7"/>
                  </a:cubicBezTo>
                  <a:cubicBezTo>
                    <a:pt x="21" y="22"/>
                    <a:pt x="21" y="22"/>
                    <a:pt x="21" y="22"/>
                  </a:cubicBezTo>
                  <a:cubicBezTo>
                    <a:pt x="7" y="22"/>
                    <a:pt x="7" y="22"/>
                    <a:pt x="7" y="22"/>
                  </a:cubicBezTo>
                  <a:lnTo>
                    <a:pt x="7" y="11"/>
                  </a:lnTo>
                  <a:close/>
                  <a:moveTo>
                    <a:pt x="109" y="105"/>
                  </a:moveTo>
                  <a:cubicBezTo>
                    <a:pt x="109" y="107"/>
                    <a:pt x="107" y="109"/>
                    <a:pt x="105" y="109"/>
                  </a:cubicBezTo>
                  <a:cubicBezTo>
                    <a:pt x="11" y="109"/>
                    <a:pt x="11" y="109"/>
                    <a:pt x="11" y="109"/>
                  </a:cubicBezTo>
                  <a:cubicBezTo>
                    <a:pt x="9" y="109"/>
                    <a:pt x="7" y="107"/>
                    <a:pt x="7" y="105"/>
                  </a:cubicBezTo>
                  <a:cubicBezTo>
                    <a:pt x="7" y="29"/>
                    <a:pt x="7" y="29"/>
                    <a:pt x="7" y="29"/>
                  </a:cubicBezTo>
                  <a:cubicBezTo>
                    <a:pt x="109" y="29"/>
                    <a:pt x="109" y="29"/>
                    <a:pt x="109" y="29"/>
                  </a:cubicBezTo>
                  <a:lnTo>
                    <a:pt x="109" y="105"/>
                  </a:lnTo>
                  <a:close/>
                  <a:moveTo>
                    <a:pt x="94" y="22"/>
                  </a:moveTo>
                  <a:cubicBezTo>
                    <a:pt x="87" y="7"/>
                    <a:pt x="87" y="7"/>
                    <a:pt x="87" y="7"/>
                  </a:cubicBezTo>
                  <a:cubicBezTo>
                    <a:pt x="101" y="7"/>
                    <a:pt x="101" y="7"/>
                    <a:pt x="101" y="7"/>
                  </a:cubicBezTo>
                  <a:cubicBezTo>
                    <a:pt x="109" y="22"/>
                    <a:pt x="109" y="22"/>
                    <a:pt x="109" y="22"/>
                  </a:cubicBezTo>
                  <a:lnTo>
                    <a:pt x="94" y="22"/>
                  </a:lnTo>
                  <a:close/>
                </a:path>
              </a:pathLst>
            </a:custGeom>
            <a:grpFill/>
            <a:ln w="9525">
              <a:noFill/>
              <a:round/>
            </a:ln>
          </p:spPr>
          <p:txBody>
            <a:bodyPr/>
            <a:lstStyle/>
            <a:p>
              <a:pPr>
                <a:defRPr/>
              </a:pPr>
              <a:endParaRPr lang="en-US" sz="1800" dirty="0">
                <a:latin typeface="微软雅黑" panose="020B0503020204020204" charset="-122"/>
                <a:ea typeface="+mn-ea"/>
                <a:cs typeface="+mn-cs"/>
              </a:endParaRPr>
            </a:p>
          </p:txBody>
        </p:sp>
      </p:grpSp>
      <p:sp>
        <p:nvSpPr>
          <p:cNvPr id="184" name="Freeform 37"/>
          <p:cNvSpPr/>
          <p:nvPr/>
        </p:nvSpPr>
        <p:spPr bwMode="auto">
          <a:xfrm>
            <a:off x="7150780" y="2613638"/>
            <a:ext cx="156071" cy="141609"/>
          </a:xfrm>
          <a:custGeom>
            <a:avLst/>
            <a:gdLst>
              <a:gd name="T0" fmla="*/ 83 w 113"/>
              <a:gd name="T1" fmla="*/ 5 h 103"/>
              <a:gd name="T2" fmla="*/ 46 w 113"/>
              <a:gd name="T3" fmla="*/ 7 h 103"/>
              <a:gd name="T4" fmla="*/ 8 w 113"/>
              <a:gd name="T5" fmla="*/ 14 h 103"/>
              <a:gd name="T6" fmla="*/ 3 w 113"/>
              <a:gd name="T7" fmla="*/ 14 h 103"/>
              <a:gd name="T8" fmla="*/ 1 w 113"/>
              <a:gd name="T9" fmla="*/ 20 h 103"/>
              <a:gd name="T10" fmla="*/ 51 w 113"/>
              <a:gd name="T11" fmla="*/ 101 h 103"/>
              <a:gd name="T12" fmla="*/ 55 w 113"/>
              <a:gd name="T13" fmla="*/ 103 h 103"/>
              <a:gd name="T14" fmla="*/ 58 w 113"/>
              <a:gd name="T15" fmla="*/ 102 h 103"/>
              <a:gd name="T16" fmla="*/ 59 w 113"/>
              <a:gd name="T17" fmla="*/ 96 h 103"/>
              <a:gd name="T18" fmla="*/ 37 w 113"/>
              <a:gd name="T19" fmla="*/ 60 h 103"/>
              <a:gd name="T20" fmla="*/ 75 w 113"/>
              <a:gd name="T21" fmla="*/ 54 h 103"/>
              <a:gd name="T22" fmla="*/ 113 w 113"/>
              <a:gd name="T23" fmla="*/ 51 h 103"/>
              <a:gd name="T24" fmla="*/ 83 w 113"/>
              <a:gd name="T25" fmla="*/ 5 h 1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13" h="103">
                <a:moveTo>
                  <a:pt x="83" y="5"/>
                </a:moveTo>
                <a:cubicBezTo>
                  <a:pt x="83" y="5"/>
                  <a:pt x="65" y="14"/>
                  <a:pt x="46" y="7"/>
                </a:cubicBezTo>
                <a:cubicBezTo>
                  <a:pt x="26" y="0"/>
                  <a:pt x="16" y="3"/>
                  <a:pt x="8" y="14"/>
                </a:cubicBezTo>
                <a:cubicBezTo>
                  <a:pt x="6" y="13"/>
                  <a:pt x="4" y="13"/>
                  <a:pt x="3" y="14"/>
                </a:cubicBezTo>
                <a:cubicBezTo>
                  <a:pt x="1" y="15"/>
                  <a:pt x="0" y="18"/>
                  <a:pt x="1" y="20"/>
                </a:cubicBezTo>
                <a:cubicBezTo>
                  <a:pt x="51" y="101"/>
                  <a:pt x="51" y="101"/>
                  <a:pt x="51" y="101"/>
                </a:cubicBezTo>
                <a:cubicBezTo>
                  <a:pt x="52" y="102"/>
                  <a:pt x="53" y="103"/>
                  <a:pt x="55" y="103"/>
                </a:cubicBezTo>
                <a:cubicBezTo>
                  <a:pt x="56" y="103"/>
                  <a:pt x="57" y="103"/>
                  <a:pt x="58" y="102"/>
                </a:cubicBezTo>
                <a:cubicBezTo>
                  <a:pt x="60" y="101"/>
                  <a:pt x="61" y="98"/>
                  <a:pt x="59" y="96"/>
                </a:cubicBezTo>
                <a:cubicBezTo>
                  <a:pt x="37" y="60"/>
                  <a:pt x="37" y="60"/>
                  <a:pt x="37" y="60"/>
                </a:cubicBezTo>
                <a:cubicBezTo>
                  <a:pt x="46" y="49"/>
                  <a:pt x="55" y="46"/>
                  <a:pt x="75" y="54"/>
                </a:cubicBezTo>
                <a:cubicBezTo>
                  <a:pt x="94" y="60"/>
                  <a:pt x="113" y="51"/>
                  <a:pt x="113" y="51"/>
                </a:cubicBezTo>
                <a:lnTo>
                  <a:pt x="83" y="5"/>
                </a:lnTo>
                <a:close/>
              </a:path>
            </a:pathLst>
          </a:custGeom>
          <a:solidFill>
            <a:schemeClr val="bg1"/>
          </a:solidFill>
          <a:ln>
            <a:noFill/>
          </a:ln>
        </p:spPr>
        <p:txBody>
          <a:bodyPr lIns="121898" tIns="60949" rIns="121898" bIns="60949"/>
          <a:lstStyle/>
          <a:p>
            <a:endParaRPr lang="en-US" sz="1800" dirty="0">
              <a:latin typeface="微软雅黑" panose="020B0503020204020204" charset="-122"/>
            </a:endParaRPr>
          </a:p>
        </p:txBody>
      </p:sp>
      <p:grpSp>
        <p:nvGrpSpPr>
          <p:cNvPr id="185" name="Group 184"/>
          <p:cNvGrpSpPr/>
          <p:nvPr/>
        </p:nvGrpSpPr>
        <p:grpSpPr>
          <a:xfrm>
            <a:off x="8832668" y="2892891"/>
            <a:ext cx="133234" cy="95306"/>
            <a:chOff x="2046288" y="1965325"/>
            <a:chExt cx="295275" cy="300038"/>
          </a:xfrm>
          <a:solidFill>
            <a:schemeClr val="bg1"/>
          </a:solidFill>
        </p:grpSpPr>
        <p:sp>
          <p:nvSpPr>
            <p:cNvPr id="186" name="Freeform 58"/>
            <p:cNvSpPr/>
            <p:nvPr/>
          </p:nvSpPr>
          <p:spPr bwMode="auto">
            <a:xfrm>
              <a:off x="2157413" y="1965325"/>
              <a:ext cx="184150" cy="182563"/>
            </a:xfrm>
            <a:custGeom>
              <a:avLst/>
              <a:gdLst/>
              <a:ahLst/>
              <a:cxnLst>
                <a:cxn ang="0">
                  <a:pos x="67" y="4"/>
                </a:cxn>
                <a:cxn ang="0">
                  <a:pos x="57" y="5"/>
                </a:cxn>
                <a:cxn ang="0">
                  <a:pos x="22" y="40"/>
                </a:cxn>
                <a:cxn ang="0">
                  <a:pos x="0" y="52"/>
                </a:cxn>
                <a:cxn ang="0">
                  <a:pos x="19" y="71"/>
                </a:cxn>
                <a:cxn ang="0">
                  <a:pos x="32" y="49"/>
                </a:cxn>
                <a:cxn ang="0">
                  <a:pos x="66" y="15"/>
                </a:cxn>
                <a:cxn ang="0">
                  <a:pos x="67" y="4"/>
                </a:cxn>
              </a:cxnLst>
              <a:rect l="0" t="0" r="r" b="b"/>
              <a:pathLst>
                <a:path w="72" h="71">
                  <a:moveTo>
                    <a:pt x="67" y="4"/>
                  </a:moveTo>
                  <a:cubicBezTo>
                    <a:pt x="62" y="0"/>
                    <a:pt x="57" y="5"/>
                    <a:pt x="57" y="5"/>
                  </a:cubicBezTo>
                  <a:cubicBezTo>
                    <a:pt x="57" y="5"/>
                    <a:pt x="28" y="34"/>
                    <a:pt x="22" y="40"/>
                  </a:cubicBezTo>
                  <a:cubicBezTo>
                    <a:pt x="16" y="45"/>
                    <a:pt x="0" y="52"/>
                    <a:pt x="0" y="52"/>
                  </a:cubicBezTo>
                  <a:cubicBezTo>
                    <a:pt x="19" y="71"/>
                    <a:pt x="19" y="71"/>
                    <a:pt x="19" y="71"/>
                  </a:cubicBezTo>
                  <a:cubicBezTo>
                    <a:pt x="19" y="71"/>
                    <a:pt x="26" y="55"/>
                    <a:pt x="32" y="49"/>
                  </a:cubicBezTo>
                  <a:cubicBezTo>
                    <a:pt x="37" y="43"/>
                    <a:pt x="66" y="15"/>
                    <a:pt x="66" y="15"/>
                  </a:cubicBezTo>
                  <a:cubicBezTo>
                    <a:pt x="66" y="15"/>
                    <a:pt x="72" y="9"/>
                    <a:pt x="67" y="4"/>
                  </a:cubicBezTo>
                  <a:close/>
                </a:path>
              </a:pathLst>
            </a:custGeom>
            <a:grpFill/>
            <a:ln w="9525">
              <a:noFill/>
              <a:round/>
            </a:ln>
          </p:spPr>
          <p:txBody>
            <a:bodyPr/>
            <a:lstStyle/>
            <a:p>
              <a:pPr>
                <a:defRPr/>
              </a:pPr>
              <a:endParaRPr lang="en-US" sz="1800" dirty="0">
                <a:latin typeface="微软雅黑" panose="020B0503020204020204" charset="-122"/>
                <a:ea typeface="+mn-ea"/>
                <a:cs typeface="+mn-cs"/>
              </a:endParaRPr>
            </a:p>
          </p:txBody>
        </p:sp>
        <p:sp>
          <p:nvSpPr>
            <p:cNvPr id="187" name="Freeform 59"/>
            <p:cNvSpPr>
              <a:spLocks noEditPoints="1"/>
            </p:cNvSpPr>
            <p:nvPr/>
          </p:nvSpPr>
          <p:spPr bwMode="auto">
            <a:xfrm>
              <a:off x="2046288" y="2114550"/>
              <a:ext cx="144463" cy="150813"/>
            </a:xfrm>
            <a:custGeom>
              <a:avLst/>
              <a:gdLst/>
              <a:ahLst/>
              <a:cxnLst>
                <a:cxn ang="0">
                  <a:pos x="22" y="13"/>
                </a:cxn>
                <a:cxn ang="0">
                  <a:pos x="0" y="49"/>
                </a:cxn>
                <a:cxn ang="0">
                  <a:pos x="56" y="19"/>
                </a:cxn>
                <a:cxn ang="0">
                  <a:pos x="37" y="0"/>
                </a:cxn>
                <a:cxn ang="0">
                  <a:pos x="22" y="13"/>
                </a:cxn>
                <a:cxn ang="0">
                  <a:pos x="16" y="43"/>
                </a:cxn>
                <a:cxn ang="0">
                  <a:pos x="36" y="8"/>
                </a:cxn>
                <a:cxn ang="0">
                  <a:pos x="16" y="43"/>
                </a:cxn>
              </a:cxnLst>
              <a:rect l="0" t="0" r="r" b="b"/>
              <a:pathLst>
                <a:path w="56" h="59">
                  <a:moveTo>
                    <a:pt x="22" y="13"/>
                  </a:moveTo>
                  <a:cubicBezTo>
                    <a:pt x="13" y="34"/>
                    <a:pt x="14" y="46"/>
                    <a:pt x="0" y="49"/>
                  </a:cubicBezTo>
                  <a:cubicBezTo>
                    <a:pt x="56" y="59"/>
                    <a:pt x="56" y="19"/>
                    <a:pt x="56" y="19"/>
                  </a:cubicBezTo>
                  <a:cubicBezTo>
                    <a:pt x="37" y="0"/>
                    <a:pt x="37" y="0"/>
                    <a:pt x="37" y="0"/>
                  </a:cubicBezTo>
                  <a:cubicBezTo>
                    <a:pt x="37" y="0"/>
                    <a:pt x="26" y="3"/>
                    <a:pt x="22" y="13"/>
                  </a:cubicBezTo>
                  <a:close/>
                  <a:moveTo>
                    <a:pt x="16" y="43"/>
                  </a:moveTo>
                  <a:cubicBezTo>
                    <a:pt x="21" y="38"/>
                    <a:pt x="27" y="14"/>
                    <a:pt x="36" y="8"/>
                  </a:cubicBezTo>
                  <a:cubicBezTo>
                    <a:pt x="42" y="12"/>
                    <a:pt x="36" y="31"/>
                    <a:pt x="16" y="43"/>
                  </a:cubicBezTo>
                  <a:close/>
                </a:path>
              </a:pathLst>
            </a:custGeom>
            <a:grpFill/>
            <a:ln w="9525">
              <a:noFill/>
              <a:round/>
            </a:ln>
          </p:spPr>
          <p:txBody>
            <a:bodyPr/>
            <a:lstStyle/>
            <a:p>
              <a:pPr>
                <a:defRPr/>
              </a:pPr>
              <a:endParaRPr lang="en-US" sz="1800" dirty="0">
                <a:latin typeface="微软雅黑" panose="020B0503020204020204" charset="-122"/>
                <a:ea typeface="+mn-ea"/>
                <a:cs typeface="+mn-cs"/>
              </a:endParaRPr>
            </a:p>
          </p:txBody>
        </p:sp>
      </p:grpSp>
      <p:sp>
        <p:nvSpPr>
          <p:cNvPr id="188" name="Freeform 172"/>
          <p:cNvSpPr>
            <a:spLocks noEditPoints="1"/>
          </p:cNvSpPr>
          <p:nvPr/>
        </p:nvSpPr>
        <p:spPr bwMode="auto">
          <a:xfrm>
            <a:off x="11030634" y="3951181"/>
            <a:ext cx="108409" cy="158873"/>
          </a:xfrm>
          <a:custGeom>
            <a:avLst/>
            <a:gdLst>
              <a:gd name="T0" fmla="*/ 40 w 80"/>
              <a:gd name="T1" fmla="*/ 0 h 117"/>
              <a:gd name="T2" fmla="*/ 0 w 80"/>
              <a:gd name="T3" fmla="*/ 37 h 117"/>
              <a:gd name="T4" fmla="*/ 40 w 80"/>
              <a:gd name="T5" fmla="*/ 117 h 117"/>
              <a:gd name="T6" fmla="*/ 80 w 80"/>
              <a:gd name="T7" fmla="*/ 37 h 117"/>
              <a:gd name="T8" fmla="*/ 40 w 80"/>
              <a:gd name="T9" fmla="*/ 0 h 117"/>
              <a:gd name="T10" fmla="*/ 40 w 80"/>
              <a:gd name="T11" fmla="*/ 49 h 117"/>
              <a:gd name="T12" fmla="*/ 27 w 80"/>
              <a:gd name="T13" fmla="*/ 37 h 117"/>
              <a:gd name="T14" fmla="*/ 40 w 80"/>
              <a:gd name="T15" fmla="*/ 24 h 117"/>
              <a:gd name="T16" fmla="*/ 53 w 80"/>
              <a:gd name="T17" fmla="*/ 37 h 117"/>
              <a:gd name="T18" fmla="*/ 40 w 80"/>
              <a:gd name="T19" fmla="*/ 49 h 11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80" h="117">
                <a:moveTo>
                  <a:pt x="40" y="0"/>
                </a:moveTo>
                <a:cubicBezTo>
                  <a:pt x="24" y="0"/>
                  <a:pt x="0" y="8"/>
                  <a:pt x="0" y="37"/>
                </a:cubicBezTo>
                <a:cubicBezTo>
                  <a:pt x="0" y="51"/>
                  <a:pt x="32" y="102"/>
                  <a:pt x="40" y="117"/>
                </a:cubicBezTo>
                <a:cubicBezTo>
                  <a:pt x="48" y="102"/>
                  <a:pt x="80" y="51"/>
                  <a:pt x="80" y="37"/>
                </a:cubicBezTo>
                <a:cubicBezTo>
                  <a:pt x="80" y="8"/>
                  <a:pt x="56" y="0"/>
                  <a:pt x="40" y="0"/>
                </a:cubicBezTo>
                <a:close/>
                <a:moveTo>
                  <a:pt x="40" y="49"/>
                </a:moveTo>
                <a:cubicBezTo>
                  <a:pt x="33" y="49"/>
                  <a:pt x="27" y="44"/>
                  <a:pt x="27" y="37"/>
                </a:cubicBezTo>
                <a:cubicBezTo>
                  <a:pt x="27" y="30"/>
                  <a:pt x="33" y="24"/>
                  <a:pt x="40" y="24"/>
                </a:cubicBezTo>
                <a:cubicBezTo>
                  <a:pt x="47" y="24"/>
                  <a:pt x="53" y="30"/>
                  <a:pt x="53" y="37"/>
                </a:cubicBezTo>
                <a:cubicBezTo>
                  <a:pt x="53" y="44"/>
                  <a:pt x="47" y="49"/>
                  <a:pt x="40" y="49"/>
                </a:cubicBezTo>
                <a:close/>
              </a:path>
            </a:pathLst>
          </a:custGeom>
          <a:solidFill>
            <a:schemeClr val="bg1"/>
          </a:solidFill>
          <a:ln>
            <a:noFill/>
          </a:ln>
        </p:spPr>
        <p:txBody>
          <a:bodyPr lIns="121898" tIns="60949" rIns="121898" bIns="60949"/>
          <a:lstStyle/>
          <a:p>
            <a:endParaRPr lang="en-US" sz="1800" dirty="0">
              <a:latin typeface="微软雅黑" panose="020B0503020204020204" charset="-122"/>
            </a:endParaRPr>
          </a:p>
        </p:txBody>
      </p:sp>
      <p:sp>
        <p:nvSpPr>
          <p:cNvPr id="189" name="Freeform 173"/>
          <p:cNvSpPr>
            <a:spLocks noChangeAspect="1"/>
          </p:cNvSpPr>
          <p:nvPr/>
        </p:nvSpPr>
        <p:spPr bwMode="auto">
          <a:xfrm>
            <a:off x="7708834" y="3011529"/>
            <a:ext cx="173032" cy="144383"/>
          </a:xfrm>
          <a:custGeom>
            <a:avLst/>
            <a:gdLst>
              <a:gd name="T0" fmla="*/ 103 w 116"/>
              <a:gd name="T1" fmla="*/ 36 h 97"/>
              <a:gd name="T2" fmla="*/ 115 w 116"/>
              <a:gd name="T3" fmla="*/ 28 h 97"/>
              <a:gd name="T4" fmla="*/ 102 w 116"/>
              <a:gd name="T5" fmla="*/ 30 h 97"/>
              <a:gd name="T6" fmla="*/ 101 w 116"/>
              <a:gd name="T7" fmla="*/ 27 h 97"/>
              <a:gd name="T8" fmla="*/ 76 w 116"/>
              <a:gd name="T9" fmla="*/ 8 h 97"/>
              <a:gd name="T10" fmla="*/ 79 w 116"/>
              <a:gd name="T11" fmla="*/ 7 h 97"/>
              <a:gd name="T12" fmla="*/ 86 w 116"/>
              <a:gd name="T13" fmla="*/ 3 h 97"/>
              <a:gd name="T14" fmla="*/ 75 w 116"/>
              <a:gd name="T15" fmla="*/ 5 h 97"/>
              <a:gd name="T16" fmla="*/ 81 w 116"/>
              <a:gd name="T17" fmla="*/ 0 h 97"/>
              <a:gd name="T18" fmla="*/ 72 w 116"/>
              <a:gd name="T19" fmla="*/ 5 h 97"/>
              <a:gd name="T20" fmla="*/ 74 w 116"/>
              <a:gd name="T21" fmla="*/ 1 h 97"/>
              <a:gd name="T22" fmla="*/ 56 w 116"/>
              <a:gd name="T23" fmla="*/ 29 h 97"/>
              <a:gd name="T24" fmla="*/ 47 w 116"/>
              <a:gd name="T25" fmla="*/ 22 h 97"/>
              <a:gd name="T26" fmla="*/ 17 w 116"/>
              <a:gd name="T27" fmla="*/ 9 h 97"/>
              <a:gd name="T28" fmla="*/ 27 w 116"/>
              <a:gd name="T29" fmla="*/ 24 h 97"/>
              <a:gd name="T30" fmla="*/ 20 w 116"/>
              <a:gd name="T31" fmla="*/ 25 h 97"/>
              <a:gd name="T32" fmla="*/ 33 w 116"/>
              <a:gd name="T33" fmla="*/ 36 h 97"/>
              <a:gd name="T34" fmla="*/ 25 w 116"/>
              <a:gd name="T35" fmla="*/ 39 h 97"/>
              <a:gd name="T36" fmla="*/ 39 w 116"/>
              <a:gd name="T37" fmla="*/ 46 h 97"/>
              <a:gd name="T38" fmla="*/ 43 w 116"/>
              <a:gd name="T39" fmla="*/ 56 h 97"/>
              <a:gd name="T40" fmla="*/ 0 w 116"/>
              <a:gd name="T41" fmla="*/ 57 h 97"/>
              <a:gd name="T42" fmla="*/ 102 w 116"/>
              <a:gd name="T43" fmla="*/ 43 h 97"/>
              <a:gd name="T44" fmla="*/ 116 w 116"/>
              <a:gd name="T45" fmla="*/ 37 h 97"/>
              <a:gd name="T46" fmla="*/ 103 w 116"/>
              <a:gd name="T47" fmla="*/ 36 h 9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6" h="97">
                <a:moveTo>
                  <a:pt x="103" y="36"/>
                </a:moveTo>
                <a:cubicBezTo>
                  <a:pt x="109" y="35"/>
                  <a:pt x="114" y="33"/>
                  <a:pt x="115" y="28"/>
                </a:cubicBezTo>
                <a:cubicBezTo>
                  <a:pt x="113" y="30"/>
                  <a:pt x="106" y="32"/>
                  <a:pt x="102" y="30"/>
                </a:cubicBezTo>
                <a:cubicBezTo>
                  <a:pt x="102" y="29"/>
                  <a:pt x="101" y="28"/>
                  <a:pt x="101" y="27"/>
                </a:cubicBezTo>
                <a:cubicBezTo>
                  <a:pt x="98" y="16"/>
                  <a:pt x="88" y="7"/>
                  <a:pt x="76" y="8"/>
                </a:cubicBezTo>
                <a:cubicBezTo>
                  <a:pt x="77" y="8"/>
                  <a:pt x="78" y="7"/>
                  <a:pt x="79" y="7"/>
                </a:cubicBezTo>
                <a:cubicBezTo>
                  <a:pt x="80" y="7"/>
                  <a:pt x="88" y="5"/>
                  <a:pt x="86" y="3"/>
                </a:cubicBezTo>
                <a:cubicBezTo>
                  <a:pt x="85" y="1"/>
                  <a:pt x="77" y="5"/>
                  <a:pt x="75" y="5"/>
                </a:cubicBezTo>
                <a:cubicBezTo>
                  <a:pt x="77" y="4"/>
                  <a:pt x="81" y="3"/>
                  <a:pt x="81" y="0"/>
                </a:cubicBezTo>
                <a:cubicBezTo>
                  <a:pt x="78" y="1"/>
                  <a:pt x="75" y="2"/>
                  <a:pt x="72" y="5"/>
                </a:cubicBezTo>
                <a:cubicBezTo>
                  <a:pt x="73" y="4"/>
                  <a:pt x="74" y="3"/>
                  <a:pt x="74" y="1"/>
                </a:cubicBezTo>
                <a:cubicBezTo>
                  <a:pt x="65" y="7"/>
                  <a:pt x="60" y="18"/>
                  <a:pt x="56" y="29"/>
                </a:cubicBezTo>
                <a:cubicBezTo>
                  <a:pt x="52" y="26"/>
                  <a:pt x="50" y="24"/>
                  <a:pt x="47" y="22"/>
                </a:cubicBezTo>
                <a:cubicBezTo>
                  <a:pt x="40" y="18"/>
                  <a:pt x="31" y="14"/>
                  <a:pt x="17" y="9"/>
                </a:cubicBezTo>
                <a:cubicBezTo>
                  <a:pt x="17" y="14"/>
                  <a:pt x="19" y="20"/>
                  <a:pt x="27" y="24"/>
                </a:cubicBezTo>
                <a:cubicBezTo>
                  <a:pt x="25" y="24"/>
                  <a:pt x="22" y="24"/>
                  <a:pt x="20" y="25"/>
                </a:cubicBezTo>
                <a:cubicBezTo>
                  <a:pt x="21" y="30"/>
                  <a:pt x="24" y="34"/>
                  <a:pt x="33" y="36"/>
                </a:cubicBezTo>
                <a:cubicBezTo>
                  <a:pt x="29" y="36"/>
                  <a:pt x="27" y="37"/>
                  <a:pt x="25" y="39"/>
                </a:cubicBezTo>
                <a:cubicBezTo>
                  <a:pt x="27" y="43"/>
                  <a:pt x="31" y="47"/>
                  <a:pt x="39" y="46"/>
                </a:cubicBezTo>
                <a:cubicBezTo>
                  <a:pt x="30" y="50"/>
                  <a:pt x="36" y="57"/>
                  <a:pt x="43" y="56"/>
                </a:cubicBezTo>
                <a:cubicBezTo>
                  <a:pt x="31" y="69"/>
                  <a:pt x="11" y="68"/>
                  <a:pt x="0" y="57"/>
                </a:cubicBezTo>
                <a:cubicBezTo>
                  <a:pt x="29" y="97"/>
                  <a:pt x="93" y="81"/>
                  <a:pt x="102" y="43"/>
                </a:cubicBezTo>
                <a:cubicBezTo>
                  <a:pt x="109" y="43"/>
                  <a:pt x="113" y="40"/>
                  <a:pt x="116" y="37"/>
                </a:cubicBezTo>
                <a:cubicBezTo>
                  <a:pt x="112" y="38"/>
                  <a:pt x="106" y="37"/>
                  <a:pt x="103" y="36"/>
                </a:cubicBezTo>
                <a:close/>
              </a:path>
            </a:pathLst>
          </a:custGeom>
          <a:solidFill>
            <a:schemeClr val="bg1"/>
          </a:solidFill>
          <a:ln>
            <a:noFill/>
          </a:ln>
        </p:spPr>
        <p:txBody>
          <a:bodyPr lIns="121898" tIns="60949" rIns="121898" bIns="60949"/>
          <a:lstStyle/>
          <a:p>
            <a:endParaRPr lang="en-US" sz="1800" dirty="0">
              <a:latin typeface="微软雅黑" panose="020B0503020204020204" charset="-122"/>
            </a:endParaRPr>
          </a:p>
        </p:txBody>
      </p:sp>
    </p:spTree>
  </p:cSld>
  <p:clrMapOvr>
    <a:masterClrMapping/>
  </p:clrMapOvr>
  <p:transition advTm="3464">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par>
                                <p:cTn id="12" presetID="2" presetClass="entr" presetSubtype="8" fill="hold" nodeType="withEffect">
                                  <p:stCondLst>
                                    <p:cond delay="25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0-#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par>
                          <p:cTn id="20" fill="hold">
                            <p:stCondLst>
                              <p:cond delay="850"/>
                            </p:stCondLst>
                            <p:childTnLst>
                              <p:par>
                                <p:cTn id="21" presetID="47" presetClass="entr" presetSubtype="0" fill="hold" grpId="0" nodeType="afterEffect">
                                  <p:stCondLst>
                                    <p:cond delay="0"/>
                                  </p:stCondLst>
                                  <p:childTnLst>
                                    <p:set>
                                      <p:cBhvr>
                                        <p:cTn id="22" dur="1" fill="hold">
                                          <p:stCondLst>
                                            <p:cond delay="0"/>
                                          </p:stCondLst>
                                        </p:cTn>
                                        <p:tgtEl>
                                          <p:spTgt spid="115"/>
                                        </p:tgtEl>
                                        <p:attrNameLst>
                                          <p:attrName>style.visibility</p:attrName>
                                        </p:attrNameLst>
                                      </p:cBhvr>
                                      <p:to>
                                        <p:strVal val="visible"/>
                                      </p:to>
                                    </p:set>
                                    <p:animEffect transition="in" filter="fade">
                                      <p:cBhvr>
                                        <p:cTn id="23" dur="1000"/>
                                        <p:tgtEl>
                                          <p:spTgt spid="115"/>
                                        </p:tgtEl>
                                      </p:cBhvr>
                                    </p:animEffect>
                                    <p:anim calcmode="lin" valueType="num">
                                      <p:cBhvr>
                                        <p:cTn id="24" dur="1000" fill="hold"/>
                                        <p:tgtEl>
                                          <p:spTgt spid="115"/>
                                        </p:tgtEl>
                                        <p:attrNameLst>
                                          <p:attrName>ppt_x</p:attrName>
                                        </p:attrNameLst>
                                      </p:cBhvr>
                                      <p:tavLst>
                                        <p:tav tm="0">
                                          <p:val>
                                            <p:strVal val="#ppt_x"/>
                                          </p:val>
                                        </p:tav>
                                        <p:tav tm="100000">
                                          <p:val>
                                            <p:strVal val="#ppt_x"/>
                                          </p:val>
                                        </p:tav>
                                      </p:tavLst>
                                    </p:anim>
                                    <p:anim calcmode="lin" valueType="num">
                                      <p:cBhvr>
                                        <p:cTn id="25" dur="1000" fill="hold"/>
                                        <p:tgtEl>
                                          <p:spTgt spid="115"/>
                                        </p:tgtEl>
                                        <p:attrNameLst>
                                          <p:attrName>ppt_y</p:attrName>
                                        </p:attrNameLst>
                                      </p:cBhvr>
                                      <p:tavLst>
                                        <p:tav tm="0">
                                          <p:val>
                                            <p:strVal val="#ppt_y-.1"/>
                                          </p:val>
                                        </p:tav>
                                        <p:tav tm="100000">
                                          <p:val>
                                            <p:strVal val="#ppt_y"/>
                                          </p:val>
                                        </p:tav>
                                      </p:tavLst>
                                    </p:anim>
                                  </p:childTnLst>
                                </p:cTn>
                              </p:par>
                              <p:par>
                                <p:cTn id="26" presetID="47" presetClass="entr" presetSubtype="0" fill="hold" grpId="0" nodeType="withEffect">
                                  <p:stCondLst>
                                    <p:cond delay="0"/>
                                  </p:stCondLst>
                                  <p:childTnLst>
                                    <p:set>
                                      <p:cBhvr>
                                        <p:cTn id="27" dur="1" fill="hold">
                                          <p:stCondLst>
                                            <p:cond delay="0"/>
                                          </p:stCondLst>
                                        </p:cTn>
                                        <p:tgtEl>
                                          <p:spTgt spid="116"/>
                                        </p:tgtEl>
                                        <p:attrNameLst>
                                          <p:attrName>style.visibility</p:attrName>
                                        </p:attrNameLst>
                                      </p:cBhvr>
                                      <p:to>
                                        <p:strVal val="visible"/>
                                      </p:to>
                                    </p:set>
                                    <p:animEffect transition="in" filter="fade">
                                      <p:cBhvr>
                                        <p:cTn id="28" dur="1000"/>
                                        <p:tgtEl>
                                          <p:spTgt spid="116"/>
                                        </p:tgtEl>
                                      </p:cBhvr>
                                    </p:animEffect>
                                    <p:anim calcmode="lin" valueType="num">
                                      <p:cBhvr>
                                        <p:cTn id="29" dur="1000" fill="hold"/>
                                        <p:tgtEl>
                                          <p:spTgt spid="116"/>
                                        </p:tgtEl>
                                        <p:attrNameLst>
                                          <p:attrName>ppt_x</p:attrName>
                                        </p:attrNameLst>
                                      </p:cBhvr>
                                      <p:tavLst>
                                        <p:tav tm="0">
                                          <p:val>
                                            <p:strVal val="#ppt_x"/>
                                          </p:val>
                                        </p:tav>
                                        <p:tav tm="100000">
                                          <p:val>
                                            <p:strVal val="#ppt_x"/>
                                          </p:val>
                                        </p:tav>
                                      </p:tavLst>
                                    </p:anim>
                                    <p:anim calcmode="lin" valueType="num">
                                      <p:cBhvr>
                                        <p:cTn id="30" dur="1000" fill="hold"/>
                                        <p:tgtEl>
                                          <p:spTgt spid="116"/>
                                        </p:tgtEl>
                                        <p:attrNameLst>
                                          <p:attrName>ppt_y</p:attrName>
                                        </p:attrNameLst>
                                      </p:cBhvr>
                                      <p:tavLst>
                                        <p:tav tm="0">
                                          <p:val>
                                            <p:strVal val="#ppt_y-.1"/>
                                          </p:val>
                                        </p:tav>
                                        <p:tav tm="100000">
                                          <p:val>
                                            <p:strVal val="#ppt_y"/>
                                          </p:val>
                                        </p:tav>
                                      </p:tavLst>
                                    </p:anim>
                                  </p:childTnLst>
                                </p:cTn>
                              </p:par>
                              <p:par>
                                <p:cTn id="31" presetID="47" presetClass="entr" presetSubtype="0" fill="hold" nodeType="with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fade">
                                      <p:cBhvr>
                                        <p:cTn id="33" dur="1000"/>
                                        <p:tgtEl>
                                          <p:spTgt spid="3"/>
                                        </p:tgtEl>
                                      </p:cBhvr>
                                    </p:animEffect>
                                    <p:anim calcmode="lin" valueType="num">
                                      <p:cBhvr>
                                        <p:cTn id="34" dur="1000" fill="hold"/>
                                        <p:tgtEl>
                                          <p:spTgt spid="3"/>
                                        </p:tgtEl>
                                        <p:attrNameLst>
                                          <p:attrName>ppt_x</p:attrName>
                                        </p:attrNameLst>
                                      </p:cBhvr>
                                      <p:tavLst>
                                        <p:tav tm="0">
                                          <p:val>
                                            <p:strVal val="#ppt_x"/>
                                          </p:val>
                                        </p:tav>
                                        <p:tav tm="100000">
                                          <p:val>
                                            <p:strVal val="#ppt_x"/>
                                          </p:val>
                                        </p:tav>
                                      </p:tavLst>
                                    </p:anim>
                                    <p:anim calcmode="lin" valueType="num">
                                      <p:cBhvr>
                                        <p:cTn id="35" dur="1000" fill="hold"/>
                                        <p:tgtEl>
                                          <p:spTgt spid="3"/>
                                        </p:tgtEl>
                                        <p:attrNameLst>
                                          <p:attrName>ppt_y</p:attrName>
                                        </p:attrNameLst>
                                      </p:cBhvr>
                                      <p:tavLst>
                                        <p:tav tm="0">
                                          <p:val>
                                            <p:strVal val="#ppt_y-.1"/>
                                          </p:val>
                                        </p:tav>
                                        <p:tav tm="100000">
                                          <p:val>
                                            <p:strVal val="#ppt_y"/>
                                          </p:val>
                                        </p:tav>
                                      </p:tavLst>
                                    </p:anim>
                                  </p:childTnLst>
                                </p:cTn>
                              </p:par>
                              <p:par>
                                <p:cTn id="36" presetID="47" presetClass="entr" presetSubtype="0" fill="hold" nodeType="with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fade">
                                      <p:cBhvr>
                                        <p:cTn id="38" dur="1000"/>
                                        <p:tgtEl>
                                          <p:spTgt spid="4"/>
                                        </p:tgtEl>
                                      </p:cBhvr>
                                    </p:animEffect>
                                    <p:anim calcmode="lin" valueType="num">
                                      <p:cBhvr>
                                        <p:cTn id="39" dur="1000" fill="hold"/>
                                        <p:tgtEl>
                                          <p:spTgt spid="4"/>
                                        </p:tgtEl>
                                        <p:attrNameLst>
                                          <p:attrName>ppt_x</p:attrName>
                                        </p:attrNameLst>
                                      </p:cBhvr>
                                      <p:tavLst>
                                        <p:tav tm="0">
                                          <p:val>
                                            <p:strVal val="#ppt_x"/>
                                          </p:val>
                                        </p:tav>
                                        <p:tav tm="100000">
                                          <p:val>
                                            <p:strVal val="#ppt_x"/>
                                          </p:val>
                                        </p:tav>
                                      </p:tavLst>
                                    </p:anim>
                                    <p:anim calcmode="lin" valueType="num">
                                      <p:cBhvr>
                                        <p:cTn id="40" dur="1000" fill="hold"/>
                                        <p:tgtEl>
                                          <p:spTgt spid="4"/>
                                        </p:tgtEl>
                                        <p:attrNameLst>
                                          <p:attrName>ppt_y</p:attrName>
                                        </p:attrNameLst>
                                      </p:cBhvr>
                                      <p:tavLst>
                                        <p:tav tm="0">
                                          <p:val>
                                            <p:strVal val="#ppt_y-.1"/>
                                          </p:val>
                                        </p:tav>
                                        <p:tav tm="100000">
                                          <p:val>
                                            <p:strVal val="#ppt_y"/>
                                          </p:val>
                                        </p:tav>
                                      </p:tavLst>
                                    </p:anim>
                                  </p:childTnLst>
                                </p:cTn>
                              </p:par>
                              <p:par>
                                <p:cTn id="41" presetID="47" presetClass="entr" presetSubtype="0" fill="hold" nodeType="with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1000"/>
                                        <p:tgtEl>
                                          <p:spTgt spid="10"/>
                                        </p:tgtEl>
                                      </p:cBhvr>
                                    </p:animEffect>
                                    <p:anim calcmode="lin" valueType="num">
                                      <p:cBhvr>
                                        <p:cTn id="44" dur="1000" fill="hold"/>
                                        <p:tgtEl>
                                          <p:spTgt spid="10"/>
                                        </p:tgtEl>
                                        <p:attrNameLst>
                                          <p:attrName>ppt_x</p:attrName>
                                        </p:attrNameLst>
                                      </p:cBhvr>
                                      <p:tavLst>
                                        <p:tav tm="0">
                                          <p:val>
                                            <p:strVal val="#ppt_x"/>
                                          </p:val>
                                        </p:tav>
                                        <p:tav tm="100000">
                                          <p:val>
                                            <p:strVal val="#ppt_x"/>
                                          </p:val>
                                        </p:tav>
                                      </p:tavLst>
                                    </p:anim>
                                    <p:anim calcmode="lin" valueType="num">
                                      <p:cBhvr>
                                        <p:cTn id="45" dur="1000" fill="hold"/>
                                        <p:tgtEl>
                                          <p:spTgt spid="10"/>
                                        </p:tgtEl>
                                        <p:attrNameLst>
                                          <p:attrName>ppt_y</p:attrName>
                                        </p:attrNameLst>
                                      </p:cBhvr>
                                      <p:tavLst>
                                        <p:tav tm="0">
                                          <p:val>
                                            <p:strVal val="#ppt_y-.1"/>
                                          </p:val>
                                        </p:tav>
                                        <p:tav tm="100000">
                                          <p:val>
                                            <p:strVal val="#ppt_y"/>
                                          </p:val>
                                        </p:tav>
                                      </p:tavLst>
                                    </p:anim>
                                  </p:childTnLst>
                                </p:cTn>
                              </p:par>
                              <p:par>
                                <p:cTn id="46" presetID="47" presetClass="entr" presetSubtype="0" fill="hold" grpId="0" nodeType="withEffect">
                                  <p:stCondLst>
                                    <p:cond delay="0"/>
                                  </p:stCondLst>
                                  <p:childTnLst>
                                    <p:set>
                                      <p:cBhvr>
                                        <p:cTn id="47" dur="1" fill="hold">
                                          <p:stCondLst>
                                            <p:cond delay="0"/>
                                          </p:stCondLst>
                                        </p:cTn>
                                        <p:tgtEl>
                                          <p:spTgt spid="174"/>
                                        </p:tgtEl>
                                        <p:attrNameLst>
                                          <p:attrName>style.visibility</p:attrName>
                                        </p:attrNameLst>
                                      </p:cBhvr>
                                      <p:to>
                                        <p:strVal val="visible"/>
                                      </p:to>
                                    </p:set>
                                    <p:animEffect transition="in" filter="fade">
                                      <p:cBhvr>
                                        <p:cTn id="48" dur="1000"/>
                                        <p:tgtEl>
                                          <p:spTgt spid="174"/>
                                        </p:tgtEl>
                                      </p:cBhvr>
                                    </p:animEffect>
                                    <p:anim calcmode="lin" valueType="num">
                                      <p:cBhvr>
                                        <p:cTn id="49" dur="1000" fill="hold"/>
                                        <p:tgtEl>
                                          <p:spTgt spid="174"/>
                                        </p:tgtEl>
                                        <p:attrNameLst>
                                          <p:attrName>ppt_x</p:attrName>
                                        </p:attrNameLst>
                                      </p:cBhvr>
                                      <p:tavLst>
                                        <p:tav tm="0">
                                          <p:val>
                                            <p:strVal val="#ppt_x"/>
                                          </p:val>
                                        </p:tav>
                                        <p:tav tm="100000">
                                          <p:val>
                                            <p:strVal val="#ppt_x"/>
                                          </p:val>
                                        </p:tav>
                                      </p:tavLst>
                                    </p:anim>
                                    <p:anim calcmode="lin" valueType="num">
                                      <p:cBhvr>
                                        <p:cTn id="50" dur="1000" fill="hold"/>
                                        <p:tgtEl>
                                          <p:spTgt spid="174"/>
                                        </p:tgtEl>
                                        <p:attrNameLst>
                                          <p:attrName>ppt_y</p:attrName>
                                        </p:attrNameLst>
                                      </p:cBhvr>
                                      <p:tavLst>
                                        <p:tav tm="0">
                                          <p:val>
                                            <p:strVal val="#ppt_y-.1"/>
                                          </p:val>
                                        </p:tav>
                                        <p:tav tm="100000">
                                          <p:val>
                                            <p:strVal val="#ppt_y"/>
                                          </p:val>
                                        </p:tav>
                                      </p:tavLst>
                                    </p:anim>
                                  </p:childTnLst>
                                </p:cTn>
                              </p:par>
                            </p:childTnLst>
                          </p:cTn>
                        </p:par>
                        <p:par>
                          <p:cTn id="51" fill="hold">
                            <p:stCondLst>
                              <p:cond delay="1850"/>
                            </p:stCondLst>
                            <p:childTnLst>
                              <p:par>
                                <p:cTn id="52" presetID="53" presetClass="entr" presetSubtype="16" fill="hold" nodeType="afterEffect">
                                  <p:stCondLst>
                                    <p:cond delay="0"/>
                                  </p:stCondLst>
                                  <p:childTnLst>
                                    <p:set>
                                      <p:cBhvr>
                                        <p:cTn id="53" dur="1" fill="hold">
                                          <p:stCondLst>
                                            <p:cond delay="0"/>
                                          </p:stCondLst>
                                        </p:cTn>
                                        <p:tgtEl>
                                          <p:spTgt spid="91"/>
                                        </p:tgtEl>
                                        <p:attrNameLst>
                                          <p:attrName>style.visibility</p:attrName>
                                        </p:attrNameLst>
                                      </p:cBhvr>
                                      <p:to>
                                        <p:strVal val="visible"/>
                                      </p:to>
                                    </p:set>
                                    <p:anim calcmode="lin" valueType="num">
                                      <p:cBhvr>
                                        <p:cTn id="54" dur="500" fill="hold"/>
                                        <p:tgtEl>
                                          <p:spTgt spid="91"/>
                                        </p:tgtEl>
                                        <p:attrNameLst>
                                          <p:attrName>ppt_w</p:attrName>
                                        </p:attrNameLst>
                                      </p:cBhvr>
                                      <p:tavLst>
                                        <p:tav tm="0">
                                          <p:val>
                                            <p:fltVal val="0"/>
                                          </p:val>
                                        </p:tav>
                                        <p:tav tm="100000">
                                          <p:val>
                                            <p:strVal val="#ppt_w"/>
                                          </p:val>
                                        </p:tav>
                                      </p:tavLst>
                                    </p:anim>
                                    <p:anim calcmode="lin" valueType="num">
                                      <p:cBhvr>
                                        <p:cTn id="55" dur="500" fill="hold"/>
                                        <p:tgtEl>
                                          <p:spTgt spid="91"/>
                                        </p:tgtEl>
                                        <p:attrNameLst>
                                          <p:attrName>ppt_h</p:attrName>
                                        </p:attrNameLst>
                                      </p:cBhvr>
                                      <p:tavLst>
                                        <p:tav tm="0">
                                          <p:val>
                                            <p:fltVal val="0"/>
                                          </p:val>
                                        </p:tav>
                                        <p:tav tm="100000">
                                          <p:val>
                                            <p:strVal val="#ppt_h"/>
                                          </p:val>
                                        </p:tav>
                                      </p:tavLst>
                                    </p:anim>
                                    <p:animEffect transition="in" filter="fade">
                                      <p:cBhvr>
                                        <p:cTn id="56" dur="500"/>
                                        <p:tgtEl>
                                          <p:spTgt spid="91"/>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173"/>
                                        </p:tgtEl>
                                        <p:attrNameLst>
                                          <p:attrName>style.visibility</p:attrName>
                                        </p:attrNameLst>
                                      </p:cBhvr>
                                      <p:to>
                                        <p:strVal val="visible"/>
                                      </p:to>
                                    </p:set>
                                    <p:anim calcmode="lin" valueType="num">
                                      <p:cBhvr>
                                        <p:cTn id="59" dur="500" fill="hold"/>
                                        <p:tgtEl>
                                          <p:spTgt spid="173"/>
                                        </p:tgtEl>
                                        <p:attrNameLst>
                                          <p:attrName>ppt_w</p:attrName>
                                        </p:attrNameLst>
                                      </p:cBhvr>
                                      <p:tavLst>
                                        <p:tav tm="0">
                                          <p:val>
                                            <p:fltVal val="0"/>
                                          </p:val>
                                        </p:tav>
                                        <p:tav tm="100000">
                                          <p:val>
                                            <p:strVal val="#ppt_w"/>
                                          </p:val>
                                        </p:tav>
                                      </p:tavLst>
                                    </p:anim>
                                    <p:anim calcmode="lin" valueType="num">
                                      <p:cBhvr>
                                        <p:cTn id="60" dur="500" fill="hold"/>
                                        <p:tgtEl>
                                          <p:spTgt spid="173"/>
                                        </p:tgtEl>
                                        <p:attrNameLst>
                                          <p:attrName>ppt_h</p:attrName>
                                        </p:attrNameLst>
                                      </p:cBhvr>
                                      <p:tavLst>
                                        <p:tav tm="0">
                                          <p:val>
                                            <p:fltVal val="0"/>
                                          </p:val>
                                        </p:tav>
                                        <p:tav tm="100000">
                                          <p:val>
                                            <p:strVal val="#ppt_h"/>
                                          </p:val>
                                        </p:tav>
                                      </p:tavLst>
                                    </p:anim>
                                    <p:animEffect transition="in" filter="fade">
                                      <p:cBhvr>
                                        <p:cTn id="61" dur="500"/>
                                        <p:tgtEl>
                                          <p:spTgt spid="173"/>
                                        </p:tgtEl>
                                      </p:cBhvr>
                                    </p:animEffect>
                                  </p:childTnLst>
                                </p:cTn>
                              </p:par>
                              <p:par>
                                <p:cTn id="62" presetID="53" presetClass="entr" presetSubtype="16" fill="hold" grpId="1" nodeType="withEffect">
                                  <p:stCondLst>
                                    <p:cond delay="0"/>
                                  </p:stCondLst>
                                  <p:childTnLst>
                                    <p:set>
                                      <p:cBhvr>
                                        <p:cTn id="63" dur="1" fill="hold">
                                          <p:stCondLst>
                                            <p:cond delay="0"/>
                                          </p:stCondLst>
                                        </p:cTn>
                                        <p:tgtEl>
                                          <p:spTgt spid="174"/>
                                        </p:tgtEl>
                                        <p:attrNameLst>
                                          <p:attrName>style.visibility</p:attrName>
                                        </p:attrNameLst>
                                      </p:cBhvr>
                                      <p:to>
                                        <p:strVal val="visible"/>
                                      </p:to>
                                    </p:set>
                                    <p:anim calcmode="lin" valueType="num">
                                      <p:cBhvr>
                                        <p:cTn id="64" dur="500" fill="hold"/>
                                        <p:tgtEl>
                                          <p:spTgt spid="174"/>
                                        </p:tgtEl>
                                        <p:attrNameLst>
                                          <p:attrName>ppt_w</p:attrName>
                                        </p:attrNameLst>
                                      </p:cBhvr>
                                      <p:tavLst>
                                        <p:tav tm="0">
                                          <p:val>
                                            <p:fltVal val="0"/>
                                          </p:val>
                                        </p:tav>
                                        <p:tav tm="100000">
                                          <p:val>
                                            <p:strVal val="#ppt_w"/>
                                          </p:val>
                                        </p:tav>
                                      </p:tavLst>
                                    </p:anim>
                                    <p:anim calcmode="lin" valueType="num">
                                      <p:cBhvr>
                                        <p:cTn id="65" dur="500" fill="hold"/>
                                        <p:tgtEl>
                                          <p:spTgt spid="174"/>
                                        </p:tgtEl>
                                        <p:attrNameLst>
                                          <p:attrName>ppt_h</p:attrName>
                                        </p:attrNameLst>
                                      </p:cBhvr>
                                      <p:tavLst>
                                        <p:tav tm="0">
                                          <p:val>
                                            <p:fltVal val="0"/>
                                          </p:val>
                                        </p:tav>
                                        <p:tav tm="100000">
                                          <p:val>
                                            <p:strVal val="#ppt_h"/>
                                          </p:val>
                                        </p:tav>
                                      </p:tavLst>
                                    </p:anim>
                                    <p:animEffect transition="in" filter="fade">
                                      <p:cBhvr>
                                        <p:cTn id="66" dur="500"/>
                                        <p:tgtEl>
                                          <p:spTgt spid="174"/>
                                        </p:tgtEl>
                                      </p:cBhvr>
                                    </p:animEffect>
                                  </p:childTnLst>
                                </p:cTn>
                              </p:par>
                              <p:par>
                                <p:cTn id="67" presetID="53" presetClass="entr" presetSubtype="16" fill="hold" grpId="0" nodeType="withEffect">
                                  <p:stCondLst>
                                    <p:cond delay="0"/>
                                  </p:stCondLst>
                                  <p:childTnLst>
                                    <p:set>
                                      <p:cBhvr>
                                        <p:cTn id="68" dur="1" fill="hold">
                                          <p:stCondLst>
                                            <p:cond delay="0"/>
                                          </p:stCondLst>
                                        </p:cTn>
                                        <p:tgtEl>
                                          <p:spTgt spid="175"/>
                                        </p:tgtEl>
                                        <p:attrNameLst>
                                          <p:attrName>style.visibility</p:attrName>
                                        </p:attrNameLst>
                                      </p:cBhvr>
                                      <p:to>
                                        <p:strVal val="visible"/>
                                      </p:to>
                                    </p:set>
                                    <p:anim calcmode="lin" valueType="num">
                                      <p:cBhvr>
                                        <p:cTn id="69" dur="500" fill="hold"/>
                                        <p:tgtEl>
                                          <p:spTgt spid="175"/>
                                        </p:tgtEl>
                                        <p:attrNameLst>
                                          <p:attrName>ppt_w</p:attrName>
                                        </p:attrNameLst>
                                      </p:cBhvr>
                                      <p:tavLst>
                                        <p:tav tm="0">
                                          <p:val>
                                            <p:fltVal val="0"/>
                                          </p:val>
                                        </p:tav>
                                        <p:tav tm="100000">
                                          <p:val>
                                            <p:strVal val="#ppt_w"/>
                                          </p:val>
                                        </p:tav>
                                      </p:tavLst>
                                    </p:anim>
                                    <p:anim calcmode="lin" valueType="num">
                                      <p:cBhvr>
                                        <p:cTn id="70" dur="500" fill="hold"/>
                                        <p:tgtEl>
                                          <p:spTgt spid="175"/>
                                        </p:tgtEl>
                                        <p:attrNameLst>
                                          <p:attrName>ppt_h</p:attrName>
                                        </p:attrNameLst>
                                      </p:cBhvr>
                                      <p:tavLst>
                                        <p:tav tm="0">
                                          <p:val>
                                            <p:fltVal val="0"/>
                                          </p:val>
                                        </p:tav>
                                        <p:tav tm="100000">
                                          <p:val>
                                            <p:strVal val="#ppt_h"/>
                                          </p:val>
                                        </p:tav>
                                      </p:tavLst>
                                    </p:anim>
                                    <p:animEffect transition="in" filter="fade">
                                      <p:cBhvr>
                                        <p:cTn id="71" dur="500"/>
                                        <p:tgtEl>
                                          <p:spTgt spid="175"/>
                                        </p:tgtEl>
                                      </p:cBhvr>
                                    </p:animEffect>
                                  </p:childTnLst>
                                </p:cTn>
                              </p:par>
                              <p:par>
                                <p:cTn id="72" presetID="53" presetClass="entr" presetSubtype="16" fill="hold" grpId="0" nodeType="withEffect">
                                  <p:stCondLst>
                                    <p:cond delay="0"/>
                                  </p:stCondLst>
                                  <p:childTnLst>
                                    <p:set>
                                      <p:cBhvr>
                                        <p:cTn id="73" dur="1" fill="hold">
                                          <p:stCondLst>
                                            <p:cond delay="0"/>
                                          </p:stCondLst>
                                        </p:cTn>
                                        <p:tgtEl>
                                          <p:spTgt spid="176"/>
                                        </p:tgtEl>
                                        <p:attrNameLst>
                                          <p:attrName>style.visibility</p:attrName>
                                        </p:attrNameLst>
                                      </p:cBhvr>
                                      <p:to>
                                        <p:strVal val="visible"/>
                                      </p:to>
                                    </p:set>
                                    <p:anim calcmode="lin" valueType="num">
                                      <p:cBhvr>
                                        <p:cTn id="74" dur="500" fill="hold"/>
                                        <p:tgtEl>
                                          <p:spTgt spid="176"/>
                                        </p:tgtEl>
                                        <p:attrNameLst>
                                          <p:attrName>ppt_w</p:attrName>
                                        </p:attrNameLst>
                                      </p:cBhvr>
                                      <p:tavLst>
                                        <p:tav tm="0">
                                          <p:val>
                                            <p:fltVal val="0"/>
                                          </p:val>
                                        </p:tav>
                                        <p:tav tm="100000">
                                          <p:val>
                                            <p:strVal val="#ppt_w"/>
                                          </p:val>
                                        </p:tav>
                                      </p:tavLst>
                                    </p:anim>
                                    <p:anim calcmode="lin" valueType="num">
                                      <p:cBhvr>
                                        <p:cTn id="75" dur="500" fill="hold"/>
                                        <p:tgtEl>
                                          <p:spTgt spid="176"/>
                                        </p:tgtEl>
                                        <p:attrNameLst>
                                          <p:attrName>ppt_h</p:attrName>
                                        </p:attrNameLst>
                                      </p:cBhvr>
                                      <p:tavLst>
                                        <p:tav tm="0">
                                          <p:val>
                                            <p:fltVal val="0"/>
                                          </p:val>
                                        </p:tav>
                                        <p:tav tm="100000">
                                          <p:val>
                                            <p:strVal val="#ppt_h"/>
                                          </p:val>
                                        </p:tav>
                                      </p:tavLst>
                                    </p:anim>
                                    <p:animEffect transition="in" filter="fade">
                                      <p:cBhvr>
                                        <p:cTn id="76" dur="500"/>
                                        <p:tgtEl>
                                          <p:spTgt spid="176"/>
                                        </p:tgtEl>
                                      </p:cBhvr>
                                    </p:animEffect>
                                  </p:childTnLst>
                                </p:cTn>
                              </p:par>
                              <p:par>
                                <p:cTn id="77" presetID="53" presetClass="entr" presetSubtype="16" fill="hold" grpId="0" nodeType="withEffect">
                                  <p:stCondLst>
                                    <p:cond delay="0"/>
                                  </p:stCondLst>
                                  <p:childTnLst>
                                    <p:set>
                                      <p:cBhvr>
                                        <p:cTn id="78" dur="1" fill="hold">
                                          <p:stCondLst>
                                            <p:cond delay="0"/>
                                          </p:stCondLst>
                                        </p:cTn>
                                        <p:tgtEl>
                                          <p:spTgt spid="177"/>
                                        </p:tgtEl>
                                        <p:attrNameLst>
                                          <p:attrName>style.visibility</p:attrName>
                                        </p:attrNameLst>
                                      </p:cBhvr>
                                      <p:to>
                                        <p:strVal val="visible"/>
                                      </p:to>
                                    </p:set>
                                    <p:anim calcmode="lin" valueType="num">
                                      <p:cBhvr>
                                        <p:cTn id="79" dur="500" fill="hold"/>
                                        <p:tgtEl>
                                          <p:spTgt spid="177"/>
                                        </p:tgtEl>
                                        <p:attrNameLst>
                                          <p:attrName>ppt_w</p:attrName>
                                        </p:attrNameLst>
                                      </p:cBhvr>
                                      <p:tavLst>
                                        <p:tav tm="0">
                                          <p:val>
                                            <p:fltVal val="0"/>
                                          </p:val>
                                        </p:tav>
                                        <p:tav tm="100000">
                                          <p:val>
                                            <p:strVal val="#ppt_w"/>
                                          </p:val>
                                        </p:tav>
                                      </p:tavLst>
                                    </p:anim>
                                    <p:anim calcmode="lin" valueType="num">
                                      <p:cBhvr>
                                        <p:cTn id="80" dur="500" fill="hold"/>
                                        <p:tgtEl>
                                          <p:spTgt spid="177"/>
                                        </p:tgtEl>
                                        <p:attrNameLst>
                                          <p:attrName>ppt_h</p:attrName>
                                        </p:attrNameLst>
                                      </p:cBhvr>
                                      <p:tavLst>
                                        <p:tav tm="0">
                                          <p:val>
                                            <p:fltVal val="0"/>
                                          </p:val>
                                        </p:tav>
                                        <p:tav tm="100000">
                                          <p:val>
                                            <p:strVal val="#ppt_h"/>
                                          </p:val>
                                        </p:tav>
                                      </p:tavLst>
                                    </p:anim>
                                    <p:animEffect transition="in" filter="fade">
                                      <p:cBhvr>
                                        <p:cTn id="81" dur="500"/>
                                        <p:tgtEl>
                                          <p:spTgt spid="177"/>
                                        </p:tgtEl>
                                      </p:cBhvr>
                                    </p:animEffect>
                                  </p:childTnLst>
                                </p:cTn>
                              </p:par>
                              <p:par>
                                <p:cTn id="82" presetID="53" presetClass="entr" presetSubtype="16" fill="hold" grpId="0" nodeType="withEffect">
                                  <p:stCondLst>
                                    <p:cond delay="0"/>
                                  </p:stCondLst>
                                  <p:childTnLst>
                                    <p:set>
                                      <p:cBhvr>
                                        <p:cTn id="83" dur="1" fill="hold">
                                          <p:stCondLst>
                                            <p:cond delay="0"/>
                                          </p:stCondLst>
                                        </p:cTn>
                                        <p:tgtEl>
                                          <p:spTgt spid="178"/>
                                        </p:tgtEl>
                                        <p:attrNameLst>
                                          <p:attrName>style.visibility</p:attrName>
                                        </p:attrNameLst>
                                      </p:cBhvr>
                                      <p:to>
                                        <p:strVal val="visible"/>
                                      </p:to>
                                    </p:set>
                                    <p:anim calcmode="lin" valueType="num">
                                      <p:cBhvr>
                                        <p:cTn id="84" dur="500" fill="hold"/>
                                        <p:tgtEl>
                                          <p:spTgt spid="178"/>
                                        </p:tgtEl>
                                        <p:attrNameLst>
                                          <p:attrName>ppt_w</p:attrName>
                                        </p:attrNameLst>
                                      </p:cBhvr>
                                      <p:tavLst>
                                        <p:tav tm="0">
                                          <p:val>
                                            <p:fltVal val="0"/>
                                          </p:val>
                                        </p:tav>
                                        <p:tav tm="100000">
                                          <p:val>
                                            <p:strVal val="#ppt_w"/>
                                          </p:val>
                                        </p:tav>
                                      </p:tavLst>
                                    </p:anim>
                                    <p:anim calcmode="lin" valueType="num">
                                      <p:cBhvr>
                                        <p:cTn id="85" dur="500" fill="hold"/>
                                        <p:tgtEl>
                                          <p:spTgt spid="178"/>
                                        </p:tgtEl>
                                        <p:attrNameLst>
                                          <p:attrName>ppt_h</p:attrName>
                                        </p:attrNameLst>
                                      </p:cBhvr>
                                      <p:tavLst>
                                        <p:tav tm="0">
                                          <p:val>
                                            <p:fltVal val="0"/>
                                          </p:val>
                                        </p:tav>
                                        <p:tav tm="100000">
                                          <p:val>
                                            <p:strVal val="#ppt_h"/>
                                          </p:val>
                                        </p:tav>
                                      </p:tavLst>
                                    </p:anim>
                                    <p:animEffect transition="in" filter="fade">
                                      <p:cBhvr>
                                        <p:cTn id="86" dur="500"/>
                                        <p:tgtEl>
                                          <p:spTgt spid="178"/>
                                        </p:tgtEl>
                                      </p:cBhvr>
                                    </p:animEffect>
                                  </p:childTnLst>
                                </p:cTn>
                              </p:par>
                              <p:par>
                                <p:cTn id="87" presetID="53" presetClass="entr" presetSubtype="16" fill="hold" grpId="0" nodeType="withEffect">
                                  <p:stCondLst>
                                    <p:cond delay="0"/>
                                  </p:stCondLst>
                                  <p:childTnLst>
                                    <p:set>
                                      <p:cBhvr>
                                        <p:cTn id="88" dur="1" fill="hold">
                                          <p:stCondLst>
                                            <p:cond delay="0"/>
                                          </p:stCondLst>
                                        </p:cTn>
                                        <p:tgtEl>
                                          <p:spTgt spid="179"/>
                                        </p:tgtEl>
                                        <p:attrNameLst>
                                          <p:attrName>style.visibility</p:attrName>
                                        </p:attrNameLst>
                                      </p:cBhvr>
                                      <p:to>
                                        <p:strVal val="visible"/>
                                      </p:to>
                                    </p:set>
                                    <p:anim calcmode="lin" valueType="num">
                                      <p:cBhvr>
                                        <p:cTn id="89" dur="500" fill="hold"/>
                                        <p:tgtEl>
                                          <p:spTgt spid="179"/>
                                        </p:tgtEl>
                                        <p:attrNameLst>
                                          <p:attrName>ppt_w</p:attrName>
                                        </p:attrNameLst>
                                      </p:cBhvr>
                                      <p:tavLst>
                                        <p:tav tm="0">
                                          <p:val>
                                            <p:fltVal val="0"/>
                                          </p:val>
                                        </p:tav>
                                        <p:tav tm="100000">
                                          <p:val>
                                            <p:strVal val="#ppt_w"/>
                                          </p:val>
                                        </p:tav>
                                      </p:tavLst>
                                    </p:anim>
                                    <p:anim calcmode="lin" valueType="num">
                                      <p:cBhvr>
                                        <p:cTn id="90" dur="500" fill="hold"/>
                                        <p:tgtEl>
                                          <p:spTgt spid="179"/>
                                        </p:tgtEl>
                                        <p:attrNameLst>
                                          <p:attrName>ppt_h</p:attrName>
                                        </p:attrNameLst>
                                      </p:cBhvr>
                                      <p:tavLst>
                                        <p:tav tm="0">
                                          <p:val>
                                            <p:fltVal val="0"/>
                                          </p:val>
                                        </p:tav>
                                        <p:tav tm="100000">
                                          <p:val>
                                            <p:strVal val="#ppt_h"/>
                                          </p:val>
                                        </p:tav>
                                      </p:tavLst>
                                    </p:anim>
                                    <p:animEffect transition="in" filter="fade">
                                      <p:cBhvr>
                                        <p:cTn id="91" dur="500"/>
                                        <p:tgtEl>
                                          <p:spTgt spid="179"/>
                                        </p:tgtEl>
                                      </p:cBhvr>
                                    </p:animEffect>
                                  </p:childTnLst>
                                </p:cTn>
                              </p:par>
                              <p:par>
                                <p:cTn id="92" presetID="53" presetClass="entr" presetSubtype="16" fill="hold" grpId="0" nodeType="withEffect">
                                  <p:stCondLst>
                                    <p:cond delay="0"/>
                                  </p:stCondLst>
                                  <p:childTnLst>
                                    <p:set>
                                      <p:cBhvr>
                                        <p:cTn id="93" dur="1" fill="hold">
                                          <p:stCondLst>
                                            <p:cond delay="0"/>
                                          </p:stCondLst>
                                        </p:cTn>
                                        <p:tgtEl>
                                          <p:spTgt spid="180"/>
                                        </p:tgtEl>
                                        <p:attrNameLst>
                                          <p:attrName>style.visibility</p:attrName>
                                        </p:attrNameLst>
                                      </p:cBhvr>
                                      <p:to>
                                        <p:strVal val="visible"/>
                                      </p:to>
                                    </p:set>
                                    <p:anim calcmode="lin" valueType="num">
                                      <p:cBhvr>
                                        <p:cTn id="94" dur="500" fill="hold"/>
                                        <p:tgtEl>
                                          <p:spTgt spid="180"/>
                                        </p:tgtEl>
                                        <p:attrNameLst>
                                          <p:attrName>ppt_w</p:attrName>
                                        </p:attrNameLst>
                                      </p:cBhvr>
                                      <p:tavLst>
                                        <p:tav tm="0">
                                          <p:val>
                                            <p:fltVal val="0"/>
                                          </p:val>
                                        </p:tav>
                                        <p:tav tm="100000">
                                          <p:val>
                                            <p:strVal val="#ppt_w"/>
                                          </p:val>
                                        </p:tav>
                                      </p:tavLst>
                                    </p:anim>
                                    <p:anim calcmode="lin" valueType="num">
                                      <p:cBhvr>
                                        <p:cTn id="95" dur="500" fill="hold"/>
                                        <p:tgtEl>
                                          <p:spTgt spid="180"/>
                                        </p:tgtEl>
                                        <p:attrNameLst>
                                          <p:attrName>ppt_h</p:attrName>
                                        </p:attrNameLst>
                                      </p:cBhvr>
                                      <p:tavLst>
                                        <p:tav tm="0">
                                          <p:val>
                                            <p:fltVal val="0"/>
                                          </p:val>
                                        </p:tav>
                                        <p:tav tm="100000">
                                          <p:val>
                                            <p:strVal val="#ppt_h"/>
                                          </p:val>
                                        </p:tav>
                                      </p:tavLst>
                                    </p:anim>
                                    <p:animEffect transition="in" filter="fade">
                                      <p:cBhvr>
                                        <p:cTn id="96" dur="500"/>
                                        <p:tgtEl>
                                          <p:spTgt spid="180"/>
                                        </p:tgtEl>
                                      </p:cBhvr>
                                    </p:animEffect>
                                  </p:childTnLst>
                                </p:cTn>
                              </p:par>
                              <p:par>
                                <p:cTn id="97" presetID="53" presetClass="entr" presetSubtype="16" fill="hold" nodeType="withEffect">
                                  <p:stCondLst>
                                    <p:cond delay="0"/>
                                  </p:stCondLst>
                                  <p:childTnLst>
                                    <p:set>
                                      <p:cBhvr>
                                        <p:cTn id="98" dur="1" fill="hold">
                                          <p:stCondLst>
                                            <p:cond delay="0"/>
                                          </p:stCondLst>
                                        </p:cTn>
                                        <p:tgtEl>
                                          <p:spTgt spid="181"/>
                                        </p:tgtEl>
                                        <p:attrNameLst>
                                          <p:attrName>style.visibility</p:attrName>
                                        </p:attrNameLst>
                                      </p:cBhvr>
                                      <p:to>
                                        <p:strVal val="visible"/>
                                      </p:to>
                                    </p:set>
                                    <p:anim calcmode="lin" valueType="num">
                                      <p:cBhvr>
                                        <p:cTn id="99" dur="500" fill="hold"/>
                                        <p:tgtEl>
                                          <p:spTgt spid="181"/>
                                        </p:tgtEl>
                                        <p:attrNameLst>
                                          <p:attrName>ppt_w</p:attrName>
                                        </p:attrNameLst>
                                      </p:cBhvr>
                                      <p:tavLst>
                                        <p:tav tm="0">
                                          <p:val>
                                            <p:fltVal val="0"/>
                                          </p:val>
                                        </p:tav>
                                        <p:tav tm="100000">
                                          <p:val>
                                            <p:strVal val="#ppt_w"/>
                                          </p:val>
                                        </p:tav>
                                      </p:tavLst>
                                    </p:anim>
                                    <p:anim calcmode="lin" valueType="num">
                                      <p:cBhvr>
                                        <p:cTn id="100" dur="500" fill="hold"/>
                                        <p:tgtEl>
                                          <p:spTgt spid="181"/>
                                        </p:tgtEl>
                                        <p:attrNameLst>
                                          <p:attrName>ppt_h</p:attrName>
                                        </p:attrNameLst>
                                      </p:cBhvr>
                                      <p:tavLst>
                                        <p:tav tm="0">
                                          <p:val>
                                            <p:fltVal val="0"/>
                                          </p:val>
                                        </p:tav>
                                        <p:tav tm="100000">
                                          <p:val>
                                            <p:strVal val="#ppt_h"/>
                                          </p:val>
                                        </p:tav>
                                      </p:tavLst>
                                    </p:anim>
                                    <p:animEffect transition="in" filter="fade">
                                      <p:cBhvr>
                                        <p:cTn id="101" dur="500"/>
                                        <p:tgtEl>
                                          <p:spTgt spid="181"/>
                                        </p:tgtEl>
                                      </p:cBhvr>
                                    </p:animEffect>
                                  </p:childTnLst>
                                </p:cTn>
                              </p:par>
                              <p:par>
                                <p:cTn id="102" presetID="53" presetClass="entr" presetSubtype="16" fill="hold" grpId="0" nodeType="withEffect">
                                  <p:stCondLst>
                                    <p:cond delay="0"/>
                                  </p:stCondLst>
                                  <p:childTnLst>
                                    <p:set>
                                      <p:cBhvr>
                                        <p:cTn id="103" dur="1" fill="hold">
                                          <p:stCondLst>
                                            <p:cond delay="0"/>
                                          </p:stCondLst>
                                        </p:cTn>
                                        <p:tgtEl>
                                          <p:spTgt spid="184"/>
                                        </p:tgtEl>
                                        <p:attrNameLst>
                                          <p:attrName>style.visibility</p:attrName>
                                        </p:attrNameLst>
                                      </p:cBhvr>
                                      <p:to>
                                        <p:strVal val="visible"/>
                                      </p:to>
                                    </p:set>
                                    <p:anim calcmode="lin" valueType="num">
                                      <p:cBhvr>
                                        <p:cTn id="104" dur="500" fill="hold"/>
                                        <p:tgtEl>
                                          <p:spTgt spid="184"/>
                                        </p:tgtEl>
                                        <p:attrNameLst>
                                          <p:attrName>ppt_w</p:attrName>
                                        </p:attrNameLst>
                                      </p:cBhvr>
                                      <p:tavLst>
                                        <p:tav tm="0">
                                          <p:val>
                                            <p:fltVal val="0"/>
                                          </p:val>
                                        </p:tav>
                                        <p:tav tm="100000">
                                          <p:val>
                                            <p:strVal val="#ppt_w"/>
                                          </p:val>
                                        </p:tav>
                                      </p:tavLst>
                                    </p:anim>
                                    <p:anim calcmode="lin" valueType="num">
                                      <p:cBhvr>
                                        <p:cTn id="105" dur="500" fill="hold"/>
                                        <p:tgtEl>
                                          <p:spTgt spid="184"/>
                                        </p:tgtEl>
                                        <p:attrNameLst>
                                          <p:attrName>ppt_h</p:attrName>
                                        </p:attrNameLst>
                                      </p:cBhvr>
                                      <p:tavLst>
                                        <p:tav tm="0">
                                          <p:val>
                                            <p:fltVal val="0"/>
                                          </p:val>
                                        </p:tav>
                                        <p:tav tm="100000">
                                          <p:val>
                                            <p:strVal val="#ppt_h"/>
                                          </p:val>
                                        </p:tav>
                                      </p:tavLst>
                                    </p:anim>
                                    <p:animEffect transition="in" filter="fade">
                                      <p:cBhvr>
                                        <p:cTn id="106" dur="500"/>
                                        <p:tgtEl>
                                          <p:spTgt spid="184"/>
                                        </p:tgtEl>
                                      </p:cBhvr>
                                    </p:animEffect>
                                  </p:childTnLst>
                                </p:cTn>
                              </p:par>
                              <p:par>
                                <p:cTn id="107" presetID="53" presetClass="entr" presetSubtype="16" fill="hold" nodeType="withEffect">
                                  <p:stCondLst>
                                    <p:cond delay="0"/>
                                  </p:stCondLst>
                                  <p:childTnLst>
                                    <p:set>
                                      <p:cBhvr>
                                        <p:cTn id="108" dur="1" fill="hold">
                                          <p:stCondLst>
                                            <p:cond delay="0"/>
                                          </p:stCondLst>
                                        </p:cTn>
                                        <p:tgtEl>
                                          <p:spTgt spid="185"/>
                                        </p:tgtEl>
                                        <p:attrNameLst>
                                          <p:attrName>style.visibility</p:attrName>
                                        </p:attrNameLst>
                                      </p:cBhvr>
                                      <p:to>
                                        <p:strVal val="visible"/>
                                      </p:to>
                                    </p:set>
                                    <p:anim calcmode="lin" valueType="num">
                                      <p:cBhvr>
                                        <p:cTn id="109" dur="500" fill="hold"/>
                                        <p:tgtEl>
                                          <p:spTgt spid="185"/>
                                        </p:tgtEl>
                                        <p:attrNameLst>
                                          <p:attrName>ppt_w</p:attrName>
                                        </p:attrNameLst>
                                      </p:cBhvr>
                                      <p:tavLst>
                                        <p:tav tm="0">
                                          <p:val>
                                            <p:fltVal val="0"/>
                                          </p:val>
                                        </p:tav>
                                        <p:tav tm="100000">
                                          <p:val>
                                            <p:strVal val="#ppt_w"/>
                                          </p:val>
                                        </p:tav>
                                      </p:tavLst>
                                    </p:anim>
                                    <p:anim calcmode="lin" valueType="num">
                                      <p:cBhvr>
                                        <p:cTn id="110" dur="500" fill="hold"/>
                                        <p:tgtEl>
                                          <p:spTgt spid="185"/>
                                        </p:tgtEl>
                                        <p:attrNameLst>
                                          <p:attrName>ppt_h</p:attrName>
                                        </p:attrNameLst>
                                      </p:cBhvr>
                                      <p:tavLst>
                                        <p:tav tm="0">
                                          <p:val>
                                            <p:fltVal val="0"/>
                                          </p:val>
                                        </p:tav>
                                        <p:tav tm="100000">
                                          <p:val>
                                            <p:strVal val="#ppt_h"/>
                                          </p:val>
                                        </p:tav>
                                      </p:tavLst>
                                    </p:anim>
                                    <p:animEffect transition="in" filter="fade">
                                      <p:cBhvr>
                                        <p:cTn id="111" dur="500"/>
                                        <p:tgtEl>
                                          <p:spTgt spid="185"/>
                                        </p:tgtEl>
                                      </p:cBhvr>
                                    </p:animEffect>
                                  </p:childTnLst>
                                </p:cTn>
                              </p:par>
                              <p:par>
                                <p:cTn id="112" presetID="53" presetClass="entr" presetSubtype="16" fill="hold" grpId="0" nodeType="withEffect">
                                  <p:stCondLst>
                                    <p:cond delay="0"/>
                                  </p:stCondLst>
                                  <p:childTnLst>
                                    <p:set>
                                      <p:cBhvr>
                                        <p:cTn id="113" dur="1" fill="hold">
                                          <p:stCondLst>
                                            <p:cond delay="0"/>
                                          </p:stCondLst>
                                        </p:cTn>
                                        <p:tgtEl>
                                          <p:spTgt spid="188"/>
                                        </p:tgtEl>
                                        <p:attrNameLst>
                                          <p:attrName>style.visibility</p:attrName>
                                        </p:attrNameLst>
                                      </p:cBhvr>
                                      <p:to>
                                        <p:strVal val="visible"/>
                                      </p:to>
                                    </p:set>
                                    <p:anim calcmode="lin" valueType="num">
                                      <p:cBhvr>
                                        <p:cTn id="114" dur="500" fill="hold"/>
                                        <p:tgtEl>
                                          <p:spTgt spid="188"/>
                                        </p:tgtEl>
                                        <p:attrNameLst>
                                          <p:attrName>ppt_w</p:attrName>
                                        </p:attrNameLst>
                                      </p:cBhvr>
                                      <p:tavLst>
                                        <p:tav tm="0">
                                          <p:val>
                                            <p:fltVal val="0"/>
                                          </p:val>
                                        </p:tav>
                                        <p:tav tm="100000">
                                          <p:val>
                                            <p:strVal val="#ppt_w"/>
                                          </p:val>
                                        </p:tav>
                                      </p:tavLst>
                                    </p:anim>
                                    <p:anim calcmode="lin" valueType="num">
                                      <p:cBhvr>
                                        <p:cTn id="115" dur="500" fill="hold"/>
                                        <p:tgtEl>
                                          <p:spTgt spid="188"/>
                                        </p:tgtEl>
                                        <p:attrNameLst>
                                          <p:attrName>ppt_h</p:attrName>
                                        </p:attrNameLst>
                                      </p:cBhvr>
                                      <p:tavLst>
                                        <p:tav tm="0">
                                          <p:val>
                                            <p:fltVal val="0"/>
                                          </p:val>
                                        </p:tav>
                                        <p:tav tm="100000">
                                          <p:val>
                                            <p:strVal val="#ppt_h"/>
                                          </p:val>
                                        </p:tav>
                                      </p:tavLst>
                                    </p:anim>
                                    <p:animEffect transition="in" filter="fade">
                                      <p:cBhvr>
                                        <p:cTn id="116" dur="500"/>
                                        <p:tgtEl>
                                          <p:spTgt spid="188"/>
                                        </p:tgtEl>
                                      </p:cBhvr>
                                    </p:animEffect>
                                  </p:childTnLst>
                                </p:cTn>
                              </p:par>
                              <p:par>
                                <p:cTn id="117" presetID="53" presetClass="entr" presetSubtype="16" fill="hold" grpId="0" nodeType="withEffect">
                                  <p:stCondLst>
                                    <p:cond delay="0"/>
                                  </p:stCondLst>
                                  <p:childTnLst>
                                    <p:set>
                                      <p:cBhvr>
                                        <p:cTn id="118" dur="1" fill="hold">
                                          <p:stCondLst>
                                            <p:cond delay="0"/>
                                          </p:stCondLst>
                                        </p:cTn>
                                        <p:tgtEl>
                                          <p:spTgt spid="189"/>
                                        </p:tgtEl>
                                        <p:attrNameLst>
                                          <p:attrName>style.visibility</p:attrName>
                                        </p:attrNameLst>
                                      </p:cBhvr>
                                      <p:to>
                                        <p:strVal val="visible"/>
                                      </p:to>
                                    </p:set>
                                    <p:anim calcmode="lin" valueType="num">
                                      <p:cBhvr>
                                        <p:cTn id="119" dur="500" fill="hold"/>
                                        <p:tgtEl>
                                          <p:spTgt spid="189"/>
                                        </p:tgtEl>
                                        <p:attrNameLst>
                                          <p:attrName>ppt_w</p:attrName>
                                        </p:attrNameLst>
                                      </p:cBhvr>
                                      <p:tavLst>
                                        <p:tav tm="0">
                                          <p:val>
                                            <p:fltVal val="0"/>
                                          </p:val>
                                        </p:tav>
                                        <p:tav tm="100000">
                                          <p:val>
                                            <p:strVal val="#ppt_w"/>
                                          </p:val>
                                        </p:tav>
                                      </p:tavLst>
                                    </p:anim>
                                    <p:anim calcmode="lin" valueType="num">
                                      <p:cBhvr>
                                        <p:cTn id="120" dur="500" fill="hold"/>
                                        <p:tgtEl>
                                          <p:spTgt spid="189"/>
                                        </p:tgtEl>
                                        <p:attrNameLst>
                                          <p:attrName>ppt_h</p:attrName>
                                        </p:attrNameLst>
                                      </p:cBhvr>
                                      <p:tavLst>
                                        <p:tav tm="0">
                                          <p:val>
                                            <p:fltVal val="0"/>
                                          </p:val>
                                        </p:tav>
                                        <p:tav tm="100000">
                                          <p:val>
                                            <p:strVal val="#ppt_h"/>
                                          </p:val>
                                        </p:tav>
                                      </p:tavLst>
                                    </p:anim>
                                    <p:animEffect transition="in" filter="fade">
                                      <p:cBhvr>
                                        <p:cTn id="121" dur="500"/>
                                        <p:tgtEl>
                                          <p:spTgt spid="1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5" grpId="0"/>
      <p:bldP spid="116" grpId="0"/>
      <p:bldP spid="173" grpId="0" animBg="1"/>
      <p:bldP spid="174" grpId="0" animBg="1"/>
      <p:bldP spid="174" grpId="1" animBg="1"/>
      <p:bldP spid="175" grpId="0" animBg="1"/>
      <p:bldP spid="176" grpId="0" animBg="1"/>
      <p:bldP spid="177" grpId="0" animBg="1"/>
      <p:bldP spid="178" grpId="0" animBg="1"/>
      <p:bldP spid="179" grpId="0" animBg="1"/>
      <p:bldP spid="180" grpId="0" animBg="1"/>
      <p:bldP spid="184" grpId="0" animBg="1"/>
      <p:bldP spid="188" grpId="0" animBg="1"/>
      <p:bldP spid="18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769876" y="189165"/>
            <a:ext cx="2622658" cy="483235"/>
          </a:xfrm>
          <a:prstGeom prst="rect">
            <a:avLst/>
          </a:prstGeom>
          <a:noFill/>
        </p:spPr>
        <p:txBody>
          <a:bodyPr wrap="square" rtlCol="0">
            <a:spAutoFit/>
          </a:bodyPr>
          <a:lstStyle/>
          <a:p>
            <a:pPr algn="ctr"/>
            <a:r>
              <a:rPr lang="zh-CN" altLang="en-US" sz="2400" b="1" dirty="0">
                <a:solidFill>
                  <a:schemeClr val="tx1">
                    <a:lumMod val="75000"/>
                    <a:lumOff val="25000"/>
                  </a:schemeClr>
                </a:solidFill>
                <a:latin typeface="微软雅黑" panose="020B0503020204020204" charset="-122"/>
                <a:ea typeface="微软雅黑" panose="020B0503020204020204" charset="-122"/>
              </a:rPr>
              <a:t>单击此处添加标题</a:t>
            </a:r>
          </a:p>
        </p:txBody>
      </p:sp>
      <p:cxnSp>
        <p:nvCxnSpPr>
          <p:cNvPr id="6" name="直接连接符 5"/>
          <p:cNvCxnSpPr/>
          <p:nvPr/>
        </p:nvCxnSpPr>
        <p:spPr>
          <a:xfrm>
            <a:off x="7392534" y="477150"/>
            <a:ext cx="4463773"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36892" y="481504"/>
            <a:ext cx="439177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3" name="Group 1"/>
          <p:cNvGrpSpPr/>
          <p:nvPr/>
        </p:nvGrpSpPr>
        <p:grpSpPr>
          <a:xfrm>
            <a:off x="4021100" y="1077134"/>
            <a:ext cx="1653360" cy="2522592"/>
            <a:chOff x="5048467" y="4578218"/>
            <a:chExt cx="2858796" cy="4361770"/>
          </a:xfrm>
        </p:grpSpPr>
        <p:sp>
          <p:nvSpPr>
            <p:cNvPr id="20" name="Freeform 59"/>
            <p:cNvSpPr>
              <a:spLocks noChangeArrowheads="1"/>
            </p:cNvSpPr>
            <p:nvPr/>
          </p:nvSpPr>
          <p:spPr bwMode="auto">
            <a:xfrm>
              <a:off x="5048467" y="5747916"/>
              <a:ext cx="2858796" cy="3192072"/>
            </a:xfrm>
            <a:custGeom>
              <a:avLst/>
              <a:gdLst>
                <a:gd name="G0" fmla="+- 1 0 0"/>
                <a:gd name="G1" fmla="+- 1 0 0"/>
                <a:gd name="G2" fmla="+- 1 0 0"/>
                <a:gd name="G3" fmla="+- 1 0 0"/>
                <a:gd name="G4" fmla="+- 1 0 0"/>
                <a:gd name="G5" fmla="+- 1 0 0"/>
                <a:gd name="G6" fmla="+- 2509 0 0"/>
                <a:gd name="G7" fmla="+- 2408 0 0"/>
                <a:gd name="G8" fmla="+- 2313 0 0"/>
                <a:gd name="G9" fmla="+- 1 0 0"/>
                <a:gd name="G10" fmla="+- 1 0 0"/>
                <a:gd name="G11" fmla="+- 1 0 0"/>
                <a:gd name="G12" fmla="+- 1 0 0"/>
                <a:gd name="G13" fmla="+- 1 0 0"/>
                <a:gd name="G14" fmla="+- 1 0 0"/>
                <a:gd name="G15" fmla="+- 1 0 0"/>
                <a:gd name="G16" fmla="+- 1 0 0"/>
                <a:gd name="G17" fmla="+- 1 0 0"/>
                <a:gd name="G18" fmla="+- 1 0 0"/>
                <a:gd name="G19" fmla="+- 1 0 0"/>
                <a:gd name="G20" fmla="+- 1 0 0"/>
                <a:gd name="G21" fmla="+- 1 0 0"/>
                <a:gd name="G22" fmla="+- 1 0 0"/>
                <a:gd name="G23" fmla="+- 1 0 0"/>
                <a:gd name="G24" fmla="+- 1 0 0"/>
                <a:gd name="G25" fmla="+- 1 0 0"/>
                <a:gd name="G26" fmla="+- 1 0 0"/>
                <a:gd name="G27" fmla="+- 1 0 0"/>
                <a:gd name="G28" fmla="+- 1 0 0"/>
                <a:gd name="G29" fmla="+- 1 0 0"/>
                <a:gd name="G30" fmla="+- 1 0 0"/>
                <a:gd name="G31" fmla="+- 1 0 0"/>
                <a:gd name="G32" fmla="+- 1 0 0"/>
                <a:gd name="G33" fmla="+- 1 0 0"/>
                <a:gd name="G34" fmla="+- 1 0 0"/>
                <a:gd name="G35" fmla="+- 1 0 0"/>
                <a:gd name="G36" fmla="+- 1 0 0"/>
                <a:gd name="G37" fmla="+- 1 0 0"/>
                <a:gd name="G38" fmla="+- 1 0 0"/>
                <a:gd name="G39" fmla="+- 1 0 0"/>
                <a:gd name="G40" fmla="+- 1 0 0"/>
                <a:gd name="G41" fmla="+- 1 0 0"/>
                <a:gd name="G42" fmla="+- 1 0 0"/>
                <a:gd name="G43" fmla="+- 1 0 0"/>
                <a:gd name="G44" fmla="+- 1 0 0"/>
                <a:gd name="G45" fmla="+- 1 0 0"/>
                <a:gd name="G46" fmla="+- 1 0 0"/>
                <a:gd name="G47" fmla="+- 1 0 0"/>
                <a:gd name="G48" fmla="+- 1 0 0"/>
                <a:gd name="G49" fmla="+- 1 0 0"/>
                <a:gd name="G50" fmla="+- 1 0 0"/>
                <a:gd name="G51" fmla="+- 1 0 0"/>
                <a:gd name="G52" fmla="+- 1 0 0"/>
                <a:gd name="G53" fmla="+- 1 0 0"/>
                <a:gd name="G54" fmla="+- 1 0 0"/>
                <a:gd name="G55" fmla="+- 1 0 0"/>
                <a:gd name="G56" fmla="+- 1 0 0"/>
                <a:gd name="G57" fmla="*/ 1 0 0"/>
                <a:gd name="T0" fmla="*/ 2315 256 1"/>
                <a:gd name="T1" fmla="*/ 0 256 1"/>
                <a:gd name="G58" fmla="+- 0 T0 T1"/>
                <a:gd name="G59" fmla="sin G57 G58"/>
                <a:gd name="G60" fmla="*/ 1 0 0"/>
                <a:gd name="T2" fmla="*/ 2410 256 1"/>
                <a:gd name="T3" fmla="*/ 0 256 1"/>
                <a:gd name="G61" fmla="+- 0 T2 T3"/>
                <a:gd name="G62" fmla="sin G60 G61"/>
                <a:gd name="G63" fmla="*/ 1 0 0"/>
                <a:gd name="T4" fmla="*/ 2511 256 1"/>
                <a:gd name="T5" fmla="*/ 0 256 1"/>
                <a:gd name="G64" fmla="+- 0 T4 T5"/>
                <a:gd name="G65" fmla="sin G63 G64"/>
                <a:gd name="G66" fmla="+- 1 0 0"/>
                <a:gd name="G67" fmla="+- 1 0 0"/>
                <a:gd name="T6" fmla="*/ 471 w 2314"/>
                <a:gd name="T7" fmla="*/ 585 h 2586"/>
                <a:gd name="T8" fmla="*/ 471 w 2314"/>
                <a:gd name="T9" fmla="*/ 585 h 2586"/>
                <a:gd name="T10" fmla="*/ 53 w 2314"/>
                <a:gd name="T11" fmla="*/ 584 h 2586"/>
                <a:gd name="T12" fmla="*/ 0 w 2314"/>
                <a:gd name="T13" fmla="*/ 545 h 2586"/>
                <a:gd name="T14" fmla="*/ 11 w 2314"/>
                <a:gd name="T15" fmla="*/ 507 h 2586"/>
                <a:gd name="T16" fmla="*/ 183 w 2314"/>
                <a:gd name="T17" fmla="*/ 224 h 2586"/>
                <a:gd name="T18" fmla="*/ 183 w 2314"/>
                <a:gd name="T19" fmla="*/ 40 h 2586"/>
                <a:gd name="T20" fmla="*/ 165 w 2314"/>
                <a:gd name="T21" fmla="*/ 7 h 2586"/>
                <a:gd name="T22" fmla="*/ 178 w 2314"/>
                <a:gd name="T23" fmla="*/ 1 h 2586"/>
                <a:gd name="T24" fmla="*/ 180 w 2314"/>
                <a:gd name="T25" fmla="*/ 1 h 2586"/>
                <a:gd name="T26" fmla="*/ 188 w 2314"/>
                <a:gd name="T27" fmla="*/ 0 h 2586"/>
                <a:gd name="T28" fmla="*/ 199 w 2314"/>
                <a:gd name="T29" fmla="*/ 1 h 2586"/>
                <a:gd name="T30" fmla="*/ 327 w 2314"/>
                <a:gd name="T31" fmla="*/ 1 h 2586"/>
                <a:gd name="T32" fmla="*/ 338 w 2314"/>
                <a:gd name="T33" fmla="*/ 0 h 2586"/>
                <a:gd name="T34" fmla="*/ 345 w 2314"/>
                <a:gd name="T35" fmla="*/ 1 h 2586"/>
                <a:gd name="T36" fmla="*/ 347 w 2314"/>
                <a:gd name="T37" fmla="*/ 1 h 2586"/>
                <a:gd name="T38" fmla="*/ 361 w 2314"/>
                <a:gd name="T39" fmla="*/ 8 h 2586"/>
                <a:gd name="T40" fmla="*/ 343 w 2314"/>
                <a:gd name="T41" fmla="*/ 40 h 2586"/>
                <a:gd name="T42" fmla="*/ 342 w 2314"/>
                <a:gd name="T43" fmla="*/ 224 h 2586"/>
                <a:gd name="T44" fmla="*/ 513 w 2314"/>
                <a:gd name="T45" fmla="*/ 508 h 2586"/>
                <a:gd name="T46" fmla="*/ 524 w 2314"/>
                <a:gd name="T47" fmla="*/ 545 h 2586"/>
                <a:gd name="T48" fmla="*/ 471 w 2314"/>
                <a:gd name="T49" fmla="*/ 585 h 2586"/>
              </a:gdLst>
              <a:ahLst/>
              <a:cxnLst>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14" h="2586">
                  <a:moveTo>
                    <a:pt x="2082" y="2585"/>
                  </a:moveTo>
                  <a:lnTo>
                    <a:pt x="2082" y="2585"/>
                  </a:lnTo>
                  <a:cubicBezTo>
                    <a:pt x="232" y="2583"/>
                    <a:pt x="232" y="2583"/>
                    <a:pt x="232" y="2583"/>
                  </a:cubicBezTo>
                  <a:cubicBezTo>
                    <a:pt x="97" y="2583"/>
                    <a:pt x="0" y="2509"/>
                    <a:pt x="0" y="2408"/>
                  </a:cubicBezTo>
                  <a:cubicBezTo>
                    <a:pt x="0" y="2313"/>
                    <a:pt x="43" y="2251"/>
                    <a:pt x="49" y="2242"/>
                  </a:cubicBezTo>
                  <a:cubicBezTo>
                    <a:pt x="806" y="990"/>
                    <a:pt x="806" y="990"/>
                    <a:pt x="806" y="990"/>
                  </a:cubicBezTo>
                  <a:cubicBezTo>
                    <a:pt x="807" y="178"/>
                    <a:pt x="807" y="178"/>
                    <a:pt x="807" y="178"/>
                  </a:cubicBezTo>
                  <a:cubicBezTo>
                    <a:pt x="738" y="110"/>
                    <a:pt x="715" y="65"/>
                    <a:pt x="728" y="32"/>
                  </a:cubicBezTo>
                  <a:cubicBezTo>
                    <a:pt x="731" y="22"/>
                    <a:pt x="747" y="4"/>
                    <a:pt x="785" y="4"/>
                  </a:cubicBezTo>
                  <a:cubicBezTo>
                    <a:pt x="789" y="4"/>
                    <a:pt x="792" y="4"/>
                    <a:pt x="794" y="4"/>
                  </a:cubicBezTo>
                  <a:cubicBezTo>
                    <a:pt x="804" y="2"/>
                    <a:pt x="816" y="0"/>
                    <a:pt x="829" y="0"/>
                  </a:cubicBezTo>
                  <a:cubicBezTo>
                    <a:pt x="851" y="0"/>
                    <a:pt x="872" y="4"/>
                    <a:pt x="878" y="4"/>
                  </a:cubicBezTo>
                  <a:cubicBezTo>
                    <a:pt x="1442" y="4"/>
                    <a:pt x="1442" y="4"/>
                    <a:pt x="1442" y="4"/>
                  </a:cubicBezTo>
                  <a:cubicBezTo>
                    <a:pt x="1449" y="4"/>
                    <a:pt x="1469" y="0"/>
                    <a:pt x="1491" y="0"/>
                  </a:cubicBezTo>
                  <a:cubicBezTo>
                    <a:pt x="1505" y="0"/>
                    <a:pt x="1516" y="2"/>
                    <a:pt x="1525" y="4"/>
                  </a:cubicBezTo>
                  <a:cubicBezTo>
                    <a:pt x="1528" y="4"/>
                    <a:pt x="1532" y="4"/>
                    <a:pt x="1533" y="4"/>
                  </a:cubicBezTo>
                  <a:cubicBezTo>
                    <a:pt x="1574" y="4"/>
                    <a:pt x="1587" y="22"/>
                    <a:pt x="1592" y="34"/>
                  </a:cubicBezTo>
                  <a:cubicBezTo>
                    <a:pt x="1606" y="66"/>
                    <a:pt x="1582" y="110"/>
                    <a:pt x="1513" y="178"/>
                  </a:cubicBezTo>
                  <a:cubicBezTo>
                    <a:pt x="1511" y="990"/>
                    <a:pt x="1511" y="990"/>
                    <a:pt x="1511" y="990"/>
                  </a:cubicBezTo>
                  <a:cubicBezTo>
                    <a:pt x="2264" y="2244"/>
                    <a:pt x="2264" y="2244"/>
                    <a:pt x="2264" y="2244"/>
                  </a:cubicBezTo>
                  <a:cubicBezTo>
                    <a:pt x="2271" y="2254"/>
                    <a:pt x="2313" y="2315"/>
                    <a:pt x="2313" y="2410"/>
                  </a:cubicBezTo>
                  <a:cubicBezTo>
                    <a:pt x="2313" y="2511"/>
                    <a:pt x="2215" y="2585"/>
                    <a:pt x="2082" y="2585"/>
                  </a:cubicBezTo>
                </a:path>
              </a:pathLst>
            </a:custGeom>
            <a:solidFill>
              <a:schemeClr val="bg1">
                <a:lumMod val="85000"/>
              </a:schemeClr>
            </a:solidFill>
            <a:ln>
              <a:noFill/>
            </a:ln>
            <a:effectLst/>
          </p:spPr>
          <p:txBody>
            <a:bodyPr wrap="none" anchor="ctr"/>
            <a:lstStyle/>
            <a:p>
              <a:endParaRPr lang="en-US" sz="1800" dirty="0">
                <a:latin typeface="微软雅黑" panose="020B0503020204020204" charset="-122"/>
              </a:endParaRPr>
            </a:p>
          </p:txBody>
        </p:sp>
        <p:sp>
          <p:nvSpPr>
            <p:cNvPr id="21" name="Freeform 60"/>
            <p:cNvSpPr>
              <a:spLocks noChangeArrowheads="1"/>
            </p:cNvSpPr>
            <p:nvPr/>
          </p:nvSpPr>
          <p:spPr bwMode="auto">
            <a:xfrm>
              <a:off x="5239782" y="7251032"/>
              <a:ext cx="2503496" cy="1585104"/>
            </a:xfrm>
            <a:custGeom>
              <a:avLst/>
              <a:gdLst>
                <a:gd name="G0" fmla="+- 1 0 0"/>
                <a:gd name="G1" fmla="+- 1 0 0"/>
                <a:gd name="G2" fmla="+- 1 0 0"/>
                <a:gd name="G3" fmla="+- 1 0 0"/>
                <a:gd name="G4" fmla="+- 1 0 0"/>
                <a:gd name="G5" fmla="+- 1 0 0"/>
                <a:gd name="G6" fmla="+- 1104 0 0"/>
                <a:gd name="G7" fmla="+- 1 0 0"/>
                <a:gd name="G8" fmla="+- 1 0 0"/>
                <a:gd name="G9" fmla="+- 1 0 0"/>
                <a:gd name="G10" fmla="+- 1 0 0"/>
                <a:gd name="G11" fmla="+- 1 0 0"/>
                <a:gd name="G12" fmla="+- 1 0 0"/>
                <a:gd name="G13" fmla="+- 1 0 0"/>
                <a:gd name="G14" fmla="+- 1 0 0"/>
                <a:gd name="G15" fmla="+- 1 0 0"/>
                <a:gd name="G16" fmla="+- 1 0 0"/>
                <a:gd name="G17" fmla="+- 1 0 0"/>
                <a:gd name="G18" fmla="+- 1 0 0"/>
                <a:gd name="G19" fmla="+- 1 0 0"/>
                <a:gd name="G20" fmla="+- 1 0 0"/>
                <a:gd name="G21" fmla="+- 1 0 0"/>
                <a:gd name="G22" fmla="+- 1 0 0"/>
                <a:gd name="G23" fmla="+- 1 0 0"/>
                <a:gd name="G24" fmla="+- 1 0 0"/>
                <a:gd name="G25" fmla="+- 1 0 0"/>
                <a:gd name="T0" fmla="*/ 161 w 2027"/>
                <a:gd name="T1" fmla="*/ 0 h 1287"/>
                <a:gd name="T2" fmla="*/ 161 w 2027"/>
                <a:gd name="T3" fmla="*/ 0 h 1287"/>
                <a:gd name="T4" fmla="*/ 11 w 2027"/>
                <a:gd name="T5" fmla="*/ 229 h 1287"/>
                <a:gd name="T6" fmla="*/ 5 w 2027"/>
                <a:gd name="T7" fmla="*/ 265 h 1287"/>
                <a:gd name="T8" fmla="*/ 63 w 2027"/>
                <a:gd name="T9" fmla="*/ 289 h 1287"/>
                <a:gd name="T10" fmla="*/ 414 w 2027"/>
                <a:gd name="T11" fmla="*/ 290 h 1287"/>
                <a:gd name="T12" fmla="*/ 453 w 2027"/>
                <a:gd name="T13" fmla="*/ 266 h 1287"/>
                <a:gd name="T14" fmla="*/ 430 w 2027"/>
                <a:gd name="T15" fmla="*/ 201 h 1287"/>
                <a:gd name="T16" fmla="*/ 307 w 2027"/>
                <a:gd name="T17" fmla="*/ 0 h 1287"/>
                <a:gd name="T18" fmla="*/ 161 w 2027"/>
                <a:gd name="T19" fmla="*/ 0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27" h="1287">
                  <a:moveTo>
                    <a:pt x="710" y="0"/>
                  </a:moveTo>
                  <a:lnTo>
                    <a:pt x="710" y="0"/>
                  </a:lnTo>
                  <a:cubicBezTo>
                    <a:pt x="50" y="1013"/>
                    <a:pt x="50" y="1013"/>
                    <a:pt x="50" y="1013"/>
                  </a:cubicBezTo>
                  <a:cubicBezTo>
                    <a:pt x="50" y="1013"/>
                    <a:pt x="0" y="1104"/>
                    <a:pt x="23" y="1172"/>
                  </a:cubicBezTo>
                  <a:cubicBezTo>
                    <a:pt x="47" y="1237"/>
                    <a:pt x="64" y="1280"/>
                    <a:pt x="280" y="1280"/>
                  </a:cubicBezTo>
                  <a:cubicBezTo>
                    <a:pt x="1830" y="1281"/>
                    <a:pt x="1830" y="1281"/>
                    <a:pt x="1830" y="1281"/>
                  </a:cubicBezTo>
                  <a:cubicBezTo>
                    <a:pt x="1830" y="1281"/>
                    <a:pt x="1972" y="1286"/>
                    <a:pt x="1999" y="1178"/>
                  </a:cubicBezTo>
                  <a:cubicBezTo>
                    <a:pt x="2026" y="1070"/>
                    <a:pt x="1983" y="1020"/>
                    <a:pt x="1899" y="891"/>
                  </a:cubicBezTo>
                  <a:cubicBezTo>
                    <a:pt x="1813" y="763"/>
                    <a:pt x="1354" y="0"/>
                    <a:pt x="1354" y="0"/>
                  </a:cubicBezTo>
                  <a:cubicBezTo>
                    <a:pt x="710" y="0"/>
                    <a:pt x="710" y="0"/>
                    <a:pt x="710" y="0"/>
                  </a:cubicBezTo>
                </a:path>
              </a:pathLst>
            </a:custGeom>
            <a:solidFill>
              <a:schemeClr val="accent2"/>
            </a:solidFill>
            <a:ln>
              <a:noFill/>
            </a:ln>
            <a:effectLst/>
          </p:spPr>
          <p:txBody>
            <a:bodyPr wrap="none" anchor="ctr"/>
            <a:lstStyle/>
            <a:p>
              <a:endParaRPr lang="en-US" sz="1800" dirty="0">
                <a:latin typeface="微软雅黑" panose="020B0503020204020204" charset="-122"/>
              </a:endParaRPr>
            </a:p>
          </p:txBody>
        </p:sp>
        <p:grpSp>
          <p:nvGrpSpPr>
            <p:cNvPr id="22" name="Group 21"/>
            <p:cNvGrpSpPr/>
            <p:nvPr/>
          </p:nvGrpSpPr>
          <p:grpSpPr>
            <a:xfrm>
              <a:off x="5606014" y="7584450"/>
              <a:ext cx="1585184" cy="1054915"/>
              <a:chOff x="5606014" y="7584450"/>
              <a:chExt cx="1585184" cy="1054915"/>
            </a:xfrm>
            <a:solidFill>
              <a:schemeClr val="bg1"/>
            </a:solidFill>
          </p:grpSpPr>
          <p:sp>
            <p:nvSpPr>
              <p:cNvPr id="23" name="Freeform 61"/>
              <p:cNvSpPr>
                <a:spLocks noChangeArrowheads="1"/>
              </p:cNvSpPr>
              <p:nvPr/>
            </p:nvSpPr>
            <p:spPr bwMode="auto">
              <a:xfrm>
                <a:off x="6229155" y="7584450"/>
                <a:ext cx="142120" cy="136647"/>
              </a:xfrm>
              <a:custGeom>
                <a:avLst/>
                <a:gdLst>
                  <a:gd name="G0" fmla="+- 59 0 0"/>
                  <a:gd name="G1" fmla="+- 59 0 0"/>
                  <a:gd name="G2" fmla="+- 25 0 0"/>
                  <a:gd name="G3" fmla="+- 1 0 0"/>
                  <a:gd name="G4" fmla="+- 1 0 0"/>
                  <a:gd name="G5" fmla="+- 1 0 0"/>
                  <a:gd name="G6" fmla="+- 1 0 0"/>
                  <a:gd name="G7" fmla="+- 1 0 0"/>
                  <a:gd name="G8" fmla="+- 1 0 0"/>
                  <a:gd name="G9" fmla="+- 1 0 0"/>
                  <a:gd name="G10" fmla="+- 1 0 0"/>
                  <a:gd name="G11" fmla="+- 1 0 0"/>
                  <a:gd name="G12" fmla="+- 91 0 0"/>
                  <a:gd name="G13" fmla="+- 59 0 0"/>
                  <a:gd name="T0" fmla="*/ 0 w 124"/>
                  <a:gd name="T1" fmla="*/ 13 h 117"/>
                  <a:gd name="T2" fmla="*/ 0 w 124"/>
                  <a:gd name="T3" fmla="*/ 13 h 117"/>
                  <a:gd name="T4" fmla="*/ 14 w 124"/>
                  <a:gd name="T5" fmla="*/ 0 h 117"/>
                  <a:gd name="T6" fmla="*/ 27 w 124"/>
                  <a:gd name="T7" fmla="*/ 13 h 117"/>
                  <a:gd name="T8" fmla="*/ 14 w 124"/>
                  <a:gd name="T9" fmla="*/ 26 h 117"/>
                  <a:gd name="T10" fmla="*/ 0 w 124"/>
                  <a:gd name="T11" fmla="*/ 13 h 117"/>
                </a:gdLst>
                <a:ahLst/>
                <a:cxnLst>
                  <a:cxn ang="0">
                    <a:pos x="T0" y="T1"/>
                  </a:cxn>
                  <a:cxn ang="0">
                    <a:pos x="T2" y="T3"/>
                  </a:cxn>
                  <a:cxn ang="0">
                    <a:pos x="T4" y="T5"/>
                  </a:cxn>
                  <a:cxn ang="0">
                    <a:pos x="T6" y="T7"/>
                  </a:cxn>
                  <a:cxn ang="0">
                    <a:pos x="T8" y="T9"/>
                  </a:cxn>
                  <a:cxn ang="0">
                    <a:pos x="T10" y="T11"/>
                  </a:cxn>
                </a:cxnLst>
                <a:rect l="0" t="0" r="r" b="b"/>
                <a:pathLst>
                  <a:path w="124" h="117">
                    <a:moveTo>
                      <a:pt x="0" y="59"/>
                    </a:moveTo>
                    <a:lnTo>
                      <a:pt x="0" y="59"/>
                    </a:lnTo>
                    <a:cubicBezTo>
                      <a:pt x="0" y="25"/>
                      <a:pt x="27" y="0"/>
                      <a:pt x="62" y="0"/>
                    </a:cubicBezTo>
                    <a:cubicBezTo>
                      <a:pt x="96" y="0"/>
                      <a:pt x="123" y="25"/>
                      <a:pt x="123" y="59"/>
                    </a:cubicBezTo>
                    <a:cubicBezTo>
                      <a:pt x="123" y="91"/>
                      <a:pt x="96" y="116"/>
                      <a:pt x="62" y="116"/>
                    </a:cubicBezTo>
                    <a:cubicBezTo>
                      <a:pt x="27" y="116"/>
                      <a:pt x="0" y="91"/>
                      <a:pt x="0" y="59"/>
                    </a:cubicBezTo>
                  </a:path>
                </a:pathLst>
              </a:custGeom>
              <a:grpFill/>
              <a:ln>
                <a:noFill/>
              </a:ln>
              <a:effectLst/>
            </p:spPr>
            <p:txBody>
              <a:bodyPr wrap="none" anchor="ctr"/>
              <a:lstStyle/>
              <a:p>
                <a:endParaRPr lang="en-US" sz="1800" dirty="0">
                  <a:latin typeface="微软雅黑" panose="020B0503020204020204" charset="-122"/>
                </a:endParaRPr>
              </a:p>
            </p:txBody>
          </p:sp>
          <p:sp>
            <p:nvSpPr>
              <p:cNvPr id="24" name="Freeform 62"/>
              <p:cNvSpPr>
                <a:spLocks noChangeArrowheads="1"/>
              </p:cNvSpPr>
              <p:nvPr/>
            </p:nvSpPr>
            <p:spPr bwMode="auto">
              <a:xfrm>
                <a:off x="7049078" y="8469923"/>
                <a:ext cx="142120" cy="136647"/>
              </a:xfrm>
              <a:custGeom>
                <a:avLst/>
                <a:gdLst>
                  <a:gd name="G0" fmla="+- 59 0 0"/>
                  <a:gd name="G1" fmla="+- 59 0 0"/>
                  <a:gd name="G2" fmla="+- 26 0 0"/>
                  <a:gd name="G3" fmla="+- 1 0 0"/>
                  <a:gd name="G4" fmla="+- 1 0 0"/>
                  <a:gd name="G5" fmla="+- 1 0 0"/>
                  <a:gd name="G6" fmla="+- 1 0 0"/>
                  <a:gd name="G7" fmla="+- 1 0 0"/>
                  <a:gd name="G8" fmla="+- 1 0 0"/>
                  <a:gd name="G9" fmla="+- 1 0 0"/>
                  <a:gd name="G10" fmla="+- 1 0 0"/>
                  <a:gd name="G11" fmla="+- 1 0 0"/>
                  <a:gd name="G12" fmla="+- 91 0 0"/>
                  <a:gd name="G13" fmla="+- 59 0 0"/>
                  <a:gd name="T0" fmla="*/ 0 w 124"/>
                  <a:gd name="T1" fmla="*/ 13 h 119"/>
                  <a:gd name="T2" fmla="*/ 0 w 124"/>
                  <a:gd name="T3" fmla="*/ 13 h 119"/>
                  <a:gd name="T4" fmla="*/ 13 w 124"/>
                  <a:gd name="T5" fmla="*/ 0 h 119"/>
                  <a:gd name="T6" fmla="*/ 27 w 124"/>
                  <a:gd name="T7" fmla="*/ 13 h 119"/>
                  <a:gd name="T8" fmla="*/ 13 w 124"/>
                  <a:gd name="T9" fmla="*/ 26 h 119"/>
                  <a:gd name="T10" fmla="*/ 0 w 124"/>
                  <a:gd name="T11" fmla="*/ 13 h 119"/>
                </a:gdLst>
                <a:ahLst/>
                <a:cxnLst>
                  <a:cxn ang="0">
                    <a:pos x="T0" y="T1"/>
                  </a:cxn>
                  <a:cxn ang="0">
                    <a:pos x="T2" y="T3"/>
                  </a:cxn>
                  <a:cxn ang="0">
                    <a:pos x="T4" y="T5"/>
                  </a:cxn>
                  <a:cxn ang="0">
                    <a:pos x="T6" y="T7"/>
                  </a:cxn>
                  <a:cxn ang="0">
                    <a:pos x="T8" y="T9"/>
                  </a:cxn>
                  <a:cxn ang="0">
                    <a:pos x="T10" y="T11"/>
                  </a:cxn>
                </a:cxnLst>
                <a:rect l="0" t="0" r="r" b="b"/>
                <a:pathLst>
                  <a:path w="124" h="119">
                    <a:moveTo>
                      <a:pt x="0" y="59"/>
                    </a:moveTo>
                    <a:lnTo>
                      <a:pt x="0" y="59"/>
                    </a:lnTo>
                    <a:cubicBezTo>
                      <a:pt x="0" y="26"/>
                      <a:pt x="27" y="0"/>
                      <a:pt x="61" y="0"/>
                    </a:cubicBezTo>
                    <a:cubicBezTo>
                      <a:pt x="94" y="0"/>
                      <a:pt x="123" y="26"/>
                      <a:pt x="123" y="59"/>
                    </a:cubicBezTo>
                    <a:cubicBezTo>
                      <a:pt x="123" y="91"/>
                      <a:pt x="94" y="118"/>
                      <a:pt x="61" y="118"/>
                    </a:cubicBezTo>
                    <a:cubicBezTo>
                      <a:pt x="27" y="118"/>
                      <a:pt x="0" y="91"/>
                      <a:pt x="0" y="59"/>
                    </a:cubicBezTo>
                  </a:path>
                </a:pathLst>
              </a:custGeom>
              <a:grpFill/>
              <a:ln>
                <a:noFill/>
              </a:ln>
              <a:effectLst/>
            </p:spPr>
            <p:txBody>
              <a:bodyPr wrap="none" anchor="ctr"/>
              <a:lstStyle/>
              <a:p>
                <a:endParaRPr lang="en-US" sz="1800" dirty="0">
                  <a:latin typeface="微软雅黑" panose="020B0503020204020204" charset="-122"/>
                </a:endParaRPr>
              </a:p>
            </p:txBody>
          </p:sp>
          <p:sp>
            <p:nvSpPr>
              <p:cNvPr id="25" name="Freeform 63"/>
              <p:cNvSpPr>
                <a:spLocks noChangeArrowheads="1"/>
              </p:cNvSpPr>
              <p:nvPr/>
            </p:nvSpPr>
            <p:spPr bwMode="auto">
              <a:xfrm>
                <a:off x="5606014" y="8442593"/>
                <a:ext cx="207714" cy="196772"/>
              </a:xfrm>
              <a:custGeom>
                <a:avLst/>
                <a:gdLst>
                  <a:gd name="G0" fmla="+- 82 0 0"/>
                  <a:gd name="G1" fmla="+- 82 0 0"/>
                  <a:gd name="G2" fmla="+- 37 0 0"/>
                  <a:gd name="G3" fmla="+- 1 0 0"/>
                  <a:gd name="G4" fmla="+- 1 0 0"/>
                  <a:gd name="G5" fmla="+- 1 0 0"/>
                  <a:gd name="G6" fmla="+- 1 0 0"/>
                  <a:gd name="G7" fmla="+- 1 0 0"/>
                  <a:gd name="G8" fmla="+- 1 0 0"/>
                  <a:gd name="G9" fmla="+- 1 0 0"/>
                  <a:gd name="G10" fmla="+- 1 0 0"/>
                  <a:gd name="G11" fmla="+- 1 0 0"/>
                  <a:gd name="G12" fmla="+- 128 0 0"/>
                  <a:gd name="G13" fmla="+- 82 0 0"/>
                  <a:gd name="T0" fmla="*/ 0 w 175"/>
                  <a:gd name="T1" fmla="*/ 18 h 166"/>
                  <a:gd name="T2" fmla="*/ 0 w 175"/>
                  <a:gd name="T3" fmla="*/ 18 h 166"/>
                  <a:gd name="T4" fmla="*/ 20 w 175"/>
                  <a:gd name="T5" fmla="*/ 0 h 166"/>
                  <a:gd name="T6" fmla="*/ 39 w 175"/>
                  <a:gd name="T7" fmla="*/ 18 h 166"/>
                  <a:gd name="T8" fmla="*/ 20 w 175"/>
                  <a:gd name="T9" fmla="*/ 37 h 166"/>
                  <a:gd name="T10" fmla="*/ 0 w 175"/>
                  <a:gd name="T11" fmla="*/ 18 h 166"/>
                </a:gdLst>
                <a:ahLst/>
                <a:cxnLst>
                  <a:cxn ang="0">
                    <a:pos x="T0" y="T1"/>
                  </a:cxn>
                  <a:cxn ang="0">
                    <a:pos x="T2" y="T3"/>
                  </a:cxn>
                  <a:cxn ang="0">
                    <a:pos x="T4" y="T5"/>
                  </a:cxn>
                  <a:cxn ang="0">
                    <a:pos x="T6" y="T7"/>
                  </a:cxn>
                  <a:cxn ang="0">
                    <a:pos x="T8" y="T9"/>
                  </a:cxn>
                  <a:cxn ang="0">
                    <a:pos x="T10" y="T11"/>
                  </a:cxn>
                </a:cxnLst>
                <a:rect l="0" t="0" r="r" b="b"/>
                <a:pathLst>
                  <a:path w="175" h="166">
                    <a:moveTo>
                      <a:pt x="0" y="82"/>
                    </a:moveTo>
                    <a:lnTo>
                      <a:pt x="0" y="82"/>
                    </a:lnTo>
                    <a:cubicBezTo>
                      <a:pt x="0" y="37"/>
                      <a:pt x="39" y="0"/>
                      <a:pt x="88" y="0"/>
                    </a:cubicBezTo>
                    <a:cubicBezTo>
                      <a:pt x="135" y="0"/>
                      <a:pt x="174" y="37"/>
                      <a:pt x="174" y="82"/>
                    </a:cubicBezTo>
                    <a:cubicBezTo>
                      <a:pt x="174" y="128"/>
                      <a:pt x="135" y="165"/>
                      <a:pt x="88" y="165"/>
                    </a:cubicBezTo>
                    <a:cubicBezTo>
                      <a:pt x="39" y="165"/>
                      <a:pt x="0" y="128"/>
                      <a:pt x="0" y="82"/>
                    </a:cubicBezTo>
                  </a:path>
                </a:pathLst>
              </a:custGeom>
              <a:grpFill/>
              <a:ln>
                <a:noFill/>
              </a:ln>
              <a:effectLst/>
            </p:spPr>
            <p:txBody>
              <a:bodyPr wrap="none" anchor="ctr"/>
              <a:lstStyle/>
              <a:p>
                <a:endParaRPr lang="en-US" sz="1800" dirty="0">
                  <a:latin typeface="微软雅黑" panose="020B0503020204020204" charset="-122"/>
                </a:endParaRPr>
              </a:p>
            </p:txBody>
          </p:sp>
          <p:sp>
            <p:nvSpPr>
              <p:cNvPr id="26" name="Freeform 64"/>
              <p:cNvSpPr>
                <a:spLocks noChangeArrowheads="1"/>
              </p:cNvSpPr>
              <p:nvPr/>
            </p:nvSpPr>
            <p:spPr bwMode="auto">
              <a:xfrm>
                <a:off x="6158095" y="8158368"/>
                <a:ext cx="103857" cy="98386"/>
              </a:xfrm>
              <a:custGeom>
                <a:avLst/>
                <a:gdLst>
                  <a:gd name="G0" fmla="+- 44 0 0"/>
                  <a:gd name="G1" fmla="+- 44 0 0"/>
                  <a:gd name="G2" fmla="+- 18 0 0"/>
                  <a:gd name="G3" fmla="+- 1 0 0"/>
                  <a:gd name="G4" fmla="+- 1 0 0"/>
                  <a:gd name="G5" fmla="+- 1 0 0"/>
                  <a:gd name="G6" fmla="+- 1 0 0"/>
                  <a:gd name="G7" fmla="+- 1 0 0"/>
                  <a:gd name="G8" fmla="+- 1 0 0"/>
                  <a:gd name="G9" fmla="+- 1 0 0"/>
                  <a:gd name="G10" fmla="+- 1 0 0"/>
                  <a:gd name="G11" fmla="+- 1 0 0"/>
                  <a:gd name="G12" fmla="+- 67 0 0"/>
                  <a:gd name="G13" fmla="+- 44 0 0"/>
                  <a:gd name="T0" fmla="*/ 0 w 92"/>
                  <a:gd name="T1" fmla="*/ 10 h 88"/>
                  <a:gd name="T2" fmla="*/ 0 w 92"/>
                  <a:gd name="T3" fmla="*/ 10 h 88"/>
                  <a:gd name="T4" fmla="*/ 10 w 92"/>
                  <a:gd name="T5" fmla="*/ 0 h 88"/>
                  <a:gd name="T6" fmla="*/ 20 w 92"/>
                  <a:gd name="T7" fmla="*/ 10 h 88"/>
                  <a:gd name="T8" fmla="*/ 10 w 92"/>
                  <a:gd name="T9" fmla="*/ 19 h 88"/>
                  <a:gd name="T10" fmla="*/ 0 w 92"/>
                  <a:gd name="T11" fmla="*/ 10 h 88"/>
                </a:gdLst>
                <a:ahLst/>
                <a:cxnLst>
                  <a:cxn ang="0">
                    <a:pos x="T0" y="T1"/>
                  </a:cxn>
                  <a:cxn ang="0">
                    <a:pos x="T2" y="T3"/>
                  </a:cxn>
                  <a:cxn ang="0">
                    <a:pos x="T4" y="T5"/>
                  </a:cxn>
                  <a:cxn ang="0">
                    <a:pos x="T6" y="T7"/>
                  </a:cxn>
                  <a:cxn ang="0">
                    <a:pos x="T8" y="T9"/>
                  </a:cxn>
                  <a:cxn ang="0">
                    <a:pos x="T10" y="T11"/>
                  </a:cxn>
                </a:cxnLst>
                <a:rect l="0" t="0" r="r" b="b"/>
                <a:pathLst>
                  <a:path w="92" h="88">
                    <a:moveTo>
                      <a:pt x="0" y="44"/>
                    </a:moveTo>
                    <a:lnTo>
                      <a:pt x="0" y="44"/>
                    </a:lnTo>
                    <a:cubicBezTo>
                      <a:pt x="0" y="18"/>
                      <a:pt x="20" y="0"/>
                      <a:pt x="46" y="0"/>
                    </a:cubicBezTo>
                    <a:cubicBezTo>
                      <a:pt x="71" y="0"/>
                      <a:pt x="91" y="18"/>
                      <a:pt x="91" y="44"/>
                    </a:cubicBezTo>
                    <a:cubicBezTo>
                      <a:pt x="91" y="67"/>
                      <a:pt x="71" y="87"/>
                      <a:pt x="46" y="87"/>
                    </a:cubicBezTo>
                    <a:cubicBezTo>
                      <a:pt x="20" y="87"/>
                      <a:pt x="0" y="67"/>
                      <a:pt x="0" y="44"/>
                    </a:cubicBezTo>
                  </a:path>
                </a:pathLst>
              </a:custGeom>
              <a:grpFill/>
              <a:ln>
                <a:noFill/>
              </a:ln>
              <a:effectLst/>
            </p:spPr>
            <p:txBody>
              <a:bodyPr wrap="none" anchor="ctr"/>
              <a:lstStyle/>
              <a:p>
                <a:endParaRPr lang="en-US" sz="1800" dirty="0">
                  <a:latin typeface="微软雅黑" panose="020B0503020204020204" charset="-122"/>
                </a:endParaRPr>
              </a:p>
            </p:txBody>
          </p:sp>
          <p:sp>
            <p:nvSpPr>
              <p:cNvPr id="27" name="Freeform 65"/>
              <p:cNvSpPr>
                <a:spLocks noChangeArrowheads="1"/>
              </p:cNvSpPr>
              <p:nvPr/>
            </p:nvSpPr>
            <p:spPr bwMode="auto">
              <a:xfrm>
                <a:off x="6633650" y="7764824"/>
                <a:ext cx="327969" cy="317021"/>
              </a:xfrm>
              <a:custGeom>
                <a:avLst/>
                <a:gdLst>
                  <a:gd name="G0" fmla="+- 130 0 0"/>
                  <a:gd name="G1" fmla="+- 130 0 0"/>
                  <a:gd name="G2" fmla="+- 57 0 0"/>
                  <a:gd name="G3" fmla="+- 1 0 0"/>
                  <a:gd name="G4" fmla="+- 1 0 0"/>
                  <a:gd name="G5" fmla="+- 1 0 0"/>
                  <a:gd name="G6" fmla="+- 1 0 0"/>
                  <a:gd name="G7" fmla="+- 1 0 0"/>
                  <a:gd name="G8" fmla="+- 1 0 0"/>
                  <a:gd name="G9" fmla="+- 1 0 0"/>
                  <a:gd name="G10" fmla="+- 1 0 0"/>
                  <a:gd name="G11" fmla="+- 1 0 0"/>
                  <a:gd name="G12" fmla="+- 202 0 0"/>
                  <a:gd name="G13" fmla="+- 130 0 0"/>
                  <a:gd name="T0" fmla="*/ 0 w 275"/>
                  <a:gd name="T1" fmla="*/ 29 h 263"/>
                  <a:gd name="T2" fmla="*/ 0 w 275"/>
                  <a:gd name="T3" fmla="*/ 29 h 263"/>
                  <a:gd name="T4" fmla="*/ 30 w 275"/>
                  <a:gd name="T5" fmla="*/ 0 h 263"/>
                  <a:gd name="T6" fmla="*/ 61 w 275"/>
                  <a:gd name="T7" fmla="*/ 29 h 263"/>
                  <a:gd name="T8" fmla="*/ 30 w 275"/>
                  <a:gd name="T9" fmla="*/ 59 h 263"/>
                  <a:gd name="T10" fmla="*/ 0 w 275"/>
                  <a:gd name="T11" fmla="*/ 29 h 263"/>
                </a:gdLst>
                <a:ahLst/>
                <a:cxnLst>
                  <a:cxn ang="0">
                    <a:pos x="T0" y="T1"/>
                  </a:cxn>
                  <a:cxn ang="0">
                    <a:pos x="T2" y="T3"/>
                  </a:cxn>
                  <a:cxn ang="0">
                    <a:pos x="T4" y="T5"/>
                  </a:cxn>
                  <a:cxn ang="0">
                    <a:pos x="T6" y="T7"/>
                  </a:cxn>
                  <a:cxn ang="0">
                    <a:pos x="T8" y="T9"/>
                  </a:cxn>
                  <a:cxn ang="0">
                    <a:pos x="T10" y="T11"/>
                  </a:cxn>
                </a:cxnLst>
                <a:rect l="0" t="0" r="r" b="b"/>
                <a:pathLst>
                  <a:path w="275" h="263">
                    <a:moveTo>
                      <a:pt x="0" y="130"/>
                    </a:moveTo>
                    <a:lnTo>
                      <a:pt x="0" y="130"/>
                    </a:lnTo>
                    <a:cubicBezTo>
                      <a:pt x="0" y="57"/>
                      <a:pt x="61" y="0"/>
                      <a:pt x="137" y="0"/>
                    </a:cubicBezTo>
                    <a:cubicBezTo>
                      <a:pt x="213" y="0"/>
                      <a:pt x="274" y="57"/>
                      <a:pt x="274" y="130"/>
                    </a:cubicBezTo>
                    <a:cubicBezTo>
                      <a:pt x="274" y="202"/>
                      <a:pt x="213" y="262"/>
                      <a:pt x="137" y="262"/>
                    </a:cubicBezTo>
                    <a:cubicBezTo>
                      <a:pt x="61" y="262"/>
                      <a:pt x="0" y="202"/>
                      <a:pt x="0" y="130"/>
                    </a:cubicBezTo>
                  </a:path>
                </a:pathLst>
              </a:custGeom>
              <a:grpFill/>
              <a:ln>
                <a:noFill/>
              </a:ln>
              <a:effectLst/>
            </p:spPr>
            <p:txBody>
              <a:bodyPr wrap="none" anchor="ctr"/>
              <a:lstStyle/>
              <a:p>
                <a:endParaRPr lang="en-US" sz="1800" dirty="0">
                  <a:latin typeface="微软雅黑" panose="020B0503020204020204" charset="-122"/>
                </a:endParaRPr>
              </a:p>
            </p:txBody>
          </p:sp>
        </p:grpSp>
        <p:grpSp>
          <p:nvGrpSpPr>
            <p:cNvPr id="28" name="Group 27"/>
            <p:cNvGrpSpPr/>
            <p:nvPr/>
          </p:nvGrpSpPr>
          <p:grpSpPr>
            <a:xfrm>
              <a:off x="6010509" y="4578218"/>
              <a:ext cx="880050" cy="901870"/>
              <a:chOff x="6010509" y="4578218"/>
              <a:chExt cx="880050" cy="901870"/>
            </a:xfrm>
          </p:grpSpPr>
          <p:sp>
            <p:nvSpPr>
              <p:cNvPr id="29" name="Freeform 67"/>
              <p:cNvSpPr>
                <a:spLocks noChangeArrowheads="1"/>
              </p:cNvSpPr>
              <p:nvPr/>
            </p:nvSpPr>
            <p:spPr bwMode="auto">
              <a:xfrm>
                <a:off x="6480598" y="5195862"/>
                <a:ext cx="295172" cy="284226"/>
              </a:xfrm>
              <a:custGeom>
                <a:avLst/>
                <a:gdLst>
                  <a:gd name="G0" fmla="+- 118 0 0"/>
                  <a:gd name="G1" fmla="+- 118 0 0"/>
                  <a:gd name="G2" fmla="+- 54 0 0"/>
                  <a:gd name="G3" fmla="+- 1 0 0"/>
                  <a:gd name="G4" fmla="+- 1 0 0"/>
                  <a:gd name="G5" fmla="+- 1 0 0"/>
                  <a:gd name="G6" fmla="+- 1 0 0"/>
                  <a:gd name="G7" fmla="+- 1 0 0"/>
                  <a:gd name="G8" fmla="+- 1 0 0"/>
                  <a:gd name="G9" fmla="+- 1 0 0"/>
                  <a:gd name="G10" fmla="+- 1 0 0"/>
                  <a:gd name="G11" fmla="+- 1 0 0"/>
                  <a:gd name="G12" fmla="+- 184 0 0"/>
                  <a:gd name="G13" fmla="+- 118 0 0"/>
                  <a:gd name="T0" fmla="*/ 0 w 247"/>
                  <a:gd name="T1" fmla="*/ 26 h 237"/>
                  <a:gd name="T2" fmla="*/ 0 w 247"/>
                  <a:gd name="T3" fmla="*/ 26 h 237"/>
                  <a:gd name="T4" fmla="*/ 27 w 247"/>
                  <a:gd name="T5" fmla="*/ 0 h 237"/>
                  <a:gd name="T6" fmla="*/ 55 w 247"/>
                  <a:gd name="T7" fmla="*/ 26 h 237"/>
                  <a:gd name="T8" fmla="*/ 27 w 247"/>
                  <a:gd name="T9" fmla="*/ 53 h 237"/>
                  <a:gd name="T10" fmla="*/ 0 w 247"/>
                  <a:gd name="T11" fmla="*/ 26 h 237"/>
                </a:gdLst>
                <a:ahLst/>
                <a:cxnLst>
                  <a:cxn ang="0">
                    <a:pos x="T0" y="T1"/>
                  </a:cxn>
                  <a:cxn ang="0">
                    <a:pos x="T2" y="T3"/>
                  </a:cxn>
                  <a:cxn ang="0">
                    <a:pos x="T4" y="T5"/>
                  </a:cxn>
                  <a:cxn ang="0">
                    <a:pos x="T6" y="T7"/>
                  </a:cxn>
                  <a:cxn ang="0">
                    <a:pos x="T8" y="T9"/>
                  </a:cxn>
                  <a:cxn ang="0">
                    <a:pos x="T10" y="T11"/>
                  </a:cxn>
                </a:cxnLst>
                <a:rect l="0" t="0" r="r" b="b"/>
                <a:pathLst>
                  <a:path w="247" h="237">
                    <a:moveTo>
                      <a:pt x="0" y="118"/>
                    </a:moveTo>
                    <a:lnTo>
                      <a:pt x="0" y="118"/>
                    </a:lnTo>
                    <a:cubicBezTo>
                      <a:pt x="0" y="54"/>
                      <a:pt x="56" y="0"/>
                      <a:pt x="123" y="0"/>
                    </a:cubicBezTo>
                    <a:cubicBezTo>
                      <a:pt x="191" y="0"/>
                      <a:pt x="246" y="54"/>
                      <a:pt x="246" y="118"/>
                    </a:cubicBezTo>
                    <a:cubicBezTo>
                      <a:pt x="246" y="184"/>
                      <a:pt x="191" y="236"/>
                      <a:pt x="123" y="236"/>
                    </a:cubicBezTo>
                    <a:cubicBezTo>
                      <a:pt x="56" y="236"/>
                      <a:pt x="0" y="184"/>
                      <a:pt x="0" y="118"/>
                    </a:cubicBezTo>
                  </a:path>
                </a:pathLst>
              </a:custGeom>
              <a:solidFill>
                <a:schemeClr val="accent2"/>
              </a:solidFill>
              <a:ln>
                <a:noFill/>
              </a:ln>
              <a:effectLst/>
            </p:spPr>
            <p:txBody>
              <a:bodyPr wrap="none" anchor="ctr"/>
              <a:lstStyle/>
              <a:p>
                <a:endParaRPr lang="en-US" sz="1800" dirty="0">
                  <a:latin typeface="微软雅黑" panose="020B0503020204020204" charset="-122"/>
                </a:endParaRPr>
              </a:p>
            </p:txBody>
          </p:sp>
          <p:sp>
            <p:nvSpPr>
              <p:cNvPr id="30" name="Freeform 69"/>
              <p:cNvSpPr>
                <a:spLocks noChangeArrowheads="1"/>
              </p:cNvSpPr>
              <p:nvPr/>
            </p:nvSpPr>
            <p:spPr bwMode="auto">
              <a:xfrm>
                <a:off x="6010509" y="4687536"/>
                <a:ext cx="393563" cy="377146"/>
              </a:xfrm>
              <a:custGeom>
                <a:avLst/>
                <a:gdLst>
                  <a:gd name="G0" fmla="+- 155 0 0"/>
                  <a:gd name="G1" fmla="+- 155 0 0"/>
                  <a:gd name="G2" fmla="+- 69 0 0"/>
                  <a:gd name="G3" fmla="+- 1 0 0"/>
                  <a:gd name="G4" fmla="+- 1 0 0"/>
                  <a:gd name="G5" fmla="+- 1 0 0"/>
                  <a:gd name="G6" fmla="+- 1 0 0"/>
                  <a:gd name="G7" fmla="+- 1 0 0"/>
                  <a:gd name="G8" fmla="+- 1 0 0"/>
                  <a:gd name="G9" fmla="+- 1 0 0"/>
                  <a:gd name="G10" fmla="+- 1 0 0"/>
                  <a:gd name="G11" fmla="+- 1 0 0"/>
                  <a:gd name="G12" fmla="+- 242 0 0"/>
                  <a:gd name="G13" fmla="+- 155 0 0"/>
                  <a:gd name="T0" fmla="*/ 0 w 325"/>
                  <a:gd name="T1" fmla="*/ 35 h 312"/>
                  <a:gd name="T2" fmla="*/ 0 w 325"/>
                  <a:gd name="T3" fmla="*/ 35 h 312"/>
                  <a:gd name="T4" fmla="*/ 36 w 325"/>
                  <a:gd name="T5" fmla="*/ 0 h 312"/>
                  <a:gd name="T6" fmla="*/ 73 w 325"/>
                  <a:gd name="T7" fmla="*/ 35 h 312"/>
                  <a:gd name="T8" fmla="*/ 36 w 325"/>
                  <a:gd name="T9" fmla="*/ 70 h 312"/>
                  <a:gd name="T10" fmla="*/ 0 w 325"/>
                  <a:gd name="T11" fmla="*/ 35 h 312"/>
                </a:gdLst>
                <a:ahLst/>
                <a:cxnLst>
                  <a:cxn ang="0">
                    <a:pos x="T0" y="T1"/>
                  </a:cxn>
                  <a:cxn ang="0">
                    <a:pos x="T2" y="T3"/>
                  </a:cxn>
                  <a:cxn ang="0">
                    <a:pos x="T4" y="T5"/>
                  </a:cxn>
                  <a:cxn ang="0">
                    <a:pos x="T6" y="T7"/>
                  </a:cxn>
                  <a:cxn ang="0">
                    <a:pos x="T8" y="T9"/>
                  </a:cxn>
                  <a:cxn ang="0">
                    <a:pos x="T10" y="T11"/>
                  </a:cxn>
                </a:cxnLst>
                <a:rect l="0" t="0" r="r" b="b"/>
                <a:pathLst>
                  <a:path w="325" h="312">
                    <a:moveTo>
                      <a:pt x="0" y="155"/>
                    </a:moveTo>
                    <a:lnTo>
                      <a:pt x="0" y="155"/>
                    </a:lnTo>
                    <a:cubicBezTo>
                      <a:pt x="0" y="69"/>
                      <a:pt x="72" y="0"/>
                      <a:pt x="162" y="0"/>
                    </a:cubicBezTo>
                    <a:cubicBezTo>
                      <a:pt x="251" y="0"/>
                      <a:pt x="324" y="69"/>
                      <a:pt x="324" y="155"/>
                    </a:cubicBezTo>
                    <a:cubicBezTo>
                      <a:pt x="324" y="242"/>
                      <a:pt x="251" y="311"/>
                      <a:pt x="162" y="311"/>
                    </a:cubicBezTo>
                    <a:cubicBezTo>
                      <a:pt x="72" y="311"/>
                      <a:pt x="0" y="242"/>
                      <a:pt x="0" y="155"/>
                    </a:cubicBezTo>
                  </a:path>
                </a:pathLst>
              </a:custGeom>
              <a:solidFill>
                <a:schemeClr val="accent2"/>
              </a:solidFill>
              <a:ln>
                <a:noFill/>
              </a:ln>
              <a:effectLst/>
            </p:spPr>
            <p:txBody>
              <a:bodyPr wrap="none" anchor="ctr"/>
              <a:lstStyle/>
              <a:p>
                <a:endParaRPr lang="en-US" sz="1800" dirty="0">
                  <a:latin typeface="微软雅黑" panose="020B0503020204020204" charset="-122"/>
                </a:endParaRPr>
              </a:p>
            </p:txBody>
          </p:sp>
          <p:sp>
            <p:nvSpPr>
              <p:cNvPr id="31" name="Freeform 71"/>
              <p:cNvSpPr>
                <a:spLocks noChangeArrowheads="1"/>
              </p:cNvSpPr>
              <p:nvPr/>
            </p:nvSpPr>
            <p:spPr bwMode="auto">
              <a:xfrm>
                <a:off x="6666447" y="4578218"/>
                <a:ext cx="224112" cy="213169"/>
              </a:xfrm>
              <a:custGeom>
                <a:avLst/>
                <a:gdLst>
                  <a:gd name="G0" fmla="+- 91 0 0"/>
                  <a:gd name="G1" fmla="+- 91 0 0"/>
                  <a:gd name="G2" fmla="+- 41 0 0"/>
                  <a:gd name="G3" fmla="+- 1 0 0"/>
                  <a:gd name="G4" fmla="+- 1 0 0"/>
                  <a:gd name="G5" fmla="+- 1 0 0"/>
                  <a:gd name="G6" fmla="+- 1 0 0"/>
                  <a:gd name="G7" fmla="+- 1 0 0"/>
                  <a:gd name="G8" fmla="+- 1 0 0"/>
                  <a:gd name="G9" fmla="+- 1 0 0"/>
                  <a:gd name="G10" fmla="+- 1 0 0"/>
                  <a:gd name="G11" fmla="+- 1 0 0"/>
                  <a:gd name="G12" fmla="+- 142 0 0"/>
                  <a:gd name="G13" fmla="+- 91 0 0"/>
                  <a:gd name="T0" fmla="*/ 0 w 190"/>
                  <a:gd name="T1" fmla="*/ 20 h 183"/>
                  <a:gd name="T2" fmla="*/ 0 w 190"/>
                  <a:gd name="T3" fmla="*/ 20 h 183"/>
                  <a:gd name="T4" fmla="*/ 21 w 190"/>
                  <a:gd name="T5" fmla="*/ 0 h 183"/>
                  <a:gd name="T6" fmla="*/ 42 w 190"/>
                  <a:gd name="T7" fmla="*/ 20 h 183"/>
                  <a:gd name="T8" fmla="*/ 21 w 190"/>
                  <a:gd name="T9" fmla="*/ 40 h 183"/>
                  <a:gd name="T10" fmla="*/ 0 w 190"/>
                  <a:gd name="T11" fmla="*/ 20 h 183"/>
                </a:gdLst>
                <a:ahLst/>
                <a:cxnLst>
                  <a:cxn ang="0">
                    <a:pos x="T0" y="T1"/>
                  </a:cxn>
                  <a:cxn ang="0">
                    <a:pos x="T2" y="T3"/>
                  </a:cxn>
                  <a:cxn ang="0">
                    <a:pos x="T4" y="T5"/>
                  </a:cxn>
                  <a:cxn ang="0">
                    <a:pos x="T6" y="T7"/>
                  </a:cxn>
                  <a:cxn ang="0">
                    <a:pos x="T8" y="T9"/>
                  </a:cxn>
                  <a:cxn ang="0">
                    <a:pos x="T10" y="T11"/>
                  </a:cxn>
                </a:cxnLst>
                <a:rect l="0" t="0" r="r" b="b"/>
                <a:pathLst>
                  <a:path w="190" h="183">
                    <a:moveTo>
                      <a:pt x="0" y="91"/>
                    </a:moveTo>
                    <a:lnTo>
                      <a:pt x="0" y="91"/>
                    </a:lnTo>
                    <a:cubicBezTo>
                      <a:pt x="0" y="41"/>
                      <a:pt x="42" y="0"/>
                      <a:pt x="94" y="0"/>
                    </a:cubicBezTo>
                    <a:cubicBezTo>
                      <a:pt x="147" y="0"/>
                      <a:pt x="189" y="41"/>
                      <a:pt x="189" y="91"/>
                    </a:cubicBezTo>
                    <a:cubicBezTo>
                      <a:pt x="189" y="142"/>
                      <a:pt x="147" y="182"/>
                      <a:pt x="94" y="182"/>
                    </a:cubicBezTo>
                    <a:cubicBezTo>
                      <a:pt x="42" y="182"/>
                      <a:pt x="0" y="142"/>
                      <a:pt x="0" y="91"/>
                    </a:cubicBezTo>
                  </a:path>
                </a:pathLst>
              </a:custGeom>
              <a:solidFill>
                <a:schemeClr val="accent2"/>
              </a:solidFill>
              <a:ln>
                <a:noFill/>
              </a:ln>
              <a:effectLst/>
            </p:spPr>
            <p:txBody>
              <a:bodyPr wrap="none" anchor="ctr"/>
              <a:lstStyle/>
              <a:p>
                <a:endParaRPr lang="en-US" sz="1800" dirty="0">
                  <a:latin typeface="微软雅黑" panose="020B0503020204020204" charset="-122"/>
                </a:endParaRPr>
              </a:p>
            </p:txBody>
          </p:sp>
        </p:grpSp>
      </p:grpSp>
      <p:grpSp>
        <p:nvGrpSpPr>
          <p:cNvPr id="33" name="Group 32"/>
          <p:cNvGrpSpPr/>
          <p:nvPr/>
        </p:nvGrpSpPr>
        <p:grpSpPr>
          <a:xfrm>
            <a:off x="6396903" y="1077134"/>
            <a:ext cx="1653360" cy="2522592"/>
            <a:chOff x="5048467" y="4578218"/>
            <a:chExt cx="2858796" cy="4361770"/>
          </a:xfrm>
        </p:grpSpPr>
        <p:sp>
          <p:nvSpPr>
            <p:cNvPr id="34" name="Freeform 59"/>
            <p:cNvSpPr>
              <a:spLocks noChangeArrowheads="1"/>
            </p:cNvSpPr>
            <p:nvPr/>
          </p:nvSpPr>
          <p:spPr bwMode="auto">
            <a:xfrm>
              <a:off x="5048467" y="5747916"/>
              <a:ext cx="2858796" cy="3192072"/>
            </a:xfrm>
            <a:custGeom>
              <a:avLst/>
              <a:gdLst>
                <a:gd name="G0" fmla="+- 1 0 0"/>
                <a:gd name="G1" fmla="+- 1 0 0"/>
                <a:gd name="G2" fmla="+- 1 0 0"/>
                <a:gd name="G3" fmla="+- 1 0 0"/>
                <a:gd name="G4" fmla="+- 1 0 0"/>
                <a:gd name="G5" fmla="+- 1 0 0"/>
                <a:gd name="G6" fmla="+- 2509 0 0"/>
                <a:gd name="G7" fmla="+- 2408 0 0"/>
                <a:gd name="G8" fmla="+- 2313 0 0"/>
                <a:gd name="G9" fmla="+- 1 0 0"/>
                <a:gd name="G10" fmla="+- 1 0 0"/>
                <a:gd name="G11" fmla="+- 1 0 0"/>
                <a:gd name="G12" fmla="+- 1 0 0"/>
                <a:gd name="G13" fmla="+- 1 0 0"/>
                <a:gd name="G14" fmla="+- 1 0 0"/>
                <a:gd name="G15" fmla="+- 1 0 0"/>
                <a:gd name="G16" fmla="+- 1 0 0"/>
                <a:gd name="G17" fmla="+- 1 0 0"/>
                <a:gd name="G18" fmla="+- 1 0 0"/>
                <a:gd name="G19" fmla="+- 1 0 0"/>
                <a:gd name="G20" fmla="+- 1 0 0"/>
                <a:gd name="G21" fmla="+- 1 0 0"/>
                <a:gd name="G22" fmla="+- 1 0 0"/>
                <a:gd name="G23" fmla="+- 1 0 0"/>
                <a:gd name="G24" fmla="+- 1 0 0"/>
                <a:gd name="G25" fmla="+- 1 0 0"/>
                <a:gd name="G26" fmla="+- 1 0 0"/>
                <a:gd name="G27" fmla="+- 1 0 0"/>
                <a:gd name="G28" fmla="+- 1 0 0"/>
                <a:gd name="G29" fmla="+- 1 0 0"/>
                <a:gd name="G30" fmla="+- 1 0 0"/>
                <a:gd name="G31" fmla="+- 1 0 0"/>
                <a:gd name="G32" fmla="+- 1 0 0"/>
                <a:gd name="G33" fmla="+- 1 0 0"/>
                <a:gd name="G34" fmla="+- 1 0 0"/>
                <a:gd name="G35" fmla="+- 1 0 0"/>
                <a:gd name="G36" fmla="+- 1 0 0"/>
                <a:gd name="G37" fmla="+- 1 0 0"/>
                <a:gd name="G38" fmla="+- 1 0 0"/>
                <a:gd name="G39" fmla="+- 1 0 0"/>
                <a:gd name="G40" fmla="+- 1 0 0"/>
                <a:gd name="G41" fmla="+- 1 0 0"/>
                <a:gd name="G42" fmla="+- 1 0 0"/>
                <a:gd name="G43" fmla="+- 1 0 0"/>
                <a:gd name="G44" fmla="+- 1 0 0"/>
                <a:gd name="G45" fmla="+- 1 0 0"/>
                <a:gd name="G46" fmla="+- 1 0 0"/>
                <a:gd name="G47" fmla="+- 1 0 0"/>
                <a:gd name="G48" fmla="+- 1 0 0"/>
                <a:gd name="G49" fmla="+- 1 0 0"/>
                <a:gd name="G50" fmla="+- 1 0 0"/>
                <a:gd name="G51" fmla="+- 1 0 0"/>
                <a:gd name="G52" fmla="+- 1 0 0"/>
                <a:gd name="G53" fmla="+- 1 0 0"/>
                <a:gd name="G54" fmla="+- 1 0 0"/>
                <a:gd name="G55" fmla="+- 1 0 0"/>
                <a:gd name="G56" fmla="+- 1 0 0"/>
                <a:gd name="G57" fmla="*/ 1 0 0"/>
                <a:gd name="T0" fmla="*/ 2315 256 1"/>
                <a:gd name="T1" fmla="*/ 0 256 1"/>
                <a:gd name="G58" fmla="+- 0 T0 T1"/>
                <a:gd name="G59" fmla="sin G57 G58"/>
                <a:gd name="G60" fmla="*/ 1 0 0"/>
                <a:gd name="T2" fmla="*/ 2410 256 1"/>
                <a:gd name="T3" fmla="*/ 0 256 1"/>
                <a:gd name="G61" fmla="+- 0 T2 T3"/>
                <a:gd name="G62" fmla="sin G60 G61"/>
                <a:gd name="G63" fmla="*/ 1 0 0"/>
                <a:gd name="T4" fmla="*/ 2511 256 1"/>
                <a:gd name="T5" fmla="*/ 0 256 1"/>
                <a:gd name="G64" fmla="+- 0 T4 T5"/>
                <a:gd name="G65" fmla="sin G63 G64"/>
                <a:gd name="G66" fmla="+- 1 0 0"/>
                <a:gd name="G67" fmla="+- 1 0 0"/>
                <a:gd name="T6" fmla="*/ 471 w 2314"/>
                <a:gd name="T7" fmla="*/ 585 h 2586"/>
                <a:gd name="T8" fmla="*/ 471 w 2314"/>
                <a:gd name="T9" fmla="*/ 585 h 2586"/>
                <a:gd name="T10" fmla="*/ 53 w 2314"/>
                <a:gd name="T11" fmla="*/ 584 h 2586"/>
                <a:gd name="T12" fmla="*/ 0 w 2314"/>
                <a:gd name="T13" fmla="*/ 545 h 2586"/>
                <a:gd name="T14" fmla="*/ 11 w 2314"/>
                <a:gd name="T15" fmla="*/ 507 h 2586"/>
                <a:gd name="T16" fmla="*/ 183 w 2314"/>
                <a:gd name="T17" fmla="*/ 224 h 2586"/>
                <a:gd name="T18" fmla="*/ 183 w 2314"/>
                <a:gd name="T19" fmla="*/ 40 h 2586"/>
                <a:gd name="T20" fmla="*/ 165 w 2314"/>
                <a:gd name="T21" fmla="*/ 7 h 2586"/>
                <a:gd name="T22" fmla="*/ 178 w 2314"/>
                <a:gd name="T23" fmla="*/ 1 h 2586"/>
                <a:gd name="T24" fmla="*/ 180 w 2314"/>
                <a:gd name="T25" fmla="*/ 1 h 2586"/>
                <a:gd name="T26" fmla="*/ 188 w 2314"/>
                <a:gd name="T27" fmla="*/ 0 h 2586"/>
                <a:gd name="T28" fmla="*/ 199 w 2314"/>
                <a:gd name="T29" fmla="*/ 1 h 2586"/>
                <a:gd name="T30" fmla="*/ 327 w 2314"/>
                <a:gd name="T31" fmla="*/ 1 h 2586"/>
                <a:gd name="T32" fmla="*/ 338 w 2314"/>
                <a:gd name="T33" fmla="*/ 0 h 2586"/>
                <a:gd name="T34" fmla="*/ 345 w 2314"/>
                <a:gd name="T35" fmla="*/ 1 h 2586"/>
                <a:gd name="T36" fmla="*/ 347 w 2314"/>
                <a:gd name="T37" fmla="*/ 1 h 2586"/>
                <a:gd name="T38" fmla="*/ 361 w 2314"/>
                <a:gd name="T39" fmla="*/ 8 h 2586"/>
                <a:gd name="T40" fmla="*/ 343 w 2314"/>
                <a:gd name="T41" fmla="*/ 40 h 2586"/>
                <a:gd name="T42" fmla="*/ 342 w 2314"/>
                <a:gd name="T43" fmla="*/ 224 h 2586"/>
                <a:gd name="T44" fmla="*/ 513 w 2314"/>
                <a:gd name="T45" fmla="*/ 508 h 2586"/>
                <a:gd name="T46" fmla="*/ 524 w 2314"/>
                <a:gd name="T47" fmla="*/ 545 h 2586"/>
                <a:gd name="T48" fmla="*/ 471 w 2314"/>
                <a:gd name="T49" fmla="*/ 585 h 2586"/>
              </a:gdLst>
              <a:ahLst/>
              <a:cxnLst>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14" h="2586">
                  <a:moveTo>
                    <a:pt x="2082" y="2585"/>
                  </a:moveTo>
                  <a:lnTo>
                    <a:pt x="2082" y="2585"/>
                  </a:lnTo>
                  <a:cubicBezTo>
                    <a:pt x="232" y="2583"/>
                    <a:pt x="232" y="2583"/>
                    <a:pt x="232" y="2583"/>
                  </a:cubicBezTo>
                  <a:cubicBezTo>
                    <a:pt x="97" y="2583"/>
                    <a:pt x="0" y="2509"/>
                    <a:pt x="0" y="2408"/>
                  </a:cubicBezTo>
                  <a:cubicBezTo>
                    <a:pt x="0" y="2313"/>
                    <a:pt x="43" y="2251"/>
                    <a:pt x="49" y="2242"/>
                  </a:cubicBezTo>
                  <a:cubicBezTo>
                    <a:pt x="806" y="990"/>
                    <a:pt x="806" y="990"/>
                    <a:pt x="806" y="990"/>
                  </a:cubicBezTo>
                  <a:cubicBezTo>
                    <a:pt x="807" y="178"/>
                    <a:pt x="807" y="178"/>
                    <a:pt x="807" y="178"/>
                  </a:cubicBezTo>
                  <a:cubicBezTo>
                    <a:pt x="738" y="110"/>
                    <a:pt x="715" y="65"/>
                    <a:pt x="728" y="32"/>
                  </a:cubicBezTo>
                  <a:cubicBezTo>
                    <a:pt x="731" y="22"/>
                    <a:pt x="747" y="4"/>
                    <a:pt x="785" y="4"/>
                  </a:cubicBezTo>
                  <a:cubicBezTo>
                    <a:pt x="789" y="4"/>
                    <a:pt x="792" y="4"/>
                    <a:pt x="794" y="4"/>
                  </a:cubicBezTo>
                  <a:cubicBezTo>
                    <a:pt x="804" y="2"/>
                    <a:pt x="816" y="0"/>
                    <a:pt x="829" y="0"/>
                  </a:cubicBezTo>
                  <a:cubicBezTo>
                    <a:pt x="851" y="0"/>
                    <a:pt x="872" y="4"/>
                    <a:pt x="878" y="4"/>
                  </a:cubicBezTo>
                  <a:cubicBezTo>
                    <a:pt x="1442" y="4"/>
                    <a:pt x="1442" y="4"/>
                    <a:pt x="1442" y="4"/>
                  </a:cubicBezTo>
                  <a:cubicBezTo>
                    <a:pt x="1449" y="4"/>
                    <a:pt x="1469" y="0"/>
                    <a:pt x="1491" y="0"/>
                  </a:cubicBezTo>
                  <a:cubicBezTo>
                    <a:pt x="1505" y="0"/>
                    <a:pt x="1516" y="2"/>
                    <a:pt x="1525" y="4"/>
                  </a:cubicBezTo>
                  <a:cubicBezTo>
                    <a:pt x="1528" y="4"/>
                    <a:pt x="1532" y="4"/>
                    <a:pt x="1533" y="4"/>
                  </a:cubicBezTo>
                  <a:cubicBezTo>
                    <a:pt x="1574" y="4"/>
                    <a:pt x="1587" y="22"/>
                    <a:pt x="1592" y="34"/>
                  </a:cubicBezTo>
                  <a:cubicBezTo>
                    <a:pt x="1606" y="66"/>
                    <a:pt x="1582" y="110"/>
                    <a:pt x="1513" y="178"/>
                  </a:cubicBezTo>
                  <a:cubicBezTo>
                    <a:pt x="1511" y="990"/>
                    <a:pt x="1511" y="990"/>
                    <a:pt x="1511" y="990"/>
                  </a:cubicBezTo>
                  <a:cubicBezTo>
                    <a:pt x="2264" y="2244"/>
                    <a:pt x="2264" y="2244"/>
                    <a:pt x="2264" y="2244"/>
                  </a:cubicBezTo>
                  <a:cubicBezTo>
                    <a:pt x="2271" y="2254"/>
                    <a:pt x="2313" y="2315"/>
                    <a:pt x="2313" y="2410"/>
                  </a:cubicBezTo>
                  <a:cubicBezTo>
                    <a:pt x="2313" y="2511"/>
                    <a:pt x="2215" y="2585"/>
                    <a:pt x="2082" y="2585"/>
                  </a:cubicBezTo>
                </a:path>
              </a:pathLst>
            </a:custGeom>
            <a:solidFill>
              <a:schemeClr val="bg1">
                <a:lumMod val="85000"/>
              </a:schemeClr>
            </a:solidFill>
            <a:ln>
              <a:noFill/>
            </a:ln>
            <a:effectLst/>
          </p:spPr>
          <p:txBody>
            <a:bodyPr wrap="none" anchor="ctr"/>
            <a:lstStyle/>
            <a:p>
              <a:endParaRPr lang="en-US" sz="1800" dirty="0">
                <a:latin typeface="微软雅黑" panose="020B0503020204020204" charset="-122"/>
              </a:endParaRPr>
            </a:p>
          </p:txBody>
        </p:sp>
        <p:sp>
          <p:nvSpPr>
            <p:cNvPr id="35" name="Freeform 60"/>
            <p:cNvSpPr>
              <a:spLocks noChangeArrowheads="1"/>
            </p:cNvSpPr>
            <p:nvPr/>
          </p:nvSpPr>
          <p:spPr bwMode="auto">
            <a:xfrm>
              <a:off x="5239782" y="7251032"/>
              <a:ext cx="2503496" cy="1585104"/>
            </a:xfrm>
            <a:custGeom>
              <a:avLst/>
              <a:gdLst>
                <a:gd name="G0" fmla="+- 1 0 0"/>
                <a:gd name="G1" fmla="+- 1 0 0"/>
                <a:gd name="G2" fmla="+- 1 0 0"/>
                <a:gd name="G3" fmla="+- 1 0 0"/>
                <a:gd name="G4" fmla="+- 1 0 0"/>
                <a:gd name="G5" fmla="+- 1 0 0"/>
                <a:gd name="G6" fmla="+- 1104 0 0"/>
                <a:gd name="G7" fmla="+- 1 0 0"/>
                <a:gd name="G8" fmla="+- 1 0 0"/>
                <a:gd name="G9" fmla="+- 1 0 0"/>
                <a:gd name="G10" fmla="+- 1 0 0"/>
                <a:gd name="G11" fmla="+- 1 0 0"/>
                <a:gd name="G12" fmla="+- 1 0 0"/>
                <a:gd name="G13" fmla="+- 1 0 0"/>
                <a:gd name="G14" fmla="+- 1 0 0"/>
                <a:gd name="G15" fmla="+- 1 0 0"/>
                <a:gd name="G16" fmla="+- 1 0 0"/>
                <a:gd name="G17" fmla="+- 1 0 0"/>
                <a:gd name="G18" fmla="+- 1 0 0"/>
                <a:gd name="G19" fmla="+- 1 0 0"/>
                <a:gd name="G20" fmla="+- 1 0 0"/>
                <a:gd name="G21" fmla="+- 1 0 0"/>
                <a:gd name="G22" fmla="+- 1 0 0"/>
                <a:gd name="G23" fmla="+- 1 0 0"/>
                <a:gd name="G24" fmla="+- 1 0 0"/>
                <a:gd name="G25" fmla="+- 1 0 0"/>
                <a:gd name="T0" fmla="*/ 161 w 2027"/>
                <a:gd name="T1" fmla="*/ 0 h 1287"/>
                <a:gd name="T2" fmla="*/ 161 w 2027"/>
                <a:gd name="T3" fmla="*/ 0 h 1287"/>
                <a:gd name="T4" fmla="*/ 11 w 2027"/>
                <a:gd name="T5" fmla="*/ 229 h 1287"/>
                <a:gd name="T6" fmla="*/ 5 w 2027"/>
                <a:gd name="T7" fmla="*/ 265 h 1287"/>
                <a:gd name="T8" fmla="*/ 63 w 2027"/>
                <a:gd name="T9" fmla="*/ 289 h 1287"/>
                <a:gd name="T10" fmla="*/ 414 w 2027"/>
                <a:gd name="T11" fmla="*/ 290 h 1287"/>
                <a:gd name="T12" fmla="*/ 453 w 2027"/>
                <a:gd name="T13" fmla="*/ 266 h 1287"/>
                <a:gd name="T14" fmla="*/ 430 w 2027"/>
                <a:gd name="T15" fmla="*/ 201 h 1287"/>
                <a:gd name="T16" fmla="*/ 307 w 2027"/>
                <a:gd name="T17" fmla="*/ 0 h 1287"/>
                <a:gd name="T18" fmla="*/ 161 w 2027"/>
                <a:gd name="T19" fmla="*/ 0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27" h="1287">
                  <a:moveTo>
                    <a:pt x="710" y="0"/>
                  </a:moveTo>
                  <a:lnTo>
                    <a:pt x="710" y="0"/>
                  </a:lnTo>
                  <a:cubicBezTo>
                    <a:pt x="50" y="1013"/>
                    <a:pt x="50" y="1013"/>
                    <a:pt x="50" y="1013"/>
                  </a:cubicBezTo>
                  <a:cubicBezTo>
                    <a:pt x="50" y="1013"/>
                    <a:pt x="0" y="1104"/>
                    <a:pt x="23" y="1172"/>
                  </a:cubicBezTo>
                  <a:cubicBezTo>
                    <a:pt x="47" y="1237"/>
                    <a:pt x="64" y="1280"/>
                    <a:pt x="280" y="1280"/>
                  </a:cubicBezTo>
                  <a:cubicBezTo>
                    <a:pt x="1830" y="1281"/>
                    <a:pt x="1830" y="1281"/>
                    <a:pt x="1830" y="1281"/>
                  </a:cubicBezTo>
                  <a:cubicBezTo>
                    <a:pt x="1830" y="1281"/>
                    <a:pt x="1972" y="1286"/>
                    <a:pt x="1999" y="1178"/>
                  </a:cubicBezTo>
                  <a:cubicBezTo>
                    <a:pt x="2026" y="1070"/>
                    <a:pt x="1983" y="1020"/>
                    <a:pt x="1899" y="891"/>
                  </a:cubicBezTo>
                  <a:cubicBezTo>
                    <a:pt x="1813" y="763"/>
                    <a:pt x="1354" y="0"/>
                    <a:pt x="1354" y="0"/>
                  </a:cubicBezTo>
                  <a:cubicBezTo>
                    <a:pt x="710" y="0"/>
                    <a:pt x="710" y="0"/>
                    <a:pt x="710" y="0"/>
                  </a:cubicBezTo>
                </a:path>
              </a:pathLst>
            </a:custGeom>
            <a:solidFill>
              <a:schemeClr val="accent3"/>
            </a:solidFill>
            <a:ln>
              <a:noFill/>
            </a:ln>
            <a:effectLst/>
          </p:spPr>
          <p:txBody>
            <a:bodyPr wrap="none" anchor="ctr"/>
            <a:lstStyle/>
            <a:p>
              <a:endParaRPr lang="en-US" sz="1800" dirty="0">
                <a:latin typeface="微软雅黑" panose="020B0503020204020204" charset="-122"/>
              </a:endParaRPr>
            </a:p>
          </p:txBody>
        </p:sp>
        <p:grpSp>
          <p:nvGrpSpPr>
            <p:cNvPr id="36" name="Group 35"/>
            <p:cNvGrpSpPr/>
            <p:nvPr/>
          </p:nvGrpSpPr>
          <p:grpSpPr>
            <a:xfrm>
              <a:off x="5606014" y="7584450"/>
              <a:ext cx="1585184" cy="1054915"/>
              <a:chOff x="5606014" y="7584450"/>
              <a:chExt cx="1585184" cy="1054915"/>
            </a:xfrm>
            <a:solidFill>
              <a:schemeClr val="bg1"/>
            </a:solidFill>
          </p:grpSpPr>
          <p:sp>
            <p:nvSpPr>
              <p:cNvPr id="49" name="Freeform 61"/>
              <p:cNvSpPr>
                <a:spLocks noChangeArrowheads="1"/>
              </p:cNvSpPr>
              <p:nvPr/>
            </p:nvSpPr>
            <p:spPr bwMode="auto">
              <a:xfrm>
                <a:off x="6229155" y="7584450"/>
                <a:ext cx="142120" cy="136647"/>
              </a:xfrm>
              <a:custGeom>
                <a:avLst/>
                <a:gdLst>
                  <a:gd name="G0" fmla="+- 59 0 0"/>
                  <a:gd name="G1" fmla="+- 59 0 0"/>
                  <a:gd name="G2" fmla="+- 25 0 0"/>
                  <a:gd name="G3" fmla="+- 1 0 0"/>
                  <a:gd name="G4" fmla="+- 1 0 0"/>
                  <a:gd name="G5" fmla="+- 1 0 0"/>
                  <a:gd name="G6" fmla="+- 1 0 0"/>
                  <a:gd name="G7" fmla="+- 1 0 0"/>
                  <a:gd name="G8" fmla="+- 1 0 0"/>
                  <a:gd name="G9" fmla="+- 1 0 0"/>
                  <a:gd name="G10" fmla="+- 1 0 0"/>
                  <a:gd name="G11" fmla="+- 1 0 0"/>
                  <a:gd name="G12" fmla="+- 91 0 0"/>
                  <a:gd name="G13" fmla="+- 59 0 0"/>
                  <a:gd name="T0" fmla="*/ 0 w 124"/>
                  <a:gd name="T1" fmla="*/ 13 h 117"/>
                  <a:gd name="T2" fmla="*/ 0 w 124"/>
                  <a:gd name="T3" fmla="*/ 13 h 117"/>
                  <a:gd name="T4" fmla="*/ 14 w 124"/>
                  <a:gd name="T5" fmla="*/ 0 h 117"/>
                  <a:gd name="T6" fmla="*/ 27 w 124"/>
                  <a:gd name="T7" fmla="*/ 13 h 117"/>
                  <a:gd name="T8" fmla="*/ 14 w 124"/>
                  <a:gd name="T9" fmla="*/ 26 h 117"/>
                  <a:gd name="T10" fmla="*/ 0 w 124"/>
                  <a:gd name="T11" fmla="*/ 13 h 117"/>
                </a:gdLst>
                <a:ahLst/>
                <a:cxnLst>
                  <a:cxn ang="0">
                    <a:pos x="T0" y="T1"/>
                  </a:cxn>
                  <a:cxn ang="0">
                    <a:pos x="T2" y="T3"/>
                  </a:cxn>
                  <a:cxn ang="0">
                    <a:pos x="T4" y="T5"/>
                  </a:cxn>
                  <a:cxn ang="0">
                    <a:pos x="T6" y="T7"/>
                  </a:cxn>
                  <a:cxn ang="0">
                    <a:pos x="T8" y="T9"/>
                  </a:cxn>
                  <a:cxn ang="0">
                    <a:pos x="T10" y="T11"/>
                  </a:cxn>
                </a:cxnLst>
                <a:rect l="0" t="0" r="r" b="b"/>
                <a:pathLst>
                  <a:path w="124" h="117">
                    <a:moveTo>
                      <a:pt x="0" y="59"/>
                    </a:moveTo>
                    <a:lnTo>
                      <a:pt x="0" y="59"/>
                    </a:lnTo>
                    <a:cubicBezTo>
                      <a:pt x="0" y="25"/>
                      <a:pt x="27" y="0"/>
                      <a:pt x="62" y="0"/>
                    </a:cubicBezTo>
                    <a:cubicBezTo>
                      <a:pt x="96" y="0"/>
                      <a:pt x="123" y="25"/>
                      <a:pt x="123" y="59"/>
                    </a:cubicBezTo>
                    <a:cubicBezTo>
                      <a:pt x="123" y="91"/>
                      <a:pt x="96" y="116"/>
                      <a:pt x="62" y="116"/>
                    </a:cubicBezTo>
                    <a:cubicBezTo>
                      <a:pt x="27" y="116"/>
                      <a:pt x="0" y="91"/>
                      <a:pt x="0" y="59"/>
                    </a:cubicBezTo>
                  </a:path>
                </a:pathLst>
              </a:custGeom>
              <a:grpFill/>
              <a:ln>
                <a:noFill/>
              </a:ln>
              <a:effectLst/>
            </p:spPr>
            <p:txBody>
              <a:bodyPr wrap="none" anchor="ctr"/>
              <a:lstStyle/>
              <a:p>
                <a:endParaRPr lang="en-US" sz="1800" dirty="0">
                  <a:latin typeface="微软雅黑" panose="020B0503020204020204" charset="-122"/>
                </a:endParaRPr>
              </a:p>
            </p:txBody>
          </p:sp>
          <p:sp>
            <p:nvSpPr>
              <p:cNvPr id="50" name="Freeform 62"/>
              <p:cNvSpPr>
                <a:spLocks noChangeArrowheads="1"/>
              </p:cNvSpPr>
              <p:nvPr/>
            </p:nvSpPr>
            <p:spPr bwMode="auto">
              <a:xfrm>
                <a:off x="7049078" y="8469923"/>
                <a:ext cx="142120" cy="136647"/>
              </a:xfrm>
              <a:custGeom>
                <a:avLst/>
                <a:gdLst>
                  <a:gd name="G0" fmla="+- 59 0 0"/>
                  <a:gd name="G1" fmla="+- 59 0 0"/>
                  <a:gd name="G2" fmla="+- 26 0 0"/>
                  <a:gd name="G3" fmla="+- 1 0 0"/>
                  <a:gd name="G4" fmla="+- 1 0 0"/>
                  <a:gd name="G5" fmla="+- 1 0 0"/>
                  <a:gd name="G6" fmla="+- 1 0 0"/>
                  <a:gd name="G7" fmla="+- 1 0 0"/>
                  <a:gd name="G8" fmla="+- 1 0 0"/>
                  <a:gd name="G9" fmla="+- 1 0 0"/>
                  <a:gd name="G10" fmla="+- 1 0 0"/>
                  <a:gd name="G11" fmla="+- 1 0 0"/>
                  <a:gd name="G12" fmla="+- 91 0 0"/>
                  <a:gd name="G13" fmla="+- 59 0 0"/>
                  <a:gd name="T0" fmla="*/ 0 w 124"/>
                  <a:gd name="T1" fmla="*/ 13 h 119"/>
                  <a:gd name="T2" fmla="*/ 0 w 124"/>
                  <a:gd name="T3" fmla="*/ 13 h 119"/>
                  <a:gd name="T4" fmla="*/ 13 w 124"/>
                  <a:gd name="T5" fmla="*/ 0 h 119"/>
                  <a:gd name="T6" fmla="*/ 27 w 124"/>
                  <a:gd name="T7" fmla="*/ 13 h 119"/>
                  <a:gd name="T8" fmla="*/ 13 w 124"/>
                  <a:gd name="T9" fmla="*/ 26 h 119"/>
                  <a:gd name="T10" fmla="*/ 0 w 124"/>
                  <a:gd name="T11" fmla="*/ 13 h 119"/>
                </a:gdLst>
                <a:ahLst/>
                <a:cxnLst>
                  <a:cxn ang="0">
                    <a:pos x="T0" y="T1"/>
                  </a:cxn>
                  <a:cxn ang="0">
                    <a:pos x="T2" y="T3"/>
                  </a:cxn>
                  <a:cxn ang="0">
                    <a:pos x="T4" y="T5"/>
                  </a:cxn>
                  <a:cxn ang="0">
                    <a:pos x="T6" y="T7"/>
                  </a:cxn>
                  <a:cxn ang="0">
                    <a:pos x="T8" y="T9"/>
                  </a:cxn>
                  <a:cxn ang="0">
                    <a:pos x="T10" y="T11"/>
                  </a:cxn>
                </a:cxnLst>
                <a:rect l="0" t="0" r="r" b="b"/>
                <a:pathLst>
                  <a:path w="124" h="119">
                    <a:moveTo>
                      <a:pt x="0" y="59"/>
                    </a:moveTo>
                    <a:lnTo>
                      <a:pt x="0" y="59"/>
                    </a:lnTo>
                    <a:cubicBezTo>
                      <a:pt x="0" y="26"/>
                      <a:pt x="27" y="0"/>
                      <a:pt x="61" y="0"/>
                    </a:cubicBezTo>
                    <a:cubicBezTo>
                      <a:pt x="94" y="0"/>
                      <a:pt x="123" y="26"/>
                      <a:pt x="123" y="59"/>
                    </a:cubicBezTo>
                    <a:cubicBezTo>
                      <a:pt x="123" y="91"/>
                      <a:pt x="94" y="118"/>
                      <a:pt x="61" y="118"/>
                    </a:cubicBezTo>
                    <a:cubicBezTo>
                      <a:pt x="27" y="118"/>
                      <a:pt x="0" y="91"/>
                      <a:pt x="0" y="59"/>
                    </a:cubicBezTo>
                  </a:path>
                </a:pathLst>
              </a:custGeom>
              <a:grpFill/>
              <a:ln>
                <a:noFill/>
              </a:ln>
              <a:effectLst/>
            </p:spPr>
            <p:txBody>
              <a:bodyPr wrap="none" anchor="ctr"/>
              <a:lstStyle/>
              <a:p>
                <a:endParaRPr lang="en-US" sz="1800" dirty="0">
                  <a:latin typeface="微软雅黑" panose="020B0503020204020204" charset="-122"/>
                </a:endParaRPr>
              </a:p>
            </p:txBody>
          </p:sp>
          <p:sp>
            <p:nvSpPr>
              <p:cNvPr id="51" name="Freeform 63"/>
              <p:cNvSpPr>
                <a:spLocks noChangeArrowheads="1"/>
              </p:cNvSpPr>
              <p:nvPr/>
            </p:nvSpPr>
            <p:spPr bwMode="auto">
              <a:xfrm>
                <a:off x="5606014" y="8442593"/>
                <a:ext cx="207714" cy="196772"/>
              </a:xfrm>
              <a:custGeom>
                <a:avLst/>
                <a:gdLst>
                  <a:gd name="G0" fmla="+- 82 0 0"/>
                  <a:gd name="G1" fmla="+- 82 0 0"/>
                  <a:gd name="G2" fmla="+- 37 0 0"/>
                  <a:gd name="G3" fmla="+- 1 0 0"/>
                  <a:gd name="G4" fmla="+- 1 0 0"/>
                  <a:gd name="G5" fmla="+- 1 0 0"/>
                  <a:gd name="G6" fmla="+- 1 0 0"/>
                  <a:gd name="G7" fmla="+- 1 0 0"/>
                  <a:gd name="G8" fmla="+- 1 0 0"/>
                  <a:gd name="G9" fmla="+- 1 0 0"/>
                  <a:gd name="G10" fmla="+- 1 0 0"/>
                  <a:gd name="G11" fmla="+- 1 0 0"/>
                  <a:gd name="G12" fmla="+- 128 0 0"/>
                  <a:gd name="G13" fmla="+- 82 0 0"/>
                  <a:gd name="T0" fmla="*/ 0 w 175"/>
                  <a:gd name="T1" fmla="*/ 18 h 166"/>
                  <a:gd name="T2" fmla="*/ 0 w 175"/>
                  <a:gd name="T3" fmla="*/ 18 h 166"/>
                  <a:gd name="T4" fmla="*/ 20 w 175"/>
                  <a:gd name="T5" fmla="*/ 0 h 166"/>
                  <a:gd name="T6" fmla="*/ 39 w 175"/>
                  <a:gd name="T7" fmla="*/ 18 h 166"/>
                  <a:gd name="T8" fmla="*/ 20 w 175"/>
                  <a:gd name="T9" fmla="*/ 37 h 166"/>
                  <a:gd name="T10" fmla="*/ 0 w 175"/>
                  <a:gd name="T11" fmla="*/ 18 h 166"/>
                </a:gdLst>
                <a:ahLst/>
                <a:cxnLst>
                  <a:cxn ang="0">
                    <a:pos x="T0" y="T1"/>
                  </a:cxn>
                  <a:cxn ang="0">
                    <a:pos x="T2" y="T3"/>
                  </a:cxn>
                  <a:cxn ang="0">
                    <a:pos x="T4" y="T5"/>
                  </a:cxn>
                  <a:cxn ang="0">
                    <a:pos x="T6" y="T7"/>
                  </a:cxn>
                  <a:cxn ang="0">
                    <a:pos x="T8" y="T9"/>
                  </a:cxn>
                  <a:cxn ang="0">
                    <a:pos x="T10" y="T11"/>
                  </a:cxn>
                </a:cxnLst>
                <a:rect l="0" t="0" r="r" b="b"/>
                <a:pathLst>
                  <a:path w="175" h="166">
                    <a:moveTo>
                      <a:pt x="0" y="82"/>
                    </a:moveTo>
                    <a:lnTo>
                      <a:pt x="0" y="82"/>
                    </a:lnTo>
                    <a:cubicBezTo>
                      <a:pt x="0" y="37"/>
                      <a:pt x="39" y="0"/>
                      <a:pt x="88" y="0"/>
                    </a:cubicBezTo>
                    <a:cubicBezTo>
                      <a:pt x="135" y="0"/>
                      <a:pt x="174" y="37"/>
                      <a:pt x="174" y="82"/>
                    </a:cubicBezTo>
                    <a:cubicBezTo>
                      <a:pt x="174" y="128"/>
                      <a:pt x="135" y="165"/>
                      <a:pt x="88" y="165"/>
                    </a:cubicBezTo>
                    <a:cubicBezTo>
                      <a:pt x="39" y="165"/>
                      <a:pt x="0" y="128"/>
                      <a:pt x="0" y="82"/>
                    </a:cubicBezTo>
                  </a:path>
                </a:pathLst>
              </a:custGeom>
              <a:grpFill/>
              <a:ln>
                <a:noFill/>
              </a:ln>
              <a:effectLst/>
            </p:spPr>
            <p:txBody>
              <a:bodyPr wrap="none" anchor="ctr"/>
              <a:lstStyle/>
              <a:p>
                <a:endParaRPr lang="en-US" sz="1800" dirty="0">
                  <a:latin typeface="微软雅黑" panose="020B0503020204020204" charset="-122"/>
                </a:endParaRPr>
              </a:p>
            </p:txBody>
          </p:sp>
          <p:sp>
            <p:nvSpPr>
              <p:cNvPr id="52" name="Freeform 64"/>
              <p:cNvSpPr>
                <a:spLocks noChangeArrowheads="1"/>
              </p:cNvSpPr>
              <p:nvPr/>
            </p:nvSpPr>
            <p:spPr bwMode="auto">
              <a:xfrm>
                <a:off x="6158095" y="8158368"/>
                <a:ext cx="103857" cy="98386"/>
              </a:xfrm>
              <a:custGeom>
                <a:avLst/>
                <a:gdLst>
                  <a:gd name="G0" fmla="+- 44 0 0"/>
                  <a:gd name="G1" fmla="+- 44 0 0"/>
                  <a:gd name="G2" fmla="+- 18 0 0"/>
                  <a:gd name="G3" fmla="+- 1 0 0"/>
                  <a:gd name="G4" fmla="+- 1 0 0"/>
                  <a:gd name="G5" fmla="+- 1 0 0"/>
                  <a:gd name="G6" fmla="+- 1 0 0"/>
                  <a:gd name="G7" fmla="+- 1 0 0"/>
                  <a:gd name="G8" fmla="+- 1 0 0"/>
                  <a:gd name="G9" fmla="+- 1 0 0"/>
                  <a:gd name="G10" fmla="+- 1 0 0"/>
                  <a:gd name="G11" fmla="+- 1 0 0"/>
                  <a:gd name="G12" fmla="+- 67 0 0"/>
                  <a:gd name="G13" fmla="+- 44 0 0"/>
                  <a:gd name="T0" fmla="*/ 0 w 92"/>
                  <a:gd name="T1" fmla="*/ 10 h 88"/>
                  <a:gd name="T2" fmla="*/ 0 w 92"/>
                  <a:gd name="T3" fmla="*/ 10 h 88"/>
                  <a:gd name="T4" fmla="*/ 10 w 92"/>
                  <a:gd name="T5" fmla="*/ 0 h 88"/>
                  <a:gd name="T6" fmla="*/ 20 w 92"/>
                  <a:gd name="T7" fmla="*/ 10 h 88"/>
                  <a:gd name="T8" fmla="*/ 10 w 92"/>
                  <a:gd name="T9" fmla="*/ 19 h 88"/>
                  <a:gd name="T10" fmla="*/ 0 w 92"/>
                  <a:gd name="T11" fmla="*/ 10 h 88"/>
                </a:gdLst>
                <a:ahLst/>
                <a:cxnLst>
                  <a:cxn ang="0">
                    <a:pos x="T0" y="T1"/>
                  </a:cxn>
                  <a:cxn ang="0">
                    <a:pos x="T2" y="T3"/>
                  </a:cxn>
                  <a:cxn ang="0">
                    <a:pos x="T4" y="T5"/>
                  </a:cxn>
                  <a:cxn ang="0">
                    <a:pos x="T6" y="T7"/>
                  </a:cxn>
                  <a:cxn ang="0">
                    <a:pos x="T8" y="T9"/>
                  </a:cxn>
                  <a:cxn ang="0">
                    <a:pos x="T10" y="T11"/>
                  </a:cxn>
                </a:cxnLst>
                <a:rect l="0" t="0" r="r" b="b"/>
                <a:pathLst>
                  <a:path w="92" h="88">
                    <a:moveTo>
                      <a:pt x="0" y="44"/>
                    </a:moveTo>
                    <a:lnTo>
                      <a:pt x="0" y="44"/>
                    </a:lnTo>
                    <a:cubicBezTo>
                      <a:pt x="0" y="18"/>
                      <a:pt x="20" y="0"/>
                      <a:pt x="46" y="0"/>
                    </a:cubicBezTo>
                    <a:cubicBezTo>
                      <a:pt x="71" y="0"/>
                      <a:pt x="91" y="18"/>
                      <a:pt x="91" y="44"/>
                    </a:cubicBezTo>
                    <a:cubicBezTo>
                      <a:pt x="91" y="67"/>
                      <a:pt x="71" y="87"/>
                      <a:pt x="46" y="87"/>
                    </a:cubicBezTo>
                    <a:cubicBezTo>
                      <a:pt x="20" y="87"/>
                      <a:pt x="0" y="67"/>
                      <a:pt x="0" y="44"/>
                    </a:cubicBezTo>
                  </a:path>
                </a:pathLst>
              </a:custGeom>
              <a:grpFill/>
              <a:ln>
                <a:noFill/>
              </a:ln>
              <a:effectLst/>
            </p:spPr>
            <p:txBody>
              <a:bodyPr wrap="none" anchor="ctr"/>
              <a:lstStyle/>
              <a:p>
                <a:endParaRPr lang="en-US" sz="1800" dirty="0">
                  <a:latin typeface="微软雅黑" panose="020B0503020204020204" charset="-122"/>
                </a:endParaRPr>
              </a:p>
            </p:txBody>
          </p:sp>
          <p:sp>
            <p:nvSpPr>
              <p:cNvPr id="53" name="Freeform 65"/>
              <p:cNvSpPr>
                <a:spLocks noChangeArrowheads="1"/>
              </p:cNvSpPr>
              <p:nvPr/>
            </p:nvSpPr>
            <p:spPr bwMode="auto">
              <a:xfrm>
                <a:off x="6633650" y="7764824"/>
                <a:ext cx="327969" cy="317021"/>
              </a:xfrm>
              <a:custGeom>
                <a:avLst/>
                <a:gdLst>
                  <a:gd name="G0" fmla="+- 130 0 0"/>
                  <a:gd name="G1" fmla="+- 130 0 0"/>
                  <a:gd name="G2" fmla="+- 57 0 0"/>
                  <a:gd name="G3" fmla="+- 1 0 0"/>
                  <a:gd name="G4" fmla="+- 1 0 0"/>
                  <a:gd name="G5" fmla="+- 1 0 0"/>
                  <a:gd name="G6" fmla="+- 1 0 0"/>
                  <a:gd name="G7" fmla="+- 1 0 0"/>
                  <a:gd name="G8" fmla="+- 1 0 0"/>
                  <a:gd name="G9" fmla="+- 1 0 0"/>
                  <a:gd name="G10" fmla="+- 1 0 0"/>
                  <a:gd name="G11" fmla="+- 1 0 0"/>
                  <a:gd name="G12" fmla="+- 202 0 0"/>
                  <a:gd name="G13" fmla="+- 130 0 0"/>
                  <a:gd name="T0" fmla="*/ 0 w 275"/>
                  <a:gd name="T1" fmla="*/ 29 h 263"/>
                  <a:gd name="T2" fmla="*/ 0 w 275"/>
                  <a:gd name="T3" fmla="*/ 29 h 263"/>
                  <a:gd name="T4" fmla="*/ 30 w 275"/>
                  <a:gd name="T5" fmla="*/ 0 h 263"/>
                  <a:gd name="T6" fmla="*/ 61 w 275"/>
                  <a:gd name="T7" fmla="*/ 29 h 263"/>
                  <a:gd name="T8" fmla="*/ 30 w 275"/>
                  <a:gd name="T9" fmla="*/ 59 h 263"/>
                  <a:gd name="T10" fmla="*/ 0 w 275"/>
                  <a:gd name="T11" fmla="*/ 29 h 263"/>
                </a:gdLst>
                <a:ahLst/>
                <a:cxnLst>
                  <a:cxn ang="0">
                    <a:pos x="T0" y="T1"/>
                  </a:cxn>
                  <a:cxn ang="0">
                    <a:pos x="T2" y="T3"/>
                  </a:cxn>
                  <a:cxn ang="0">
                    <a:pos x="T4" y="T5"/>
                  </a:cxn>
                  <a:cxn ang="0">
                    <a:pos x="T6" y="T7"/>
                  </a:cxn>
                  <a:cxn ang="0">
                    <a:pos x="T8" y="T9"/>
                  </a:cxn>
                  <a:cxn ang="0">
                    <a:pos x="T10" y="T11"/>
                  </a:cxn>
                </a:cxnLst>
                <a:rect l="0" t="0" r="r" b="b"/>
                <a:pathLst>
                  <a:path w="275" h="263">
                    <a:moveTo>
                      <a:pt x="0" y="130"/>
                    </a:moveTo>
                    <a:lnTo>
                      <a:pt x="0" y="130"/>
                    </a:lnTo>
                    <a:cubicBezTo>
                      <a:pt x="0" y="57"/>
                      <a:pt x="61" y="0"/>
                      <a:pt x="137" y="0"/>
                    </a:cubicBezTo>
                    <a:cubicBezTo>
                      <a:pt x="213" y="0"/>
                      <a:pt x="274" y="57"/>
                      <a:pt x="274" y="130"/>
                    </a:cubicBezTo>
                    <a:cubicBezTo>
                      <a:pt x="274" y="202"/>
                      <a:pt x="213" y="262"/>
                      <a:pt x="137" y="262"/>
                    </a:cubicBezTo>
                    <a:cubicBezTo>
                      <a:pt x="61" y="262"/>
                      <a:pt x="0" y="202"/>
                      <a:pt x="0" y="130"/>
                    </a:cubicBezTo>
                  </a:path>
                </a:pathLst>
              </a:custGeom>
              <a:grpFill/>
              <a:ln>
                <a:noFill/>
              </a:ln>
              <a:effectLst/>
            </p:spPr>
            <p:txBody>
              <a:bodyPr wrap="none" anchor="ctr"/>
              <a:lstStyle/>
              <a:p>
                <a:endParaRPr lang="en-US" sz="1800" dirty="0">
                  <a:latin typeface="微软雅黑" panose="020B0503020204020204" charset="-122"/>
                </a:endParaRPr>
              </a:p>
            </p:txBody>
          </p:sp>
        </p:grpSp>
        <p:grpSp>
          <p:nvGrpSpPr>
            <p:cNvPr id="37" name="Group 36"/>
            <p:cNvGrpSpPr/>
            <p:nvPr/>
          </p:nvGrpSpPr>
          <p:grpSpPr>
            <a:xfrm>
              <a:off x="6010509" y="4578218"/>
              <a:ext cx="880050" cy="901870"/>
              <a:chOff x="6010509" y="4578218"/>
              <a:chExt cx="880050" cy="901870"/>
            </a:xfrm>
          </p:grpSpPr>
          <p:sp>
            <p:nvSpPr>
              <p:cNvPr id="38" name="Freeform 67"/>
              <p:cNvSpPr>
                <a:spLocks noChangeArrowheads="1"/>
              </p:cNvSpPr>
              <p:nvPr/>
            </p:nvSpPr>
            <p:spPr bwMode="auto">
              <a:xfrm>
                <a:off x="6480598" y="5195862"/>
                <a:ext cx="295172" cy="284226"/>
              </a:xfrm>
              <a:custGeom>
                <a:avLst/>
                <a:gdLst>
                  <a:gd name="G0" fmla="+- 118 0 0"/>
                  <a:gd name="G1" fmla="+- 118 0 0"/>
                  <a:gd name="G2" fmla="+- 54 0 0"/>
                  <a:gd name="G3" fmla="+- 1 0 0"/>
                  <a:gd name="G4" fmla="+- 1 0 0"/>
                  <a:gd name="G5" fmla="+- 1 0 0"/>
                  <a:gd name="G6" fmla="+- 1 0 0"/>
                  <a:gd name="G7" fmla="+- 1 0 0"/>
                  <a:gd name="G8" fmla="+- 1 0 0"/>
                  <a:gd name="G9" fmla="+- 1 0 0"/>
                  <a:gd name="G10" fmla="+- 1 0 0"/>
                  <a:gd name="G11" fmla="+- 1 0 0"/>
                  <a:gd name="G12" fmla="+- 184 0 0"/>
                  <a:gd name="G13" fmla="+- 118 0 0"/>
                  <a:gd name="T0" fmla="*/ 0 w 247"/>
                  <a:gd name="T1" fmla="*/ 26 h 237"/>
                  <a:gd name="T2" fmla="*/ 0 w 247"/>
                  <a:gd name="T3" fmla="*/ 26 h 237"/>
                  <a:gd name="T4" fmla="*/ 27 w 247"/>
                  <a:gd name="T5" fmla="*/ 0 h 237"/>
                  <a:gd name="T6" fmla="*/ 55 w 247"/>
                  <a:gd name="T7" fmla="*/ 26 h 237"/>
                  <a:gd name="T8" fmla="*/ 27 w 247"/>
                  <a:gd name="T9" fmla="*/ 53 h 237"/>
                  <a:gd name="T10" fmla="*/ 0 w 247"/>
                  <a:gd name="T11" fmla="*/ 26 h 237"/>
                </a:gdLst>
                <a:ahLst/>
                <a:cxnLst>
                  <a:cxn ang="0">
                    <a:pos x="T0" y="T1"/>
                  </a:cxn>
                  <a:cxn ang="0">
                    <a:pos x="T2" y="T3"/>
                  </a:cxn>
                  <a:cxn ang="0">
                    <a:pos x="T4" y="T5"/>
                  </a:cxn>
                  <a:cxn ang="0">
                    <a:pos x="T6" y="T7"/>
                  </a:cxn>
                  <a:cxn ang="0">
                    <a:pos x="T8" y="T9"/>
                  </a:cxn>
                  <a:cxn ang="0">
                    <a:pos x="T10" y="T11"/>
                  </a:cxn>
                </a:cxnLst>
                <a:rect l="0" t="0" r="r" b="b"/>
                <a:pathLst>
                  <a:path w="247" h="237">
                    <a:moveTo>
                      <a:pt x="0" y="118"/>
                    </a:moveTo>
                    <a:lnTo>
                      <a:pt x="0" y="118"/>
                    </a:lnTo>
                    <a:cubicBezTo>
                      <a:pt x="0" y="54"/>
                      <a:pt x="56" y="0"/>
                      <a:pt x="123" y="0"/>
                    </a:cubicBezTo>
                    <a:cubicBezTo>
                      <a:pt x="191" y="0"/>
                      <a:pt x="246" y="54"/>
                      <a:pt x="246" y="118"/>
                    </a:cubicBezTo>
                    <a:cubicBezTo>
                      <a:pt x="246" y="184"/>
                      <a:pt x="191" y="236"/>
                      <a:pt x="123" y="236"/>
                    </a:cubicBezTo>
                    <a:cubicBezTo>
                      <a:pt x="56" y="236"/>
                      <a:pt x="0" y="184"/>
                      <a:pt x="0" y="118"/>
                    </a:cubicBezTo>
                  </a:path>
                </a:pathLst>
              </a:custGeom>
              <a:solidFill>
                <a:schemeClr val="accent3"/>
              </a:solidFill>
              <a:ln>
                <a:noFill/>
              </a:ln>
              <a:effectLst/>
            </p:spPr>
            <p:txBody>
              <a:bodyPr wrap="none" anchor="ctr"/>
              <a:lstStyle/>
              <a:p>
                <a:endParaRPr lang="en-US" sz="1800" dirty="0">
                  <a:latin typeface="微软雅黑" panose="020B0503020204020204" charset="-122"/>
                </a:endParaRPr>
              </a:p>
            </p:txBody>
          </p:sp>
          <p:sp>
            <p:nvSpPr>
              <p:cNvPr id="39" name="Freeform 69"/>
              <p:cNvSpPr>
                <a:spLocks noChangeArrowheads="1"/>
              </p:cNvSpPr>
              <p:nvPr/>
            </p:nvSpPr>
            <p:spPr bwMode="auto">
              <a:xfrm>
                <a:off x="6010509" y="4687536"/>
                <a:ext cx="393563" cy="377146"/>
              </a:xfrm>
              <a:custGeom>
                <a:avLst/>
                <a:gdLst>
                  <a:gd name="G0" fmla="+- 155 0 0"/>
                  <a:gd name="G1" fmla="+- 155 0 0"/>
                  <a:gd name="G2" fmla="+- 69 0 0"/>
                  <a:gd name="G3" fmla="+- 1 0 0"/>
                  <a:gd name="G4" fmla="+- 1 0 0"/>
                  <a:gd name="G5" fmla="+- 1 0 0"/>
                  <a:gd name="G6" fmla="+- 1 0 0"/>
                  <a:gd name="G7" fmla="+- 1 0 0"/>
                  <a:gd name="G8" fmla="+- 1 0 0"/>
                  <a:gd name="G9" fmla="+- 1 0 0"/>
                  <a:gd name="G10" fmla="+- 1 0 0"/>
                  <a:gd name="G11" fmla="+- 1 0 0"/>
                  <a:gd name="G12" fmla="+- 242 0 0"/>
                  <a:gd name="G13" fmla="+- 155 0 0"/>
                  <a:gd name="T0" fmla="*/ 0 w 325"/>
                  <a:gd name="T1" fmla="*/ 35 h 312"/>
                  <a:gd name="T2" fmla="*/ 0 w 325"/>
                  <a:gd name="T3" fmla="*/ 35 h 312"/>
                  <a:gd name="T4" fmla="*/ 36 w 325"/>
                  <a:gd name="T5" fmla="*/ 0 h 312"/>
                  <a:gd name="T6" fmla="*/ 73 w 325"/>
                  <a:gd name="T7" fmla="*/ 35 h 312"/>
                  <a:gd name="T8" fmla="*/ 36 w 325"/>
                  <a:gd name="T9" fmla="*/ 70 h 312"/>
                  <a:gd name="T10" fmla="*/ 0 w 325"/>
                  <a:gd name="T11" fmla="*/ 35 h 312"/>
                </a:gdLst>
                <a:ahLst/>
                <a:cxnLst>
                  <a:cxn ang="0">
                    <a:pos x="T0" y="T1"/>
                  </a:cxn>
                  <a:cxn ang="0">
                    <a:pos x="T2" y="T3"/>
                  </a:cxn>
                  <a:cxn ang="0">
                    <a:pos x="T4" y="T5"/>
                  </a:cxn>
                  <a:cxn ang="0">
                    <a:pos x="T6" y="T7"/>
                  </a:cxn>
                  <a:cxn ang="0">
                    <a:pos x="T8" y="T9"/>
                  </a:cxn>
                  <a:cxn ang="0">
                    <a:pos x="T10" y="T11"/>
                  </a:cxn>
                </a:cxnLst>
                <a:rect l="0" t="0" r="r" b="b"/>
                <a:pathLst>
                  <a:path w="325" h="312">
                    <a:moveTo>
                      <a:pt x="0" y="155"/>
                    </a:moveTo>
                    <a:lnTo>
                      <a:pt x="0" y="155"/>
                    </a:lnTo>
                    <a:cubicBezTo>
                      <a:pt x="0" y="69"/>
                      <a:pt x="72" y="0"/>
                      <a:pt x="162" y="0"/>
                    </a:cubicBezTo>
                    <a:cubicBezTo>
                      <a:pt x="251" y="0"/>
                      <a:pt x="324" y="69"/>
                      <a:pt x="324" y="155"/>
                    </a:cubicBezTo>
                    <a:cubicBezTo>
                      <a:pt x="324" y="242"/>
                      <a:pt x="251" y="311"/>
                      <a:pt x="162" y="311"/>
                    </a:cubicBezTo>
                    <a:cubicBezTo>
                      <a:pt x="72" y="311"/>
                      <a:pt x="0" y="242"/>
                      <a:pt x="0" y="155"/>
                    </a:cubicBezTo>
                  </a:path>
                </a:pathLst>
              </a:custGeom>
              <a:solidFill>
                <a:schemeClr val="accent3"/>
              </a:solidFill>
              <a:ln>
                <a:noFill/>
              </a:ln>
              <a:effectLst/>
            </p:spPr>
            <p:txBody>
              <a:bodyPr wrap="none" anchor="ctr"/>
              <a:lstStyle/>
              <a:p>
                <a:endParaRPr lang="en-US" sz="1800" dirty="0">
                  <a:latin typeface="微软雅黑" panose="020B0503020204020204" charset="-122"/>
                </a:endParaRPr>
              </a:p>
            </p:txBody>
          </p:sp>
          <p:sp>
            <p:nvSpPr>
              <p:cNvPr id="48" name="Freeform 71"/>
              <p:cNvSpPr>
                <a:spLocks noChangeArrowheads="1"/>
              </p:cNvSpPr>
              <p:nvPr/>
            </p:nvSpPr>
            <p:spPr bwMode="auto">
              <a:xfrm>
                <a:off x="6666447" y="4578218"/>
                <a:ext cx="224112" cy="213169"/>
              </a:xfrm>
              <a:custGeom>
                <a:avLst/>
                <a:gdLst>
                  <a:gd name="G0" fmla="+- 91 0 0"/>
                  <a:gd name="G1" fmla="+- 91 0 0"/>
                  <a:gd name="G2" fmla="+- 41 0 0"/>
                  <a:gd name="G3" fmla="+- 1 0 0"/>
                  <a:gd name="G4" fmla="+- 1 0 0"/>
                  <a:gd name="G5" fmla="+- 1 0 0"/>
                  <a:gd name="G6" fmla="+- 1 0 0"/>
                  <a:gd name="G7" fmla="+- 1 0 0"/>
                  <a:gd name="G8" fmla="+- 1 0 0"/>
                  <a:gd name="G9" fmla="+- 1 0 0"/>
                  <a:gd name="G10" fmla="+- 1 0 0"/>
                  <a:gd name="G11" fmla="+- 1 0 0"/>
                  <a:gd name="G12" fmla="+- 142 0 0"/>
                  <a:gd name="G13" fmla="+- 91 0 0"/>
                  <a:gd name="T0" fmla="*/ 0 w 190"/>
                  <a:gd name="T1" fmla="*/ 20 h 183"/>
                  <a:gd name="T2" fmla="*/ 0 w 190"/>
                  <a:gd name="T3" fmla="*/ 20 h 183"/>
                  <a:gd name="T4" fmla="*/ 21 w 190"/>
                  <a:gd name="T5" fmla="*/ 0 h 183"/>
                  <a:gd name="T6" fmla="*/ 42 w 190"/>
                  <a:gd name="T7" fmla="*/ 20 h 183"/>
                  <a:gd name="T8" fmla="*/ 21 w 190"/>
                  <a:gd name="T9" fmla="*/ 40 h 183"/>
                  <a:gd name="T10" fmla="*/ 0 w 190"/>
                  <a:gd name="T11" fmla="*/ 20 h 183"/>
                </a:gdLst>
                <a:ahLst/>
                <a:cxnLst>
                  <a:cxn ang="0">
                    <a:pos x="T0" y="T1"/>
                  </a:cxn>
                  <a:cxn ang="0">
                    <a:pos x="T2" y="T3"/>
                  </a:cxn>
                  <a:cxn ang="0">
                    <a:pos x="T4" y="T5"/>
                  </a:cxn>
                  <a:cxn ang="0">
                    <a:pos x="T6" y="T7"/>
                  </a:cxn>
                  <a:cxn ang="0">
                    <a:pos x="T8" y="T9"/>
                  </a:cxn>
                  <a:cxn ang="0">
                    <a:pos x="T10" y="T11"/>
                  </a:cxn>
                </a:cxnLst>
                <a:rect l="0" t="0" r="r" b="b"/>
                <a:pathLst>
                  <a:path w="190" h="183">
                    <a:moveTo>
                      <a:pt x="0" y="91"/>
                    </a:moveTo>
                    <a:lnTo>
                      <a:pt x="0" y="91"/>
                    </a:lnTo>
                    <a:cubicBezTo>
                      <a:pt x="0" y="41"/>
                      <a:pt x="42" y="0"/>
                      <a:pt x="94" y="0"/>
                    </a:cubicBezTo>
                    <a:cubicBezTo>
                      <a:pt x="147" y="0"/>
                      <a:pt x="189" y="41"/>
                      <a:pt x="189" y="91"/>
                    </a:cubicBezTo>
                    <a:cubicBezTo>
                      <a:pt x="189" y="142"/>
                      <a:pt x="147" y="182"/>
                      <a:pt x="94" y="182"/>
                    </a:cubicBezTo>
                    <a:cubicBezTo>
                      <a:pt x="42" y="182"/>
                      <a:pt x="0" y="142"/>
                      <a:pt x="0" y="91"/>
                    </a:cubicBezTo>
                  </a:path>
                </a:pathLst>
              </a:custGeom>
              <a:solidFill>
                <a:schemeClr val="accent3"/>
              </a:solidFill>
              <a:ln>
                <a:noFill/>
              </a:ln>
              <a:effectLst/>
            </p:spPr>
            <p:txBody>
              <a:bodyPr wrap="none" anchor="ctr"/>
              <a:lstStyle/>
              <a:p>
                <a:endParaRPr lang="en-US" sz="1800" dirty="0">
                  <a:latin typeface="微软雅黑" panose="020B0503020204020204" charset="-122"/>
                </a:endParaRPr>
              </a:p>
            </p:txBody>
          </p:sp>
        </p:grpSp>
      </p:grpSp>
      <p:grpSp>
        <p:nvGrpSpPr>
          <p:cNvPr id="54" name="Group 53"/>
          <p:cNvGrpSpPr/>
          <p:nvPr/>
        </p:nvGrpSpPr>
        <p:grpSpPr>
          <a:xfrm>
            <a:off x="8797854" y="1077134"/>
            <a:ext cx="1653360" cy="2522592"/>
            <a:chOff x="5048467" y="4578218"/>
            <a:chExt cx="2858796" cy="4361770"/>
          </a:xfrm>
        </p:grpSpPr>
        <p:sp>
          <p:nvSpPr>
            <p:cNvPr id="55" name="Freeform 59"/>
            <p:cNvSpPr>
              <a:spLocks noChangeArrowheads="1"/>
            </p:cNvSpPr>
            <p:nvPr/>
          </p:nvSpPr>
          <p:spPr bwMode="auto">
            <a:xfrm>
              <a:off x="5048467" y="5747916"/>
              <a:ext cx="2858796" cy="3192072"/>
            </a:xfrm>
            <a:custGeom>
              <a:avLst/>
              <a:gdLst>
                <a:gd name="G0" fmla="+- 1 0 0"/>
                <a:gd name="G1" fmla="+- 1 0 0"/>
                <a:gd name="G2" fmla="+- 1 0 0"/>
                <a:gd name="G3" fmla="+- 1 0 0"/>
                <a:gd name="G4" fmla="+- 1 0 0"/>
                <a:gd name="G5" fmla="+- 1 0 0"/>
                <a:gd name="G6" fmla="+- 2509 0 0"/>
                <a:gd name="G7" fmla="+- 2408 0 0"/>
                <a:gd name="G8" fmla="+- 2313 0 0"/>
                <a:gd name="G9" fmla="+- 1 0 0"/>
                <a:gd name="G10" fmla="+- 1 0 0"/>
                <a:gd name="G11" fmla="+- 1 0 0"/>
                <a:gd name="G12" fmla="+- 1 0 0"/>
                <a:gd name="G13" fmla="+- 1 0 0"/>
                <a:gd name="G14" fmla="+- 1 0 0"/>
                <a:gd name="G15" fmla="+- 1 0 0"/>
                <a:gd name="G16" fmla="+- 1 0 0"/>
                <a:gd name="G17" fmla="+- 1 0 0"/>
                <a:gd name="G18" fmla="+- 1 0 0"/>
                <a:gd name="G19" fmla="+- 1 0 0"/>
                <a:gd name="G20" fmla="+- 1 0 0"/>
                <a:gd name="G21" fmla="+- 1 0 0"/>
                <a:gd name="G22" fmla="+- 1 0 0"/>
                <a:gd name="G23" fmla="+- 1 0 0"/>
                <a:gd name="G24" fmla="+- 1 0 0"/>
                <a:gd name="G25" fmla="+- 1 0 0"/>
                <a:gd name="G26" fmla="+- 1 0 0"/>
                <a:gd name="G27" fmla="+- 1 0 0"/>
                <a:gd name="G28" fmla="+- 1 0 0"/>
                <a:gd name="G29" fmla="+- 1 0 0"/>
                <a:gd name="G30" fmla="+- 1 0 0"/>
                <a:gd name="G31" fmla="+- 1 0 0"/>
                <a:gd name="G32" fmla="+- 1 0 0"/>
                <a:gd name="G33" fmla="+- 1 0 0"/>
                <a:gd name="G34" fmla="+- 1 0 0"/>
                <a:gd name="G35" fmla="+- 1 0 0"/>
                <a:gd name="G36" fmla="+- 1 0 0"/>
                <a:gd name="G37" fmla="+- 1 0 0"/>
                <a:gd name="G38" fmla="+- 1 0 0"/>
                <a:gd name="G39" fmla="+- 1 0 0"/>
                <a:gd name="G40" fmla="+- 1 0 0"/>
                <a:gd name="G41" fmla="+- 1 0 0"/>
                <a:gd name="G42" fmla="+- 1 0 0"/>
                <a:gd name="G43" fmla="+- 1 0 0"/>
                <a:gd name="G44" fmla="+- 1 0 0"/>
                <a:gd name="G45" fmla="+- 1 0 0"/>
                <a:gd name="G46" fmla="+- 1 0 0"/>
                <a:gd name="G47" fmla="+- 1 0 0"/>
                <a:gd name="G48" fmla="+- 1 0 0"/>
                <a:gd name="G49" fmla="+- 1 0 0"/>
                <a:gd name="G50" fmla="+- 1 0 0"/>
                <a:gd name="G51" fmla="+- 1 0 0"/>
                <a:gd name="G52" fmla="+- 1 0 0"/>
                <a:gd name="G53" fmla="+- 1 0 0"/>
                <a:gd name="G54" fmla="+- 1 0 0"/>
                <a:gd name="G55" fmla="+- 1 0 0"/>
                <a:gd name="G56" fmla="+- 1 0 0"/>
                <a:gd name="G57" fmla="*/ 1 0 0"/>
                <a:gd name="T0" fmla="*/ 2315 256 1"/>
                <a:gd name="T1" fmla="*/ 0 256 1"/>
                <a:gd name="G58" fmla="+- 0 T0 T1"/>
                <a:gd name="G59" fmla="sin G57 G58"/>
                <a:gd name="G60" fmla="*/ 1 0 0"/>
                <a:gd name="T2" fmla="*/ 2410 256 1"/>
                <a:gd name="T3" fmla="*/ 0 256 1"/>
                <a:gd name="G61" fmla="+- 0 T2 T3"/>
                <a:gd name="G62" fmla="sin G60 G61"/>
                <a:gd name="G63" fmla="*/ 1 0 0"/>
                <a:gd name="T4" fmla="*/ 2511 256 1"/>
                <a:gd name="T5" fmla="*/ 0 256 1"/>
                <a:gd name="G64" fmla="+- 0 T4 T5"/>
                <a:gd name="G65" fmla="sin G63 G64"/>
                <a:gd name="G66" fmla="+- 1 0 0"/>
                <a:gd name="G67" fmla="+- 1 0 0"/>
                <a:gd name="T6" fmla="*/ 471 w 2314"/>
                <a:gd name="T7" fmla="*/ 585 h 2586"/>
                <a:gd name="T8" fmla="*/ 471 w 2314"/>
                <a:gd name="T9" fmla="*/ 585 h 2586"/>
                <a:gd name="T10" fmla="*/ 53 w 2314"/>
                <a:gd name="T11" fmla="*/ 584 h 2586"/>
                <a:gd name="T12" fmla="*/ 0 w 2314"/>
                <a:gd name="T13" fmla="*/ 545 h 2586"/>
                <a:gd name="T14" fmla="*/ 11 w 2314"/>
                <a:gd name="T15" fmla="*/ 507 h 2586"/>
                <a:gd name="T16" fmla="*/ 183 w 2314"/>
                <a:gd name="T17" fmla="*/ 224 h 2586"/>
                <a:gd name="T18" fmla="*/ 183 w 2314"/>
                <a:gd name="T19" fmla="*/ 40 h 2586"/>
                <a:gd name="T20" fmla="*/ 165 w 2314"/>
                <a:gd name="T21" fmla="*/ 7 h 2586"/>
                <a:gd name="T22" fmla="*/ 178 w 2314"/>
                <a:gd name="T23" fmla="*/ 1 h 2586"/>
                <a:gd name="T24" fmla="*/ 180 w 2314"/>
                <a:gd name="T25" fmla="*/ 1 h 2586"/>
                <a:gd name="T26" fmla="*/ 188 w 2314"/>
                <a:gd name="T27" fmla="*/ 0 h 2586"/>
                <a:gd name="T28" fmla="*/ 199 w 2314"/>
                <a:gd name="T29" fmla="*/ 1 h 2586"/>
                <a:gd name="T30" fmla="*/ 327 w 2314"/>
                <a:gd name="T31" fmla="*/ 1 h 2586"/>
                <a:gd name="T32" fmla="*/ 338 w 2314"/>
                <a:gd name="T33" fmla="*/ 0 h 2586"/>
                <a:gd name="T34" fmla="*/ 345 w 2314"/>
                <a:gd name="T35" fmla="*/ 1 h 2586"/>
                <a:gd name="T36" fmla="*/ 347 w 2314"/>
                <a:gd name="T37" fmla="*/ 1 h 2586"/>
                <a:gd name="T38" fmla="*/ 361 w 2314"/>
                <a:gd name="T39" fmla="*/ 8 h 2586"/>
                <a:gd name="T40" fmla="*/ 343 w 2314"/>
                <a:gd name="T41" fmla="*/ 40 h 2586"/>
                <a:gd name="T42" fmla="*/ 342 w 2314"/>
                <a:gd name="T43" fmla="*/ 224 h 2586"/>
                <a:gd name="T44" fmla="*/ 513 w 2314"/>
                <a:gd name="T45" fmla="*/ 508 h 2586"/>
                <a:gd name="T46" fmla="*/ 524 w 2314"/>
                <a:gd name="T47" fmla="*/ 545 h 2586"/>
                <a:gd name="T48" fmla="*/ 471 w 2314"/>
                <a:gd name="T49" fmla="*/ 585 h 2586"/>
              </a:gdLst>
              <a:ahLst/>
              <a:cxnLst>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14" h="2586">
                  <a:moveTo>
                    <a:pt x="2082" y="2585"/>
                  </a:moveTo>
                  <a:lnTo>
                    <a:pt x="2082" y="2585"/>
                  </a:lnTo>
                  <a:cubicBezTo>
                    <a:pt x="232" y="2583"/>
                    <a:pt x="232" y="2583"/>
                    <a:pt x="232" y="2583"/>
                  </a:cubicBezTo>
                  <a:cubicBezTo>
                    <a:pt x="97" y="2583"/>
                    <a:pt x="0" y="2509"/>
                    <a:pt x="0" y="2408"/>
                  </a:cubicBezTo>
                  <a:cubicBezTo>
                    <a:pt x="0" y="2313"/>
                    <a:pt x="43" y="2251"/>
                    <a:pt x="49" y="2242"/>
                  </a:cubicBezTo>
                  <a:cubicBezTo>
                    <a:pt x="806" y="990"/>
                    <a:pt x="806" y="990"/>
                    <a:pt x="806" y="990"/>
                  </a:cubicBezTo>
                  <a:cubicBezTo>
                    <a:pt x="807" y="178"/>
                    <a:pt x="807" y="178"/>
                    <a:pt x="807" y="178"/>
                  </a:cubicBezTo>
                  <a:cubicBezTo>
                    <a:pt x="738" y="110"/>
                    <a:pt x="715" y="65"/>
                    <a:pt x="728" y="32"/>
                  </a:cubicBezTo>
                  <a:cubicBezTo>
                    <a:pt x="731" y="22"/>
                    <a:pt x="747" y="4"/>
                    <a:pt x="785" y="4"/>
                  </a:cubicBezTo>
                  <a:cubicBezTo>
                    <a:pt x="789" y="4"/>
                    <a:pt x="792" y="4"/>
                    <a:pt x="794" y="4"/>
                  </a:cubicBezTo>
                  <a:cubicBezTo>
                    <a:pt x="804" y="2"/>
                    <a:pt x="816" y="0"/>
                    <a:pt x="829" y="0"/>
                  </a:cubicBezTo>
                  <a:cubicBezTo>
                    <a:pt x="851" y="0"/>
                    <a:pt x="872" y="4"/>
                    <a:pt x="878" y="4"/>
                  </a:cubicBezTo>
                  <a:cubicBezTo>
                    <a:pt x="1442" y="4"/>
                    <a:pt x="1442" y="4"/>
                    <a:pt x="1442" y="4"/>
                  </a:cubicBezTo>
                  <a:cubicBezTo>
                    <a:pt x="1449" y="4"/>
                    <a:pt x="1469" y="0"/>
                    <a:pt x="1491" y="0"/>
                  </a:cubicBezTo>
                  <a:cubicBezTo>
                    <a:pt x="1505" y="0"/>
                    <a:pt x="1516" y="2"/>
                    <a:pt x="1525" y="4"/>
                  </a:cubicBezTo>
                  <a:cubicBezTo>
                    <a:pt x="1528" y="4"/>
                    <a:pt x="1532" y="4"/>
                    <a:pt x="1533" y="4"/>
                  </a:cubicBezTo>
                  <a:cubicBezTo>
                    <a:pt x="1574" y="4"/>
                    <a:pt x="1587" y="22"/>
                    <a:pt x="1592" y="34"/>
                  </a:cubicBezTo>
                  <a:cubicBezTo>
                    <a:pt x="1606" y="66"/>
                    <a:pt x="1582" y="110"/>
                    <a:pt x="1513" y="178"/>
                  </a:cubicBezTo>
                  <a:cubicBezTo>
                    <a:pt x="1511" y="990"/>
                    <a:pt x="1511" y="990"/>
                    <a:pt x="1511" y="990"/>
                  </a:cubicBezTo>
                  <a:cubicBezTo>
                    <a:pt x="2264" y="2244"/>
                    <a:pt x="2264" y="2244"/>
                    <a:pt x="2264" y="2244"/>
                  </a:cubicBezTo>
                  <a:cubicBezTo>
                    <a:pt x="2271" y="2254"/>
                    <a:pt x="2313" y="2315"/>
                    <a:pt x="2313" y="2410"/>
                  </a:cubicBezTo>
                  <a:cubicBezTo>
                    <a:pt x="2313" y="2511"/>
                    <a:pt x="2215" y="2585"/>
                    <a:pt x="2082" y="2585"/>
                  </a:cubicBezTo>
                </a:path>
              </a:pathLst>
            </a:custGeom>
            <a:solidFill>
              <a:schemeClr val="bg1">
                <a:lumMod val="85000"/>
              </a:schemeClr>
            </a:solidFill>
            <a:ln>
              <a:noFill/>
            </a:ln>
            <a:effectLst/>
          </p:spPr>
          <p:txBody>
            <a:bodyPr wrap="none" anchor="ctr"/>
            <a:lstStyle/>
            <a:p>
              <a:endParaRPr lang="en-US" sz="1800" dirty="0">
                <a:latin typeface="微软雅黑" panose="020B0503020204020204" charset="-122"/>
              </a:endParaRPr>
            </a:p>
          </p:txBody>
        </p:sp>
        <p:sp>
          <p:nvSpPr>
            <p:cNvPr id="56" name="Freeform 60"/>
            <p:cNvSpPr>
              <a:spLocks noChangeArrowheads="1"/>
            </p:cNvSpPr>
            <p:nvPr/>
          </p:nvSpPr>
          <p:spPr bwMode="auto">
            <a:xfrm>
              <a:off x="5239782" y="7251032"/>
              <a:ext cx="2503496" cy="1585104"/>
            </a:xfrm>
            <a:custGeom>
              <a:avLst/>
              <a:gdLst>
                <a:gd name="G0" fmla="+- 1 0 0"/>
                <a:gd name="G1" fmla="+- 1 0 0"/>
                <a:gd name="G2" fmla="+- 1 0 0"/>
                <a:gd name="G3" fmla="+- 1 0 0"/>
                <a:gd name="G4" fmla="+- 1 0 0"/>
                <a:gd name="G5" fmla="+- 1 0 0"/>
                <a:gd name="G6" fmla="+- 1104 0 0"/>
                <a:gd name="G7" fmla="+- 1 0 0"/>
                <a:gd name="G8" fmla="+- 1 0 0"/>
                <a:gd name="G9" fmla="+- 1 0 0"/>
                <a:gd name="G10" fmla="+- 1 0 0"/>
                <a:gd name="G11" fmla="+- 1 0 0"/>
                <a:gd name="G12" fmla="+- 1 0 0"/>
                <a:gd name="G13" fmla="+- 1 0 0"/>
                <a:gd name="G14" fmla="+- 1 0 0"/>
                <a:gd name="G15" fmla="+- 1 0 0"/>
                <a:gd name="G16" fmla="+- 1 0 0"/>
                <a:gd name="G17" fmla="+- 1 0 0"/>
                <a:gd name="G18" fmla="+- 1 0 0"/>
                <a:gd name="G19" fmla="+- 1 0 0"/>
                <a:gd name="G20" fmla="+- 1 0 0"/>
                <a:gd name="G21" fmla="+- 1 0 0"/>
                <a:gd name="G22" fmla="+- 1 0 0"/>
                <a:gd name="G23" fmla="+- 1 0 0"/>
                <a:gd name="G24" fmla="+- 1 0 0"/>
                <a:gd name="G25" fmla="+- 1 0 0"/>
                <a:gd name="T0" fmla="*/ 161 w 2027"/>
                <a:gd name="T1" fmla="*/ 0 h 1287"/>
                <a:gd name="T2" fmla="*/ 161 w 2027"/>
                <a:gd name="T3" fmla="*/ 0 h 1287"/>
                <a:gd name="T4" fmla="*/ 11 w 2027"/>
                <a:gd name="T5" fmla="*/ 229 h 1287"/>
                <a:gd name="T6" fmla="*/ 5 w 2027"/>
                <a:gd name="T7" fmla="*/ 265 h 1287"/>
                <a:gd name="T8" fmla="*/ 63 w 2027"/>
                <a:gd name="T9" fmla="*/ 289 h 1287"/>
                <a:gd name="T10" fmla="*/ 414 w 2027"/>
                <a:gd name="T11" fmla="*/ 290 h 1287"/>
                <a:gd name="T12" fmla="*/ 453 w 2027"/>
                <a:gd name="T13" fmla="*/ 266 h 1287"/>
                <a:gd name="T14" fmla="*/ 430 w 2027"/>
                <a:gd name="T15" fmla="*/ 201 h 1287"/>
                <a:gd name="T16" fmla="*/ 307 w 2027"/>
                <a:gd name="T17" fmla="*/ 0 h 1287"/>
                <a:gd name="T18" fmla="*/ 161 w 2027"/>
                <a:gd name="T19" fmla="*/ 0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27" h="1287">
                  <a:moveTo>
                    <a:pt x="710" y="0"/>
                  </a:moveTo>
                  <a:lnTo>
                    <a:pt x="710" y="0"/>
                  </a:lnTo>
                  <a:cubicBezTo>
                    <a:pt x="50" y="1013"/>
                    <a:pt x="50" y="1013"/>
                    <a:pt x="50" y="1013"/>
                  </a:cubicBezTo>
                  <a:cubicBezTo>
                    <a:pt x="50" y="1013"/>
                    <a:pt x="0" y="1104"/>
                    <a:pt x="23" y="1172"/>
                  </a:cubicBezTo>
                  <a:cubicBezTo>
                    <a:pt x="47" y="1237"/>
                    <a:pt x="64" y="1280"/>
                    <a:pt x="280" y="1280"/>
                  </a:cubicBezTo>
                  <a:cubicBezTo>
                    <a:pt x="1830" y="1281"/>
                    <a:pt x="1830" y="1281"/>
                    <a:pt x="1830" y="1281"/>
                  </a:cubicBezTo>
                  <a:cubicBezTo>
                    <a:pt x="1830" y="1281"/>
                    <a:pt x="1972" y="1286"/>
                    <a:pt x="1999" y="1178"/>
                  </a:cubicBezTo>
                  <a:cubicBezTo>
                    <a:pt x="2026" y="1070"/>
                    <a:pt x="1983" y="1020"/>
                    <a:pt x="1899" y="891"/>
                  </a:cubicBezTo>
                  <a:cubicBezTo>
                    <a:pt x="1813" y="763"/>
                    <a:pt x="1354" y="0"/>
                    <a:pt x="1354" y="0"/>
                  </a:cubicBezTo>
                  <a:cubicBezTo>
                    <a:pt x="710" y="0"/>
                    <a:pt x="710" y="0"/>
                    <a:pt x="710" y="0"/>
                  </a:cubicBezTo>
                </a:path>
              </a:pathLst>
            </a:custGeom>
            <a:solidFill>
              <a:schemeClr val="accent4"/>
            </a:solidFill>
            <a:ln>
              <a:noFill/>
            </a:ln>
            <a:effectLst/>
          </p:spPr>
          <p:txBody>
            <a:bodyPr wrap="none" anchor="ctr"/>
            <a:lstStyle/>
            <a:p>
              <a:endParaRPr lang="en-US" sz="1800" dirty="0">
                <a:latin typeface="微软雅黑" panose="020B0503020204020204" charset="-122"/>
              </a:endParaRPr>
            </a:p>
          </p:txBody>
        </p:sp>
        <p:grpSp>
          <p:nvGrpSpPr>
            <p:cNvPr id="57" name="Group 56"/>
            <p:cNvGrpSpPr/>
            <p:nvPr/>
          </p:nvGrpSpPr>
          <p:grpSpPr>
            <a:xfrm>
              <a:off x="5606014" y="7584450"/>
              <a:ext cx="1585184" cy="1054915"/>
              <a:chOff x="5606014" y="7584450"/>
              <a:chExt cx="1585184" cy="1054915"/>
            </a:xfrm>
            <a:solidFill>
              <a:schemeClr val="bg1"/>
            </a:solidFill>
          </p:grpSpPr>
          <p:sp>
            <p:nvSpPr>
              <p:cNvPr id="62" name="Freeform 61"/>
              <p:cNvSpPr>
                <a:spLocks noChangeArrowheads="1"/>
              </p:cNvSpPr>
              <p:nvPr/>
            </p:nvSpPr>
            <p:spPr bwMode="auto">
              <a:xfrm>
                <a:off x="6229155" y="7584450"/>
                <a:ext cx="142120" cy="136647"/>
              </a:xfrm>
              <a:custGeom>
                <a:avLst/>
                <a:gdLst>
                  <a:gd name="G0" fmla="+- 59 0 0"/>
                  <a:gd name="G1" fmla="+- 59 0 0"/>
                  <a:gd name="G2" fmla="+- 25 0 0"/>
                  <a:gd name="G3" fmla="+- 1 0 0"/>
                  <a:gd name="G4" fmla="+- 1 0 0"/>
                  <a:gd name="G5" fmla="+- 1 0 0"/>
                  <a:gd name="G6" fmla="+- 1 0 0"/>
                  <a:gd name="G7" fmla="+- 1 0 0"/>
                  <a:gd name="G8" fmla="+- 1 0 0"/>
                  <a:gd name="G9" fmla="+- 1 0 0"/>
                  <a:gd name="G10" fmla="+- 1 0 0"/>
                  <a:gd name="G11" fmla="+- 1 0 0"/>
                  <a:gd name="G12" fmla="+- 91 0 0"/>
                  <a:gd name="G13" fmla="+- 59 0 0"/>
                  <a:gd name="T0" fmla="*/ 0 w 124"/>
                  <a:gd name="T1" fmla="*/ 13 h 117"/>
                  <a:gd name="T2" fmla="*/ 0 w 124"/>
                  <a:gd name="T3" fmla="*/ 13 h 117"/>
                  <a:gd name="T4" fmla="*/ 14 w 124"/>
                  <a:gd name="T5" fmla="*/ 0 h 117"/>
                  <a:gd name="T6" fmla="*/ 27 w 124"/>
                  <a:gd name="T7" fmla="*/ 13 h 117"/>
                  <a:gd name="T8" fmla="*/ 14 w 124"/>
                  <a:gd name="T9" fmla="*/ 26 h 117"/>
                  <a:gd name="T10" fmla="*/ 0 w 124"/>
                  <a:gd name="T11" fmla="*/ 13 h 117"/>
                </a:gdLst>
                <a:ahLst/>
                <a:cxnLst>
                  <a:cxn ang="0">
                    <a:pos x="T0" y="T1"/>
                  </a:cxn>
                  <a:cxn ang="0">
                    <a:pos x="T2" y="T3"/>
                  </a:cxn>
                  <a:cxn ang="0">
                    <a:pos x="T4" y="T5"/>
                  </a:cxn>
                  <a:cxn ang="0">
                    <a:pos x="T6" y="T7"/>
                  </a:cxn>
                  <a:cxn ang="0">
                    <a:pos x="T8" y="T9"/>
                  </a:cxn>
                  <a:cxn ang="0">
                    <a:pos x="T10" y="T11"/>
                  </a:cxn>
                </a:cxnLst>
                <a:rect l="0" t="0" r="r" b="b"/>
                <a:pathLst>
                  <a:path w="124" h="117">
                    <a:moveTo>
                      <a:pt x="0" y="59"/>
                    </a:moveTo>
                    <a:lnTo>
                      <a:pt x="0" y="59"/>
                    </a:lnTo>
                    <a:cubicBezTo>
                      <a:pt x="0" y="25"/>
                      <a:pt x="27" y="0"/>
                      <a:pt x="62" y="0"/>
                    </a:cubicBezTo>
                    <a:cubicBezTo>
                      <a:pt x="96" y="0"/>
                      <a:pt x="123" y="25"/>
                      <a:pt x="123" y="59"/>
                    </a:cubicBezTo>
                    <a:cubicBezTo>
                      <a:pt x="123" y="91"/>
                      <a:pt x="96" y="116"/>
                      <a:pt x="62" y="116"/>
                    </a:cubicBezTo>
                    <a:cubicBezTo>
                      <a:pt x="27" y="116"/>
                      <a:pt x="0" y="91"/>
                      <a:pt x="0" y="59"/>
                    </a:cubicBezTo>
                  </a:path>
                </a:pathLst>
              </a:custGeom>
              <a:grpFill/>
              <a:ln>
                <a:noFill/>
              </a:ln>
              <a:effectLst/>
            </p:spPr>
            <p:txBody>
              <a:bodyPr wrap="none" anchor="ctr"/>
              <a:lstStyle/>
              <a:p>
                <a:endParaRPr lang="en-US" sz="1800" dirty="0">
                  <a:latin typeface="微软雅黑" panose="020B0503020204020204" charset="-122"/>
                </a:endParaRPr>
              </a:p>
            </p:txBody>
          </p:sp>
          <p:sp>
            <p:nvSpPr>
              <p:cNvPr id="63" name="Freeform 62"/>
              <p:cNvSpPr>
                <a:spLocks noChangeArrowheads="1"/>
              </p:cNvSpPr>
              <p:nvPr/>
            </p:nvSpPr>
            <p:spPr bwMode="auto">
              <a:xfrm>
                <a:off x="7049078" y="8469923"/>
                <a:ext cx="142120" cy="136647"/>
              </a:xfrm>
              <a:custGeom>
                <a:avLst/>
                <a:gdLst>
                  <a:gd name="G0" fmla="+- 59 0 0"/>
                  <a:gd name="G1" fmla="+- 59 0 0"/>
                  <a:gd name="G2" fmla="+- 26 0 0"/>
                  <a:gd name="G3" fmla="+- 1 0 0"/>
                  <a:gd name="G4" fmla="+- 1 0 0"/>
                  <a:gd name="G5" fmla="+- 1 0 0"/>
                  <a:gd name="G6" fmla="+- 1 0 0"/>
                  <a:gd name="G7" fmla="+- 1 0 0"/>
                  <a:gd name="G8" fmla="+- 1 0 0"/>
                  <a:gd name="G9" fmla="+- 1 0 0"/>
                  <a:gd name="G10" fmla="+- 1 0 0"/>
                  <a:gd name="G11" fmla="+- 1 0 0"/>
                  <a:gd name="G12" fmla="+- 91 0 0"/>
                  <a:gd name="G13" fmla="+- 59 0 0"/>
                  <a:gd name="T0" fmla="*/ 0 w 124"/>
                  <a:gd name="T1" fmla="*/ 13 h 119"/>
                  <a:gd name="T2" fmla="*/ 0 w 124"/>
                  <a:gd name="T3" fmla="*/ 13 h 119"/>
                  <a:gd name="T4" fmla="*/ 13 w 124"/>
                  <a:gd name="T5" fmla="*/ 0 h 119"/>
                  <a:gd name="T6" fmla="*/ 27 w 124"/>
                  <a:gd name="T7" fmla="*/ 13 h 119"/>
                  <a:gd name="T8" fmla="*/ 13 w 124"/>
                  <a:gd name="T9" fmla="*/ 26 h 119"/>
                  <a:gd name="T10" fmla="*/ 0 w 124"/>
                  <a:gd name="T11" fmla="*/ 13 h 119"/>
                </a:gdLst>
                <a:ahLst/>
                <a:cxnLst>
                  <a:cxn ang="0">
                    <a:pos x="T0" y="T1"/>
                  </a:cxn>
                  <a:cxn ang="0">
                    <a:pos x="T2" y="T3"/>
                  </a:cxn>
                  <a:cxn ang="0">
                    <a:pos x="T4" y="T5"/>
                  </a:cxn>
                  <a:cxn ang="0">
                    <a:pos x="T6" y="T7"/>
                  </a:cxn>
                  <a:cxn ang="0">
                    <a:pos x="T8" y="T9"/>
                  </a:cxn>
                  <a:cxn ang="0">
                    <a:pos x="T10" y="T11"/>
                  </a:cxn>
                </a:cxnLst>
                <a:rect l="0" t="0" r="r" b="b"/>
                <a:pathLst>
                  <a:path w="124" h="119">
                    <a:moveTo>
                      <a:pt x="0" y="59"/>
                    </a:moveTo>
                    <a:lnTo>
                      <a:pt x="0" y="59"/>
                    </a:lnTo>
                    <a:cubicBezTo>
                      <a:pt x="0" y="26"/>
                      <a:pt x="27" y="0"/>
                      <a:pt x="61" y="0"/>
                    </a:cubicBezTo>
                    <a:cubicBezTo>
                      <a:pt x="94" y="0"/>
                      <a:pt x="123" y="26"/>
                      <a:pt x="123" y="59"/>
                    </a:cubicBezTo>
                    <a:cubicBezTo>
                      <a:pt x="123" y="91"/>
                      <a:pt x="94" y="118"/>
                      <a:pt x="61" y="118"/>
                    </a:cubicBezTo>
                    <a:cubicBezTo>
                      <a:pt x="27" y="118"/>
                      <a:pt x="0" y="91"/>
                      <a:pt x="0" y="59"/>
                    </a:cubicBezTo>
                  </a:path>
                </a:pathLst>
              </a:custGeom>
              <a:grpFill/>
              <a:ln>
                <a:noFill/>
              </a:ln>
              <a:effectLst/>
            </p:spPr>
            <p:txBody>
              <a:bodyPr wrap="none" anchor="ctr"/>
              <a:lstStyle/>
              <a:p>
                <a:endParaRPr lang="en-US" sz="1800" dirty="0">
                  <a:latin typeface="微软雅黑" panose="020B0503020204020204" charset="-122"/>
                </a:endParaRPr>
              </a:p>
            </p:txBody>
          </p:sp>
          <p:sp>
            <p:nvSpPr>
              <p:cNvPr id="64" name="Freeform 63"/>
              <p:cNvSpPr>
                <a:spLocks noChangeArrowheads="1"/>
              </p:cNvSpPr>
              <p:nvPr/>
            </p:nvSpPr>
            <p:spPr bwMode="auto">
              <a:xfrm>
                <a:off x="5606014" y="8442593"/>
                <a:ext cx="207714" cy="196772"/>
              </a:xfrm>
              <a:custGeom>
                <a:avLst/>
                <a:gdLst>
                  <a:gd name="G0" fmla="+- 82 0 0"/>
                  <a:gd name="G1" fmla="+- 82 0 0"/>
                  <a:gd name="G2" fmla="+- 37 0 0"/>
                  <a:gd name="G3" fmla="+- 1 0 0"/>
                  <a:gd name="G4" fmla="+- 1 0 0"/>
                  <a:gd name="G5" fmla="+- 1 0 0"/>
                  <a:gd name="G6" fmla="+- 1 0 0"/>
                  <a:gd name="G7" fmla="+- 1 0 0"/>
                  <a:gd name="G8" fmla="+- 1 0 0"/>
                  <a:gd name="G9" fmla="+- 1 0 0"/>
                  <a:gd name="G10" fmla="+- 1 0 0"/>
                  <a:gd name="G11" fmla="+- 1 0 0"/>
                  <a:gd name="G12" fmla="+- 128 0 0"/>
                  <a:gd name="G13" fmla="+- 82 0 0"/>
                  <a:gd name="T0" fmla="*/ 0 w 175"/>
                  <a:gd name="T1" fmla="*/ 18 h 166"/>
                  <a:gd name="T2" fmla="*/ 0 w 175"/>
                  <a:gd name="T3" fmla="*/ 18 h 166"/>
                  <a:gd name="T4" fmla="*/ 20 w 175"/>
                  <a:gd name="T5" fmla="*/ 0 h 166"/>
                  <a:gd name="T6" fmla="*/ 39 w 175"/>
                  <a:gd name="T7" fmla="*/ 18 h 166"/>
                  <a:gd name="T8" fmla="*/ 20 w 175"/>
                  <a:gd name="T9" fmla="*/ 37 h 166"/>
                  <a:gd name="T10" fmla="*/ 0 w 175"/>
                  <a:gd name="T11" fmla="*/ 18 h 166"/>
                </a:gdLst>
                <a:ahLst/>
                <a:cxnLst>
                  <a:cxn ang="0">
                    <a:pos x="T0" y="T1"/>
                  </a:cxn>
                  <a:cxn ang="0">
                    <a:pos x="T2" y="T3"/>
                  </a:cxn>
                  <a:cxn ang="0">
                    <a:pos x="T4" y="T5"/>
                  </a:cxn>
                  <a:cxn ang="0">
                    <a:pos x="T6" y="T7"/>
                  </a:cxn>
                  <a:cxn ang="0">
                    <a:pos x="T8" y="T9"/>
                  </a:cxn>
                  <a:cxn ang="0">
                    <a:pos x="T10" y="T11"/>
                  </a:cxn>
                </a:cxnLst>
                <a:rect l="0" t="0" r="r" b="b"/>
                <a:pathLst>
                  <a:path w="175" h="166">
                    <a:moveTo>
                      <a:pt x="0" y="82"/>
                    </a:moveTo>
                    <a:lnTo>
                      <a:pt x="0" y="82"/>
                    </a:lnTo>
                    <a:cubicBezTo>
                      <a:pt x="0" y="37"/>
                      <a:pt x="39" y="0"/>
                      <a:pt x="88" y="0"/>
                    </a:cubicBezTo>
                    <a:cubicBezTo>
                      <a:pt x="135" y="0"/>
                      <a:pt x="174" y="37"/>
                      <a:pt x="174" y="82"/>
                    </a:cubicBezTo>
                    <a:cubicBezTo>
                      <a:pt x="174" y="128"/>
                      <a:pt x="135" y="165"/>
                      <a:pt x="88" y="165"/>
                    </a:cubicBezTo>
                    <a:cubicBezTo>
                      <a:pt x="39" y="165"/>
                      <a:pt x="0" y="128"/>
                      <a:pt x="0" y="82"/>
                    </a:cubicBezTo>
                  </a:path>
                </a:pathLst>
              </a:custGeom>
              <a:grpFill/>
              <a:ln>
                <a:noFill/>
              </a:ln>
              <a:effectLst/>
            </p:spPr>
            <p:txBody>
              <a:bodyPr wrap="none" anchor="ctr"/>
              <a:lstStyle/>
              <a:p>
                <a:endParaRPr lang="en-US" sz="1800" dirty="0">
                  <a:latin typeface="微软雅黑" panose="020B0503020204020204" charset="-122"/>
                </a:endParaRPr>
              </a:p>
            </p:txBody>
          </p:sp>
          <p:sp>
            <p:nvSpPr>
              <p:cNvPr id="65" name="Freeform 64"/>
              <p:cNvSpPr>
                <a:spLocks noChangeArrowheads="1"/>
              </p:cNvSpPr>
              <p:nvPr/>
            </p:nvSpPr>
            <p:spPr bwMode="auto">
              <a:xfrm>
                <a:off x="6158095" y="8158368"/>
                <a:ext cx="103857" cy="98386"/>
              </a:xfrm>
              <a:custGeom>
                <a:avLst/>
                <a:gdLst>
                  <a:gd name="G0" fmla="+- 44 0 0"/>
                  <a:gd name="G1" fmla="+- 44 0 0"/>
                  <a:gd name="G2" fmla="+- 18 0 0"/>
                  <a:gd name="G3" fmla="+- 1 0 0"/>
                  <a:gd name="G4" fmla="+- 1 0 0"/>
                  <a:gd name="G5" fmla="+- 1 0 0"/>
                  <a:gd name="G6" fmla="+- 1 0 0"/>
                  <a:gd name="G7" fmla="+- 1 0 0"/>
                  <a:gd name="G8" fmla="+- 1 0 0"/>
                  <a:gd name="G9" fmla="+- 1 0 0"/>
                  <a:gd name="G10" fmla="+- 1 0 0"/>
                  <a:gd name="G11" fmla="+- 1 0 0"/>
                  <a:gd name="G12" fmla="+- 67 0 0"/>
                  <a:gd name="G13" fmla="+- 44 0 0"/>
                  <a:gd name="T0" fmla="*/ 0 w 92"/>
                  <a:gd name="T1" fmla="*/ 10 h 88"/>
                  <a:gd name="T2" fmla="*/ 0 w 92"/>
                  <a:gd name="T3" fmla="*/ 10 h 88"/>
                  <a:gd name="T4" fmla="*/ 10 w 92"/>
                  <a:gd name="T5" fmla="*/ 0 h 88"/>
                  <a:gd name="T6" fmla="*/ 20 w 92"/>
                  <a:gd name="T7" fmla="*/ 10 h 88"/>
                  <a:gd name="T8" fmla="*/ 10 w 92"/>
                  <a:gd name="T9" fmla="*/ 19 h 88"/>
                  <a:gd name="T10" fmla="*/ 0 w 92"/>
                  <a:gd name="T11" fmla="*/ 10 h 88"/>
                </a:gdLst>
                <a:ahLst/>
                <a:cxnLst>
                  <a:cxn ang="0">
                    <a:pos x="T0" y="T1"/>
                  </a:cxn>
                  <a:cxn ang="0">
                    <a:pos x="T2" y="T3"/>
                  </a:cxn>
                  <a:cxn ang="0">
                    <a:pos x="T4" y="T5"/>
                  </a:cxn>
                  <a:cxn ang="0">
                    <a:pos x="T6" y="T7"/>
                  </a:cxn>
                  <a:cxn ang="0">
                    <a:pos x="T8" y="T9"/>
                  </a:cxn>
                  <a:cxn ang="0">
                    <a:pos x="T10" y="T11"/>
                  </a:cxn>
                </a:cxnLst>
                <a:rect l="0" t="0" r="r" b="b"/>
                <a:pathLst>
                  <a:path w="92" h="88">
                    <a:moveTo>
                      <a:pt x="0" y="44"/>
                    </a:moveTo>
                    <a:lnTo>
                      <a:pt x="0" y="44"/>
                    </a:lnTo>
                    <a:cubicBezTo>
                      <a:pt x="0" y="18"/>
                      <a:pt x="20" y="0"/>
                      <a:pt x="46" y="0"/>
                    </a:cubicBezTo>
                    <a:cubicBezTo>
                      <a:pt x="71" y="0"/>
                      <a:pt x="91" y="18"/>
                      <a:pt x="91" y="44"/>
                    </a:cubicBezTo>
                    <a:cubicBezTo>
                      <a:pt x="91" y="67"/>
                      <a:pt x="71" y="87"/>
                      <a:pt x="46" y="87"/>
                    </a:cubicBezTo>
                    <a:cubicBezTo>
                      <a:pt x="20" y="87"/>
                      <a:pt x="0" y="67"/>
                      <a:pt x="0" y="44"/>
                    </a:cubicBezTo>
                  </a:path>
                </a:pathLst>
              </a:custGeom>
              <a:grpFill/>
              <a:ln>
                <a:noFill/>
              </a:ln>
              <a:effectLst/>
            </p:spPr>
            <p:txBody>
              <a:bodyPr wrap="none" anchor="ctr"/>
              <a:lstStyle/>
              <a:p>
                <a:endParaRPr lang="en-US" sz="1800" dirty="0">
                  <a:latin typeface="微软雅黑" panose="020B0503020204020204" charset="-122"/>
                </a:endParaRPr>
              </a:p>
            </p:txBody>
          </p:sp>
          <p:sp>
            <p:nvSpPr>
              <p:cNvPr id="66" name="Freeform 65"/>
              <p:cNvSpPr>
                <a:spLocks noChangeArrowheads="1"/>
              </p:cNvSpPr>
              <p:nvPr/>
            </p:nvSpPr>
            <p:spPr bwMode="auto">
              <a:xfrm>
                <a:off x="6633650" y="7764824"/>
                <a:ext cx="327969" cy="317021"/>
              </a:xfrm>
              <a:custGeom>
                <a:avLst/>
                <a:gdLst>
                  <a:gd name="G0" fmla="+- 130 0 0"/>
                  <a:gd name="G1" fmla="+- 130 0 0"/>
                  <a:gd name="G2" fmla="+- 57 0 0"/>
                  <a:gd name="G3" fmla="+- 1 0 0"/>
                  <a:gd name="G4" fmla="+- 1 0 0"/>
                  <a:gd name="G5" fmla="+- 1 0 0"/>
                  <a:gd name="G6" fmla="+- 1 0 0"/>
                  <a:gd name="G7" fmla="+- 1 0 0"/>
                  <a:gd name="G8" fmla="+- 1 0 0"/>
                  <a:gd name="G9" fmla="+- 1 0 0"/>
                  <a:gd name="G10" fmla="+- 1 0 0"/>
                  <a:gd name="G11" fmla="+- 1 0 0"/>
                  <a:gd name="G12" fmla="+- 202 0 0"/>
                  <a:gd name="G13" fmla="+- 130 0 0"/>
                  <a:gd name="T0" fmla="*/ 0 w 275"/>
                  <a:gd name="T1" fmla="*/ 29 h 263"/>
                  <a:gd name="T2" fmla="*/ 0 w 275"/>
                  <a:gd name="T3" fmla="*/ 29 h 263"/>
                  <a:gd name="T4" fmla="*/ 30 w 275"/>
                  <a:gd name="T5" fmla="*/ 0 h 263"/>
                  <a:gd name="T6" fmla="*/ 61 w 275"/>
                  <a:gd name="T7" fmla="*/ 29 h 263"/>
                  <a:gd name="T8" fmla="*/ 30 w 275"/>
                  <a:gd name="T9" fmla="*/ 59 h 263"/>
                  <a:gd name="T10" fmla="*/ 0 w 275"/>
                  <a:gd name="T11" fmla="*/ 29 h 263"/>
                </a:gdLst>
                <a:ahLst/>
                <a:cxnLst>
                  <a:cxn ang="0">
                    <a:pos x="T0" y="T1"/>
                  </a:cxn>
                  <a:cxn ang="0">
                    <a:pos x="T2" y="T3"/>
                  </a:cxn>
                  <a:cxn ang="0">
                    <a:pos x="T4" y="T5"/>
                  </a:cxn>
                  <a:cxn ang="0">
                    <a:pos x="T6" y="T7"/>
                  </a:cxn>
                  <a:cxn ang="0">
                    <a:pos x="T8" y="T9"/>
                  </a:cxn>
                  <a:cxn ang="0">
                    <a:pos x="T10" y="T11"/>
                  </a:cxn>
                </a:cxnLst>
                <a:rect l="0" t="0" r="r" b="b"/>
                <a:pathLst>
                  <a:path w="275" h="263">
                    <a:moveTo>
                      <a:pt x="0" y="130"/>
                    </a:moveTo>
                    <a:lnTo>
                      <a:pt x="0" y="130"/>
                    </a:lnTo>
                    <a:cubicBezTo>
                      <a:pt x="0" y="57"/>
                      <a:pt x="61" y="0"/>
                      <a:pt x="137" y="0"/>
                    </a:cubicBezTo>
                    <a:cubicBezTo>
                      <a:pt x="213" y="0"/>
                      <a:pt x="274" y="57"/>
                      <a:pt x="274" y="130"/>
                    </a:cubicBezTo>
                    <a:cubicBezTo>
                      <a:pt x="274" y="202"/>
                      <a:pt x="213" y="262"/>
                      <a:pt x="137" y="262"/>
                    </a:cubicBezTo>
                    <a:cubicBezTo>
                      <a:pt x="61" y="262"/>
                      <a:pt x="0" y="202"/>
                      <a:pt x="0" y="130"/>
                    </a:cubicBezTo>
                  </a:path>
                </a:pathLst>
              </a:custGeom>
              <a:grpFill/>
              <a:ln>
                <a:noFill/>
              </a:ln>
              <a:effectLst/>
            </p:spPr>
            <p:txBody>
              <a:bodyPr wrap="none" anchor="ctr"/>
              <a:lstStyle/>
              <a:p>
                <a:endParaRPr lang="en-US" sz="1800" dirty="0">
                  <a:latin typeface="微软雅黑" panose="020B0503020204020204" charset="-122"/>
                </a:endParaRPr>
              </a:p>
            </p:txBody>
          </p:sp>
        </p:grpSp>
        <p:grpSp>
          <p:nvGrpSpPr>
            <p:cNvPr id="58" name="Group 57"/>
            <p:cNvGrpSpPr/>
            <p:nvPr/>
          </p:nvGrpSpPr>
          <p:grpSpPr>
            <a:xfrm>
              <a:off x="6010509" y="4578218"/>
              <a:ext cx="880050" cy="901870"/>
              <a:chOff x="6010509" y="4578218"/>
              <a:chExt cx="880050" cy="901870"/>
            </a:xfrm>
          </p:grpSpPr>
          <p:sp>
            <p:nvSpPr>
              <p:cNvPr id="59" name="Freeform 67"/>
              <p:cNvSpPr>
                <a:spLocks noChangeArrowheads="1"/>
              </p:cNvSpPr>
              <p:nvPr/>
            </p:nvSpPr>
            <p:spPr bwMode="auto">
              <a:xfrm>
                <a:off x="6480598" y="5195862"/>
                <a:ext cx="295172" cy="284226"/>
              </a:xfrm>
              <a:custGeom>
                <a:avLst/>
                <a:gdLst>
                  <a:gd name="G0" fmla="+- 118 0 0"/>
                  <a:gd name="G1" fmla="+- 118 0 0"/>
                  <a:gd name="G2" fmla="+- 54 0 0"/>
                  <a:gd name="G3" fmla="+- 1 0 0"/>
                  <a:gd name="G4" fmla="+- 1 0 0"/>
                  <a:gd name="G5" fmla="+- 1 0 0"/>
                  <a:gd name="G6" fmla="+- 1 0 0"/>
                  <a:gd name="G7" fmla="+- 1 0 0"/>
                  <a:gd name="G8" fmla="+- 1 0 0"/>
                  <a:gd name="G9" fmla="+- 1 0 0"/>
                  <a:gd name="G10" fmla="+- 1 0 0"/>
                  <a:gd name="G11" fmla="+- 1 0 0"/>
                  <a:gd name="G12" fmla="+- 184 0 0"/>
                  <a:gd name="G13" fmla="+- 118 0 0"/>
                  <a:gd name="T0" fmla="*/ 0 w 247"/>
                  <a:gd name="T1" fmla="*/ 26 h 237"/>
                  <a:gd name="T2" fmla="*/ 0 w 247"/>
                  <a:gd name="T3" fmla="*/ 26 h 237"/>
                  <a:gd name="T4" fmla="*/ 27 w 247"/>
                  <a:gd name="T5" fmla="*/ 0 h 237"/>
                  <a:gd name="T6" fmla="*/ 55 w 247"/>
                  <a:gd name="T7" fmla="*/ 26 h 237"/>
                  <a:gd name="T8" fmla="*/ 27 w 247"/>
                  <a:gd name="T9" fmla="*/ 53 h 237"/>
                  <a:gd name="T10" fmla="*/ 0 w 247"/>
                  <a:gd name="T11" fmla="*/ 26 h 237"/>
                </a:gdLst>
                <a:ahLst/>
                <a:cxnLst>
                  <a:cxn ang="0">
                    <a:pos x="T0" y="T1"/>
                  </a:cxn>
                  <a:cxn ang="0">
                    <a:pos x="T2" y="T3"/>
                  </a:cxn>
                  <a:cxn ang="0">
                    <a:pos x="T4" y="T5"/>
                  </a:cxn>
                  <a:cxn ang="0">
                    <a:pos x="T6" y="T7"/>
                  </a:cxn>
                  <a:cxn ang="0">
                    <a:pos x="T8" y="T9"/>
                  </a:cxn>
                  <a:cxn ang="0">
                    <a:pos x="T10" y="T11"/>
                  </a:cxn>
                </a:cxnLst>
                <a:rect l="0" t="0" r="r" b="b"/>
                <a:pathLst>
                  <a:path w="247" h="237">
                    <a:moveTo>
                      <a:pt x="0" y="118"/>
                    </a:moveTo>
                    <a:lnTo>
                      <a:pt x="0" y="118"/>
                    </a:lnTo>
                    <a:cubicBezTo>
                      <a:pt x="0" y="54"/>
                      <a:pt x="56" y="0"/>
                      <a:pt x="123" y="0"/>
                    </a:cubicBezTo>
                    <a:cubicBezTo>
                      <a:pt x="191" y="0"/>
                      <a:pt x="246" y="54"/>
                      <a:pt x="246" y="118"/>
                    </a:cubicBezTo>
                    <a:cubicBezTo>
                      <a:pt x="246" y="184"/>
                      <a:pt x="191" y="236"/>
                      <a:pt x="123" y="236"/>
                    </a:cubicBezTo>
                    <a:cubicBezTo>
                      <a:pt x="56" y="236"/>
                      <a:pt x="0" y="184"/>
                      <a:pt x="0" y="118"/>
                    </a:cubicBezTo>
                  </a:path>
                </a:pathLst>
              </a:custGeom>
              <a:solidFill>
                <a:schemeClr val="accent4"/>
              </a:solidFill>
              <a:ln>
                <a:noFill/>
              </a:ln>
              <a:effectLst/>
            </p:spPr>
            <p:txBody>
              <a:bodyPr wrap="none" anchor="ctr"/>
              <a:lstStyle/>
              <a:p>
                <a:endParaRPr lang="en-US" sz="1800" dirty="0">
                  <a:latin typeface="微软雅黑" panose="020B0503020204020204" charset="-122"/>
                </a:endParaRPr>
              </a:p>
            </p:txBody>
          </p:sp>
          <p:sp>
            <p:nvSpPr>
              <p:cNvPr id="60" name="Freeform 69"/>
              <p:cNvSpPr>
                <a:spLocks noChangeArrowheads="1"/>
              </p:cNvSpPr>
              <p:nvPr/>
            </p:nvSpPr>
            <p:spPr bwMode="auto">
              <a:xfrm>
                <a:off x="6010509" y="4687536"/>
                <a:ext cx="393563" cy="377146"/>
              </a:xfrm>
              <a:custGeom>
                <a:avLst/>
                <a:gdLst>
                  <a:gd name="G0" fmla="+- 155 0 0"/>
                  <a:gd name="G1" fmla="+- 155 0 0"/>
                  <a:gd name="G2" fmla="+- 69 0 0"/>
                  <a:gd name="G3" fmla="+- 1 0 0"/>
                  <a:gd name="G4" fmla="+- 1 0 0"/>
                  <a:gd name="G5" fmla="+- 1 0 0"/>
                  <a:gd name="G6" fmla="+- 1 0 0"/>
                  <a:gd name="G7" fmla="+- 1 0 0"/>
                  <a:gd name="G8" fmla="+- 1 0 0"/>
                  <a:gd name="G9" fmla="+- 1 0 0"/>
                  <a:gd name="G10" fmla="+- 1 0 0"/>
                  <a:gd name="G11" fmla="+- 1 0 0"/>
                  <a:gd name="G12" fmla="+- 242 0 0"/>
                  <a:gd name="G13" fmla="+- 155 0 0"/>
                  <a:gd name="T0" fmla="*/ 0 w 325"/>
                  <a:gd name="T1" fmla="*/ 35 h 312"/>
                  <a:gd name="T2" fmla="*/ 0 w 325"/>
                  <a:gd name="T3" fmla="*/ 35 h 312"/>
                  <a:gd name="T4" fmla="*/ 36 w 325"/>
                  <a:gd name="T5" fmla="*/ 0 h 312"/>
                  <a:gd name="T6" fmla="*/ 73 w 325"/>
                  <a:gd name="T7" fmla="*/ 35 h 312"/>
                  <a:gd name="T8" fmla="*/ 36 w 325"/>
                  <a:gd name="T9" fmla="*/ 70 h 312"/>
                  <a:gd name="T10" fmla="*/ 0 w 325"/>
                  <a:gd name="T11" fmla="*/ 35 h 312"/>
                </a:gdLst>
                <a:ahLst/>
                <a:cxnLst>
                  <a:cxn ang="0">
                    <a:pos x="T0" y="T1"/>
                  </a:cxn>
                  <a:cxn ang="0">
                    <a:pos x="T2" y="T3"/>
                  </a:cxn>
                  <a:cxn ang="0">
                    <a:pos x="T4" y="T5"/>
                  </a:cxn>
                  <a:cxn ang="0">
                    <a:pos x="T6" y="T7"/>
                  </a:cxn>
                  <a:cxn ang="0">
                    <a:pos x="T8" y="T9"/>
                  </a:cxn>
                  <a:cxn ang="0">
                    <a:pos x="T10" y="T11"/>
                  </a:cxn>
                </a:cxnLst>
                <a:rect l="0" t="0" r="r" b="b"/>
                <a:pathLst>
                  <a:path w="325" h="312">
                    <a:moveTo>
                      <a:pt x="0" y="155"/>
                    </a:moveTo>
                    <a:lnTo>
                      <a:pt x="0" y="155"/>
                    </a:lnTo>
                    <a:cubicBezTo>
                      <a:pt x="0" y="69"/>
                      <a:pt x="72" y="0"/>
                      <a:pt x="162" y="0"/>
                    </a:cubicBezTo>
                    <a:cubicBezTo>
                      <a:pt x="251" y="0"/>
                      <a:pt x="324" y="69"/>
                      <a:pt x="324" y="155"/>
                    </a:cubicBezTo>
                    <a:cubicBezTo>
                      <a:pt x="324" y="242"/>
                      <a:pt x="251" y="311"/>
                      <a:pt x="162" y="311"/>
                    </a:cubicBezTo>
                    <a:cubicBezTo>
                      <a:pt x="72" y="311"/>
                      <a:pt x="0" y="242"/>
                      <a:pt x="0" y="155"/>
                    </a:cubicBezTo>
                  </a:path>
                </a:pathLst>
              </a:custGeom>
              <a:solidFill>
                <a:schemeClr val="accent4"/>
              </a:solidFill>
              <a:ln>
                <a:noFill/>
              </a:ln>
              <a:effectLst/>
            </p:spPr>
            <p:txBody>
              <a:bodyPr wrap="none" anchor="ctr"/>
              <a:lstStyle/>
              <a:p>
                <a:endParaRPr lang="en-US" sz="1800" dirty="0">
                  <a:latin typeface="微软雅黑" panose="020B0503020204020204" charset="-122"/>
                </a:endParaRPr>
              </a:p>
            </p:txBody>
          </p:sp>
          <p:sp>
            <p:nvSpPr>
              <p:cNvPr id="61" name="Freeform 71"/>
              <p:cNvSpPr>
                <a:spLocks noChangeArrowheads="1"/>
              </p:cNvSpPr>
              <p:nvPr/>
            </p:nvSpPr>
            <p:spPr bwMode="auto">
              <a:xfrm>
                <a:off x="6666447" y="4578218"/>
                <a:ext cx="224112" cy="213169"/>
              </a:xfrm>
              <a:custGeom>
                <a:avLst/>
                <a:gdLst>
                  <a:gd name="G0" fmla="+- 91 0 0"/>
                  <a:gd name="G1" fmla="+- 91 0 0"/>
                  <a:gd name="G2" fmla="+- 41 0 0"/>
                  <a:gd name="G3" fmla="+- 1 0 0"/>
                  <a:gd name="G4" fmla="+- 1 0 0"/>
                  <a:gd name="G5" fmla="+- 1 0 0"/>
                  <a:gd name="G6" fmla="+- 1 0 0"/>
                  <a:gd name="G7" fmla="+- 1 0 0"/>
                  <a:gd name="G8" fmla="+- 1 0 0"/>
                  <a:gd name="G9" fmla="+- 1 0 0"/>
                  <a:gd name="G10" fmla="+- 1 0 0"/>
                  <a:gd name="G11" fmla="+- 1 0 0"/>
                  <a:gd name="G12" fmla="+- 142 0 0"/>
                  <a:gd name="G13" fmla="+- 91 0 0"/>
                  <a:gd name="T0" fmla="*/ 0 w 190"/>
                  <a:gd name="T1" fmla="*/ 20 h 183"/>
                  <a:gd name="T2" fmla="*/ 0 w 190"/>
                  <a:gd name="T3" fmla="*/ 20 h 183"/>
                  <a:gd name="T4" fmla="*/ 21 w 190"/>
                  <a:gd name="T5" fmla="*/ 0 h 183"/>
                  <a:gd name="T6" fmla="*/ 42 w 190"/>
                  <a:gd name="T7" fmla="*/ 20 h 183"/>
                  <a:gd name="T8" fmla="*/ 21 w 190"/>
                  <a:gd name="T9" fmla="*/ 40 h 183"/>
                  <a:gd name="T10" fmla="*/ 0 w 190"/>
                  <a:gd name="T11" fmla="*/ 20 h 183"/>
                </a:gdLst>
                <a:ahLst/>
                <a:cxnLst>
                  <a:cxn ang="0">
                    <a:pos x="T0" y="T1"/>
                  </a:cxn>
                  <a:cxn ang="0">
                    <a:pos x="T2" y="T3"/>
                  </a:cxn>
                  <a:cxn ang="0">
                    <a:pos x="T4" y="T5"/>
                  </a:cxn>
                  <a:cxn ang="0">
                    <a:pos x="T6" y="T7"/>
                  </a:cxn>
                  <a:cxn ang="0">
                    <a:pos x="T8" y="T9"/>
                  </a:cxn>
                  <a:cxn ang="0">
                    <a:pos x="T10" y="T11"/>
                  </a:cxn>
                </a:cxnLst>
                <a:rect l="0" t="0" r="r" b="b"/>
                <a:pathLst>
                  <a:path w="190" h="183">
                    <a:moveTo>
                      <a:pt x="0" y="91"/>
                    </a:moveTo>
                    <a:lnTo>
                      <a:pt x="0" y="91"/>
                    </a:lnTo>
                    <a:cubicBezTo>
                      <a:pt x="0" y="41"/>
                      <a:pt x="42" y="0"/>
                      <a:pt x="94" y="0"/>
                    </a:cubicBezTo>
                    <a:cubicBezTo>
                      <a:pt x="147" y="0"/>
                      <a:pt x="189" y="41"/>
                      <a:pt x="189" y="91"/>
                    </a:cubicBezTo>
                    <a:cubicBezTo>
                      <a:pt x="189" y="142"/>
                      <a:pt x="147" y="182"/>
                      <a:pt x="94" y="182"/>
                    </a:cubicBezTo>
                    <a:cubicBezTo>
                      <a:pt x="42" y="182"/>
                      <a:pt x="0" y="142"/>
                      <a:pt x="0" y="91"/>
                    </a:cubicBezTo>
                  </a:path>
                </a:pathLst>
              </a:custGeom>
              <a:solidFill>
                <a:schemeClr val="accent4"/>
              </a:solidFill>
              <a:ln>
                <a:noFill/>
              </a:ln>
              <a:effectLst/>
            </p:spPr>
            <p:txBody>
              <a:bodyPr wrap="none" anchor="ctr"/>
              <a:lstStyle/>
              <a:p>
                <a:endParaRPr lang="en-US" sz="1800" dirty="0">
                  <a:latin typeface="微软雅黑" panose="020B0503020204020204" charset="-122"/>
                </a:endParaRPr>
              </a:p>
            </p:txBody>
          </p:sp>
        </p:grpSp>
      </p:grpSp>
      <p:grpSp>
        <p:nvGrpSpPr>
          <p:cNvPr id="67" name="Group 66"/>
          <p:cNvGrpSpPr/>
          <p:nvPr/>
        </p:nvGrpSpPr>
        <p:grpSpPr>
          <a:xfrm>
            <a:off x="1679235" y="1077134"/>
            <a:ext cx="1653360" cy="2522592"/>
            <a:chOff x="5048467" y="4578218"/>
            <a:chExt cx="2858796" cy="4361770"/>
          </a:xfrm>
        </p:grpSpPr>
        <p:sp>
          <p:nvSpPr>
            <p:cNvPr id="68" name="Freeform 59"/>
            <p:cNvSpPr>
              <a:spLocks noChangeArrowheads="1"/>
            </p:cNvSpPr>
            <p:nvPr/>
          </p:nvSpPr>
          <p:spPr bwMode="auto">
            <a:xfrm>
              <a:off x="5048467" y="5747916"/>
              <a:ext cx="2858796" cy="3192072"/>
            </a:xfrm>
            <a:custGeom>
              <a:avLst/>
              <a:gdLst>
                <a:gd name="G0" fmla="+- 1 0 0"/>
                <a:gd name="G1" fmla="+- 1 0 0"/>
                <a:gd name="G2" fmla="+- 1 0 0"/>
                <a:gd name="G3" fmla="+- 1 0 0"/>
                <a:gd name="G4" fmla="+- 1 0 0"/>
                <a:gd name="G5" fmla="+- 1 0 0"/>
                <a:gd name="G6" fmla="+- 2509 0 0"/>
                <a:gd name="G7" fmla="+- 2408 0 0"/>
                <a:gd name="G8" fmla="+- 2313 0 0"/>
                <a:gd name="G9" fmla="+- 1 0 0"/>
                <a:gd name="G10" fmla="+- 1 0 0"/>
                <a:gd name="G11" fmla="+- 1 0 0"/>
                <a:gd name="G12" fmla="+- 1 0 0"/>
                <a:gd name="G13" fmla="+- 1 0 0"/>
                <a:gd name="G14" fmla="+- 1 0 0"/>
                <a:gd name="G15" fmla="+- 1 0 0"/>
                <a:gd name="G16" fmla="+- 1 0 0"/>
                <a:gd name="G17" fmla="+- 1 0 0"/>
                <a:gd name="G18" fmla="+- 1 0 0"/>
                <a:gd name="G19" fmla="+- 1 0 0"/>
                <a:gd name="G20" fmla="+- 1 0 0"/>
                <a:gd name="G21" fmla="+- 1 0 0"/>
                <a:gd name="G22" fmla="+- 1 0 0"/>
                <a:gd name="G23" fmla="+- 1 0 0"/>
                <a:gd name="G24" fmla="+- 1 0 0"/>
                <a:gd name="G25" fmla="+- 1 0 0"/>
                <a:gd name="G26" fmla="+- 1 0 0"/>
                <a:gd name="G27" fmla="+- 1 0 0"/>
                <a:gd name="G28" fmla="+- 1 0 0"/>
                <a:gd name="G29" fmla="+- 1 0 0"/>
                <a:gd name="G30" fmla="+- 1 0 0"/>
                <a:gd name="G31" fmla="+- 1 0 0"/>
                <a:gd name="G32" fmla="+- 1 0 0"/>
                <a:gd name="G33" fmla="+- 1 0 0"/>
                <a:gd name="G34" fmla="+- 1 0 0"/>
                <a:gd name="G35" fmla="+- 1 0 0"/>
                <a:gd name="G36" fmla="+- 1 0 0"/>
                <a:gd name="G37" fmla="+- 1 0 0"/>
                <a:gd name="G38" fmla="+- 1 0 0"/>
                <a:gd name="G39" fmla="+- 1 0 0"/>
                <a:gd name="G40" fmla="+- 1 0 0"/>
                <a:gd name="G41" fmla="+- 1 0 0"/>
                <a:gd name="G42" fmla="+- 1 0 0"/>
                <a:gd name="G43" fmla="+- 1 0 0"/>
                <a:gd name="G44" fmla="+- 1 0 0"/>
                <a:gd name="G45" fmla="+- 1 0 0"/>
                <a:gd name="G46" fmla="+- 1 0 0"/>
                <a:gd name="G47" fmla="+- 1 0 0"/>
                <a:gd name="G48" fmla="+- 1 0 0"/>
                <a:gd name="G49" fmla="+- 1 0 0"/>
                <a:gd name="G50" fmla="+- 1 0 0"/>
                <a:gd name="G51" fmla="+- 1 0 0"/>
                <a:gd name="G52" fmla="+- 1 0 0"/>
                <a:gd name="G53" fmla="+- 1 0 0"/>
                <a:gd name="G54" fmla="+- 1 0 0"/>
                <a:gd name="G55" fmla="+- 1 0 0"/>
                <a:gd name="G56" fmla="+- 1 0 0"/>
                <a:gd name="G57" fmla="*/ 1 0 0"/>
                <a:gd name="T0" fmla="*/ 2315 256 1"/>
                <a:gd name="T1" fmla="*/ 0 256 1"/>
                <a:gd name="G58" fmla="+- 0 T0 T1"/>
                <a:gd name="G59" fmla="sin G57 G58"/>
                <a:gd name="G60" fmla="*/ 1 0 0"/>
                <a:gd name="T2" fmla="*/ 2410 256 1"/>
                <a:gd name="T3" fmla="*/ 0 256 1"/>
                <a:gd name="G61" fmla="+- 0 T2 T3"/>
                <a:gd name="G62" fmla="sin G60 G61"/>
                <a:gd name="G63" fmla="*/ 1 0 0"/>
                <a:gd name="T4" fmla="*/ 2511 256 1"/>
                <a:gd name="T5" fmla="*/ 0 256 1"/>
                <a:gd name="G64" fmla="+- 0 T4 T5"/>
                <a:gd name="G65" fmla="sin G63 G64"/>
                <a:gd name="G66" fmla="+- 1 0 0"/>
                <a:gd name="G67" fmla="+- 1 0 0"/>
                <a:gd name="T6" fmla="*/ 471 w 2314"/>
                <a:gd name="T7" fmla="*/ 585 h 2586"/>
                <a:gd name="T8" fmla="*/ 471 w 2314"/>
                <a:gd name="T9" fmla="*/ 585 h 2586"/>
                <a:gd name="T10" fmla="*/ 53 w 2314"/>
                <a:gd name="T11" fmla="*/ 584 h 2586"/>
                <a:gd name="T12" fmla="*/ 0 w 2314"/>
                <a:gd name="T13" fmla="*/ 545 h 2586"/>
                <a:gd name="T14" fmla="*/ 11 w 2314"/>
                <a:gd name="T15" fmla="*/ 507 h 2586"/>
                <a:gd name="T16" fmla="*/ 183 w 2314"/>
                <a:gd name="T17" fmla="*/ 224 h 2586"/>
                <a:gd name="T18" fmla="*/ 183 w 2314"/>
                <a:gd name="T19" fmla="*/ 40 h 2586"/>
                <a:gd name="T20" fmla="*/ 165 w 2314"/>
                <a:gd name="T21" fmla="*/ 7 h 2586"/>
                <a:gd name="T22" fmla="*/ 178 w 2314"/>
                <a:gd name="T23" fmla="*/ 1 h 2586"/>
                <a:gd name="T24" fmla="*/ 180 w 2314"/>
                <a:gd name="T25" fmla="*/ 1 h 2586"/>
                <a:gd name="T26" fmla="*/ 188 w 2314"/>
                <a:gd name="T27" fmla="*/ 0 h 2586"/>
                <a:gd name="T28" fmla="*/ 199 w 2314"/>
                <a:gd name="T29" fmla="*/ 1 h 2586"/>
                <a:gd name="T30" fmla="*/ 327 w 2314"/>
                <a:gd name="T31" fmla="*/ 1 h 2586"/>
                <a:gd name="T32" fmla="*/ 338 w 2314"/>
                <a:gd name="T33" fmla="*/ 0 h 2586"/>
                <a:gd name="T34" fmla="*/ 345 w 2314"/>
                <a:gd name="T35" fmla="*/ 1 h 2586"/>
                <a:gd name="T36" fmla="*/ 347 w 2314"/>
                <a:gd name="T37" fmla="*/ 1 h 2586"/>
                <a:gd name="T38" fmla="*/ 361 w 2314"/>
                <a:gd name="T39" fmla="*/ 8 h 2586"/>
                <a:gd name="T40" fmla="*/ 343 w 2314"/>
                <a:gd name="T41" fmla="*/ 40 h 2586"/>
                <a:gd name="T42" fmla="*/ 342 w 2314"/>
                <a:gd name="T43" fmla="*/ 224 h 2586"/>
                <a:gd name="T44" fmla="*/ 513 w 2314"/>
                <a:gd name="T45" fmla="*/ 508 h 2586"/>
                <a:gd name="T46" fmla="*/ 524 w 2314"/>
                <a:gd name="T47" fmla="*/ 545 h 2586"/>
                <a:gd name="T48" fmla="*/ 471 w 2314"/>
                <a:gd name="T49" fmla="*/ 585 h 2586"/>
              </a:gdLst>
              <a:ahLst/>
              <a:cxnLst>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14" h="2586">
                  <a:moveTo>
                    <a:pt x="2082" y="2585"/>
                  </a:moveTo>
                  <a:lnTo>
                    <a:pt x="2082" y="2585"/>
                  </a:lnTo>
                  <a:cubicBezTo>
                    <a:pt x="232" y="2583"/>
                    <a:pt x="232" y="2583"/>
                    <a:pt x="232" y="2583"/>
                  </a:cubicBezTo>
                  <a:cubicBezTo>
                    <a:pt x="97" y="2583"/>
                    <a:pt x="0" y="2509"/>
                    <a:pt x="0" y="2408"/>
                  </a:cubicBezTo>
                  <a:cubicBezTo>
                    <a:pt x="0" y="2313"/>
                    <a:pt x="43" y="2251"/>
                    <a:pt x="49" y="2242"/>
                  </a:cubicBezTo>
                  <a:cubicBezTo>
                    <a:pt x="806" y="990"/>
                    <a:pt x="806" y="990"/>
                    <a:pt x="806" y="990"/>
                  </a:cubicBezTo>
                  <a:cubicBezTo>
                    <a:pt x="807" y="178"/>
                    <a:pt x="807" y="178"/>
                    <a:pt x="807" y="178"/>
                  </a:cubicBezTo>
                  <a:cubicBezTo>
                    <a:pt x="738" y="110"/>
                    <a:pt x="715" y="65"/>
                    <a:pt x="728" y="32"/>
                  </a:cubicBezTo>
                  <a:cubicBezTo>
                    <a:pt x="731" y="22"/>
                    <a:pt x="747" y="4"/>
                    <a:pt x="785" y="4"/>
                  </a:cubicBezTo>
                  <a:cubicBezTo>
                    <a:pt x="789" y="4"/>
                    <a:pt x="792" y="4"/>
                    <a:pt x="794" y="4"/>
                  </a:cubicBezTo>
                  <a:cubicBezTo>
                    <a:pt x="804" y="2"/>
                    <a:pt x="816" y="0"/>
                    <a:pt x="829" y="0"/>
                  </a:cubicBezTo>
                  <a:cubicBezTo>
                    <a:pt x="851" y="0"/>
                    <a:pt x="872" y="4"/>
                    <a:pt x="878" y="4"/>
                  </a:cubicBezTo>
                  <a:cubicBezTo>
                    <a:pt x="1442" y="4"/>
                    <a:pt x="1442" y="4"/>
                    <a:pt x="1442" y="4"/>
                  </a:cubicBezTo>
                  <a:cubicBezTo>
                    <a:pt x="1449" y="4"/>
                    <a:pt x="1469" y="0"/>
                    <a:pt x="1491" y="0"/>
                  </a:cubicBezTo>
                  <a:cubicBezTo>
                    <a:pt x="1505" y="0"/>
                    <a:pt x="1516" y="2"/>
                    <a:pt x="1525" y="4"/>
                  </a:cubicBezTo>
                  <a:cubicBezTo>
                    <a:pt x="1528" y="4"/>
                    <a:pt x="1532" y="4"/>
                    <a:pt x="1533" y="4"/>
                  </a:cubicBezTo>
                  <a:cubicBezTo>
                    <a:pt x="1574" y="4"/>
                    <a:pt x="1587" y="22"/>
                    <a:pt x="1592" y="34"/>
                  </a:cubicBezTo>
                  <a:cubicBezTo>
                    <a:pt x="1606" y="66"/>
                    <a:pt x="1582" y="110"/>
                    <a:pt x="1513" y="178"/>
                  </a:cubicBezTo>
                  <a:cubicBezTo>
                    <a:pt x="1511" y="990"/>
                    <a:pt x="1511" y="990"/>
                    <a:pt x="1511" y="990"/>
                  </a:cubicBezTo>
                  <a:cubicBezTo>
                    <a:pt x="2264" y="2244"/>
                    <a:pt x="2264" y="2244"/>
                    <a:pt x="2264" y="2244"/>
                  </a:cubicBezTo>
                  <a:cubicBezTo>
                    <a:pt x="2271" y="2254"/>
                    <a:pt x="2313" y="2315"/>
                    <a:pt x="2313" y="2410"/>
                  </a:cubicBezTo>
                  <a:cubicBezTo>
                    <a:pt x="2313" y="2511"/>
                    <a:pt x="2215" y="2585"/>
                    <a:pt x="2082" y="2585"/>
                  </a:cubicBezTo>
                </a:path>
              </a:pathLst>
            </a:custGeom>
            <a:solidFill>
              <a:schemeClr val="bg1">
                <a:lumMod val="85000"/>
              </a:schemeClr>
            </a:solidFill>
            <a:ln>
              <a:noFill/>
            </a:ln>
            <a:effectLst/>
          </p:spPr>
          <p:txBody>
            <a:bodyPr wrap="none" anchor="ctr"/>
            <a:lstStyle/>
            <a:p>
              <a:endParaRPr lang="en-US" sz="1800" dirty="0">
                <a:latin typeface="微软雅黑" panose="020B0503020204020204" charset="-122"/>
              </a:endParaRPr>
            </a:p>
          </p:txBody>
        </p:sp>
        <p:sp>
          <p:nvSpPr>
            <p:cNvPr id="69" name="Freeform 60"/>
            <p:cNvSpPr>
              <a:spLocks noChangeArrowheads="1"/>
            </p:cNvSpPr>
            <p:nvPr/>
          </p:nvSpPr>
          <p:spPr bwMode="auto">
            <a:xfrm>
              <a:off x="5239782" y="7251032"/>
              <a:ext cx="2503496" cy="1585104"/>
            </a:xfrm>
            <a:custGeom>
              <a:avLst/>
              <a:gdLst>
                <a:gd name="G0" fmla="+- 1 0 0"/>
                <a:gd name="G1" fmla="+- 1 0 0"/>
                <a:gd name="G2" fmla="+- 1 0 0"/>
                <a:gd name="G3" fmla="+- 1 0 0"/>
                <a:gd name="G4" fmla="+- 1 0 0"/>
                <a:gd name="G5" fmla="+- 1 0 0"/>
                <a:gd name="G6" fmla="+- 1104 0 0"/>
                <a:gd name="G7" fmla="+- 1 0 0"/>
                <a:gd name="G8" fmla="+- 1 0 0"/>
                <a:gd name="G9" fmla="+- 1 0 0"/>
                <a:gd name="G10" fmla="+- 1 0 0"/>
                <a:gd name="G11" fmla="+- 1 0 0"/>
                <a:gd name="G12" fmla="+- 1 0 0"/>
                <a:gd name="G13" fmla="+- 1 0 0"/>
                <a:gd name="G14" fmla="+- 1 0 0"/>
                <a:gd name="G15" fmla="+- 1 0 0"/>
                <a:gd name="G16" fmla="+- 1 0 0"/>
                <a:gd name="G17" fmla="+- 1 0 0"/>
                <a:gd name="G18" fmla="+- 1 0 0"/>
                <a:gd name="G19" fmla="+- 1 0 0"/>
                <a:gd name="G20" fmla="+- 1 0 0"/>
                <a:gd name="G21" fmla="+- 1 0 0"/>
                <a:gd name="G22" fmla="+- 1 0 0"/>
                <a:gd name="G23" fmla="+- 1 0 0"/>
                <a:gd name="G24" fmla="+- 1 0 0"/>
                <a:gd name="G25" fmla="+- 1 0 0"/>
                <a:gd name="T0" fmla="*/ 161 w 2027"/>
                <a:gd name="T1" fmla="*/ 0 h 1287"/>
                <a:gd name="T2" fmla="*/ 161 w 2027"/>
                <a:gd name="T3" fmla="*/ 0 h 1287"/>
                <a:gd name="T4" fmla="*/ 11 w 2027"/>
                <a:gd name="T5" fmla="*/ 229 h 1287"/>
                <a:gd name="T6" fmla="*/ 5 w 2027"/>
                <a:gd name="T7" fmla="*/ 265 h 1287"/>
                <a:gd name="T8" fmla="*/ 63 w 2027"/>
                <a:gd name="T9" fmla="*/ 289 h 1287"/>
                <a:gd name="T10" fmla="*/ 414 w 2027"/>
                <a:gd name="T11" fmla="*/ 290 h 1287"/>
                <a:gd name="T12" fmla="*/ 453 w 2027"/>
                <a:gd name="T13" fmla="*/ 266 h 1287"/>
                <a:gd name="T14" fmla="*/ 430 w 2027"/>
                <a:gd name="T15" fmla="*/ 201 h 1287"/>
                <a:gd name="T16" fmla="*/ 307 w 2027"/>
                <a:gd name="T17" fmla="*/ 0 h 1287"/>
                <a:gd name="T18" fmla="*/ 161 w 2027"/>
                <a:gd name="T19" fmla="*/ 0 h 1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27" h="1287">
                  <a:moveTo>
                    <a:pt x="710" y="0"/>
                  </a:moveTo>
                  <a:lnTo>
                    <a:pt x="710" y="0"/>
                  </a:lnTo>
                  <a:cubicBezTo>
                    <a:pt x="50" y="1013"/>
                    <a:pt x="50" y="1013"/>
                    <a:pt x="50" y="1013"/>
                  </a:cubicBezTo>
                  <a:cubicBezTo>
                    <a:pt x="50" y="1013"/>
                    <a:pt x="0" y="1104"/>
                    <a:pt x="23" y="1172"/>
                  </a:cubicBezTo>
                  <a:cubicBezTo>
                    <a:pt x="47" y="1237"/>
                    <a:pt x="64" y="1280"/>
                    <a:pt x="280" y="1280"/>
                  </a:cubicBezTo>
                  <a:cubicBezTo>
                    <a:pt x="1830" y="1281"/>
                    <a:pt x="1830" y="1281"/>
                    <a:pt x="1830" y="1281"/>
                  </a:cubicBezTo>
                  <a:cubicBezTo>
                    <a:pt x="1830" y="1281"/>
                    <a:pt x="1972" y="1286"/>
                    <a:pt x="1999" y="1178"/>
                  </a:cubicBezTo>
                  <a:cubicBezTo>
                    <a:pt x="2026" y="1070"/>
                    <a:pt x="1983" y="1020"/>
                    <a:pt x="1899" y="891"/>
                  </a:cubicBezTo>
                  <a:cubicBezTo>
                    <a:pt x="1813" y="763"/>
                    <a:pt x="1354" y="0"/>
                    <a:pt x="1354" y="0"/>
                  </a:cubicBezTo>
                  <a:cubicBezTo>
                    <a:pt x="710" y="0"/>
                    <a:pt x="710" y="0"/>
                    <a:pt x="710" y="0"/>
                  </a:cubicBezTo>
                </a:path>
              </a:pathLst>
            </a:custGeom>
            <a:solidFill>
              <a:schemeClr val="accent1"/>
            </a:solidFill>
            <a:ln>
              <a:noFill/>
            </a:ln>
            <a:effectLst/>
          </p:spPr>
          <p:txBody>
            <a:bodyPr wrap="none" anchor="ctr"/>
            <a:lstStyle/>
            <a:p>
              <a:endParaRPr lang="en-US" sz="1800" dirty="0">
                <a:latin typeface="微软雅黑" panose="020B0503020204020204" charset="-122"/>
              </a:endParaRPr>
            </a:p>
          </p:txBody>
        </p:sp>
        <p:grpSp>
          <p:nvGrpSpPr>
            <p:cNvPr id="70" name="Group 69"/>
            <p:cNvGrpSpPr/>
            <p:nvPr/>
          </p:nvGrpSpPr>
          <p:grpSpPr>
            <a:xfrm>
              <a:off x="5606014" y="7584450"/>
              <a:ext cx="1585184" cy="1054915"/>
              <a:chOff x="5606014" y="7584450"/>
              <a:chExt cx="1585184" cy="1054915"/>
            </a:xfrm>
            <a:solidFill>
              <a:schemeClr val="bg1"/>
            </a:solidFill>
          </p:grpSpPr>
          <p:sp>
            <p:nvSpPr>
              <p:cNvPr id="76" name="Freeform 61"/>
              <p:cNvSpPr>
                <a:spLocks noChangeArrowheads="1"/>
              </p:cNvSpPr>
              <p:nvPr/>
            </p:nvSpPr>
            <p:spPr bwMode="auto">
              <a:xfrm>
                <a:off x="6229155" y="7584450"/>
                <a:ext cx="142120" cy="136647"/>
              </a:xfrm>
              <a:custGeom>
                <a:avLst/>
                <a:gdLst>
                  <a:gd name="G0" fmla="+- 59 0 0"/>
                  <a:gd name="G1" fmla="+- 59 0 0"/>
                  <a:gd name="G2" fmla="+- 25 0 0"/>
                  <a:gd name="G3" fmla="+- 1 0 0"/>
                  <a:gd name="G4" fmla="+- 1 0 0"/>
                  <a:gd name="G5" fmla="+- 1 0 0"/>
                  <a:gd name="G6" fmla="+- 1 0 0"/>
                  <a:gd name="G7" fmla="+- 1 0 0"/>
                  <a:gd name="G8" fmla="+- 1 0 0"/>
                  <a:gd name="G9" fmla="+- 1 0 0"/>
                  <a:gd name="G10" fmla="+- 1 0 0"/>
                  <a:gd name="G11" fmla="+- 1 0 0"/>
                  <a:gd name="G12" fmla="+- 91 0 0"/>
                  <a:gd name="G13" fmla="+- 59 0 0"/>
                  <a:gd name="T0" fmla="*/ 0 w 124"/>
                  <a:gd name="T1" fmla="*/ 13 h 117"/>
                  <a:gd name="T2" fmla="*/ 0 w 124"/>
                  <a:gd name="T3" fmla="*/ 13 h 117"/>
                  <a:gd name="T4" fmla="*/ 14 w 124"/>
                  <a:gd name="T5" fmla="*/ 0 h 117"/>
                  <a:gd name="T6" fmla="*/ 27 w 124"/>
                  <a:gd name="T7" fmla="*/ 13 h 117"/>
                  <a:gd name="T8" fmla="*/ 14 w 124"/>
                  <a:gd name="T9" fmla="*/ 26 h 117"/>
                  <a:gd name="T10" fmla="*/ 0 w 124"/>
                  <a:gd name="T11" fmla="*/ 13 h 117"/>
                </a:gdLst>
                <a:ahLst/>
                <a:cxnLst>
                  <a:cxn ang="0">
                    <a:pos x="T0" y="T1"/>
                  </a:cxn>
                  <a:cxn ang="0">
                    <a:pos x="T2" y="T3"/>
                  </a:cxn>
                  <a:cxn ang="0">
                    <a:pos x="T4" y="T5"/>
                  </a:cxn>
                  <a:cxn ang="0">
                    <a:pos x="T6" y="T7"/>
                  </a:cxn>
                  <a:cxn ang="0">
                    <a:pos x="T8" y="T9"/>
                  </a:cxn>
                  <a:cxn ang="0">
                    <a:pos x="T10" y="T11"/>
                  </a:cxn>
                </a:cxnLst>
                <a:rect l="0" t="0" r="r" b="b"/>
                <a:pathLst>
                  <a:path w="124" h="117">
                    <a:moveTo>
                      <a:pt x="0" y="59"/>
                    </a:moveTo>
                    <a:lnTo>
                      <a:pt x="0" y="59"/>
                    </a:lnTo>
                    <a:cubicBezTo>
                      <a:pt x="0" y="25"/>
                      <a:pt x="27" y="0"/>
                      <a:pt x="62" y="0"/>
                    </a:cubicBezTo>
                    <a:cubicBezTo>
                      <a:pt x="96" y="0"/>
                      <a:pt x="123" y="25"/>
                      <a:pt x="123" y="59"/>
                    </a:cubicBezTo>
                    <a:cubicBezTo>
                      <a:pt x="123" y="91"/>
                      <a:pt x="96" y="116"/>
                      <a:pt x="62" y="116"/>
                    </a:cubicBezTo>
                    <a:cubicBezTo>
                      <a:pt x="27" y="116"/>
                      <a:pt x="0" y="91"/>
                      <a:pt x="0" y="59"/>
                    </a:cubicBezTo>
                  </a:path>
                </a:pathLst>
              </a:custGeom>
              <a:grpFill/>
              <a:ln>
                <a:noFill/>
              </a:ln>
              <a:effectLst/>
            </p:spPr>
            <p:txBody>
              <a:bodyPr wrap="none" anchor="ctr"/>
              <a:lstStyle/>
              <a:p>
                <a:endParaRPr lang="en-US" sz="1800" dirty="0">
                  <a:latin typeface="微软雅黑" panose="020B0503020204020204" charset="-122"/>
                </a:endParaRPr>
              </a:p>
            </p:txBody>
          </p:sp>
          <p:sp>
            <p:nvSpPr>
              <p:cNvPr id="77" name="Freeform 62"/>
              <p:cNvSpPr>
                <a:spLocks noChangeArrowheads="1"/>
              </p:cNvSpPr>
              <p:nvPr/>
            </p:nvSpPr>
            <p:spPr bwMode="auto">
              <a:xfrm>
                <a:off x="7049078" y="8469923"/>
                <a:ext cx="142120" cy="136647"/>
              </a:xfrm>
              <a:custGeom>
                <a:avLst/>
                <a:gdLst>
                  <a:gd name="G0" fmla="+- 59 0 0"/>
                  <a:gd name="G1" fmla="+- 59 0 0"/>
                  <a:gd name="G2" fmla="+- 26 0 0"/>
                  <a:gd name="G3" fmla="+- 1 0 0"/>
                  <a:gd name="G4" fmla="+- 1 0 0"/>
                  <a:gd name="G5" fmla="+- 1 0 0"/>
                  <a:gd name="G6" fmla="+- 1 0 0"/>
                  <a:gd name="G7" fmla="+- 1 0 0"/>
                  <a:gd name="G8" fmla="+- 1 0 0"/>
                  <a:gd name="G9" fmla="+- 1 0 0"/>
                  <a:gd name="G10" fmla="+- 1 0 0"/>
                  <a:gd name="G11" fmla="+- 1 0 0"/>
                  <a:gd name="G12" fmla="+- 91 0 0"/>
                  <a:gd name="G13" fmla="+- 59 0 0"/>
                  <a:gd name="T0" fmla="*/ 0 w 124"/>
                  <a:gd name="T1" fmla="*/ 13 h 119"/>
                  <a:gd name="T2" fmla="*/ 0 w 124"/>
                  <a:gd name="T3" fmla="*/ 13 h 119"/>
                  <a:gd name="T4" fmla="*/ 13 w 124"/>
                  <a:gd name="T5" fmla="*/ 0 h 119"/>
                  <a:gd name="T6" fmla="*/ 27 w 124"/>
                  <a:gd name="T7" fmla="*/ 13 h 119"/>
                  <a:gd name="T8" fmla="*/ 13 w 124"/>
                  <a:gd name="T9" fmla="*/ 26 h 119"/>
                  <a:gd name="T10" fmla="*/ 0 w 124"/>
                  <a:gd name="T11" fmla="*/ 13 h 119"/>
                </a:gdLst>
                <a:ahLst/>
                <a:cxnLst>
                  <a:cxn ang="0">
                    <a:pos x="T0" y="T1"/>
                  </a:cxn>
                  <a:cxn ang="0">
                    <a:pos x="T2" y="T3"/>
                  </a:cxn>
                  <a:cxn ang="0">
                    <a:pos x="T4" y="T5"/>
                  </a:cxn>
                  <a:cxn ang="0">
                    <a:pos x="T6" y="T7"/>
                  </a:cxn>
                  <a:cxn ang="0">
                    <a:pos x="T8" y="T9"/>
                  </a:cxn>
                  <a:cxn ang="0">
                    <a:pos x="T10" y="T11"/>
                  </a:cxn>
                </a:cxnLst>
                <a:rect l="0" t="0" r="r" b="b"/>
                <a:pathLst>
                  <a:path w="124" h="119">
                    <a:moveTo>
                      <a:pt x="0" y="59"/>
                    </a:moveTo>
                    <a:lnTo>
                      <a:pt x="0" y="59"/>
                    </a:lnTo>
                    <a:cubicBezTo>
                      <a:pt x="0" y="26"/>
                      <a:pt x="27" y="0"/>
                      <a:pt x="61" y="0"/>
                    </a:cubicBezTo>
                    <a:cubicBezTo>
                      <a:pt x="94" y="0"/>
                      <a:pt x="123" y="26"/>
                      <a:pt x="123" y="59"/>
                    </a:cubicBezTo>
                    <a:cubicBezTo>
                      <a:pt x="123" y="91"/>
                      <a:pt x="94" y="118"/>
                      <a:pt x="61" y="118"/>
                    </a:cubicBezTo>
                    <a:cubicBezTo>
                      <a:pt x="27" y="118"/>
                      <a:pt x="0" y="91"/>
                      <a:pt x="0" y="59"/>
                    </a:cubicBezTo>
                  </a:path>
                </a:pathLst>
              </a:custGeom>
              <a:grpFill/>
              <a:ln>
                <a:noFill/>
              </a:ln>
              <a:effectLst/>
            </p:spPr>
            <p:txBody>
              <a:bodyPr wrap="none" anchor="ctr"/>
              <a:lstStyle/>
              <a:p>
                <a:endParaRPr lang="en-US" sz="1800" dirty="0">
                  <a:latin typeface="微软雅黑" panose="020B0503020204020204" charset="-122"/>
                </a:endParaRPr>
              </a:p>
            </p:txBody>
          </p:sp>
          <p:sp>
            <p:nvSpPr>
              <p:cNvPr id="78" name="Freeform 63"/>
              <p:cNvSpPr>
                <a:spLocks noChangeArrowheads="1"/>
              </p:cNvSpPr>
              <p:nvPr/>
            </p:nvSpPr>
            <p:spPr bwMode="auto">
              <a:xfrm>
                <a:off x="5606014" y="8442593"/>
                <a:ext cx="207714" cy="196772"/>
              </a:xfrm>
              <a:custGeom>
                <a:avLst/>
                <a:gdLst>
                  <a:gd name="G0" fmla="+- 82 0 0"/>
                  <a:gd name="G1" fmla="+- 82 0 0"/>
                  <a:gd name="G2" fmla="+- 37 0 0"/>
                  <a:gd name="G3" fmla="+- 1 0 0"/>
                  <a:gd name="G4" fmla="+- 1 0 0"/>
                  <a:gd name="G5" fmla="+- 1 0 0"/>
                  <a:gd name="G6" fmla="+- 1 0 0"/>
                  <a:gd name="G7" fmla="+- 1 0 0"/>
                  <a:gd name="G8" fmla="+- 1 0 0"/>
                  <a:gd name="G9" fmla="+- 1 0 0"/>
                  <a:gd name="G10" fmla="+- 1 0 0"/>
                  <a:gd name="G11" fmla="+- 1 0 0"/>
                  <a:gd name="G12" fmla="+- 128 0 0"/>
                  <a:gd name="G13" fmla="+- 82 0 0"/>
                  <a:gd name="T0" fmla="*/ 0 w 175"/>
                  <a:gd name="T1" fmla="*/ 18 h 166"/>
                  <a:gd name="T2" fmla="*/ 0 w 175"/>
                  <a:gd name="T3" fmla="*/ 18 h 166"/>
                  <a:gd name="T4" fmla="*/ 20 w 175"/>
                  <a:gd name="T5" fmla="*/ 0 h 166"/>
                  <a:gd name="T6" fmla="*/ 39 w 175"/>
                  <a:gd name="T7" fmla="*/ 18 h 166"/>
                  <a:gd name="T8" fmla="*/ 20 w 175"/>
                  <a:gd name="T9" fmla="*/ 37 h 166"/>
                  <a:gd name="T10" fmla="*/ 0 w 175"/>
                  <a:gd name="T11" fmla="*/ 18 h 166"/>
                </a:gdLst>
                <a:ahLst/>
                <a:cxnLst>
                  <a:cxn ang="0">
                    <a:pos x="T0" y="T1"/>
                  </a:cxn>
                  <a:cxn ang="0">
                    <a:pos x="T2" y="T3"/>
                  </a:cxn>
                  <a:cxn ang="0">
                    <a:pos x="T4" y="T5"/>
                  </a:cxn>
                  <a:cxn ang="0">
                    <a:pos x="T6" y="T7"/>
                  </a:cxn>
                  <a:cxn ang="0">
                    <a:pos x="T8" y="T9"/>
                  </a:cxn>
                  <a:cxn ang="0">
                    <a:pos x="T10" y="T11"/>
                  </a:cxn>
                </a:cxnLst>
                <a:rect l="0" t="0" r="r" b="b"/>
                <a:pathLst>
                  <a:path w="175" h="166">
                    <a:moveTo>
                      <a:pt x="0" y="82"/>
                    </a:moveTo>
                    <a:lnTo>
                      <a:pt x="0" y="82"/>
                    </a:lnTo>
                    <a:cubicBezTo>
                      <a:pt x="0" y="37"/>
                      <a:pt x="39" y="0"/>
                      <a:pt x="88" y="0"/>
                    </a:cubicBezTo>
                    <a:cubicBezTo>
                      <a:pt x="135" y="0"/>
                      <a:pt x="174" y="37"/>
                      <a:pt x="174" y="82"/>
                    </a:cubicBezTo>
                    <a:cubicBezTo>
                      <a:pt x="174" y="128"/>
                      <a:pt x="135" y="165"/>
                      <a:pt x="88" y="165"/>
                    </a:cubicBezTo>
                    <a:cubicBezTo>
                      <a:pt x="39" y="165"/>
                      <a:pt x="0" y="128"/>
                      <a:pt x="0" y="82"/>
                    </a:cubicBezTo>
                  </a:path>
                </a:pathLst>
              </a:custGeom>
              <a:grpFill/>
              <a:ln>
                <a:noFill/>
              </a:ln>
              <a:effectLst/>
            </p:spPr>
            <p:txBody>
              <a:bodyPr wrap="none" anchor="ctr"/>
              <a:lstStyle/>
              <a:p>
                <a:endParaRPr lang="en-US" sz="1800" dirty="0">
                  <a:latin typeface="微软雅黑" panose="020B0503020204020204" charset="-122"/>
                </a:endParaRPr>
              </a:p>
            </p:txBody>
          </p:sp>
          <p:sp>
            <p:nvSpPr>
              <p:cNvPr id="79" name="Freeform 64"/>
              <p:cNvSpPr>
                <a:spLocks noChangeArrowheads="1"/>
              </p:cNvSpPr>
              <p:nvPr/>
            </p:nvSpPr>
            <p:spPr bwMode="auto">
              <a:xfrm>
                <a:off x="6158095" y="8158368"/>
                <a:ext cx="103857" cy="98386"/>
              </a:xfrm>
              <a:custGeom>
                <a:avLst/>
                <a:gdLst>
                  <a:gd name="G0" fmla="+- 44 0 0"/>
                  <a:gd name="G1" fmla="+- 44 0 0"/>
                  <a:gd name="G2" fmla="+- 18 0 0"/>
                  <a:gd name="G3" fmla="+- 1 0 0"/>
                  <a:gd name="G4" fmla="+- 1 0 0"/>
                  <a:gd name="G5" fmla="+- 1 0 0"/>
                  <a:gd name="G6" fmla="+- 1 0 0"/>
                  <a:gd name="G7" fmla="+- 1 0 0"/>
                  <a:gd name="G8" fmla="+- 1 0 0"/>
                  <a:gd name="G9" fmla="+- 1 0 0"/>
                  <a:gd name="G10" fmla="+- 1 0 0"/>
                  <a:gd name="G11" fmla="+- 1 0 0"/>
                  <a:gd name="G12" fmla="+- 67 0 0"/>
                  <a:gd name="G13" fmla="+- 44 0 0"/>
                  <a:gd name="T0" fmla="*/ 0 w 92"/>
                  <a:gd name="T1" fmla="*/ 10 h 88"/>
                  <a:gd name="T2" fmla="*/ 0 w 92"/>
                  <a:gd name="T3" fmla="*/ 10 h 88"/>
                  <a:gd name="T4" fmla="*/ 10 w 92"/>
                  <a:gd name="T5" fmla="*/ 0 h 88"/>
                  <a:gd name="T6" fmla="*/ 20 w 92"/>
                  <a:gd name="T7" fmla="*/ 10 h 88"/>
                  <a:gd name="T8" fmla="*/ 10 w 92"/>
                  <a:gd name="T9" fmla="*/ 19 h 88"/>
                  <a:gd name="T10" fmla="*/ 0 w 92"/>
                  <a:gd name="T11" fmla="*/ 10 h 88"/>
                </a:gdLst>
                <a:ahLst/>
                <a:cxnLst>
                  <a:cxn ang="0">
                    <a:pos x="T0" y="T1"/>
                  </a:cxn>
                  <a:cxn ang="0">
                    <a:pos x="T2" y="T3"/>
                  </a:cxn>
                  <a:cxn ang="0">
                    <a:pos x="T4" y="T5"/>
                  </a:cxn>
                  <a:cxn ang="0">
                    <a:pos x="T6" y="T7"/>
                  </a:cxn>
                  <a:cxn ang="0">
                    <a:pos x="T8" y="T9"/>
                  </a:cxn>
                  <a:cxn ang="0">
                    <a:pos x="T10" y="T11"/>
                  </a:cxn>
                </a:cxnLst>
                <a:rect l="0" t="0" r="r" b="b"/>
                <a:pathLst>
                  <a:path w="92" h="88">
                    <a:moveTo>
                      <a:pt x="0" y="44"/>
                    </a:moveTo>
                    <a:lnTo>
                      <a:pt x="0" y="44"/>
                    </a:lnTo>
                    <a:cubicBezTo>
                      <a:pt x="0" y="18"/>
                      <a:pt x="20" y="0"/>
                      <a:pt x="46" y="0"/>
                    </a:cubicBezTo>
                    <a:cubicBezTo>
                      <a:pt x="71" y="0"/>
                      <a:pt x="91" y="18"/>
                      <a:pt x="91" y="44"/>
                    </a:cubicBezTo>
                    <a:cubicBezTo>
                      <a:pt x="91" y="67"/>
                      <a:pt x="71" y="87"/>
                      <a:pt x="46" y="87"/>
                    </a:cubicBezTo>
                    <a:cubicBezTo>
                      <a:pt x="20" y="87"/>
                      <a:pt x="0" y="67"/>
                      <a:pt x="0" y="44"/>
                    </a:cubicBezTo>
                  </a:path>
                </a:pathLst>
              </a:custGeom>
              <a:grpFill/>
              <a:ln>
                <a:noFill/>
              </a:ln>
              <a:effectLst/>
            </p:spPr>
            <p:txBody>
              <a:bodyPr wrap="none" anchor="ctr"/>
              <a:lstStyle/>
              <a:p>
                <a:endParaRPr lang="en-US" sz="1800" dirty="0">
                  <a:latin typeface="微软雅黑" panose="020B0503020204020204" charset="-122"/>
                </a:endParaRPr>
              </a:p>
            </p:txBody>
          </p:sp>
          <p:sp>
            <p:nvSpPr>
              <p:cNvPr id="80" name="Freeform 65"/>
              <p:cNvSpPr>
                <a:spLocks noChangeArrowheads="1"/>
              </p:cNvSpPr>
              <p:nvPr/>
            </p:nvSpPr>
            <p:spPr bwMode="auto">
              <a:xfrm>
                <a:off x="6633650" y="7764824"/>
                <a:ext cx="327969" cy="317021"/>
              </a:xfrm>
              <a:custGeom>
                <a:avLst/>
                <a:gdLst>
                  <a:gd name="G0" fmla="+- 130 0 0"/>
                  <a:gd name="G1" fmla="+- 130 0 0"/>
                  <a:gd name="G2" fmla="+- 57 0 0"/>
                  <a:gd name="G3" fmla="+- 1 0 0"/>
                  <a:gd name="G4" fmla="+- 1 0 0"/>
                  <a:gd name="G5" fmla="+- 1 0 0"/>
                  <a:gd name="G6" fmla="+- 1 0 0"/>
                  <a:gd name="G7" fmla="+- 1 0 0"/>
                  <a:gd name="G8" fmla="+- 1 0 0"/>
                  <a:gd name="G9" fmla="+- 1 0 0"/>
                  <a:gd name="G10" fmla="+- 1 0 0"/>
                  <a:gd name="G11" fmla="+- 1 0 0"/>
                  <a:gd name="G12" fmla="+- 202 0 0"/>
                  <a:gd name="G13" fmla="+- 130 0 0"/>
                  <a:gd name="T0" fmla="*/ 0 w 275"/>
                  <a:gd name="T1" fmla="*/ 29 h 263"/>
                  <a:gd name="T2" fmla="*/ 0 w 275"/>
                  <a:gd name="T3" fmla="*/ 29 h 263"/>
                  <a:gd name="T4" fmla="*/ 30 w 275"/>
                  <a:gd name="T5" fmla="*/ 0 h 263"/>
                  <a:gd name="T6" fmla="*/ 61 w 275"/>
                  <a:gd name="T7" fmla="*/ 29 h 263"/>
                  <a:gd name="T8" fmla="*/ 30 w 275"/>
                  <a:gd name="T9" fmla="*/ 59 h 263"/>
                  <a:gd name="T10" fmla="*/ 0 w 275"/>
                  <a:gd name="T11" fmla="*/ 29 h 263"/>
                </a:gdLst>
                <a:ahLst/>
                <a:cxnLst>
                  <a:cxn ang="0">
                    <a:pos x="T0" y="T1"/>
                  </a:cxn>
                  <a:cxn ang="0">
                    <a:pos x="T2" y="T3"/>
                  </a:cxn>
                  <a:cxn ang="0">
                    <a:pos x="T4" y="T5"/>
                  </a:cxn>
                  <a:cxn ang="0">
                    <a:pos x="T6" y="T7"/>
                  </a:cxn>
                  <a:cxn ang="0">
                    <a:pos x="T8" y="T9"/>
                  </a:cxn>
                  <a:cxn ang="0">
                    <a:pos x="T10" y="T11"/>
                  </a:cxn>
                </a:cxnLst>
                <a:rect l="0" t="0" r="r" b="b"/>
                <a:pathLst>
                  <a:path w="275" h="263">
                    <a:moveTo>
                      <a:pt x="0" y="130"/>
                    </a:moveTo>
                    <a:lnTo>
                      <a:pt x="0" y="130"/>
                    </a:lnTo>
                    <a:cubicBezTo>
                      <a:pt x="0" y="57"/>
                      <a:pt x="61" y="0"/>
                      <a:pt x="137" y="0"/>
                    </a:cubicBezTo>
                    <a:cubicBezTo>
                      <a:pt x="213" y="0"/>
                      <a:pt x="274" y="57"/>
                      <a:pt x="274" y="130"/>
                    </a:cubicBezTo>
                    <a:cubicBezTo>
                      <a:pt x="274" y="202"/>
                      <a:pt x="213" y="262"/>
                      <a:pt x="137" y="262"/>
                    </a:cubicBezTo>
                    <a:cubicBezTo>
                      <a:pt x="61" y="262"/>
                      <a:pt x="0" y="202"/>
                      <a:pt x="0" y="130"/>
                    </a:cubicBezTo>
                  </a:path>
                </a:pathLst>
              </a:custGeom>
              <a:grpFill/>
              <a:ln>
                <a:noFill/>
              </a:ln>
              <a:effectLst/>
            </p:spPr>
            <p:txBody>
              <a:bodyPr wrap="none" anchor="ctr"/>
              <a:lstStyle/>
              <a:p>
                <a:endParaRPr lang="en-US" sz="1800" dirty="0">
                  <a:latin typeface="微软雅黑" panose="020B0503020204020204" charset="-122"/>
                </a:endParaRPr>
              </a:p>
            </p:txBody>
          </p:sp>
        </p:grpSp>
        <p:grpSp>
          <p:nvGrpSpPr>
            <p:cNvPr id="71" name="Group 70"/>
            <p:cNvGrpSpPr/>
            <p:nvPr/>
          </p:nvGrpSpPr>
          <p:grpSpPr>
            <a:xfrm>
              <a:off x="6010509" y="4578218"/>
              <a:ext cx="880050" cy="901870"/>
              <a:chOff x="6010509" y="4578218"/>
              <a:chExt cx="880050" cy="901870"/>
            </a:xfrm>
          </p:grpSpPr>
          <p:sp>
            <p:nvSpPr>
              <p:cNvPr id="72" name="Freeform 67"/>
              <p:cNvSpPr>
                <a:spLocks noChangeArrowheads="1"/>
              </p:cNvSpPr>
              <p:nvPr/>
            </p:nvSpPr>
            <p:spPr bwMode="auto">
              <a:xfrm>
                <a:off x="6480598" y="5195862"/>
                <a:ext cx="295172" cy="284226"/>
              </a:xfrm>
              <a:custGeom>
                <a:avLst/>
                <a:gdLst>
                  <a:gd name="G0" fmla="+- 118 0 0"/>
                  <a:gd name="G1" fmla="+- 118 0 0"/>
                  <a:gd name="G2" fmla="+- 54 0 0"/>
                  <a:gd name="G3" fmla="+- 1 0 0"/>
                  <a:gd name="G4" fmla="+- 1 0 0"/>
                  <a:gd name="G5" fmla="+- 1 0 0"/>
                  <a:gd name="G6" fmla="+- 1 0 0"/>
                  <a:gd name="G7" fmla="+- 1 0 0"/>
                  <a:gd name="G8" fmla="+- 1 0 0"/>
                  <a:gd name="G9" fmla="+- 1 0 0"/>
                  <a:gd name="G10" fmla="+- 1 0 0"/>
                  <a:gd name="G11" fmla="+- 1 0 0"/>
                  <a:gd name="G12" fmla="+- 184 0 0"/>
                  <a:gd name="G13" fmla="+- 118 0 0"/>
                  <a:gd name="T0" fmla="*/ 0 w 247"/>
                  <a:gd name="T1" fmla="*/ 26 h 237"/>
                  <a:gd name="T2" fmla="*/ 0 w 247"/>
                  <a:gd name="T3" fmla="*/ 26 h 237"/>
                  <a:gd name="T4" fmla="*/ 27 w 247"/>
                  <a:gd name="T5" fmla="*/ 0 h 237"/>
                  <a:gd name="T6" fmla="*/ 55 w 247"/>
                  <a:gd name="T7" fmla="*/ 26 h 237"/>
                  <a:gd name="T8" fmla="*/ 27 w 247"/>
                  <a:gd name="T9" fmla="*/ 53 h 237"/>
                  <a:gd name="T10" fmla="*/ 0 w 247"/>
                  <a:gd name="T11" fmla="*/ 26 h 237"/>
                </a:gdLst>
                <a:ahLst/>
                <a:cxnLst>
                  <a:cxn ang="0">
                    <a:pos x="T0" y="T1"/>
                  </a:cxn>
                  <a:cxn ang="0">
                    <a:pos x="T2" y="T3"/>
                  </a:cxn>
                  <a:cxn ang="0">
                    <a:pos x="T4" y="T5"/>
                  </a:cxn>
                  <a:cxn ang="0">
                    <a:pos x="T6" y="T7"/>
                  </a:cxn>
                  <a:cxn ang="0">
                    <a:pos x="T8" y="T9"/>
                  </a:cxn>
                  <a:cxn ang="0">
                    <a:pos x="T10" y="T11"/>
                  </a:cxn>
                </a:cxnLst>
                <a:rect l="0" t="0" r="r" b="b"/>
                <a:pathLst>
                  <a:path w="247" h="237">
                    <a:moveTo>
                      <a:pt x="0" y="118"/>
                    </a:moveTo>
                    <a:lnTo>
                      <a:pt x="0" y="118"/>
                    </a:lnTo>
                    <a:cubicBezTo>
                      <a:pt x="0" y="54"/>
                      <a:pt x="56" y="0"/>
                      <a:pt x="123" y="0"/>
                    </a:cubicBezTo>
                    <a:cubicBezTo>
                      <a:pt x="191" y="0"/>
                      <a:pt x="246" y="54"/>
                      <a:pt x="246" y="118"/>
                    </a:cubicBezTo>
                    <a:cubicBezTo>
                      <a:pt x="246" y="184"/>
                      <a:pt x="191" y="236"/>
                      <a:pt x="123" y="236"/>
                    </a:cubicBezTo>
                    <a:cubicBezTo>
                      <a:pt x="56" y="236"/>
                      <a:pt x="0" y="184"/>
                      <a:pt x="0" y="118"/>
                    </a:cubicBezTo>
                  </a:path>
                </a:pathLst>
              </a:custGeom>
              <a:solidFill>
                <a:schemeClr val="accent1"/>
              </a:solidFill>
              <a:ln>
                <a:noFill/>
              </a:ln>
              <a:effectLst/>
            </p:spPr>
            <p:txBody>
              <a:bodyPr wrap="none" anchor="ctr"/>
              <a:lstStyle/>
              <a:p>
                <a:endParaRPr lang="en-US" sz="1800" dirty="0">
                  <a:latin typeface="微软雅黑" panose="020B0503020204020204" charset="-122"/>
                </a:endParaRPr>
              </a:p>
            </p:txBody>
          </p:sp>
          <p:sp>
            <p:nvSpPr>
              <p:cNvPr id="73" name="Freeform 69"/>
              <p:cNvSpPr>
                <a:spLocks noChangeArrowheads="1"/>
              </p:cNvSpPr>
              <p:nvPr/>
            </p:nvSpPr>
            <p:spPr bwMode="auto">
              <a:xfrm>
                <a:off x="6010509" y="4687536"/>
                <a:ext cx="393563" cy="377146"/>
              </a:xfrm>
              <a:custGeom>
                <a:avLst/>
                <a:gdLst>
                  <a:gd name="G0" fmla="+- 155 0 0"/>
                  <a:gd name="G1" fmla="+- 155 0 0"/>
                  <a:gd name="G2" fmla="+- 69 0 0"/>
                  <a:gd name="G3" fmla="+- 1 0 0"/>
                  <a:gd name="G4" fmla="+- 1 0 0"/>
                  <a:gd name="G5" fmla="+- 1 0 0"/>
                  <a:gd name="G6" fmla="+- 1 0 0"/>
                  <a:gd name="G7" fmla="+- 1 0 0"/>
                  <a:gd name="G8" fmla="+- 1 0 0"/>
                  <a:gd name="G9" fmla="+- 1 0 0"/>
                  <a:gd name="G10" fmla="+- 1 0 0"/>
                  <a:gd name="G11" fmla="+- 1 0 0"/>
                  <a:gd name="G12" fmla="+- 242 0 0"/>
                  <a:gd name="G13" fmla="+- 155 0 0"/>
                  <a:gd name="T0" fmla="*/ 0 w 325"/>
                  <a:gd name="T1" fmla="*/ 35 h 312"/>
                  <a:gd name="T2" fmla="*/ 0 w 325"/>
                  <a:gd name="T3" fmla="*/ 35 h 312"/>
                  <a:gd name="T4" fmla="*/ 36 w 325"/>
                  <a:gd name="T5" fmla="*/ 0 h 312"/>
                  <a:gd name="T6" fmla="*/ 73 w 325"/>
                  <a:gd name="T7" fmla="*/ 35 h 312"/>
                  <a:gd name="T8" fmla="*/ 36 w 325"/>
                  <a:gd name="T9" fmla="*/ 70 h 312"/>
                  <a:gd name="T10" fmla="*/ 0 w 325"/>
                  <a:gd name="T11" fmla="*/ 35 h 312"/>
                </a:gdLst>
                <a:ahLst/>
                <a:cxnLst>
                  <a:cxn ang="0">
                    <a:pos x="T0" y="T1"/>
                  </a:cxn>
                  <a:cxn ang="0">
                    <a:pos x="T2" y="T3"/>
                  </a:cxn>
                  <a:cxn ang="0">
                    <a:pos x="T4" y="T5"/>
                  </a:cxn>
                  <a:cxn ang="0">
                    <a:pos x="T6" y="T7"/>
                  </a:cxn>
                  <a:cxn ang="0">
                    <a:pos x="T8" y="T9"/>
                  </a:cxn>
                  <a:cxn ang="0">
                    <a:pos x="T10" y="T11"/>
                  </a:cxn>
                </a:cxnLst>
                <a:rect l="0" t="0" r="r" b="b"/>
                <a:pathLst>
                  <a:path w="325" h="312">
                    <a:moveTo>
                      <a:pt x="0" y="155"/>
                    </a:moveTo>
                    <a:lnTo>
                      <a:pt x="0" y="155"/>
                    </a:lnTo>
                    <a:cubicBezTo>
                      <a:pt x="0" y="69"/>
                      <a:pt x="72" y="0"/>
                      <a:pt x="162" y="0"/>
                    </a:cubicBezTo>
                    <a:cubicBezTo>
                      <a:pt x="251" y="0"/>
                      <a:pt x="324" y="69"/>
                      <a:pt x="324" y="155"/>
                    </a:cubicBezTo>
                    <a:cubicBezTo>
                      <a:pt x="324" y="242"/>
                      <a:pt x="251" y="311"/>
                      <a:pt x="162" y="311"/>
                    </a:cubicBezTo>
                    <a:cubicBezTo>
                      <a:pt x="72" y="311"/>
                      <a:pt x="0" y="242"/>
                      <a:pt x="0" y="155"/>
                    </a:cubicBezTo>
                  </a:path>
                </a:pathLst>
              </a:custGeom>
              <a:solidFill>
                <a:schemeClr val="accent1"/>
              </a:solidFill>
              <a:ln>
                <a:noFill/>
              </a:ln>
              <a:effectLst/>
            </p:spPr>
            <p:txBody>
              <a:bodyPr wrap="none" anchor="ctr"/>
              <a:lstStyle/>
              <a:p>
                <a:endParaRPr lang="en-US" sz="1800" dirty="0">
                  <a:latin typeface="微软雅黑" panose="020B0503020204020204" charset="-122"/>
                </a:endParaRPr>
              </a:p>
            </p:txBody>
          </p:sp>
          <p:sp>
            <p:nvSpPr>
              <p:cNvPr id="75" name="Freeform 71"/>
              <p:cNvSpPr>
                <a:spLocks noChangeArrowheads="1"/>
              </p:cNvSpPr>
              <p:nvPr/>
            </p:nvSpPr>
            <p:spPr bwMode="auto">
              <a:xfrm>
                <a:off x="6666447" y="4578218"/>
                <a:ext cx="224112" cy="213169"/>
              </a:xfrm>
              <a:custGeom>
                <a:avLst/>
                <a:gdLst>
                  <a:gd name="G0" fmla="+- 91 0 0"/>
                  <a:gd name="G1" fmla="+- 91 0 0"/>
                  <a:gd name="G2" fmla="+- 41 0 0"/>
                  <a:gd name="G3" fmla="+- 1 0 0"/>
                  <a:gd name="G4" fmla="+- 1 0 0"/>
                  <a:gd name="G5" fmla="+- 1 0 0"/>
                  <a:gd name="G6" fmla="+- 1 0 0"/>
                  <a:gd name="G7" fmla="+- 1 0 0"/>
                  <a:gd name="G8" fmla="+- 1 0 0"/>
                  <a:gd name="G9" fmla="+- 1 0 0"/>
                  <a:gd name="G10" fmla="+- 1 0 0"/>
                  <a:gd name="G11" fmla="+- 1 0 0"/>
                  <a:gd name="G12" fmla="+- 142 0 0"/>
                  <a:gd name="G13" fmla="+- 91 0 0"/>
                  <a:gd name="T0" fmla="*/ 0 w 190"/>
                  <a:gd name="T1" fmla="*/ 20 h 183"/>
                  <a:gd name="T2" fmla="*/ 0 w 190"/>
                  <a:gd name="T3" fmla="*/ 20 h 183"/>
                  <a:gd name="T4" fmla="*/ 21 w 190"/>
                  <a:gd name="T5" fmla="*/ 0 h 183"/>
                  <a:gd name="T6" fmla="*/ 42 w 190"/>
                  <a:gd name="T7" fmla="*/ 20 h 183"/>
                  <a:gd name="T8" fmla="*/ 21 w 190"/>
                  <a:gd name="T9" fmla="*/ 40 h 183"/>
                  <a:gd name="T10" fmla="*/ 0 w 190"/>
                  <a:gd name="T11" fmla="*/ 20 h 183"/>
                </a:gdLst>
                <a:ahLst/>
                <a:cxnLst>
                  <a:cxn ang="0">
                    <a:pos x="T0" y="T1"/>
                  </a:cxn>
                  <a:cxn ang="0">
                    <a:pos x="T2" y="T3"/>
                  </a:cxn>
                  <a:cxn ang="0">
                    <a:pos x="T4" y="T5"/>
                  </a:cxn>
                  <a:cxn ang="0">
                    <a:pos x="T6" y="T7"/>
                  </a:cxn>
                  <a:cxn ang="0">
                    <a:pos x="T8" y="T9"/>
                  </a:cxn>
                  <a:cxn ang="0">
                    <a:pos x="T10" y="T11"/>
                  </a:cxn>
                </a:cxnLst>
                <a:rect l="0" t="0" r="r" b="b"/>
                <a:pathLst>
                  <a:path w="190" h="183">
                    <a:moveTo>
                      <a:pt x="0" y="91"/>
                    </a:moveTo>
                    <a:lnTo>
                      <a:pt x="0" y="91"/>
                    </a:lnTo>
                    <a:cubicBezTo>
                      <a:pt x="0" y="41"/>
                      <a:pt x="42" y="0"/>
                      <a:pt x="94" y="0"/>
                    </a:cubicBezTo>
                    <a:cubicBezTo>
                      <a:pt x="147" y="0"/>
                      <a:pt x="189" y="41"/>
                      <a:pt x="189" y="91"/>
                    </a:cubicBezTo>
                    <a:cubicBezTo>
                      <a:pt x="189" y="142"/>
                      <a:pt x="147" y="182"/>
                      <a:pt x="94" y="182"/>
                    </a:cubicBezTo>
                    <a:cubicBezTo>
                      <a:pt x="42" y="182"/>
                      <a:pt x="0" y="142"/>
                      <a:pt x="0" y="91"/>
                    </a:cubicBezTo>
                  </a:path>
                </a:pathLst>
              </a:custGeom>
              <a:solidFill>
                <a:schemeClr val="accent1"/>
              </a:solidFill>
              <a:ln>
                <a:noFill/>
              </a:ln>
              <a:effectLst/>
            </p:spPr>
            <p:txBody>
              <a:bodyPr wrap="none" anchor="ctr"/>
              <a:lstStyle/>
              <a:p>
                <a:endParaRPr lang="en-US" sz="1800" dirty="0">
                  <a:latin typeface="微软雅黑" panose="020B0503020204020204" charset="-122"/>
                </a:endParaRPr>
              </a:p>
            </p:txBody>
          </p:sp>
        </p:grpSp>
      </p:grpSp>
      <p:sp>
        <p:nvSpPr>
          <p:cNvPr id="81" name="TextBox 80"/>
          <p:cNvSpPr txBox="1"/>
          <p:nvPr/>
        </p:nvSpPr>
        <p:spPr>
          <a:xfrm>
            <a:off x="4301464" y="3667632"/>
            <a:ext cx="1101090" cy="364490"/>
          </a:xfrm>
          <a:prstGeom prst="rect">
            <a:avLst/>
          </a:prstGeom>
          <a:noFill/>
        </p:spPr>
        <p:txBody>
          <a:bodyPr wrap="none" lIns="91421" tIns="45711" rIns="91421" bIns="45711" rtlCol="0">
            <a:spAutoFit/>
          </a:bodyPr>
          <a:lstStyle/>
          <a:p>
            <a:pPr algn="ctr"/>
            <a:r>
              <a:rPr lang="id-ID" sz="1800" b="1" dirty="0">
                <a:latin typeface="微软雅黑" panose="020B0503020204020204" charset="-122"/>
                <a:cs typeface="Aparajita" panose="020B0604020202020204" pitchFamily="34" charset="0"/>
              </a:rPr>
              <a:t>添加标题</a:t>
            </a:r>
          </a:p>
        </p:txBody>
      </p:sp>
      <p:sp>
        <p:nvSpPr>
          <p:cNvPr id="82" name="TextBox 81"/>
          <p:cNvSpPr txBox="1"/>
          <p:nvPr/>
        </p:nvSpPr>
        <p:spPr>
          <a:xfrm>
            <a:off x="3911688" y="3943882"/>
            <a:ext cx="1875344" cy="1404620"/>
          </a:xfrm>
          <a:prstGeom prst="rect">
            <a:avLst/>
          </a:prstGeom>
          <a:noFill/>
        </p:spPr>
        <p:txBody>
          <a:bodyPr wrap="square" lIns="91421" tIns="45711" rIns="91421" bIns="45711" rtlCol="0">
            <a:spAutoFit/>
          </a:bodyPr>
          <a:lstStyle/>
          <a:p>
            <a:pPr algn="ctr" defTabSz="647065">
              <a:lnSpc>
                <a:spcPct val="120000"/>
              </a:lnSpc>
              <a:spcBef>
                <a:spcPts val="1700"/>
              </a:spcBef>
              <a:defRPr/>
            </a:pPr>
            <a:r>
              <a:rPr lang="en-US" sz="1200" dirty="0">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a:t>
            </a:r>
          </a:p>
        </p:txBody>
      </p:sp>
      <p:sp>
        <p:nvSpPr>
          <p:cNvPr id="83" name="TextBox 82"/>
          <p:cNvSpPr txBox="1"/>
          <p:nvPr/>
        </p:nvSpPr>
        <p:spPr>
          <a:xfrm>
            <a:off x="6677267" y="3667632"/>
            <a:ext cx="1101090" cy="364490"/>
          </a:xfrm>
          <a:prstGeom prst="rect">
            <a:avLst/>
          </a:prstGeom>
          <a:noFill/>
        </p:spPr>
        <p:txBody>
          <a:bodyPr wrap="none" lIns="91421" tIns="45711" rIns="91421" bIns="45711" rtlCol="0">
            <a:spAutoFit/>
          </a:bodyPr>
          <a:lstStyle/>
          <a:p>
            <a:pPr algn="ctr"/>
            <a:r>
              <a:rPr lang="id-ID" sz="1800" b="1" dirty="0">
                <a:latin typeface="微软雅黑" panose="020B0503020204020204" charset="-122"/>
                <a:cs typeface="Aparajita" panose="020B0604020202020204" pitchFamily="34" charset="0"/>
              </a:rPr>
              <a:t>添加标题</a:t>
            </a:r>
          </a:p>
        </p:txBody>
      </p:sp>
      <p:sp>
        <p:nvSpPr>
          <p:cNvPr id="84" name="TextBox 83"/>
          <p:cNvSpPr txBox="1"/>
          <p:nvPr/>
        </p:nvSpPr>
        <p:spPr>
          <a:xfrm>
            <a:off x="6287491" y="3943882"/>
            <a:ext cx="1875344" cy="1404620"/>
          </a:xfrm>
          <a:prstGeom prst="rect">
            <a:avLst/>
          </a:prstGeom>
          <a:noFill/>
        </p:spPr>
        <p:txBody>
          <a:bodyPr wrap="square" lIns="91421" tIns="45711" rIns="91421" bIns="45711" rtlCol="0">
            <a:spAutoFit/>
          </a:bodyPr>
          <a:lstStyle/>
          <a:p>
            <a:pPr algn="ctr" defTabSz="647065">
              <a:lnSpc>
                <a:spcPct val="120000"/>
              </a:lnSpc>
              <a:spcBef>
                <a:spcPts val="1700"/>
              </a:spcBef>
              <a:defRPr/>
            </a:pPr>
            <a:r>
              <a:rPr lang="en-US" sz="1200" dirty="0">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a:t>
            </a:r>
          </a:p>
        </p:txBody>
      </p:sp>
      <p:sp>
        <p:nvSpPr>
          <p:cNvPr id="85" name="TextBox 84"/>
          <p:cNvSpPr txBox="1"/>
          <p:nvPr/>
        </p:nvSpPr>
        <p:spPr>
          <a:xfrm>
            <a:off x="9078218" y="3667632"/>
            <a:ext cx="1101090" cy="364490"/>
          </a:xfrm>
          <a:prstGeom prst="rect">
            <a:avLst/>
          </a:prstGeom>
          <a:noFill/>
        </p:spPr>
        <p:txBody>
          <a:bodyPr wrap="none" lIns="91421" tIns="45711" rIns="91421" bIns="45711" rtlCol="0">
            <a:spAutoFit/>
          </a:bodyPr>
          <a:lstStyle/>
          <a:p>
            <a:pPr algn="ctr"/>
            <a:r>
              <a:rPr lang="id-ID" sz="1800" b="1" dirty="0">
                <a:latin typeface="微软雅黑" panose="020B0503020204020204" charset="-122"/>
                <a:cs typeface="Aparajita" panose="020B0604020202020204" pitchFamily="34" charset="0"/>
              </a:rPr>
              <a:t>添加标题</a:t>
            </a:r>
          </a:p>
        </p:txBody>
      </p:sp>
      <p:sp>
        <p:nvSpPr>
          <p:cNvPr id="86" name="TextBox 85"/>
          <p:cNvSpPr txBox="1"/>
          <p:nvPr/>
        </p:nvSpPr>
        <p:spPr>
          <a:xfrm>
            <a:off x="8688443" y="3943882"/>
            <a:ext cx="1875344" cy="1404620"/>
          </a:xfrm>
          <a:prstGeom prst="rect">
            <a:avLst/>
          </a:prstGeom>
          <a:noFill/>
        </p:spPr>
        <p:txBody>
          <a:bodyPr wrap="square" lIns="91421" tIns="45711" rIns="91421" bIns="45711" rtlCol="0">
            <a:spAutoFit/>
          </a:bodyPr>
          <a:lstStyle/>
          <a:p>
            <a:pPr algn="ctr" defTabSz="647065">
              <a:lnSpc>
                <a:spcPct val="120000"/>
              </a:lnSpc>
              <a:spcBef>
                <a:spcPts val="1700"/>
              </a:spcBef>
              <a:defRPr/>
            </a:pPr>
            <a:r>
              <a:rPr lang="en-US" sz="1200" dirty="0">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a:t>
            </a:r>
          </a:p>
        </p:txBody>
      </p:sp>
      <p:sp>
        <p:nvSpPr>
          <p:cNvPr id="87" name="TextBox 86"/>
          <p:cNvSpPr txBox="1"/>
          <p:nvPr/>
        </p:nvSpPr>
        <p:spPr>
          <a:xfrm>
            <a:off x="1956951" y="3667632"/>
            <a:ext cx="1101090" cy="364490"/>
          </a:xfrm>
          <a:prstGeom prst="rect">
            <a:avLst/>
          </a:prstGeom>
          <a:noFill/>
        </p:spPr>
        <p:txBody>
          <a:bodyPr wrap="none" lIns="91421" tIns="45711" rIns="91421" bIns="45711" rtlCol="0">
            <a:spAutoFit/>
          </a:bodyPr>
          <a:lstStyle/>
          <a:p>
            <a:pPr algn="ctr"/>
            <a:r>
              <a:rPr lang="id-ID" sz="1800" b="1" dirty="0">
                <a:latin typeface="微软雅黑" panose="020B0503020204020204" charset="-122"/>
                <a:cs typeface="Aparajita" panose="020B0604020202020204" pitchFamily="34" charset="0"/>
              </a:rPr>
              <a:t>添加标题</a:t>
            </a:r>
          </a:p>
        </p:txBody>
      </p:sp>
      <p:sp>
        <p:nvSpPr>
          <p:cNvPr id="88" name="TextBox 87"/>
          <p:cNvSpPr txBox="1"/>
          <p:nvPr/>
        </p:nvSpPr>
        <p:spPr>
          <a:xfrm>
            <a:off x="1567176" y="3943882"/>
            <a:ext cx="1875344" cy="1404620"/>
          </a:xfrm>
          <a:prstGeom prst="rect">
            <a:avLst/>
          </a:prstGeom>
          <a:noFill/>
        </p:spPr>
        <p:txBody>
          <a:bodyPr wrap="square" lIns="91421" tIns="45711" rIns="91421" bIns="45711" rtlCol="0">
            <a:spAutoFit/>
          </a:bodyPr>
          <a:lstStyle/>
          <a:p>
            <a:pPr algn="ctr" defTabSz="647065">
              <a:lnSpc>
                <a:spcPct val="120000"/>
              </a:lnSpc>
              <a:spcBef>
                <a:spcPts val="1700"/>
              </a:spcBef>
              <a:defRPr/>
            </a:pPr>
            <a:r>
              <a:rPr lang="en-US" sz="1200" dirty="0">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a:t>
            </a:r>
          </a:p>
        </p:txBody>
      </p:sp>
    </p:spTree>
  </p:cSld>
  <p:clrMapOvr>
    <a:masterClrMapping/>
  </p:clrMapOvr>
  <p:transition advTm="5756">
    <p:check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par>
                                <p:cTn id="12" presetID="2" presetClass="entr" presetSubtype="8" fill="hold" nodeType="withEffect">
                                  <p:stCondLst>
                                    <p:cond delay="25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0-#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par>
                          <p:cTn id="20" fill="hold">
                            <p:stCondLst>
                              <p:cond delay="850"/>
                            </p:stCondLst>
                            <p:childTnLst>
                              <p:par>
                                <p:cTn id="21" presetID="53" presetClass="entr" presetSubtype="16" fill="hold" nodeType="after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p:cTn id="23" dur="500" fill="hold"/>
                                        <p:tgtEl>
                                          <p:spTgt spid="3"/>
                                        </p:tgtEl>
                                        <p:attrNameLst>
                                          <p:attrName>ppt_w</p:attrName>
                                        </p:attrNameLst>
                                      </p:cBhvr>
                                      <p:tavLst>
                                        <p:tav tm="0">
                                          <p:val>
                                            <p:fltVal val="0"/>
                                          </p:val>
                                        </p:tav>
                                        <p:tav tm="100000">
                                          <p:val>
                                            <p:strVal val="#ppt_w"/>
                                          </p:val>
                                        </p:tav>
                                      </p:tavLst>
                                    </p:anim>
                                    <p:anim calcmode="lin" valueType="num">
                                      <p:cBhvr>
                                        <p:cTn id="24" dur="500" fill="hold"/>
                                        <p:tgtEl>
                                          <p:spTgt spid="3"/>
                                        </p:tgtEl>
                                        <p:attrNameLst>
                                          <p:attrName>ppt_h</p:attrName>
                                        </p:attrNameLst>
                                      </p:cBhvr>
                                      <p:tavLst>
                                        <p:tav tm="0">
                                          <p:val>
                                            <p:fltVal val="0"/>
                                          </p:val>
                                        </p:tav>
                                        <p:tav tm="100000">
                                          <p:val>
                                            <p:strVal val="#ppt_h"/>
                                          </p:val>
                                        </p:tav>
                                      </p:tavLst>
                                    </p:anim>
                                    <p:animEffect transition="in" filter="fade">
                                      <p:cBhvr>
                                        <p:cTn id="25" dur="500"/>
                                        <p:tgtEl>
                                          <p:spTgt spid="3"/>
                                        </p:tgtEl>
                                      </p:cBhvr>
                                    </p:animEffect>
                                  </p:childTnLst>
                                </p:cTn>
                              </p:par>
                              <p:par>
                                <p:cTn id="26" presetID="53" presetClass="entr" presetSubtype="16" fill="hold" nodeType="withEffect">
                                  <p:stCondLst>
                                    <p:cond delay="0"/>
                                  </p:stCondLst>
                                  <p:childTnLst>
                                    <p:set>
                                      <p:cBhvr>
                                        <p:cTn id="27" dur="1" fill="hold">
                                          <p:stCondLst>
                                            <p:cond delay="0"/>
                                          </p:stCondLst>
                                        </p:cTn>
                                        <p:tgtEl>
                                          <p:spTgt spid="33"/>
                                        </p:tgtEl>
                                        <p:attrNameLst>
                                          <p:attrName>style.visibility</p:attrName>
                                        </p:attrNameLst>
                                      </p:cBhvr>
                                      <p:to>
                                        <p:strVal val="visible"/>
                                      </p:to>
                                    </p:set>
                                    <p:anim calcmode="lin" valueType="num">
                                      <p:cBhvr>
                                        <p:cTn id="28" dur="500" fill="hold"/>
                                        <p:tgtEl>
                                          <p:spTgt spid="33"/>
                                        </p:tgtEl>
                                        <p:attrNameLst>
                                          <p:attrName>ppt_w</p:attrName>
                                        </p:attrNameLst>
                                      </p:cBhvr>
                                      <p:tavLst>
                                        <p:tav tm="0">
                                          <p:val>
                                            <p:fltVal val="0"/>
                                          </p:val>
                                        </p:tav>
                                        <p:tav tm="100000">
                                          <p:val>
                                            <p:strVal val="#ppt_w"/>
                                          </p:val>
                                        </p:tav>
                                      </p:tavLst>
                                    </p:anim>
                                    <p:anim calcmode="lin" valueType="num">
                                      <p:cBhvr>
                                        <p:cTn id="29" dur="500" fill="hold"/>
                                        <p:tgtEl>
                                          <p:spTgt spid="33"/>
                                        </p:tgtEl>
                                        <p:attrNameLst>
                                          <p:attrName>ppt_h</p:attrName>
                                        </p:attrNameLst>
                                      </p:cBhvr>
                                      <p:tavLst>
                                        <p:tav tm="0">
                                          <p:val>
                                            <p:fltVal val="0"/>
                                          </p:val>
                                        </p:tav>
                                        <p:tav tm="100000">
                                          <p:val>
                                            <p:strVal val="#ppt_h"/>
                                          </p:val>
                                        </p:tav>
                                      </p:tavLst>
                                    </p:anim>
                                    <p:animEffect transition="in" filter="fade">
                                      <p:cBhvr>
                                        <p:cTn id="30" dur="500"/>
                                        <p:tgtEl>
                                          <p:spTgt spid="33"/>
                                        </p:tgtEl>
                                      </p:cBhvr>
                                    </p:animEffect>
                                  </p:childTnLst>
                                </p:cTn>
                              </p:par>
                              <p:par>
                                <p:cTn id="31" presetID="53" presetClass="entr" presetSubtype="16" fill="hold" nodeType="withEffect">
                                  <p:stCondLst>
                                    <p:cond delay="0"/>
                                  </p:stCondLst>
                                  <p:childTnLst>
                                    <p:set>
                                      <p:cBhvr>
                                        <p:cTn id="32" dur="1" fill="hold">
                                          <p:stCondLst>
                                            <p:cond delay="0"/>
                                          </p:stCondLst>
                                        </p:cTn>
                                        <p:tgtEl>
                                          <p:spTgt spid="54"/>
                                        </p:tgtEl>
                                        <p:attrNameLst>
                                          <p:attrName>style.visibility</p:attrName>
                                        </p:attrNameLst>
                                      </p:cBhvr>
                                      <p:to>
                                        <p:strVal val="visible"/>
                                      </p:to>
                                    </p:set>
                                    <p:anim calcmode="lin" valueType="num">
                                      <p:cBhvr>
                                        <p:cTn id="33" dur="500" fill="hold"/>
                                        <p:tgtEl>
                                          <p:spTgt spid="54"/>
                                        </p:tgtEl>
                                        <p:attrNameLst>
                                          <p:attrName>ppt_w</p:attrName>
                                        </p:attrNameLst>
                                      </p:cBhvr>
                                      <p:tavLst>
                                        <p:tav tm="0">
                                          <p:val>
                                            <p:fltVal val="0"/>
                                          </p:val>
                                        </p:tav>
                                        <p:tav tm="100000">
                                          <p:val>
                                            <p:strVal val="#ppt_w"/>
                                          </p:val>
                                        </p:tav>
                                      </p:tavLst>
                                    </p:anim>
                                    <p:anim calcmode="lin" valueType="num">
                                      <p:cBhvr>
                                        <p:cTn id="34" dur="500" fill="hold"/>
                                        <p:tgtEl>
                                          <p:spTgt spid="54"/>
                                        </p:tgtEl>
                                        <p:attrNameLst>
                                          <p:attrName>ppt_h</p:attrName>
                                        </p:attrNameLst>
                                      </p:cBhvr>
                                      <p:tavLst>
                                        <p:tav tm="0">
                                          <p:val>
                                            <p:fltVal val="0"/>
                                          </p:val>
                                        </p:tav>
                                        <p:tav tm="100000">
                                          <p:val>
                                            <p:strVal val="#ppt_h"/>
                                          </p:val>
                                        </p:tav>
                                      </p:tavLst>
                                    </p:anim>
                                    <p:animEffect transition="in" filter="fade">
                                      <p:cBhvr>
                                        <p:cTn id="35" dur="500"/>
                                        <p:tgtEl>
                                          <p:spTgt spid="54"/>
                                        </p:tgtEl>
                                      </p:cBhvr>
                                    </p:animEffect>
                                  </p:childTnLst>
                                </p:cTn>
                              </p:par>
                              <p:par>
                                <p:cTn id="36" presetID="53" presetClass="entr" presetSubtype="16" fill="hold" nodeType="withEffect">
                                  <p:stCondLst>
                                    <p:cond delay="0"/>
                                  </p:stCondLst>
                                  <p:childTnLst>
                                    <p:set>
                                      <p:cBhvr>
                                        <p:cTn id="37" dur="1" fill="hold">
                                          <p:stCondLst>
                                            <p:cond delay="0"/>
                                          </p:stCondLst>
                                        </p:cTn>
                                        <p:tgtEl>
                                          <p:spTgt spid="67"/>
                                        </p:tgtEl>
                                        <p:attrNameLst>
                                          <p:attrName>style.visibility</p:attrName>
                                        </p:attrNameLst>
                                      </p:cBhvr>
                                      <p:to>
                                        <p:strVal val="visible"/>
                                      </p:to>
                                    </p:set>
                                    <p:anim calcmode="lin" valueType="num">
                                      <p:cBhvr>
                                        <p:cTn id="38" dur="500" fill="hold"/>
                                        <p:tgtEl>
                                          <p:spTgt spid="67"/>
                                        </p:tgtEl>
                                        <p:attrNameLst>
                                          <p:attrName>ppt_w</p:attrName>
                                        </p:attrNameLst>
                                      </p:cBhvr>
                                      <p:tavLst>
                                        <p:tav tm="0">
                                          <p:val>
                                            <p:fltVal val="0"/>
                                          </p:val>
                                        </p:tav>
                                        <p:tav tm="100000">
                                          <p:val>
                                            <p:strVal val="#ppt_w"/>
                                          </p:val>
                                        </p:tav>
                                      </p:tavLst>
                                    </p:anim>
                                    <p:anim calcmode="lin" valueType="num">
                                      <p:cBhvr>
                                        <p:cTn id="39" dur="500" fill="hold"/>
                                        <p:tgtEl>
                                          <p:spTgt spid="67"/>
                                        </p:tgtEl>
                                        <p:attrNameLst>
                                          <p:attrName>ppt_h</p:attrName>
                                        </p:attrNameLst>
                                      </p:cBhvr>
                                      <p:tavLst>
                                        <p:tav tm="0">
                                          <p:val>
                                            <p:fltVal val="0"/>
                                          </p:val>
                                        </p:tav>
                                        <p:tav tm="100000">
                                          <p:val>
                                            <p:strVal val="#ppt_h"/>
                                          </p:val>
                                        </p:tav>
                                      </p:tavLst>
                                    </p:anim>
                                    <p:animEffect transition="in" filter="fade">
                                      <p:cBhvr>
                                        <p:cTn id="40" dur="500"/>
                                        <p:tgtEl>
                                          <p:spTgt spid="67"/>
                                        </p:tgtEl>
                                      </p:cBhvr>
                                    </p:animEffect>
                                  </p:childTnLst>
                                </p:cTn>
                              </p:par>
                            </p:childTnLst>
                          </p:cTn>
                        </p:par>
                        <p:par>
                          <p:cTn id="41" fill="hold">
                            <p:stCondLst>
                              <p:cond delay="1350"/>
                            </p:stCondLst>
                            <p:childTnLst>
                              <p:par>
                                <p:cTn id="42" presetID="47" presetClass="entr" presetSubtype="0" fill="hold" grpId="0" nodeType="afterEffect">
                                  <p:stCondLst>
                                    <p:cond delay="0"/>
                                  </p:stCondLst>
                                  <p:childTnLst>
                                    <p:set>
                                      <p:cBhvr>
                                        <p:cTn id="43" dur="1" fill="hold">
                                          <p:stCondLst>
                                            <p:cond delay="0"/>
                                          </p:stCondLst>
                                        </p:cTn>
                                        <p:tgtEl>
                                          <p:spTgt spid="81"/>
                                        </p:tgtEl>
                                        <p:attrNameLst>
                                          <p:attrName>style.visibility</p:attrName>
                                        </p:attrNameLst>
                                      </p:cBhvr>
                                      <p:to>
                                        <p:strVal val="visible"/>
                                      </p:to>
                                    </p:set>
                                    <p:animEffect transition="in" filter="fade">
                                      <p:cBhvr>
                                        <p:cTn id="44" dur="1000"/>
                                        <p:tgtEl>
                                          <p:spTgt spid="81"/>
                                        </p:tgtEl>
                                      </p:cBhvr>
                                    </p:animEffect>
                                    <p:anim calcmode="lin" valueType="num">
                                      <p:cBhvr>
                                        <p:cTn id="45" dur="1000" fill="hold"/>
                                        <p:tgtEl>
                                          <p:spTgt spid="81"/>
                                        </p:tgtEl>
                                        <p:attrNameLst>
                                          <p:attrName>ppt_x</p:attrName>
                                        </p:attrNameLst>
                                      </p:cBhvr>
                                      <p:tavLst>
                                        <p:tav tm="0">
                                          <p:val>
                                            <p:strVal val="#ppt_x"/>
                                          </p:val>
                                        </p:tav>
                                        <p:tav tm="100000">
                                          <p:val>
                                            <p:strVal val="#ppt_x"/>
                                          </p:val>
                                        </p:tav>
                                      </p:tavLst>
                                    </p:anim>
                                    <p:anim calcmode="lin" valueType="num">
                                      <p:cBhvr>
                                        <p:cTn id="46" dur="1000" fill="hold"/>
                                        <p:tgtEl>
                                          <p:spTgt spid="81"/>
                                        </p:tgtEl>
                                        <p:attrNameLst>
                                          <p:attrName>ppt_y</p:attrName>
                                        </p:attrNameLst>
                                      </p:cBhvr>
                                      <p:tavLst>
                                        <p:tav tm="0">
                                          <p:val>
                                            <p:strVal val="#ppt_y-.1"/>
                                          </p:val>
                                        </p:tav>
                                        <p:tav tm="100000">
                                          <p:val>
                                            <p:strVal val="#ppt_y"/>
                                          </p:val>
                                        </p:tav>
                                      </p:tavLst>
                                    </p:anim>
                                  </p:childTnLst>
                                </p:cTn>
                              </p:par>
                              <p:par>
                                <p:cTn id="47" presetID="47" presetClass="entr" presetSubtype="0" fill="hold" grpId="0" nodeType="withEffect">
                                  <p:stCondLst>
                                    <p:cond delay="0"/>
                                  </p:stCondLst>
                                  <p:childTnLst>
                                    <p:set>
                                      <p:cBhvr>
                                        <p:cTn id="48" dur="1" fill="hold">
                                          <p:stCondLst>
                                            <p:cond delay="0"/>
                                          </p:stCondLst>
                                        </p:cTn>
                                        <p:tgtEl>
                                          <p:spTgt spid="82"/>
                                        </p:tgtEl>
                                        <p:attrNameLst>
                                          <p:attrName>style.visibility</p:attrName>
                                        </p:attrNameLst>
                                      </p:cBhvr>
                                      <p:to>
                                        <p:strVal val="visible"/>
                                      </p:to>
                                    </p:set>
                                    <p:animEffect transition="in" filter="fade">
                                      <p:cBhvr>
                                        <p:cTn id="49" dur="1000"/>
                                        <p:tgtEl>
                                          <p:spTgt spid="82"/>
                                        </p:tgtEl>
                                      </p:cBhvr>
                                    </p:animEffect>
                                    <p:anim calcmode="lin" valueType="num">
                                      <p:cBhvr>
                                        <p:cTn id="50" dur="1000" fill="hold"/>
                                        <p:tgtEl>
                                          <p:spTgt spid="82"/>
                                        </p:tgtEl>
                                        <p:attrNameLst>
                                          <p:attrName>ppt_x</p:attrName>
                                        </p:attrNameLst>
                                      </p:cBhvr>
                                      <p:tavLst>
                                        <p:tav tm="0">
                                          <p:val>
                                            <p:strVal val="#ppt_x"/>
                                          </p:val>
                                        </p:tav>
                                        <p:tav tm="100000">
                                          <p:val>
                                            <p:strVal val="#ppt_x"/>
                                          </p:val>
                                        </p:tav>
                                      </p:tavLst>
                                    </p:anim>
                                    <p:anim calcmode="lin" valueType="num">
                                      <p:cBhvr>
                                        <p:cTn id="51" dur="1000" fill="hold"/>
                                        <p:tgtEl>
                                          <p:spTgt spid="82"/>
                                        </p:tgtEl>
                                        <p:attrNameLst>
                                          <p:attrName>ppt_y</p:attrName>
                                        </p:attrNameLst>
                                      </p:cBhvr>
                                      <p:tavLst>
                                        <p:tav tm="0">
                                          <p:val>
                                            <p:strVal val="#ppt_y-.1"/>
                                          </p:val>
                                        </p:tav>
                                        <p:tav tm="100000">
                                          <p:val>
                                            <p:strVal val="#ppt_y"/>
                                          </p:val>
                                        </p:tav>
                                      </p:tavLst>
                                    </p:anim>
                                  </p:childTnLst>
                                </p:cTn>
                              </p:par>
                              <p:par>
                                <p:cTn id="52" presetID="47" presetClass="entr" presetSubtype="0" fill="hold" grpId="0" nodeType="withEffect">
                                  <p:stCondLst>
                                    <p:cond delay="0"/>
                                  </p:stCondLst>
                                  <p:childTnLst>
                                    <p:set>
                                      <p:cBhvr>
                                        <p:cTn id="53" dur="1" fill="hold">
                                          <p:stCondLst>
                                            <p:cond delay="0"/>
                                          </p:stCondLst>
                                        </p:cTn>
                                        <p:tgtEl>
                                          <p:spTgt spid="83"/>
                                        </p:tgtEl>
                                        <p:attrNameLst>
                                          <p:attrName>style.visibility</p:attrName>
                                        </p:attrNameLst>
                                      </p:cBhvr>
                                      <p:to>
                                        <p:strVal val="visible"/>
                                      </p:to>
                                    </p:set>
                                    <p:animEffect transition="in" filter="fade">
                                      <p:cBhvr>
                                        <p:cTn id="54" dur="1000"/>
                                        <p:tgtEl>
                                          <p:spTgt spid="83"/>
                                        </p:tgtEl>
                                      </p:cBhvr>
                                    </p:animEffect>
                                    <p:anim calcmode="lin" valueType="num">
                                      <p:cBhvr>
                                        <p:cTn id="55" dur="1000" fill="hold"/>
                                        <p:tgtEl>
                                          <p:spTgt spid="83"/>
                                        </p:tgtEl>
                                        <p:attrNameLst>
                                          <p:attrName>ppt_x</p:attrName>
                                        </p:attrNameLst>
                                      </p:cBhvr>
                                      <p:tavLst>
                                        <p:tav tm="0">
                                          <p:val>
                                            <p:strVal val="#ppt_x"/>
                                          </p:val>
                                        </p:tav>
                                        <p:tav tm="100000">
                                          <p:val>
                                            <p:strVal val="#ppt_x"/>
                                          </p:val>
                                        </p:tav>
                                      </p:tavLst>
                                    </p:anim>
                                    <p:anim calcmode="lin" valueType="num">
                                      <p:cBhvr>
                                        <p:cTn id="56" dur="1000" fill="hold"/>
                                        <p:tgtEl>
                                          <p:spTgt spid="83"/>
                                        </p:tgtEl>
                                        <p:attrNameLst>
                                          <p:attrName>ppt_y</p:attrName>
                                        </p:attrNameLst>
                                      </p:cBhvr>
                                      <p:tavLst>
                                        <p:tav tm="0">
                                          <p:val>
                                            <p:strVal val="#ppt_y-.1"/>
                                          </p:val>
                                        </p:tav>
                                        <p:tav tm="100000">
                                          <p:val>
                                            <p:strVal val="#ppt_y"/>
                                          </p:val>
                                        </p:tav>
                                      </p:tavLst>
                                    </p:anim>
                                  </p:childTnLst>
                                </p:cTn>
                              </p:par>
                              <p:par>
                                <p:cTn id="57" presetID="47" presetClass="entr" presetSubtype="0" fill="hold" grpId="0" nodeType="withEffect">
                                  <p:stCondLst>
                                    <p:cond delay="0"/>
                                  </p:stCondLst>
                                  <p:childTnLst>
                                    <p:set>
                                      <p:cBhvr>
                                        <p:cTn id="58" dur="1" fill="hold">
                                          <p:stCondLst>
                                            <p:cond delay="0"/>
                                          </p:stCondLst>
                                        </p:cTn>
                                        <p:tgtEl>
                                          <p:spTgt spid="84"/>
                                        </p:tgtEl>
                                        <p:attrNameLst>
                                          <p:attrName>style.visibility</p:attrName>
                                        </p:attrNameLst>
                                      </p:cBhvr>
                                      <p:to>
                                        <p:strVal val="visible"/>
                                      </p:to>
                                    </p:set>
                                    <p:animEffect transition="in" filter="fade">
                                      <p:cBhvr>
                                        <p:cTn id="59" dur="1000"/>
                                        <p:tgtEl>
                                          <p:spTgt spid="84"/>
                                        </p:tgtEl>
                                      </p:cBhvr>
                                    </p:animEffect>
                                    <p:anim calcmode="lin" valueType="num">
                                      <p:cBhvr>
                                        <p:cTn id="60" dur="1000" fill="hold"/>
                                        <p:tgtEl>
                                          <p:spTgt spid="84"/>
                                        </p:tgtEl>
                                        <p:attrNameLst>
                                          <p:attrName>ppt_x</p:attrName>
                                        </p:attrNameLst>
                                      </p:cBhvr>
                                      <p:tavLst>
                                        <p:tav tm="0">
                                          <p:val>
                                            <p:strVal val="#ppt_x"/>
                                          </p:val>
                                        </p:tav>
                                        <p:tav tm="100000">
                                          <p:val>
                                            <p:strVal val="#ppt_x"/>
                                          </p:val>
                                        </p:tav>
                                      </p:tavLst>
                                    </p:anim>
                                    <p:anim calcmode="lin" valueType="num">
                                      <p:cBhvr>
                                        <p:cTn id="61" dur="1000" fill="hold"/>
                                        <p:tgtEl>
                                          <p:spTgt spid="84"/>
                                        </p:tgtEl>
                                        <p:attrNameLst>
                                          <p:attrName>ppt_y</p:attrName>
                                        </p:attrNameLst>
                                      </p:cBhvr>
                                      <p:tavLst>
                                        <p:tav tm="0">
                                          <p:val>
                                            <p:strVal val="#ppt_y-.1"/>
                                          </p:val>
                                        </p:tav>
                                        <p:tav tm="100000">
                                          <p:val>
                                            <p:strVal val="#ppt_y"/>
                                          </p:val>
                                        </p:tav>
                                      </p:tavLst>
                                    </p:anim>
                                  </p:childTnLst>
                                </p:cTn>
                              </p:par>
                              <p:par>
                                <p:cTn id="62" presetID="47" presetClass="entr" presetSubtype="0" fill="hold" grpId="0" nodeType="withEffect">
                                  <p:stCondLst>
                                    <p:cond delay="0"/>
                                  </p:stCondLst>
                                  <p:childTnLst>
                                    <p:set>
                                      <p:cBhvr>
                                        <p:cTn id="63" dur="1" fill="hold">
                                          <p:stCondLst>
                                            <p:cond delay="0"/>
                                          </p:stCondLst>
                                        </p:cTn>
                                        <p:tgtEl>
                                          <p:spTgt spid="85"/>
                                        </p:tgtEl>
                                        <p:attrNameLst>
                                          <p:attrName>style.visibility</p:attrName>
                                        </p:attrNameLst>
                                      </p:cBhvr>
                                      <p:to>
                                        <p:strVal val="visible"/>
                                      </p:to>
                                    </p:set>
                                    <p:animEffect transition="in" filter="fade">
                                      <p:cBhvr>
                                        <p:cTn id="64" dur="1000"/>
                                        <p:tgtEl>
                                          <p:spTgt spid="85"/>
                                        </p:tgtEl>
                                      </p:cBhvr>
                                    </p:animEffect>
                                    <p:anim calcmode="lin" valueType="num">
                                      <p:cBhvr>
                                        <p:cTn id="65" dur="1000" fill="hold"/>
                                        <p:tgtEl>
                                          <p:spTgt spid="85"/>
                                        </p:tgtEl>
                                        <p:attrNameLst>
                                          <p:attrName>ppt_x</p:attrName>
                                        </p:attrNameLst>
                                      </p:cBhvr>
                                      <p:tavLst>
                                        <p:tav tm="0">
                                          <p:val>
                                            <p:strVal val="#ppt_x"/>
                                          </p:val>
                                        </p:tav>
                                        <p:tav tm="100000">
                                          <p:val>
                                            <p:strVal val="#ppt_x"/>
                                          </p:val>
                                        </p:tav>
                                      </p:tavLst>
                                    </p:anim>
                                    <p:anim calcmode="lin" valueType="num">
                                      <p:cBhvr>
                                        <p:cTn id="66" dur="1000" fill="hold"/>
                                        <p:tgtEl>
                                          <p:spTgt spid="85"/>
                                        </p:tgtEl>
                                        <p:attrNameLst>
                                          <p:attrName>ppt_y</p:attrName>
                                        </p:attrNameLst>
                                      </p:cBhvr>
                                      <p:tavLst>
                                        <p:tav tm="0">
                                          <p:val>
                                            <p:strVal val="#ppt_y-.1"/>
                                          </p:val>
                                        </p:tav>
                                        <p:tav tm="100000">
                                          <p:val>
                                            <p:strVal val="#ppt_y"/>
                                          </p:val>
                                        </p:tav>
                                      </p:tavLst>
                                    </p:anim>
                                  </p:childTnLst>
                                </p:cTn>
                              </p:par>
                              <p:par>
                                <p:cTn id="67" presetID="47" presetClass="entr" presetSubtype="0" fill="hold" grpId="0" nodeType="withEffect">
                                  <p:stCondLst>
                                    <p:cond delay="0"/>
                                  </p:stCondLst>
                                  <p:childTnLst>
                                    <p:set>
                                      <p:cBhvr>
                                        <p:cTn id="68" dur="1" fill="hold">
                                          <p:stCondLst>
                                            <p:cond delay="0"/>
                                          </p:stCondLst>
                                        </p:cTn>
                                        <p:tgtEl>
                                          <p:spTgt spid="86"/>
                                        </p:tgtEl>
                                        <p:attrNameLst>
                                          <p:attrName>style.visibility</p:attrName>
                                        </p:attrNameLst>
                                      </p:cBhvr>
                                      <p:to>
                                        <p:strVal val="visible"/>
                                      </p:to>
                                    </p:set>
                                    <p:animEffect transition="in" filter="fade">
                                      <p:cBhvr>
                                        <p:cTn id="69" dur="1000"/>
                                        <p:tgtEl>
                                          <p:spTgt spid="86"/>
                                        </p:tgtEl>
                                      </p:cBhvr>
                                    </p:animEffect>
                                    <p:anim calcmode="lin" valueType="num">
                                      <p:cBhvr>
                                        <p:cTn id="70" dur="1000" fill="hold"/>
                                        <p:tgtEl>
                                          <p:spTgt spid="86"/>
                                        </p:tgtEl>
                                        <p:attrNameLst>
                                          <p:attrName>ppt_x</p:attrName>
                                        </p:attrNameLst>
                                      </p:cBhvr>
                                      <p:tavLst>
                                        <p:tav tm="0">
                                          <p:val>
                                            <p:strVal val="#ppt_x"/>
                                          </p:val>
                                        </p:tav>
                                        <p:tav tm="100000">
                                          <p:val>
                                            <p:strVal val="#ppt_x"/>
                                          </p:val>
                                        </p:tav>
                                      </p:tavLst>
                                    </p:anim>
                                    <p:anim calcmode="lin" valueType="num">
                                      <p:cBhvr>
                                        <p:cTn id="71" dur="1000" fill="hold"/>
                                        <p:tgtEl>
                                          <p:spTgt spid="86"/>
                                        </p:tgtEl>
                                        <p:attrNameLst>
                                          <p:attrName>ppt_y</p:attrName>
                                        </p:attrNameLst>
                                      </p:cBhvr>
                                      <p:tavLst>
                                        <p:tav tm="0">
                                          <p:val>
                                            <p:strVal val="#ppt_y-.1"/>
                                          </p:val>
                                        </p:tav>
                                        <p:tav tm="100000">
                                          <p:val>
                                            <p:strVal val="#ppt_y"/>
                                          </p:val>
                                        </p:tav>
                                      </p:tavLst>
                                    </p:anim>
                                  </p:childTnLst>
                                </p:cTn>
                              </p:par>
                              <p:par>
                                <p:cTn id="72" presetID="47" presetClass="entr" presetSubtype="0" fill="hold" grpId="0" nodeType="withEffect">
                                  <p:stCondLst>
                                    <p:cond delay="0"/>
                                  </p:stCondLst>
                                  <p:childTnLst>
                                    <p:set>
                                      <p:cBhvr>
                                        <p:cTn id="73" dur="1" fill="hold">
                                          <p:stCondLst>
                                            <p:cond delay="0"/>
                                          </p:stCondLst>
                                        </p:cTn>
                                        <p:tgtEl>
                                          <p:spTgt spid="87"/>
                                        </p:tgtEl>
                                        <p:attrNameLst>
                                          <p:attrName>style.visibility</p:attrName>
                                        </p:attrNameLst>
                                      </p:cBhvr>
                                      <p:to>
                                        <p:strVal val="visible"/>
                                      </p:to>
                                    </p:set>
                                    <p:animEffect transition="in" filter="fade">
                                      <p:cBhvr>
                                        <p:cTn id="74" dur="1000"/>
                                        <p:tgtEl>
                                          <p:spTgt spid="87"/>
                                        </p:tgtEl>
                                      </p:cBhvr>
                                    </p:animEffect>
                                    <p:anim calcmode="lin" valueType="num">
                                      <p:cBhvr>
                                        <p:cTn id="75" dur="1000" fill="hold"/>
                                        <p:tgtEl>
                                          <p:spTgt spid="87"/>
                                        </p:tgtEl>
                                        <p:attrNameLst>
                                          <p:attrName>ppt_x</p:attrName>
                                        </p:attrNameLst>
                                      </p:cBhvr>
                                      <p:tavLst>
                                        <p:tav tm="0">
                                          <p:val>
                                            <p:strVal val="#ppt_x"/>
                                          </p:val>
                                        </p:tav>
                                        <p:tav tm="100000">
                                          <p:val>
                                            <p:strVal val="#ppt_x"/>
                                          </p:val>
                                        </p:tav>
                                      </p:tavLst>
                                    </p:anim>
                                    <p:anim calcmode="lin" valueType="num">
                                      <p:cBhvr>
                                        <p:cTn id="76" dur="1000" fill="hold"/>
                                        <p:tgtEl>
                                          <p:spTgt spid="87"/>
                                        </p:tgtEl>
                                        <p:attrNameLst>
                                          <p:attrName>ppt_y</p:attrName>
                                        </p:attrNameLst>
                                      </p:cBhvr>
                                      <p:tavLst>
                                        <p:tav tm="0">
                                          <p:val>
                                            <p:strVal val="#ppt_y-.1"/>
                                          </p:val>
                                        </p:tav>
                                        <p:tav tm="100000">
                                          <p:val>
                                            <p:strVal val="#ppt_y"/>
                                          </p:val>
                                        </p:tav>
                                      </p:tavLst>
                                    </p:anim>
                                  </p:childTnLst>
                                </p:cTn>
                              </p:par>
                              <p:par>
                                <p:cTn id="77" presetID="47" presetClass="entr" presetSubtype="0" fill="hold" grpId="0" nodeType="withEffect">
                                  <p:stCondLst>
                                    <p:cond delay="0"/>
                                  </p:stCondLst>
                                  <p:childTnLst>
                                    <p:set>
                                      <p:cBhvr>
                                        <p:cTn id="78" dur="1" fill="hold">
                                          <p:stCondLst>
                                            <p:cond delay="0"/>
                                          </p:stCondLst>
                                        </p:cTn>
                                        <p:tgtEl>
                                          <p:spTgt spid="88"/>
                                        </p:tgtEl>
                                        <p:attrNameLst>
                                          <p:attrName>style.visibility</p:attrName>
                                        </p:attrNameLst>
                                      </p:cBhvr>
                                      <p:to>
                                        <p:strVal val="visible"/>
                                      </p:to>
                                    </p:set>
                                    <p:animEffect transition="in" filter="fade">
                                      <p:cBhvr>
                                        <p:cTn id="79" dur="1000"/>
                                        <p:tgtEl>
                                          <p:spTgt spid="88"/>
                                        </p:tgtEl>
                                      </p:cBhvr>
                                    </p:animEffect>
                                    <p:anim calcmode="lin" valueType="num">
                                      <p:cBhvr>
                                        <p:cTn id="80" dur="1000" fill="hold"/>
                                        <p:tgtEl>
                                          <p:spTgt spid="88"/>
                                        </p:tgtEl>
                                        <p:attrNameLst>
                                          <p:attrName>ppt_x</p:attrName>
                                        </p:attrNameLst>
                                      </p:cBhvr>
                                      <p:tavLst>
                                        <p:tav tm="0">
                                          <p:val>
                                            <p:strVal val="#ppt_x"/>
                                          </p:val>
                                        </p:tav>
                                        <p:tav tm="100000">
                                          <p:val>
                                            <p:strVal val="#ppt_x"/>
                                          </p:val>
                                        </p:tav>
                                      </p:tavLst>
                                    </p:anim>
                                    <p:anim calcmode="lin" valueType="num">
                                      <p:cBhvr>
                                        <p:cTn id="81" dur="1000" fill="hold"/>
                                        <p:tgtEl>
                                          <p:spTgt spid="8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1" grpId="0"/>
      <p:bldP spid="82" grpId="0"/>
      <p:bldP spid="83" grpId="0"/>
      <p:bldP spid="84" grpId="0"/>
      <p:bldP spid="85" grpId="0"/>
      <p:bldP spid="86" grpId="0"/>
      <p:bldP spid="87" grpId="0"/>
      <p:bldP spid="8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769876" y="189165"/>
            <a:ext cx="2622658" cy="483235"/>
          </a:xfrm>
          <a:prstGeom prst="rect">
            <a:avLst/>
          </a:prstGeom>
          <a:noFill/>
        </p:spPr>
        <p:txBody>
          <a:bodyPr wrap="square" rtlCol="0">
            <a:spAutoFit/>
          </a:bodyPr>
          <a:lstStyle/>
          <a:p>
            <a:pPr algn="ctr"/>
            <a:r>
              <a:rPr lang="zh-CN" altLang="en-US" sz="2400" b="1" dirty="0">
                <a:solidFill>
                  <a:schemeClr val="tx1">
                    <a:lumMod val="75000"/>
                    <a:lumOff val="25000"/>
                  </a:schemeClr>
                </a:solidFill>
                <a:latin typeface="微软雅黑" panose="020B0503020204020204" charset="-122"/>
                <a:ea typeface="微软雅黑" panose="020B0503020204020204" charset="-122"/>
              </a:rPr>
              <a:t>单击此处添加标题</a:t>
            </a:r>
          </a:p>
        </p:txBody>
      </p:sp>
      <p:cxnSp>
        <p:nvCxnSpPr>
          <p:cNvPr id="6" name="直接连接符 5"/>
          <p:cNvCxnSpPr/>
          <p:nvPr/>
        </p:nvCxnSpPr>
        <p:spPr>
          <a:xfrm>
            <a:off x="7392534" y="477150"/>
            <a:ext cx="4463773"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36892" y="481504"/>
            <a:ext cx="439177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2" name="Freeform 75"/>
          <p:cNvSpPr/>
          <p:nvPr/>
        </p:nvSpPr>
        <p:spPr bwMode="auto">
          <a:xfrm>
            <a:off x="1214038" y="3661994"/>
            <a:ext cx="1235125" cy="1271714"/>
          </a:xfrm>
          <a:custGeom>
            <a:avLst/>
            <a:gdLst>
              <a:gd name="T0" fmla="*/ 566 w 699"/>
              <a:gd name="T1" fmla="*/ 0 h 720"/>
              <a:gd name="T2" fmla="*/ 566 w 699"/>
              <a:gd name="T3" fmla="*/ 0 h 720"/>
              <a:gd name="T4" fmla="*/ 0 w 699"/>
              <a:gd name="T5" fmla="*/ 0 h 720"/>
              <a:gd name="T6" fmla="*/ 0 w 699"/>
              <a:gd name="T7" fmla="*/ 0 h 720"/>
              <a:gd name="T8" fmla="*/ 298 w 699"/>
              <a:gd name="T9" fmla="*/ 720 h 720"/>
              <a:gd name="T10" fmla="*/ 699 w 699"/>
              <a:gd name="T11" fmla="*/ 320 h 720"/>
              <a:gd name="T12" fmla="*/ 566 w 699"/>
              <a:gd name="T13" fmla="*/ 0 h 720"/>
            </a:gdLst>
            <a:ahLst/>
            <a:cxnLst>
              <a:cxn ang="0">
                <a:pos x="T0" y="T1"/>
              </a:cxn>
              <a:cxn ang="0">
                <a:pos x="T2" y="T3"/>
              </a:cxn>
              <a:cxn ang="0">
                <a:pos x="T4" y="T5"/>
              </a:cxn>
              <a:cxn ang="0">
                <a:pos x="T6" y="T7"/>
              </a:cxn>
              <a:cxn ang="0">
                <a:pos x="T8" y="T9"/>
              </a:cxn>
              <a:cxn ang="0">
                <a:pos x="T10" y="T11"/>
              </a:cxn>
              <a:cxn ang="0">
                <a:pos x="T12" y="T13"/>
              </a:cxn>
            </a:cxnLst>
            <a:rect l="0" t="0" r="r" b="b"/>
            <a:pathLst>
              <a:path w="699" h="720">
                <a:moveTo>
                  <a:pt x="566" y="0"/>
                </a:moveTo>
                <a:cubicBezTo>
                  <a:pt x="566" y="0"/>
                  <a:pt x="566" y="0"/>
                  <a:pt x="566" y="0"/>
                </a:cubicBezTo>
                <a:cubicBezTo>
                  <a:pt x="0" y="0"/>
                  <a:pt x="0" y="0"/>
                  <a:pt x="0" y="0"/>
                </a:cubicBezTo>
                <a:cubicBezTo>
                  <a:pt x="0" y="0"/>
                  <a:pt x="0" y="0"/>
                  <a:pt x="0" y="0"/>
                </a:cubicBezTo>
                <a:cubicBezTo>
                  <a:pt x="0" y="281"/>
                  <a:pt x="114" y="536"/>
                  <a:pt x="298" y="720"/>
                </a:cubicBezTo>
                <a:cubicBezTo>
                  <a:pt x="699" y="320"/>
                  <a:pt x="699" y="320"/>
                  <a:pt x="699" y="320"/>
                </a:cubicBezTo>
                <a:cubicBezTo>
                  <a:pt x="617" y="238"/>
                  <a:pt x="566" y="125"/>
                  <a:pt x="566" y="0"/>
                </a:cubicBezTo>
              </a:path>
            </a:pathLst>
          </a:custGeom>
          <a:solidFill>
            <a:schemeClr val="accent2"/>
          </a:solidFill>
          <a:ln>
            <a:noFill/>
          </a:ln>
        </p:spPr>
        <p:txBody>
          <a:bodyPr vert="horz" wrap="square" lIns="45720" tIns="22860" rIns="45720" bIns="22860" numCol="1" anchor="t" anchorCtr="0" compatLnSpc="1"/>
          <a:lstStyle/>
          <a:p>
            <a:endParaRPr lang="en-US" sz="675" dirty="0">
              <a:latin typeface="微软雅黑" panose="020B0503020204020204" charset="-122"/>
            </a:endParaRPr>
          </a:p>
        </p:txBody>
      </p:sp>
      <p:sp>
        <p:nvSpPr>
          <p:cNvPr id="88" name="Freeform 69"/>
          <p:cNvSpPr/>
          <p:nvPr/>
        </p:nvSpPr>
        <p:spPr bwMode="auto">
          <a:xfrm>
            <a:off x="3575633" y="2390280"/>
            <a:ext cx="1235125" cy="1271714"/>
          </a:xfrm>
          <a:custGeom>
            <a:avLst/>
            <a:gdLst>
              <a:gd name="T0" fmla="*/ 133 w 699"/>
              <a:gd name="T1" fmla="*/ 720 h 720"/>
              <a:gd name="T2" fmla="*/ 699 w 699"/>
              <a:gd name="T3" fmla="*/ 720 h 720"/>
              <a:gd name="T4" fmla="*/ 401 w 699"/>
              <a:gd name="T5" fmla="*/ 0 h 720"/>
              <a:gd name="T6" fmla="*/ 0 w 699"/>
              <a:gd name="T7" fmla="*/ 401 h 720"/>
              <a:gd name="T8" fmla="*/ 133 w 699"/>
              <a:gd name="T9" fmla="*/ 720 h 720"/>
            </a:gdLst>
            <a:ahLst/>
            <a:cxnLst>
              <a:cxn ang="0">
                <a:pos x="T0" y="T1"/>
              </a:cxn>
              <a:cxn ang="0">
                <a:pos x="T2" y="T3"/>
              </a:cxn>
              <a:cxn ang="0">
                <a:pos x="T4" y="T5"/>
              </a:cxn>
              <a:cxn ang="0">
                <a:pos x="T6" y="T7"/>
              </a:cxn>
              <a:cxn ang="0">
                <a:pos x="T8" y="T9"/>
              </a:cxn>
            </a:cxnLst>
            <a:rect l="0" t="0" r="r" b="b"/>
            <a:pathLst>
              <a:path w="699" h="720">
                <a:moveTo>
                  <a:pt x="133" y="720"/>
                </a:moveTo>
                <a:cubicBezTo>
                  <a:pt x="699" y="720"/>
                  <a:pt x="699" y="720"/>
                  <a:pt x="699" y="720"/>
                </a:cubicBezTo>
                <a:cubicBezTo>
                  <a:pt x="699" y="439"/>
                  <a:pt x="585" y="185"/>
                  <a:pt x="401" y="0"/>
                </a:cubicBezTo>
                <a:cubicBezTo>
                  <a:pt x="0" y="401"/>
                  <a:pt x="0" y="401"/>
                  <a:pt x="0" y="401"/>
                </a:cubicBezTo>
                <a:cubicBezTo>
                  <a:pt x="82" y="483"/>
                  <a:pt x="133" y="596"/>
                  <a:pt x="133" y="720"/>
                </a:cubicBezTo>
              </a:path>
            </a:pathLst>
          </a:custGeom>
          <a:solidFill>
            <a:schemeClr val="accent2"/>
          </a:solidFill>
          <a:ln>
            <a:noFill/>
          </a:ln>
        </p:spPr>
        <p:txBody>
          <a:bodyPr vert="horz" wrap="square" lIns="45720" tIns="22860" rIns="45720" bIns="22860" numCol="1" anchor="t" anchorCtr="0" compatLnSpc="1"/>
          <a:lstStyle/>
          <a:p>
            <a:endParaRPr lang="en-US" sz="675" dirty="0">
              <a:latin typeface="微软雅黑" panose="020B0503020204020204" charset="-122"/>
            </a:endParaRPr>
          </a:p>
        </p:txBody>
      </p:sp>
      <p:sp>
        <p:nvSpPr>
          <p:cNvPr id="89" name="Freeform 70"/>
          <p:cNvSpPr/>
          <p:nvPr/>
        </p:nvSpPr>
        <p:spPr bwMode="auto">
          <a:xfrm>
            <a:off x="3012398" y="4227446"/>
            <a:ext cx="1271714" cy="1232908"/>
          </a:xfrm>
          <a:custGeom>
            <a:avLst/>
            <a:gdLst>
              <a:gd name="T0" fmla="*/ 0 w 720"/>
              <a:gd name="T1" fmla="*/ 132 h 698"/>
              <a:gd name="T2" fmla="*/ 0 w 720"/>
              <a:gd name="T3" fmla="*/ 698 h 698"/>
              <a:gd name="T4" fmla="*/ 720 w 720"/>
              <a:gd name="T5" fmla="*/ 400 h 698"/>
              <a:gd name="T6" fmla="*/ 319 w 720"/>
              <a:gd name="T7" fmla="*/ 0 h 698"/>
              <a:gd name="T8" fmla="*/ 0 w 720"/>
              <a:gd name="T9" fmla="*/ 132 h 698"/>
            </a:gdLst>
            <a:ahLst/>
            <a:cxnLst>
              <a:cxn ang="0">
                <a:pos x="T0" y="T1"/>
              </a:cxn>
              <a:cxn ang="0">
                <a:pos x="T2" y="T3"/>
              </a:cxn>
              <a:cxn ang="0">
                <a:pos x="T4" y="T5"/>
              </a:cxn>
              <a:cxn ang="0">
                <a:pos x="T6" y="T7"/>
              </a:cxn>
              <a:cxn ang="0">
                <a:pos x="T8" y="T9"/>
              </a:cxn>
            </a:cxnLst>
            <a:rect l="0" t="0" r="r" b="b"/>
            <a:pathLst>
              <a:path w="720" h="698">
                <a:moveTo>
                  <a:pt x="0" y="132"/>
                </a:moveTo>
                <a:cubicBezTo>
                  <a:pt x="0" y="698"/>
                  <a:pt x="0" y="698"/>
                  <a:pt x="0" y="698"/>
                </a:cubicBezTo>
                <a:cubicBezTo>
                  <a:pt x="281" y="698"/>
                  <a:pt x="536" y="584"/>
                  <a:pt x="720" y="400"/>
                </a:cubicBezTo>
                <a:cubicBezTo>
                  <a:pt x="319" y="0"/>
                  <a:pt x="319" y="0"/>
                  <a:pt x="319" y="0"/>
                </a:cubicBezTo>
                <a:cubicBezTo>
                  <a:pt x="238" y="82"/>
                  <a:pt x="125" y="132"/>
                  <a:pt x="0" y="132"/>
                </a:cubicBezTo>
              </a:path>
            </a:pathLst>
          </a:custGeom>
          <a:solidFill>
            <a:schemeClr val="accent5"/>
          </a:solidFill>
          <a:ln>
            <a:noFill/>
          </a:ln>
        </p:spPr>
        <p:txBody>
          <a:bodyPr vert="horz" wrap="square" lIns="45720" tIns="22860" rIns="45720" bIns="22860" numCol="1" anchor="t" anchorCtr="0" compatLnSpc="1"/>
          <a:lstStyle/>
          <a:p>
            <a:endParaRPr lang="en-US" sz="675" dirty="0">
              <a:latin typeface="微软雅黑" panose="020B0503020204020204" charset="-122"/>
            </a:endParaRPr>
          </a:p>
        </p:txBody>
      </p:sp>
      <p:sp>
        <p:nvSpPr>
          <p:cNvPr id="90" name="Freeform 71"/>
          <p:cNvSpPr/>
          <p:nvPr/>
        </p:nvSpPr>
        <p:spPr bwMode="auto">
          <a:xfrm>
            <a:off x="3012398" y="1863633"/>
            <a:ext cx="1271714" cy="1235125"/>
          </a:xfrm>
          <a:custGeom>
            <a:avLst/>
            <a:gdLst>
              <a:gd name="T0" fmla="*/ 319 w 720"/>
              <a:gd name="T1" fmla="*/ 699 h 699"/>
              <a:gd name="T2" fmla="*/ 720 w 720"/>
              <a:gd name="T3" fmla="*/ 298 h 699"/>
              <a:gd name="T4" fmla="*/ 0 w 720"/>
              <a:gd name="T5" fmla="*/ 0 h 699"/>
              <a:gd name="T6" fmla="*/ 0 w 720"/>
              <a:gd name="T7" fmla="*/ 567 h 699"/>
              <a:gd name="T8" fmla="*/ 319 w 720"/>
              <a:gd name="T9" fmla="*/ 699 h 699"/>
            </a:gdLst>
            <a:ahLst/>
            <a:cxnLst>
              <a:cxn ang="0">
                <a:pos x="T0" y="T1"/>
              </a:cxn>
              <a:cxn ang="0">
                <a:pos x="T2" y="T3"/>
              </a:cxn>
              <a:cxn ang="0">
                <a:pos x="T4" y="T5"/>
              </a:cxn>
              <a:cxn ang="0">
                <a:pos x="T6" y="T7"/>
              </a:cxn>
              <a:cxn ang="0">
                <a:pos x="T8" y="T9"/>
              </a:cxn>
            </a:cxnLst>
            <a:rect l="0" t="0" r="r" b="b"/>
            <a:pathLst>
              <a:path w="720" h="699">
                <a:moveTo>
                  <a:pt x="319" y="699"/>
                </a:moveTo>
                <a:cubicBezTo>
                  <a:pt x="720" y="298"/>
                  <a:pt x="720" y="298"/>
                  <a:pt x="720" y="298"/>
                </a:cubicBezTo>
                <a:cubicBezTo>
                  <a:pt x="536" y="114"/>
                  <a:pt x="281" y="0"/>
                  <a:pt x="0" y="0"/>
                </a:cubicBezTo>
                <a:cubicBezTo>
                  <a:pt x="0" y="567"/>
                  <a:pt x="0" y="567"/>
                  <a:pt x="0" y="567"/>
                </a:cubicBezTo>
                <a:cubicBezTo>
                  <a:pt x="125" y="567"/>
                  <a:pt x="238" y="617"/>
                  <a:pt x="319" y="699"/>
                </a:cubicBezTo>
              </a:path>
            </a:pathLst>
          </a:custGeom>
          <a:solidFill>
            <a:schemeClr val="accent1"/>
          </a:solidFill>
          <a:ln>
            <a:noFill/>
          </a:ln>
        </p:spPr>
        <p:txBody>
          <a:bodyPr vert="horz" wrap="square" lIns="45720" tIns="22860" rIns="45720" bIns="22860" numCol="1" anchor="t" anchorCtr="0" compatLnSpc="1"/>
          <a:lstStyle/>
          <a:p>
            <a:endParaRPr lang="en-US" sz="675" dirty="0">
              <a:latin typeface="微软雅黑" panose="020B0503020204020204" charset="-122"/>
            </a:endParaRPr>
          </a:p>
        </p:txBody>
      </p:sp>
      <p:sp>
        <p:nvSpPr>
          <p:cNvPr id="91" name="Freeform 72"/>
          <p:cNvSpPr/>
          <p:nvPr/>
        </p:nvSpPr>
        <p:spPr bwMode="auto">
          <a:xfrm>
            <a:off x="3575633" y="3661994"/>
            <a:ext cx="1235125" cy="1271714"/>
          </a:xfrm>
          <a:custGeom>
            <a:avLst/>
            <a:gdLst>
              <a:gd name="T0" fmla="*/ 699 w 699"/>
              <a:gd name="T1" fmla="*/ 0 h 720"/>
              <a:gd name="T2" fmla="*/ 699 w 699"/>
              <a:gd name="T3" fmla="*/ 0 h 720"/>
              <a:gd name="T4" fmla="*/ 133 w 699"/>
              <a:gd name="T5" fmla="*/ 0 h 720"/>
              <a:gd name="T6" fmla="*/ 133 w 699"/>
              <a:gd name="T7" fmla="*/ 0 h 720"/>
              <a:gd name="T8" fmla="*/ 0 w 699"/>
              <a:gd name="T9" fmla="*/ 320 h 720"/>
              <a:gd name="T10" fmla="*/ 401 w 699"/>
              <a:gd name="T11" fmla="*/ 720 h 720"/>
              <a:gd name="T12" fmla="*/ 699 w 699"/>
              <a:gd name="T13" fmla="*/ 0 h 720"/>
            </a:gdLst>
            <a:ahLst/>
            <a:cxnLst>
              <a:cxn ang="0">
                <a:pos x="T0" y="T1"/>
              </a:cxn>
              <a:cxn ang="0">
                <a:pos x="T2" y="T3"/>
              </a:cxn>
              <a:cxn ang="0">
                <a:pos x="T4" y="T5"/>
              </a:cxn>
              <a:cxn ang="0">
                <a:pos x="T6" y="T7"/>
              </a:cxn>
              <a:cxn ang="0">
                <a:pos x="T8" y="T9"/>
              </a:cxn>
              <a:cxn ang="0">
                <a:pos x="T10" y="T11"/>
              </a:cxn>
              <a:cxn ang="0">
                <a:pos x="T12" y="T13"/>
              </a:cxn>
            </a:cxnLst>
            <a:rect l="0" t="0" r="r" b="b"/>
            <a:pathLst>
              <a:path w="699" h="720">
                <a:moveTo>
                  <a:pt x="699" y="0"/>
                </a:moveTo>
                <a:cubicBezTo>
                  <a:pt x="699" y="0"/>
                  <a:pt x="699" y="0"/>
                  <a:pt x="699" y="0"/>
                </a:cubicBezTo>
                <a:cubicBezTo>
                  <a:pt x="133" y="0"/>
                  <a:pt x="133" y="0"/>
                  <a:pt x="133" y="0"/>
                </a:cubicBezTo>
                <a:cubicBezTo>
                  <a:pt x="133" y="0"/>
                  <a:pt x="133" y="0"/>
                  <a:pt x="133" y="0"/>
                </a:cubicBezTo>
                <a:cubicBezTo>
                  <a:pt x="133" y="125"/>
                  <a:pt x="82" y="238"/>
                  <a:pt x="0" y="320"/>
                </a:cubicBezTo>
                <a:cubicBezTo>
                  <a:pt x="401" y="720"/>
                  <a:pt x="401" y="720"/>
                  <a:pt x="401" y="720"/>
                </a:cubicBezTo>
                <a:cubicBezTo>
                  <a:pt x="585" y="536"/>
                  <a:pt x="699" y="281"/>
                  <a:pt x="699" y="0"/>
                </a:cubicBezTo>
              </a:path>
            </a:pathLst>
          </a:custGeom>
          <a:solidFill>
            <a:schemeClr val="accent6"/>
          </a:solidFill>
          <a:ln>
            <a:noFill/>
          </a:ln>
        </p:spPr>
        <p:txBody>
          <a:bodyPr vert="horz" wrap="square" lIns="45720" tIns="22860" rIns="45720" bIns="22860" numCol="1" anchor="t" anchorCtr="0" compatLnSpc="1"/>
          <a:lstStyle/>
          <a:p>
            <a:endParaRPr lang="en-US" sz="675" dirty="0">
              <a:latin typeface="微软雅黑" panose="020B0503020204020204" charset="-122"/>
            </a:endParaRPr>
          </a:p>
        </p:txBody>
      </p:sp>
      <p:sp>
        <p:nvSpPr>
          <p:cNvPr id="102" name="Freeform 73"/>
          <p:cNvSpPr/>
          <p:nvPr/>
        </p:nvSpPr>
        <p:spPr bwMode="auto">
          <a:xfrm>
            <a:off x="1740685" y="4227446"/>
            <a:ext cx="1271714" cy="1232908"/>
          </a:xfrm>
          <a:custGeom>
            <a:avLst/>
            <a:gdLst>
              <a:gd name="T0" fmla="*/ 720 w 720"/>
              <a:gd name="T1" fmla="*/ 132 h 698"/>
              <a:gd name="T2" fmla="*/ 401 w 720"/>
              <a:gd name="T3" fmla="*/ 0 h 698"/>
              <a:gd name="T4" fmla="*/ 0 w 720"/>
              <a:gd name="T5" fmla="*/ 400 h 698"/>
              <a:gd name="T6" fmla="*/ 720 w 720"/>
              <a:gd name="T7" fmla="*/ 698 h 698"/>
              <a:gd name="T8" fmla="*/ 720 w 720"/>
              <a:gd name="T9" fmla="*/ 698 h 698"/>
              <a:gd name="T10" fmla="*/ 720 w 720"/>
              <a:gd name="T11" fmla="*/ 132 h 698"/>
              <a:gd name="T12" fmla="*/ 720 w 720"/>
              <a:gd name="T13" fmla="*/ 132 h 698"/>
            </a:gdLst>
            <a:ahLst/>
            <a:cxnLst>
              <a:cxn ang="0">
                <a:pos x="T0" y="T1"/>
              </a:cxn>
              <a:cxn ang="0">
                <a:pos x="T2" y="T3"/>
              </a:cxn>
              <a:cxn ang="0">
                <a:pos x="T4" y="T5"/>
              </a:cxn>
              <a:cxn ang="0">
                <a:pos x="T6" y="T7"/>
              </a:cxn>
              <a:cxn ang="0">
                <a:pos x="T8" y="T9"/>
              </a:cxn>
              <a:cxn ang="0">
                <a:pos x="T10" y="T11"/>
              </a:cxn>
              <a:cxn ang="0">
                <a:pos x="T12" y="T13"/>
              </a:cxn>
            </a:cxnLst>
            <a:rect l="0" t="0" r="r" b="b"/>
            <a:pathLst>
              <a:path w="720" h="698">
                <a:moveTo>
                  <a:pt x="720" y="132"/>
                </a:moveTo>
                <a:cubicBezTo>
                  <a:pt x="595" y="132"/>
                  <a:pt x="482" y="82"/>
                  <a:pt x="401" y="0"/>
                </a:cubicBezTo>
                <a:cubicBezTo>
                  <a:pt x="0" y="400"/>
                  <a:pt x="0" y="400"/>
                  <a:pt x="0" y="400"/>
                </a:cubicBezTo>
                <a:cubicBezTo>
                  <a:pt x="184" y="584"/>
                  <a:pt x="439" y="698"/>
                  <a:pt x="720" y="698"/>
                </a:cubicBezTo>
                <a:cubicBezTo>
                  <a:pt x="720" y="698"/>
                  <a:pt x="720" y="698"/>
                  <a:pt x="720" y="698"/>
                </a:cubicBezTo>
                <a:cubicBezTo>
                  <a:pt x="720" y="132"/>
                  <a:pt x="720" y="132"/>
                  <a:pt x="720" y="132"/>
                </a:cubicBezTo>
                <a:cubicBezTo>
                  <a:pt x="720" y="132"/>
                  <a:pt x="720" y="132"/>
                  <a:pt x="720" y="132"/>
                </a:cubicBezTo>
              </a:path>
            </a:pathLst>
          </a:custGeom>
          <a:solidFill>
            <a:schemeClr val="tx2"/>
          </a:solidFill>
          <a:ln>
            <a:noFill/>
          </a:ln>
        </p:spPr>
        <p:txBody>
          <a:bodyPr vert="horz" wrap="square" lIns="45720" tIns="22860" rIns="45720" bIns="22860" numCol="1" anchor="t" anchorCtr="0" compatLnSpc="1"/>
          <a:lstStyle/>
          <a:p>
            <a:endParaRPr lang="en-US" sz="675" dirty="0">
              <a:latin typeface="微软雅黑" panose="020B0503020204020204" charset="-122"/>
            </a:endParaRPr>
          </a:p>
        </p:txBody>
      </p:sp>
      <p:sp>
        <p:nvSpPr>
          <p:cNvPr id="103" name="Freeform 74"/>
          <p:cNvSpPr/>
          <p:nvPr/>
        </p:nvSpPr>
        <p:spPr bwMode="auto">
          <a:xfrm>
            <a:off x="1740685" y="1863633"/>
            <a:ext cx="1271714" cy="1235125"/>
          </a:xfrm>
          <a:custGeom>
            <a:avLst/>
            <a:gdLst>
              <a:gd name="T0" fmla="*/ 720 w 720"/>
              <a:gd name="T1" fmla="*/ 567 h 699"/>
              <a:gd name="T2" fmla="*/ 720 w 720"/>
              <a:gd name="T3" fmla="*/ 567 h 699"/>
              <a:gd name="T4" fmla="*/ 720 w 720"/>
              <a:gd name="T5" fmla="*/ 0 h 699"/>
              <a:gd name="T6" fmla="*/ 720 w 720"/>
              <a:gd name="T7" fmla="*/ 0 h 699"/>
              <a:gd name="T8" fmla="*/ 0 w 720"/>
              <a:gd name="T9" fmla="*/ 298 h 699"/>
              <a:gd name="T10" fmla="*/ 401 w 720"/>
              <a:gd name="T11" fmla="*/ 699 h 699"/>
              <a:gd name="T12" fmla="*/ 720 w 720"/>
              <a:gd name="T13" fmla="*/ 567 h 699"/>
            </a:gdLst>
            <a:ahLst/>
            <a:cxnLst>
              <a:cxn ang="0">
                <a:pos x="T0" y="T1"/>
              </a:cxn>
              <a:cxn ang="0">
                <a:pos x="T2" y="T3"/>
              </a:cxn>
              <a:cxn ang="0">
                <a:pos x="T4" y="T5"/>
              </a:cxn>
              <a:cxn ang="0">
                <a:pos x="T6" y="T7"/>
              </a:cxn>
              <a:cxn ang="0">
                <a:pos x="T8" y="T9"/>
              </a:cxn>
              <a:cxn ang="0">
                <a:pos x="T10" y="T11"/>
              </a:cxn>
              <a:cxn ang="0">
                <a:pos x="T12" y="T13"/>
              </a:cxn>
            </a:cxnLst>
            <a:rect l="0" t="0" r="r" b="b"/>
            <a:pathLst>
              <a:path w="720" h="699">
                <a:moveTo>
                  <a:pt x="720" y="567"/>
                </a:moveTo>
                <a:cubicBezTo>
                  <a:pt x="720" y="567"/>
                  <a:pt x="720" y="567"/>
                  <a:pt x="720" y="567"/>
                </a:cubicBezTo>
                <a:cubicBezTo>
                  <a:pt x="720" y="0"/>
                  <a:pt x="720" y="0"/>
                  <a:pt x="720" y="0"/>
                </a:cubicBezTo>
                <a:cubicBezTo>
                  <a:pt x="720" y="0"/>
                  <a:pt x="720" y="0"/>
                  <a:pt x="720" y="0"/>
                </a:cubicBezTo>
                <a:cubicBezTo>
                  <a:pt x="439" y="0"/>
                  <a:pt x="184" y="114"/>
                  <a:pt x="0" y="298"/>
                </a:cubicBezTo>
                <a:cubicBezTo>
                  <a:pt x="401" y="699"/>
                  <a:pt x="401" y="699"/>
                  <a:pt x="401" y="699"/>
                </a:cubicBezTo>
                <a:cubicBezTo>
                  <a:pt x="482" y="617"/>
                  <a:pt x="595" y="567"/>
                  <a:pt x="720" y="567"/>
                </a:cubicBezTo>
              </a:path>
            </a:pathLst>
          </a:custGeom>
          <a:solidFill>
            <a:schemeClr val="accent4"/>
          </a:solidFill>
          <a:ln>
            <a:noFill/>
          </a:ln>
        </p:spPr>
        <p:txBody>
          <a:bodyPr vert="horz" wrap="square" lIns="45720" tIns="22860" rIns="45720" bIns="22860" numCol="1" anchor="t" anchorCtr="0" compatLnSpc="1"/>
          <a:lstStyle/>
          <a:p>
            <a:endParaRPr lang="en-US" sz="675" dirty="0">
              <a:latin typeface="微软雅黑" panose="020B0503020204020204" charset="-122"/>
            </a:endParaRPr>
          </a:p>
        </p:txBody>
      </p:sp>
      <p:sp>
        <p:nvSpPr>
          <p:cNvPr id="105" name="Freeform 76"/>
          <p:cNvSpPr/>
          <p:nvPr/>
        </p:nvSpPr>
        <p:spPr bwMode="auto">
          <a:xfrm>
            <a:off x="1214038" y="2390280"/>
            <a:ext cx="1235125" cy="1271714"/>
          </a:xfrm>
          <a:custGeom>
            <a:avLst/>
            <a:gdLst>
              <a:gd name="T0" fmla="*/ 699 w 699"/>
              <a:gd name="T1" fmla="*/ 401 h 720"/>
              <a:gd name="T2" fmla="*/ 298 w 699"/>
              <a:gd name="T3" fmla="*/ 0 h 720"/>
              <a:gd name="T4" fmla="*/ 0 w 699"/>
              <a:gd name="T5" fmla="*/ 720 h 720"/>
              <a:gd name="T6" fmla="*/ 566 w 699"/>
              <a:gd name="T7" fmla="*/ 720 h 720"/>
              <a:gd name="T8" fmla="*/ 699 w 699"/>
              <a:gd name="T9" fmla="*/ 401 h 720"/>
            </a:gdLst>
            <a:ahLst/>
            <a:cxnLst>
              <a:cxn ang="0">
                <a:pos x="T0" y="T1"/>
              </a:cxn>
              <a:cxn ang="0">
                <a:pos x="T2" y="T3"/>
              </a:cxn>
              <a:cxn ang="0">
                <a:pos x="T4" y="T5"/>
              </a:cxn>
              <a:cxn ang="0">
                <a:pos x="T6" y="T7"/>
              </a:cxn>
              <a:cxn ang="0">
                <a:pos x="T8" y="T9"/>
              </a:cxn>
            </a:cxnLst>
            <a:rect l="0" t="0" r="r" b="b"/>
            <a:pathLst>
              <a:path w="699" h="720">
                <a:moveTo>
                  <a:pt x="699" y="401"/>
                </a:moveTo>
                <a:cubicBezTo>
                  <a:pt x="298" y="0"/>
                  <a:pt x="298" y="0"/>
                  <a:pt x="298" y="0"/>
                </a:cubicBezTo>
                <a:cubicBezTo>
                  <a:pt x="114" y="185"/>
                  <a:pt x="0" y="439"/>
                  <a:pt x="0" y="720"/>
                </a:cubicBezTo>
                <a:cubicBezTo>
                  <a:pt x="566" y="720"/>
                  <a:pt x="566" y="720"/>
                  <a:pt x="566" y="720"/>
                </a:cubicBezTo>
                <a:cubicBezTo>
                  <a:pt x="566" y="596"/>
                  <a:pt x="617" y="483"/>
                  <a:pt x="699" y="401"/>
                </a:cubicBezTo>
              </a:path>
            </a:pathLst>
          </a:custGeom>
          <a:solidFill>
            <a:schemeClr val="accent6"/>
          </a:solidFill>
          <a:ln>
            <a:noFill/>
          </a:ln>
        </p:spPr>
        <p:txBody>
          <a:bodyPr vert="horz" wrap="square" lIns="45720" tIns="22860" rIns="45720" bIns="22860" numCol="1" anchor="t" anchorCtr="0" compatLnSpc="1"/>
          <a:lstStyle/>
          <a:p>
            <a:endParaRPr lang="en-US" sz="675" dirty="0">
              <a:latin typeface="微软雅黑" panose="020B0503020204020204" charset="-122"/>
            </a:endParaRPr>
          </a:p>
        </p:txBody>
      </p:sp>
      <p:sp>
        <p:nvSpPr>
          <p:cNvPr id="106" name="TextBox 105"/>
          <p:cNvSpPr txBox="1"/>
          <p:nvPr/>
        </p:nvSpPr>
        <p:spPr>
          <a:xfrm>
            <a:off x="5621110" y="1398602"/>
            <a:ext cx="2223770" cy="394970"/>
          </a:xfrm>
          <a:prstGeom prst="rect">
            <a:avLst/>
          </a:prstGeom>
          <a:noFill/>
        </p:spPr>
        <p:txBody>
          <a:bodyPr wrap="none" lIns="91421" tIns="45711" rIns="91421" bIns="45711" rtlCol="0">
            <a:spAutoFit/>
          </a:bodyPr>
          <a:lstStyle/>
          <a:p>
            <a:pPr algn="l"/>
            <a:r>
              <a:rPr lang="id-ID" sz="2000" b="1" dirty="0">
                <a:solidFill>
                  <a:schemeClr val="tx1"/>
                </a:solidFill>
                <a:latin typeface="微软雅黑" panose="020B0503020204020204" charset="-122"/>
              </a:rPr>
              <a:t>单击此处添加标题</a:t>
            </a:r>
          </a:p>
        </p:txBody>
      </p:sp>
      <p:sp>
        <p:nvSpPr>
          <p:cNvPr id="107" name="TextBox 106"/>
          <p:cNvSpPr txBox="1"/>
          <p:nvPr/>
        </p:nvSpPr>
        <p:spPr>
          <a:xfrm>
            <a:off x="5619018" y="1768567"/>
            <a:ext cx="5124459" cy="1294130"/>
          </a:xfrm>
          <a:prstGeom prst="rect">
            <a:avLst/>
          </a:prstGeom>
          <a:noFill/>
        </p:spPr>
        <p:txBody>
          <a:bodyPr wrap="square" lIns="91421" tIns="45711" rIns="91421" bIns="45711" rtlCol="0">
            <a:spAutoFit/>
          </a:bodyPr>
          <a:lstStyle/>
          <a:p>
            <a:pPr>
              <a:lnSpc>
                <a:spcPct val="110000"/>
              </a:lnSpc>
            </a:pPr>
            <a:r>
              <a:rPr lang="en-US" sz="1200" dirty="0">
                <a:solidFill>
                  <a:schemeClr val="tx1"/>
                </a:solidFill>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a:t>
            </a:r>
          </a:p>
          <a:p>
            <a:pPr>
              <a:lnSpc>
                <a:spcPct val="110000"/>
              </a:lnSpc>
            </a:pPr>
            <a:r>
              <a:rPr lang="en-US" sz="1200" dirty="0">
                <a:solidFill>
                  <a:schemeClr val="tx1"/>
                </a:solidFill>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您的内容打在这里，或者通过复制您的文本后，在此框中选择粘贴，并选择只保留文字。您的内容打在这里，或者通过复制您的文本后，在此框中</a:t>
            </a:r>
          </a:p>
        </p:txBody>
      </p:sp>
      <p:sp>
        <p:nvSpPr>
          <p:cNvPr id="108" name="TextBox 107"/>
          <p:cNvSpPr txBox="1"/>
          <p:nvPr/>
        </p:nvSpPr>
        <p:spPr>
          <a:xfrm>
            <a:off x="8550073" y="4002960"/>
            <a:ext cx="1817370" cy="334010"/>
          </a:xfrm>
          <a:prstGeom prst="rect">
            <a:avLst/>
          </a:prstGeom>
          <a:noFill/>
        </p:spPr>
        <p:txBody>
          <a:bodyPr wrap="none" lIns="91421" tIns="45711" rIns="91421" bIns="45711" rtlCol="0">
            <a:spAutoFit/>
          </a:bodyPr>
          <a:lstStyle/>
          <a:p>
            <a:pPr algn="l"/>
            <a:r>
              <a:rPr lang="en-US" sz="1600" b="1" dirty="0">
                <a:solidFill>
                  <a:schemeClr val="tx1"/>
                </a:solidFill>
                <a:latin typeface="微软雅黑" panose="020B0503020204020204" charset="-122"/>
              </a:rPr>
              <a:t>单击此处添加标题</a:t>
            </a:r>
          </a:p>
        </p:txBody>
      </p:sp>
      <p:sp>
        <p:nvSpPr>
          <p:cNvPr id="109" name="TextBox 108"/>
          <p:cNvSpPr txBox="1"/>
          <p:nvPr/>
        </p:nvSpPr>
        <p:spPr>
          <a:xfrm>
            <a:off x="8305968" y="4251057"/>
            <a:ext cx="2614410" cy="510540"/>
          </a:xfrm>
          <a:prstGeom prst="rect">
            <a:avLst/>
          </a:prstGeom>
          <a:noFill/>
        </p:spPr>
        <p:txBody>
          <a:bodyPr wrap="square" lIns="109709" tIns="54855" rIns="109709" bIns="54855" rtlCol="0">
            <a:spAutoFit/>
          </a:bodyPr>
          <a:lstStyle/>
          <a:p>
            <a:pPr>
              <a:lnSpc>
                <a:spcPct val="110000"/>
              </a:lnSpc>
            </a:pPr>
            <a:r>
              <a:rPr lang="en-US" sz="1200" dirty="0">
                <a:solidFill>
                  <a:schemeClr val="tx1"/>
                </a:solidFill>
                <a:latin typeface="微软雅黑" panose="020B0503020204020204" charset="-122"/>
                <a:cs typeface="Aparajita" panose="020B0604020202020204" pitchFamily="34" charset="0"/>
              </a:rPr>
              <a:t>请在此粘贴或者输入您的文字内容请在此粘贴或者输入您的文字内容</a:t>
            </a:r>
          </a:p>
        </p:txBody>
      </p:sp>
      <p:sp>
        <p:nvSpPr>
          <p:cNvPr id="110" name="Oval 109"/>
          <p:cNvSpPr>
            <a:spLocks noChangeAspect="1"/>
          </p:cNvSpPr>
          <p:nvPr/>
        </p:nvSpPr>
        <p:spPr bwMode="auto">
          <a:xfrm>
            <a:off x="8417264" y="4111179"/>
            <a:ext cx="156813" cy="156813"/>
          </a:xfrm>
          <a:prstGeom prst="ellipse">
            <a:avLst/>
          </a:prstGeom>
          <a:solidFill>
            <a:schemeClr val="accent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defTabSz="1828165" fontAlgn="auto">
              <a:spcBef>
                <a:spcPts val="0"/>
              </a:spcBef>
              <a:spcAft>
                <a:spcPts val="0"/>
              </a:spcAft>
              <a:defRPr/>
            </a:pPr>
            <a:endParaRPr lang="en-US" sz="1800" dirty="0">
              <a:solidFill>
                <a:schemeClr val="tx1"/>
              </a:solidFill>
              <a:latin typeface="微软雅黑" panose="020B0503020204020204" charset="-122"/>
            </a:endParaRPr>
          </a:p>
        </p:txBody>
      </p:sp>
      <p:sp>
        <p:nvSpPr>
          <p:cNvPr id="111" name="TextBox 110"/>
          <p:cNvSpPr txBox="1"/>
          <p:nvPr/>
        </p:nvSpPr>
        <p:spPr>
          <a:xfrm>
            <a:off x="5865273" y="4002960"/>
            <a:ext cx="1817370" cy="334010"/>
          </a:xfrm>
          <a:prstGeom prst="rect">
            <a:avLst/>
          </a:prstGeom>
          <a:noFill/>
        </p:spPr>
        <p:txBody>
          <a:bodyPr wrap="none" lIns="91421" tIns="45711" rIns="91421" bIns="45711" rtlCol="0">
            <a:spAutoFit/>
          </a:bodyPr>
          <a:lstStyle/>
          <a:p>
            <a:pPr algn="l"/>
            <a:r>
              <a:rPr lang="en-US" sz="1600" b="1" dirty="0">
                <a:solidFill>
                  <a:schemeClr val="tx1"/>
                </a:solidFill>
                <a:latin typeface="微软雅黑" panose="020B0503020204020204" charset="-122"/>
              </a:rPr>
              <a:t>单击此处添加标题</a:t>
            </a:r>
          </a:p>
        </p:txBody>
      </p:sp>
      <p:sp>
        <p:nvSpPr>
          <p:cNvPr id="112" name="TextBox 111"/>
          <p:cNvSpPr txBox="1"/>
          <p:nvPr/>
        </p:nvSpPr>
        <p:spPr>
          <a:xfrm>
            <a:off x="5621168" y="4251057"/>
            <a:ext cx="2684800" cy="510540"/>
          </a:xfrm>
          <a:prstGeom prst="rect">
            <a:avLst/>
          </a:prstGeom>
          <a:noFill/>
        </p:spPr>
        <p:txBody>
          <a:bodyPr wrap="square" lIns="109709" tIns="54855" rIns="109709" bIns="54855" rtlCol="0">
            <a:spAutoFit/>
          </a:bodyPr>
          <a:lstStyle/>
          <a:p>
            <a:pPr>
              <a:lnSpc>
                <a:spcPct val="110000"/>
              </a:lnSpc>
            </a:pPr>
            <a:r>
              <a:rPr lang="en-US" sz="1200" dirty="0">
                <a:solidFill>
                  <a:schemeClr val="tx1"/>
                </a:solidFill>
                <a:latin typeface="微软雅黑" panose="020B0503020204020204" charset="-122"/>
                <a:cs typeface="Aparajita" panose="020B0604020202020204" pitchFamily="34" charset="0"/>
              </a:rPr>
              <a:t>请在此粘贴或者输入您的文字内容请在此粘贴或者输入您的文字内容</a:t>
            </a:r>
          </a:p>
        </p:txBody>
      </p:sp>
      <p:sp>
        <p:nvSpPr>
          <p:cNvPr id="113" name="Oval 112"/>
          <p:cNvSpPr>
            <a:spLocks noChangeAspect="1"/>
          </p:cNvSpPr>
          <p:nvPr/>
        </p:nvSpPr>
        <p:spPr bwMode="auto">
          <a:xfrm>
            <a:off x="5732464" y="4111179"/>
            <a:ext cx="156813" cy="156813"/>
          </a:xfrm>
          <a:prstGeom prst="ellipse">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defTabSz="1828165" fontAlgn="auto">
              <a:spcBef>
                <a:spcPts val="0"/>
              </a:spcBef>
              <a:spcAft>
                <a:spcPts val="0"/>
              </a:spcAft>
              <a:defRPr/>
            </a:pPr>
            <a:endParaRPr lang="en-US" sz="1800" dirty="0">
              <a:solidFill>
                <a:schemeClr val="tx1"/>
              </a:solidFill>
              <a:latin typeface="微软雅黑" panose="020B0503020204020204" charset="-122"/>
            </a:endParaRPr>
          </a:p>
        </p:txBody>
      </p:sp>
      <p:sp>
        <p:nvSpPr>
          <p:cNvPr id="114" name="TextBox 113"/>
          <p:cNvSpPr txBox="1"/>
          <p:nvPr/>
        </p:nvSpPr>
        <p:spPr>
          <a:xfrm>
            <a:off x="8550073" y="4762437"/>
            <a:ext cx="1817370" cy="334010"/>
          </a:xfrm>
          <a:prstGeom prst="rect">
            <a:avLst/>
          </a:prstGeom>
          <a:noFill/>
        </p:spPr>
        <p:txBody>
          <a:bodyPr wrap="none" lIns="91421" tIns="45711" rIns="91421" bIns="45711" rtlCol="0">
            <a:spAutoFit/>
          </a:bodyPr>
          <a:lstStyle/>
          <a:p>
            <a:pPr algn="l"/>
            <a:r>
              <a:rPr lang="en-US" sz="1600" b="1" dirty="0">
                <a:solidFill>
                  <a:schemeClr val="tx1"/>
                </a:solidFill>
                <a:latin typeface="微软雅黑" panose="020B0503020204020204" charset="-122"/>
              </a:rPr>
              <a:t>单击此处添加标题</a:t>
            </a:r>
          </a:p>
        </p:txBody>
      </p:sp>
      <p:sp>
        <p:nvSpPr>
          <p:cNvPr id="123" name="TextBox 122"/>
          <p:cNvSpPr txBox="1"/>
          <p:nvPr/>
        </p:nvSpPr>
        <p:spPr>
          <a:xfrm>
            <a:off x="8305968" y="5010534"/>
            <a:ext cx="2608769" cy="510540"/>
          </a:xfrm>
          <a:prstGeom prst="rect">
            <a:avLst/>
          </a:prstGeom>
          <a:noFill/>
        </p:spPr>
        <p:txBody>
          <a:bodyPr wrap="square" lIns="109709" tIns="54855" rIns="109709" bIns="54855" rtlCol="0">
            <a:spAutoFit/>
          </a:bodyPr>
          <a:lstStyle/>
          <a:p>
            <a:pPr>
              <a:lnSpc>
                <a:spcPct val="110000"/>
              </a:lnSpc>
            </a:pPr>
            <a:r>
              <a:rPr lang="en-US" sz="1200" dirty="0">
                <a:solidFill>
                  <a:schemeClr val="tx1"/>
                </a:solidFill>
                <a:latin typeface="微软雅黑" panose="020B0503020204020204" charset="-122"/>
                <a:cs typeface="Aparajita" panose="020B0604020202020204" pitchFamily="34" charset="0"/>
              </a:rPr>
              <a:t>请在此粘贴或者输入您的文字内容请在此粘贴或者输入您的文字内容</a:t>
            </a:r>
          </a:p>
        </p:txBody>
      </p:sp>
      <p:sp>
        <p:nvSpPr>
          <p:cNvPr id="124" name="Oval 123"/>
          <p:cNvSpPr>
            <a:spLocks noChangeAspect="1"/>
          </p:cNvSpPr>
          <p:nvPr/>
        </p:nvSpPr>
        <p:spPr bwMode="auto">
          <a:xfrm>
            <a:off x="8417264" y="4870656"/>
            <a:ext cx="156813" cy="156813"/>
          </a:xfrm>
          <a:prstGeom prst="ellipse">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defTabSz="1828165" fontAlgn="auto">
              <a:spcBef>
                <a:spcPts val="0"/>
              </a:spcBef>
              <a:spcAft>
                <a:spcPts val="0"/>
              </a:spcAft>
              <a:defRPr/>
            </a:pPr>
            <a:endParaRPr lang="en-US" sz="1800" dirty="0">
              <a:solidFill>
                <a:schemeClr val="tx1"/>
              </a:solidFill>
              <a:latin typeface="微软雅黑" panose="020B0503020204020204" charset="-122"/>
            </a:endParaRPr>
          </a:p>
        </p:txBody>
      </p:sp>
      <p:sp>
        <p:nvSpPr>
          <p:cNvPr id="125" name="TextBox 124"/>
          <p:cNvSpPr txBox="1"/>
          <p:nvPr/>
        </p:nvSpPr>
        <p:spPr>
          <a:xfrm>
            <a:off x="5865273" y="4762437"/>
            <a:ext cx="1817370" cy="334010"/>
          </a:xfrm>
          <a:prstGeom prst="rect">
            <a:avLst/>
          </a:prstGeom>
          <a:noFill/>
        </p:spPr>
        <p:txBody>
          <a:bodyPr wrap="none" lIns="91421" tIns="45711" rIns="91421" bIns="45711" rtlCol="0">
            <a:spAutoFit/>
          </a:bodyPr>
          <a:lstStyle/>
          <a:p>
            <a:pPr algn="l"/>
            <a:r>
              <a:rPr lang="en-US" sz="1600" b="1" dirty="0">
                <a:solidFill>
                  <a:schemeClr val="tx1"/>
                </a:solidFill>
                <a:latin typeface="微软雅黑" panose="020B0503020204020204" charset="-122"/>
              </a:rPr>
              <a:t>单击此处添加标题</a:t>
            </a:r>
          </a:p>
        </p:txBody>
      </p:sp>
      <p:sp>
        <p:nvSpPr>
          <p:cNvPr id="126" name="TextBox 125"/>
          <p:cNvSpPr txBox="1"/>
          <p:nvPr/>
        </p:nvSpPr>
        <p:spPr>
          <a:xfrm>
            <a:off x="5621168" y="5010534"/>
            <a:ext cx="2684800" cy="510540"/>
          </a:xfrm>
          <a:prstGeom prst="rect">
            <a:avLst/>
          </a:prstGeom>
          <a:noFill/>
        </p:spPr>
        <p:txBody>
          <a:bodyPr wrap="square" lIns="109709" tIns="54855" rIns="109709" bIns="54855" rtlCol="0">
            <a:spAutoFit/>
          </a:bodyPr>
          <a:lstStyle/>
          <a:p>
            <a:pPr>
              <a:lnSpc>
                <a:spcPct val="110000"/>
              </a:lnSpc>
            </a:pPr>
            <a:r>
              <a:rPr lang="en-US" sz="1200" dirty="0">
                <a:solidFill>
                  <a:schemeClr val="tx1"/>
                </a:solidFill>
                <a:latin typeface="微软雅黑" panose="020B0503020204020204" charset="-122"/>
                <a:cs typeface="Aparajita" panose="020B0604020202020204" pitchFamily="34" charset="0"/>
              </a:rPr>
              <a:t>请在此粘贴或者输入您的文字内容请在此粘贴或者输入您的文字内容</a:t>
            </a:r>
          </a:p>
        </p:txBody>
      </p:sp>
      <p:sp>
        <p:nvSpPr>
          <p:cNvPr id="127" name="Oval 126"/>
          <p:cNvSpPr>
            <a:spLocks noChangeAspect="1"/>
          </p:cNvSpPr>
          <p:nvPr/>
        </p:nvSpPr>
        <p:spPr bwMode="auto">
          <a:xfrm>
            <a:off x="5732464" y="4870656"/>
            <a:ext cx="156813" cy="156813"/>
          </a:xfrm>
          <a:prstGeom prst="ellipse">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defTabSz="1828165" fontAlgn="auto">
              <a:spcBef>
                <a:spcPts val="0"/>
              </a:spcBef>
              <a:spcAft>
                <a:spcPts val="0"/>
              </a:spcAft>
              <a:defRPr/>
            </a:pPr>
            <a:endParaRPr lang="en-US" sz="1800" dirty="0">
              <a:solidFill>
                <a:schemeClr val="tx1"/>
              </a:solidFill>
              <a:latin typeface="微软雅黑" panose="020B0503020204020204" charset="-122"/>
            </a:endParaRPr>
          </a:p>
        </p:txBody>
      </p:sp>
      <p:sp>
        <p:nvSpPr>
          <p:cNvPr id="128" name="TextBox 127"/>
          <p:cNvSpPr txBox="1"/>
          <p:nvPr/>
        </p:nvSpPr>
        <p:spPr>
          <a:xfrm>
            <a:off x="8550073" y="3224555"/>
            <a:ext cx="1817370" cy="334010"/>
          </a:xfrm>
          <a:prstGeom prst="rect">
            <a:avLst/>
          </a:prstGeom>
          <a:noFill/>
        </p:spPr>
        <p:txBody>
          <a:bodyPr wrap="none" lIns="91421" tIns="45711" rIns="91421" bIns="45711" rtlCol="0">
            <a:spAutoFit/>
          </a:bodyPr>
          <a:lstStyle/>
          <a:p>
            <a:pPr algn="l"/>
            <a:r>
              <a:rPr lang="en-US" sz="1600" b="1" dirty="0">
                <a:solidFill>
                  <a:schemeClr val="tx1"/>
                </a:solidFill>
                <a:latin typeface="微软雅黑" panose="020B0503020204020204" charset="-122"/>
              </a:rPr>
              <a:t>单击此处添加标题</a:t>
            </a:r>
          </a:p>
        </p:txBody>
      </p:sp>
      <p:sp>
        <p:nvSpPr>
          <p:cNvPr id="129" name="TextBox 128"/>
          <p:cNvSpPr txBox="1"/>
          <p:nvPr/>
        </p:nvSpPr>
        <p:spPr>
          <a:xfrm>
            <a:off x="8305968" y="3472652"/>
            <a:ext cx="2614410" cy="510540"/>
          </a:xfrm>
          <a:prstGeom prst="rect">
            <a:avLst/>
          </a:prstGeom>
          <a:noFill/>
        </p:spPr>
        <p:txBody>
          <a:bodyPr wrap="square" lIns="109709" tIns="54855" rIns="109709" bIns="54855" rtlCol="0">
            <a:spAutoFit/>
          </a:bodyPr>
          <a:lstStyle/>
          <a:p>
            <a:pPr>
              <a:lnSpc>
                <a:spcPct val="110000"/>
              </a:lnSpc>
            </a:pPr>
            <a:r>
              <a:rPr lang="en-US" sz="1200" dirty="0">
                <a:solidFill>
                  <a:schemeClr val="tx1"/>
                </a:solidFill>
                <a:latin typeface="微软雅黑" panose="020B0503020204020204" charset="-122"/>
                <a:cs typeface="Aparajita" panose="020B0604020202020204" pitchFamily="34" charset="0"/>
              </a:rPr>
              <a:t>请在此粘贴或者输入您的文字内容请在此粘贴或者输入您的文字内容</a:t>
            </a:r>
          </a:p>
        </p:txBody>
      </p:sp>
      <p:sp>
        <p:nvSpPr>
          <p:cNvPr id="130" name="Oval 129"/>
          <p:cNvSpPr>
            <a:spLocks noChangeAspect="1"/>
          </p:cNvSpPr>
          <p:nvPr/>
        </p:nvSpPr>
        <p:spPr bwMode="auto">
          <a:xfrm>
            <a:off x="8417264" y="3332774"/>
            <a:ext cx="156813" cy="156813"/>
          </a:xfrm>
          <a:prstGeom prst="ellipse">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defTabSz="1828165" fontAlgn="auto">
              <a:spcBef>
                <a:spcPts val="0"/>
              </a:spcBef>
              <a:spcAft>
                <a:spcPts val="0"/>
              </a:spcAft>
              <a:defRPr/>
            </a:pPr>
            <a:endParaRPr lang="en-US" sz="1800" dirty="0">
              <a:solidFill>
                <a:schemeClr val="tx1"/>
              </a:solidFill>
              <a:latin typeface="微软雅黑" panose="020B0503020204020204" charset="-122"/>
            </a:endParaRPr>
          </a:p>
        </p:txBody>
      </p:sp>
      <p:sp>
        <p:nvSpPr>
          <p:cNvPr id="131" name="TextBox 130"/>
          <p:cNvSpPr txBox="1"/>
          <p:nvPr/>
        </p:nvSpPr>
        <p:spPr>
          <a:xfrm>
            <a:off x="5865273" y="3224555"/>
            <a:ext cx="1817370" cy="334010"/>
          </a:xfrm>
          <a:prstGeom prst="rect">
            <a:avLst/>
          </a:prstGeom>
          <a:noFill/>
        </p:spPr>
        <p:txBody>
          <a:bodyPr wrap="none" lIns="91421" tIns="45711" rIns="91421" bIns="45711" rtlCol="0">
            <a:spAutoFit/>
          </a:bodyPr>
          <a:lstStyle/>
          <a:p>
            <a:pPr algn="l"/>
            <a:r>
              <a:rPr lang="en-US" sz="1600" b="1" dirty="0">
                <a:solidFill>
                  <a:schemeClr val="tx1"/>
                </a:solidFill>
                <a:latin typeface="微软雅黑" panose="020B0503020204020204" charset="-122"/>
              </a:rPr>
              <a:t>单击此处添加标题</a:t>
            </a:r>
          </a:p>
        </p:txBody>
      </p:sp>
      <p:sp>
        <p:nvSpPr>
          <p:cNvPr id="132" name="TextBox 131"/>
          <p:cNvSpPr txBox="1"/>
          <p:nvPr/>
        </p:nvSpPr>
        <p:spPr>
          <a:xfrm>
            <a:off x="5621168" y="3472652"/>
            <a:ext cx="2684800" cy="510540"/>
          </a:xfrm>
          <a:prstGeom prst="rect">
            <a:avLst/>
          </a:prstGeom>
          <a:noFill/>
        </p:spPr>
        <p:txBody>
          <a:bodyPr wrap="square" lIns="109709" tIns="54855" rIns="109709" bIns="54855" rtlCol="0">
            <a:spAutoFit/>
          </a:bodyPr>
          <a:lstStyle/>
          <a:p>
            <a:pPr>
              <a:lnSpc>
                <a:spcPct val="110000"/>
              </a:lnSpc>
            </a:pPr>
            <a:r>
              <a:rPr lang="en-US" sz="1200" dirty="0">
                <a:solidFill>
                  <a:schemeClr val="tx1"/>
                </a:solidFill>
                <a:latin typeface="微软雅黑" panose="020B0503020204020204" charset="-122"/>
                <a:cs typeface="Aparajita" panose="020B0604020202020204" pitchFamily="34" charset="0"/>
              </a:rPr>
              <a:t>请在此粘贴或者输入您的文字内容请在此粘贴或者输入您的文字内容</a:t>
            </a:r>
          </a:p>
        </p:txBody>
      </p:sp>
      <p:sp>
        <p:nvSpPr>
          <p:cNvPr id="133" name="Oval 132"/>
          <p:cNvSpPr>
            <a:spLocks noChangeAspect="1"/>
          </p:cNvSpPr>
          <p:nvPr/>
        </p:nvSpPr>
        <p:spPr bwMode="auto">
          <a:xfrm>
            <a:off x="5732464" y="3332774"/>
            <a:ext cx="156813" cy="156813"/>
          </a:xfrm>
          <a:prstGeom prst="ellipse">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defTabSz="1828165" fontAlgn="auto">
              <a:spcBef>
                <a:spcPts val="0"/>
              </a:spcBef>
              <a:spcAft>
                <a:spcPts val="0"/>
              </a:spcAft>
              <a:defRPr/>
            </a:pPr>
            <a:endParaRPr lang="en-US" sz="1800" dirty="0">
              <a:solidFill>
                <a:schemeClr val="tx1"/>
              </a:solidFill>
              <a:latin typeface="微软雅黑" panose="020B0503020204020204" charset="-122"/>
            </a:endParaRPr>
          </a:p>
        </p:txBody>
      </p:sp>
      <p:sp>
        <p:nvSpPr>
          <p:cNvPr id="134" name="Freeform 37"/>
          <p:cNvSpPr>
            <a:spLocks noChangeArrowheads="1"/>
          </p:cNvSpPr>
          <p:nvPr/>
        </p:nvSpPr>
        <p:spPr bwMode="auto">
          <a:xfrm>
            <a:off x="2237186" y="4644715"/>
            <a:ext cx="513073" cy="450909"/>
          </a:xfrm>
          <a:custGeom>
            <a:avLst/>
            <a:gdLst>
              <a:gd name="T0" fmla="*/ 73 w 634"/>
              <a:gd name="T1" fmla="*/ 162 h 561"/>
              <a:gd name="T2" fmla="*/ 73 w 634"/>
              <a:gd name="T3" fmla="*/ 162 h 561"/>
              <a:gd name="T4" fmla="*/ 544 w 634"/>
              <a:gd name="T5" fmla="*/ 162 h 561"/>
              <a:gd name="T6" fmla="*/ 633 w 634"/>
              <a:gd name="T7" fmla="*/ 89 h 561"/>
              <a:gd name="T8" fmla="*/ 544 w 634"/>
              <a:gd name="T9" fmla="*/ 0 h 561"/>
              <a:gd name="T10" fmla="*/ 73 w 634"/>
              <a:gd name="T11" fmla="*/ 0 h 561"/>
              <a:gd name="T12" fmla="*/ 0 w 634"/>
              <a:gd name="T13" fmla="*/ 89 h 561"/>
              <a:gd name="T14" fmla="*/ 73 w 634"/>
              <a:gd name="T15" fmla="*/ 162 h 561"/>
              <a:gd name="T16" fmla="*/ 73 w 634"/>
              <a:gd name="T17" fmla="*/ 45 h 561"/>
              <a:gd name="T18" fmla="*/ 73 w 634"/>
              <a:gd name="T19" fmla="*/ 45 h 561"/>
              <a:gd name="T20" fmla="*/ 544 w 634"/>
              <a:gd name="T21" fmla="*/ 45 h 561"/>
              <a:gd name="T22" fmla="*/ 588 w 634"/>
              <a:gd name="T23" fmla="*/ 89 h 561"/>
              <a:gd name="T24" fmla="*/ 544 w 634"/>
              <a:gd name="T25" fmla="*/ 118 h 561"/>
              <a:gd name="T26" fmla="*/ 73 w 634"/>
              <a:gd name="T27" fmla="*/ 118 h 561"/>
              <a:gd name="T28" fmla="*/ 44 w 634"/>
              <a:gd name="T29" fmla="*/ 89 h 561"/>
              <a:gd name="T30" fmla="*/ 73 w 634"/>
              <a:gd name="T31" fmla="*/ 45 h 561"/>
              <a:gd name="T32" fmla="*/ 544 w 634"/>
              <a:gd name="T33" fmla="*/ 207 h 561"/>
              <a:gd name="T34" fmla="*/ 544 w 634"/>
              <a:gd name="T35" fmla="*/ 207 h 561"/>
              <a:gd name="T36" fmla="*/ 73 w 634"/>
              <a:gd name="T37" fmla="*/ 207 h 561"/>
              <a:gd name="T38" fmla="*/ 0 w 634"/>
              <a:gd name="T39" fmla="*/ 280 h 561"/>
              <a:gd name="T40" fmla="*/ 73 w 634"/>
              <a:gd name="T41" fmla="*/ 354 h 561"/>
              <a:gd name="T42" fmla="*/ 544 w 634"/>
              <a:gd name="T43" fmla="*/ 354 h 561"/>
              <a:gd name="T44" fmla="*/ 633 w 634"/>
              <a:gd name="T45" fmla="*/ 280 h 561"/>
              <a:gd name="T46" fmla="*/ 544 w 634"/>
              <a:gd name="T47" fmla="*/ 207 h 561"/>
              <a:gd name="T48" fmla="*/ 544 w 634"/>
              <a:gd name="T49" fmla="*/ 324 h 561"/>
              <a:gd name="T50" fmla="*/ 544 w 634"/>
              <a:gd name="T51" fmla="*/ 324 h 561"/>
              <a:gd name="T52" fmla="*/ 73 w 634"/>
              <a:gd name="T53" fmla="*/ 324 h 561"/>
              <a:gd name="T54" fmla="*/ 44 w 634"/>
              <a:gd name="T55" fmla="*/ 280 h 561"/>
              <a:gd name="T56" fmla="*/ 73 w 634"/>
              <a:gd name="T57" fmla="*/ 236 h 561"/>
              <a:gd name="T58" fmla="*/ 544 w 634"/>
              <a:gd name="T59" fmla="*/ 236 h 561"/>
              <a:gd name="T60" fmla="*/ 588 w 634"/>
              <a:gd name="T61" fmla="*/ 280 h 561"/>
              <a:gd name="T62" fmla="*/ 544 w 634"/>
              <a:gd name="T63" fmla="*/ 324 h 561"/>
              <a:gd name="T64" fmla="*/ 544 w 634"/>
              <a:gd name="T65" fmla="*/ 398 h 561"/>
              <a:gd name="T66" fmla="*/ 544 w 634"/>
              <a:gd name="T67" fmla="*/ 398 h 561"/>
              <a:gd name="T68" fmla="*/ 73 w 634"/>
              <a:gd name="T69" fmla="*/ 398 h 561"/>
              <a:gd name="T70" fmla="*/ 0 w 634"/>
              <a:gd name="T71" fmla="*/ 471 h 561"/>
              <a:gd name="T72" fmla="*/ 73 w 634"/>
              <a:gd name="T73" fmla="*/ 560 h 561"/>
              <a:gd name="T74" fmla="*/ 544 w 634"/>
              <a:gd name="T75" fmla="*/ 560 h 561"/>
              <a:gd name="T76" fmla="*/ 633 w 634"/>
              <a:gd name="T77" fmla="*/ 471 h 561"/>
              <a:gd name="T78" fmla="*/ 544 w 634"/>
              <a:gd name="T79" fmla="*/ 398 h 561"/>
              <a:gd name="T80" fmla="*/ 544 w 634"/>
              <a:gd name="T81" fmla="*/ 516 h 561"/>
              <a:gd name="T82" fmla="*/ 544 w 634"/>
              <a:gd name="T83" fmla="*/ 516 h 561"/>
              <a:gd name="T84" fmla="*/ 73 w 634"/>
              <a:gd name="T85" fmla="*/ 516 h 561"/>
              <a:gd name="T86" fmla="*/ 44 w 634"/>
              <a:gd name="T87" fmla="*/ 471 h 561"/>
              <a:gd name="T88" fmla="*/ 73 w 634"/>
              <a:gd name="T89" fmla="*/ 442 h 561"/>
              <a:gd name="T90" fmla="*/ 544 w 634"/>
              <a:gd name="T91" fmla="*/ 442 h 561"/>
              <a:gd name="T92" fmla="*/ 588 w 634"/>
              <a:gd name="T93" fmla="*/ 471 h 561"/>
              <a:gd name="T94" fmla="*/ 544 w 634"/>
              <a:gd name="T95" fmla="*/ 516 h 5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34" h="561">
                <a:moveTo>
                  <a:pt x="73" y="162"/>
                </a:moveTo>
                <a:lnTo>
                  <a:pt x="73" y="162"/>
                </a:lnTo>
                <a:cubicBezTo>
                  <a:pt x="544" y="162"/>
                  <a:pt x="544" y="162"/>
                  <a:pt x="544" y="162"/>
                </a:cubicBezTo>
                <a:cubicBezTo>
                  <a:pt x="588" y="162"/>
                  <a:pt x="633" y="133"/>
                  <a:pt x="633" y="89"/>
                </a:cubicBezTo>
                <a:cubicBezTo>
                  <a:pt x="633" y="45"/>
                  <a:pt x="588" y="0"/>
                  <a:pt x="544" y="0"/>
                </a:cubicBezTo>
                <a:cubicBezTo>
                  <a:pt x="73" y="0"/>
                  <a:pt x="73" y="0"/>
                  <a:pt x="73" y="0"/>
                </a:cubicBezTo>
                <a:cubicBezTo>
                  <a:pt x="29" y="0"/>
                  <a:pt x="0" y="45"/>
                  <a:pt x="0" y="89"/>
                </a:cubicBezTo>
                <a:cubicBezTo>
                  <a:pt x="0" y="133"/>
                  <a:pt x="29" y="162"/>
                  <a:pt x="73" y="162"/>
                </a:cubicBezTo>
                <a:close/>
                <a:moveTo>
                  <a:pt x="73" y="45"/>
                </a:moveTo>
                <a:lnTo>
                  <a:pt x="73" y="45"/>
                </a:lnTo>
                <a:cubicBezTo>
                  <a:pt x="544" y="45"/>
                  <a:pt x="544" y="45"/>
                  <a:pt x="544" y="45"/>
                </a:cubicBezTo>
                <a:cubicBezTo>
                  <a:pt x="574" y="45"/>
                  <a:pt x="588" y="59"/>
                  <a:pt x="588" y="89"/>
                </a:cubicBezTo>
                <a:cubicBezTo>
                  <a:pt x="588" y="103"/>
                  <a:pt x="574" y="118"/>
                  <a:pt x="544" y="118"/>
                </a:cubicBezTo>
                <a:cubicBezTo>
                  <a:pt x="73" y="118"/>
                  <a:pt x="73" y="118"/>
                  <a:pt x="73" y="118"/>
                </a:cubicBezTo>
                <a:cubicBezTo>
                  <a:pt x="58" y="118"/>
                  <a:pt x="44" y="103"/>
                  <a:pt x="44" y="89"/>
                </a:cubicBezTo>
                <a:cubicBezTo>
                  <a:pt x="44" y="59"/>
                  <a:pt x="58" y="45"/>
                  <a:pt x="73" y="45"/>
                </a:cubicBezTo>
                <a:close/>
                <a:moveTo>
                  <a:pt x="544" y="207"/>
                </a:moveTo>
                <a:lnTo>
                  <a:pt x="544" y="207"/>
                </a:lnTo>
                <a:cubicBezTo>
                  <a:pt x="73" y="207"/>
                  <a:pt x="73" y="207"/>
                  <a:pt x="73" y="207"/>
                </a:cubicBezTo>
                <a:cubicBezTo>
                  <a:pt x="29" y="207"/>
                  <a:pt x="0" y="236"/>
                  <a:pt x="0" y="280"/>
                </a:cubicBezTo>
                <a:cubicBezTo>
                  <a:pt x="0" y="324"/>
                  <a:pt x="29" y="354"/>
                  <a:pt x="73" y="354"/>
                </a:cubicBezTo>
                <a:cubicBezTo>
                  <a:pt x="544" y="354"/>
                  <a:pt x="544" y="354"/>
                  <a:pt x="544" y="354"/>
                </a:cubicBezTo>
                <a:cubicBezTo>
                  <a:pt x="588" y="354"/>
                  <a:pt x="633" y="324"/>
                  <a:pt x="633" y="280"/>
                </a:cubicBezTo>
                <a:cubicBezTo>
                  <a:pt x="633" y="236"/>
                  <a:pt x="588" y="207"/>
                  <a:pt x="544" y="207"/>
                </a:cubicBezTo>
                <a:close/>
                <a:moveTo>
                  <a:pt x="544" y="324"/>
                </a:moveTo>
                <a:lnTo>
                  <a:pt x="544" y="324"/>
                </a:lnTo>
                <a:cubicBezTo>
                  <a:pt x="73" y="324"/>
                  <a:pt x="73" y="324"/>
                  <a:pt x="73" y="324"/>
                </a:cubicBezTo>
                <a:cubicBezTo>
                  <a:pt x="58" y="324"/>
                  <a:pt x="44" y="295"/>
                  <a:pt x="44" y="280"/>
                </a:cubicBezTo>
                <a:cubicBezTo>
                  <a:pt x="44" y="265"/>
                  <a:pt x="58" y="236"/>
                  <a:pt x="73" y="236"/>
                </a:cubicBezTo>
                <a:cubicBezTo>
                  <a:pt x="544" y="236"/>
                  <a:pt x="544" y="236"/>
                  <a:pt x="544" y="236"/>
                </a:cubicBezTo>
                <a:cubicBezTo>
                  <a:pt x="574" y="236"/>
                  <a:pt x="588" y="265"/>
                  <a:pt x="588" y="280"/>
                </a:cubicBezTo>
                <a:cubicBezTo>
                  <a:pt x="588" y="295"/>
                  <a:pt x="574" y="324"/>
                  <a:pt x="544" y="324"/>
                </a:cubicBezTo>
                <a:close/>
                <a:moveTo>
                  <a:pt x="544" y="398"/>
                </a:moveTo>
                <a:lnTo>
                  <a:pt x="544" y="398"/>
                </a:lnTo>
                <a:cubicBezTo>
                  <a:pt x="73" y="398"/>
                  <a:pt x="73" y="398"/>
                  <a:pt x="73" y="398"/>
                </a:cubicBezTo>
                <a:cubicBezTo>
                  <a:pt x="29" y="398"/>
                  <a:pt x="0" y="428"/>
                  <a:pt x="0" y="471"/>
                </a:cubicBezTo>
                <a:cubicBezTo>
                  <a:pt x="0" y="516"/>
                  <a:pt x="29" y="560"/>
                  <a:pt x="73" y="560"/>
                </a:cubicBezTo>
                <a:cubicBezTo>
                  <a:pt x="544" y="560"/>
                  <a:pt x="544" y="560"/>
                  <a:pt x="544" y="560"/>
                </a:cubicBezTo>
                <a:cubicBezTo>
                  <a:pt x="588" y="560"/>
                  <a:pt x="633" y="516"/>
                  <a:pt x="633" y="471"/>
                </a:cubicBezTo>
                <a:cubicBezTo>
                  <a:pt x="633" y="428"/>
                  <a:pt x="588" y="398"/>
                  <a:pt x="544" y="398"/>
                </a:cubicBezTo>
                <a:close/>
                <a:moveTo>
                  <a:pt x="544" y="516"/>
                </a:moveTo>
                <a:lnTo>
                  <a:pt x="544" y="516"/>
                </a:lnTo>
                <a:cubicBezTo>
                  <a:pt x="73" y="516"/>
                  <a:pt x="73" y="516"/>
                  <a:pt x="73" y="516"/>
                </a:cubicBezTo>
                <a:cubicBezTo>
                  <a:pt x="58" y="516"/>
                  <a:pt x="44" y="501"/>
                  <a:pt x="44" y="471"/>
                </a:cubicBezTo>
                <a:cubicBezTo>
                  <a:pt x="44" y="457"/>
                  <a:pt x="58" y="442"/>
                  <a:pt x="73" y="442"/>
                </a:cubicBezTo>
                <a:cubicBezTo>
                  <a:pt x="544" y="442"/>
                  <a:pt x="544" y="442"/>
                  <a:pt x="544" y="442"/>
                </a:cubicBezTo>
                <a:cubicBezTo>
                  <a:pt x="574" y="442"/>
                  <a:pt x="588" y="457"/>
                  <a:pt x="588" y="471"/>
                </a:cubicBezTo>
                <a:cubicBezTo>
                  <a:pt x="588" y="501"/>
                  <a:pt x="574" y="516"/>
                  <a:pt x="544" y="516"/>
                </a:cubicBezTo>
                <a:close/>
              </a:path>
            </a:pathLst>
          </a:custGeom>
          <a:solidFill>
            <a:schemeClr val="bg1"/>
          </a:solidFill>
          <a:ln>
            <a:noFill/>
          </a:ln>
          <a:effectLst/>
        </p:spPr>
        <p:txBody>
          <a:bodyPr wrap="none" lIns="121898" tIns="60949" rIns="121898" bIns="60949" anchor="ctr"/>
          <a:lstStyle/>
          <a:p>
            <a:pPr>
              <a:defRPr/>
            </a:pPr>
            <a:endParaRPr lang="en-US" sz="1800" dirty="0">
              <a:latin typeface="微软雅黑" panose="020B0503020204020204" charset="-122"/>
              <a:ea typeface="+mn-ea"/>
              <a:cs typeface="+mn-cs"/>
            </a:endParaRPr>
          </a:p>
        </p:txBody>
      </p:sp>
      <p:sp>
        <p:nvSpPr>
          <p:cNvPr id="135" name="Freeform 70"/>
          <p:cNvSpPr>
            <a:spLocks noChangeArrowheads="1"/>
          </p:cNvSpPr>
          <p:nvPr/>
        </p:nvSpPr>
        <p:spPr bwMode="auto">
          <a:xfrm>
            <a:off x="3968046" y="3893879"/>
            <a:ext cx="513071" cy="501341"/>
          </a:xfrm>
          <a:custGeom>
            <a:avLst/>
            <a:gdLst>
              <a:gd name="T0" fmla="*/ 633 w 634"/>
              <a:gd name="T1" fmla="*/ 235 h 619"/>
              <a:gd name="T2" fmla="*/ 412 w 634"/>
              <a:gd name="T3" fmla="*/ 206 h 619"/>
              <a:gd name="T4" fmla="*/ 309 w 634"/>
              <a:gd name="T5" fmla="*/ 0 h 619"/>
              <a:gd name="T6" fmla="*/ 220 w 634"/>
              <a:gd name="T7" fmla="*/ 206 h 619"/>
              <a:gd name="T8" fmla="*/ 0 w 634"/>
              <a:gd name="T9" fmla="*/ 235 h 619"/>
              <a:gd name="T10" fmla="*/ 162 w 634"/>
              <a:gd name="T11" fmla="*/ 398 h 619"/>
              <a:gd name="T12" fmla="*/ 117 w 634"/>
              <a:gd name="T13" fmla="*/ 618 h 619"/>
              <a:gd name="T14" fmla="*/ 309 w 634"/>
              <a:gd name="T15" fmla="*/ 515 h 619"/>
              <a:gd name="T16" fmla="*/ 515 w 634"/>
              <a:gd name="T17" fmla="*/ 618 h 619"/>
              <a:gd name="T18" fmla="*/ 471 w 634"/>
              <a:gd name="T19" fmla="*/ 398 h 619"/>
              <a:gd name="T20" fmla="*/ 633 w 634"/>
              <a:gd name="T21" fmla="*/ 235 h 619"/>
              <a:gd name="T22" fmla="*/ 309 w 634"/>
              <a:gd name="T23" fmla="*/ 471 h 619"/>
              <a:gd name="T24" fmla="*/ 162 w 634"/>
              <a:gd name="T25" fmla="*/ 545 h 619"/>
              <a:gd name="T26" fmla="*/ 191 w 634"/>
              <a:gd name="T27" fmla="*/ 382 h 619"/>
              <a:gd name="T28" fmla="*/ 73 w 634"/>
              <a:gd name="T29" fmla="*/ 265 h 619"/>
              <a:gd name="T30" fmla="*/ 235 w 634"/>
              <a:gd name="T31" fmla="*/ 235 h 619"/>
              <a:gd name="T32" fmla="*/ 309 w 634"/>
              <a:gd name="T33" fmla="*/ 73 h 619"/>
              <a:gd name="T34" fmla="*/ 383 w 634"/>
              <a:gd name="T35" fmla="*/ 235 h 619"/>
              <a:gd name="T36" fmla="*/ 559 w 634"/>
              <a:gd name="T37" fmla="*/ 265 h 619"/>
              <a:gd name="T38" fmla="*/ 426 w 634"/>
              <a:gd name="T39" fmla="*/ 382 h 619"/>
              <a:gd name="T40" fmla="*/ 456 w 634"/>
              <a:gd name="T41" fmla="*/ 559 h 619"/>
              <a:gd name="T42" fmla="*/ 309 w 634"/>
              <a:gd name="T43" fmla="*/ 471 h 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34" h="619">
                <a:moveTo>
                  <a:pt x="633" y="235"/>
                </a:moveTo>
                <a:lnTo>
                  <a:pt x="412" y="206"/>
                </a:lnTo>
                <a:lnTo>
                  <a:pt x="309" y="0"/>
                </a:lnTo>
                <a:lnTo>
                  <a:pt x="220" y="206"/>
                </a:lnTo>
                <a:lnTo>
                  <a:pt x="0" y="235"/>
                </a:lnTo>
                <a:lnTo>
                  <a:pt x="162" y="398"/>
                </a:lnTo>
                <a:lnTo>
                  <a:pt x="117" y="618"/>
                </a:lnTo>
                <a:lnTo>
                  <a:pt x="309" y="515"/>
                </a:lnTo>
                <a:lnTo>
                  <a:pt x="515" y="618"/>
                </a:lnTo>
                <a:lnTo>
                  <a:pt x="471" y="398"/>
                </a:lnTo>
                <a:lnTo>
                  <a:pt x="633" y="235"/>
                </a:lnTo>
                <a:close/>
                <a:moveTo>
                  <a:pt x="309" y="471"/>
                </a:moveTo>
                <a:lnTo>
                  <a:pt x="162" y="545"/>
                </a:lnTo>
                <a:lnTo>
                  <a:pt x="191" y="382"/>
                </a:lnTo>
                <a:lnTo>
                  <a:pt x="73" y="265"/>
                </a:lnTo>
                <a:lnTo>
                  <a:pt x="235" y="235"/>
                </a:lnTo>
                <a:lnTo>
                  <a:pt x="309" y="73"/>
                </a:lnTo>
                <a:lnTo>
                  <a:pt x="383" y="235"/>
                </a:lnTo>
                <a:lnTo>
                  <a:pt x="559" y="265"/>
                </a:lnTo>
                <a:lnTo>
                  <a:pt x="426" y="382"/>
                </a:lnTo>
                <a:lnTo>
                  <a:pt x="456" y="559"/>
                </a:lnTo>
                <a:lnTo>
                  <a:pt x="309" y="471"/>
                </a:lnTo>
                <a:close/>
              </a:path>
            </a:pathLst>
          </a:custGeom>
          <a:solidFill>
            <a:schemeClr val="bg1"/>
          </a:solidFill>
          <a:ln>
            <a:noFill/>
          </a:ln>
          <a:effectLst/>
        </p:spPr>
        <p:txBody>
          <a:bodyPr wrap="none" lIns="121898" tIns="60949" rIns="121898" bIns="60949" anchor="ctr"/>
          <a:lstStyle/>
          <a:p>
            <a:pPr>
              <a:defRPr/>
            </a:pPr>
            <a:endParaRPr lang="en-US" sz="1800" dirty="0">
              <a:latin typeface="微软雅黑" panose="020B0503020204020204" charset="-122"/>
              <a:ea typeface="+mn-ea"/>
              <a:cs typeface="+mn-cs"/>
            </a:endParaRPr>
          </a:p>
        </p:txBody>
      </p:sp>
      <p:sp>
        <p:nvSpPr>
          <p:cNvPr id="136" name="Freeform 96"/>
          <p:cNvSpPr>
            <a:spLocks noChangeArrowheads="1"/>
          </p:cNvSpPr>
          <p:nvPr/>
        </p:nvSpPr>
        <p:spPr bwMode="auto">
          <a:xfrm>
            <a:off x="1566932" y="2930368"/>
            <a:ext cx="513071" cy="501339"/>
          </a:xfrm>
          <a:custGeom>
            <a:avLst/>
            <a:gdLst>
              <a:gd name="T0" fmla="*/ 516 w 634"/>
              <a:gd name="T1" fmla="*/ 0 h 619"/>
              <a:gd name="T2" fmla="*/ 516 w 634"/>
              <a:gd name="T3" fmla="*/ 0 h 619"/>
              <a:gd name="T4" fmla="*/ 118 w 634"/>
              <a:gd name="T5" fmla="*/ 0 h 619"/>
              <a:gd name="T6" fmla="*/ 0 w 634"/>
              <a:gd name="T7" fmla="*/ 191 h 619"/>
              <a:gd name="T8" fmla="*/ 0 w 634"/>
              <a:gd name="T9" fmla="*/ 265 h 619"/>
              <a:gd name="T10" fmla="*/ 30 w 634"/>
              <a:gd name="T11" fmla="*/ 323 h 619"/>
              <a:gd name="T12" fmla="*/ 30 w 634"/>
              <a:gd name="T13" fmla="*/ 544 h 619"/>
              <a:gd name="T14" fmla="*/ 103 w 634"/>
              <a:gd name="T15" fmla="*/ 618 h 619"/>
              <a:gd name="T16" fmla="*/ 530 w 634"/>
              <a:gd name="T17" fmla="*/ 618 h 619"/>
              <a:gd name="T18" fmla="*/ 619 w 634"/>
              <a:gd name="T19" fmla="*/ 544 h 619"/>
              <a:gd name="T20" fmla="*/ 619 w 634"/>
              <a:gd name="T21" fmla="*/ 323 h 619"/>
              <a:gd name="T22" fmla="*/ 633 w 634"/>
              <a:gd name="T23" fmla="*/ 265 h 619"/>
              <a:gd name="T24" fmla="*/ 633 w 634"/>
              <a:gd name="T25" fmla="*/ 191 h 619"/>
              <a:gd name="T26" fmla="*/ 516 w 634"/>
              <a:gd name="T27" fmla="*/ 0 h 619"/>
              <a:gd name="T28" fmla="*/ 575 w 634"/>
              <a:gd name="T29" fmla="*/ 544 h 619"/>
              <a:gd name="T30" fmla="*/ 575 w 634"/>
              <a:gd name="T31" fmla="*/ 544 h 619"/>
              <a:gd name="T32" fmla="*/ 530 w 634"/>
              <a:gd name="T33" fmla="*/ 589 h 619"/>
              <a:gd name="T34" fmla="*/ 103 w 634"/>
              <a:gd name="T35" fmla="*/ 589 h 619"/>
              <a:gd name="T36" fmla="*/ 59 w 634"/>
              <a:gd name="T37" fmla="*/ 544 h 619"/>
              <a:gd name="T38" fmla="*/ 59 w 634"/>
              <a:gd name="T39" fmla="*/ 500 h 619"/>
              <a:gd name="T40" fmla="*/ 575 w 634"/>
              <a:gd name="T41" fmla="*/ 500 h 619"/>
              <a:gd name="T42" fmla="*/ 575 w 634"/>
              <a:gd name="T43" fmla="*/ 544 h 619"/>
              <a:gd name="T44" fmla="*/ 575 w 634"/>
              <a:gd name="T45" fmla="*/ 471 h 619"/>
              <a:gd name="T46" fmla="*/ 575 w 634"/>
              <a:gd name="T47" fmla="*/ 471 h 619"/>
              <a:gd name="T48" fmla="*/ 59 w 634"/>
              <a:gd name="T49" fmla="*/ 471 h 619"/>
              <a:gd name="T50" fmla="*/ 59 w 634"/>
              <a:gd name="T51" fmla="*/ 353 h 619"/>
              <a:gd name="T52" fmla="*/ 103 w 634"/>
              <a:gd name="T53" fmla="*/ 353 h 619"/>
              <a:gd name="T54" fmla="*/ 177 w 634"/>
              <a:gd name="T55" fmla="*/ 294 h 619"/>
              <a:gd name="T56" fmla="*/ 251 w 634"/>
              <a:gd name="T57" fmla="*/ 353 h 619"/>
              <a:gd name="T58" fmla="*/ 324 w 634"/>
              <a:gd name="T59" fmla="*/ 309 h 619"/>
              <a:gd name="T60" fmla="*/ 398 w 634"/>
              <a:gd name="T61" fmla="*/ 353 h 619"/>
              <a:gd name="T62" fmla="*/ 471 w 634"/>
              <a:gd name="T63" fmla="*/ 294 h 619"/>
              <a:gd name="T64" fmla="*/ 530 w 634"/>
              <a:gd name="T65" fmla="*/ 353 h 619"/>
              <a:gd name="T66" fmla="*/ 575 w 634"/>
              <a:gd name="T67" fmla="*/ 353 h 619"/>
              <a:gd name="T68" fmla="*/ 575 w 634"/>
              <a:gd name="T69" fmla="*/ 471 h 619"/>
              <a:gd name="T70" fmla="*/ 589 w 634"/>
              <a:gd name="T71" fmla="*/ 265 h 619"/>
              <a:gd name="T72" fmla="*/ 589 w 634"/>
              <a:gd name="T73" fmla="*/ 265 h 619"/>
              <a:gd name="T74" fmla="*/ 530 w 634"/>
              <a:gd name="T75" fmla="*/ 309 h 619"/>
              <a:gd name="T76" fmla="*/ 471 w 634"/>
              <a:gd name="T77" fmla="*/ 265 h 619"/>
              <a:gd name="T78" fmla="*/ 457 w 634"/>
              <a:gd name="T79" fmla="*/ 265 h 619"/>
              <a:gd name="T80" fmla="*/ 398 w 634"/>
              <a:gd name="T81" fmla="*/ 309 h 619"/>
              <a:gd name="T82" fmla="*/ 324 w 634"/>
              <a:gd name="T83" fmla="*/ 265 h 619"/>
              <a:gd name="T84" fmla="*/ 310 w 634"/>
              <a:gd name="T85" fmla="*/ 265 h 619"/>
              <a:gd name="T86" fmla="*/ 251 w 634"/>
              <a:gd name="T87" fmla="*/ 309 h 619"/>
              <a:gd name="T88" fmla="*/ 177 w 634"/>
              <a:gd name="T89" fmla="*/ 265 h 619"/>
              <a:gd name="T90" fmla="*/ 162 w 634"/>
              <a:gd name="T91" fmla="*/ 265 h 619"/>
              <a:gd name="T92" fmla="*/ 103 w 634"/>
              <a:gd name="T93" fmla="*/ 309 h 619"/>
              <a:gd name="T94" fmla="*/ 45 w 634"/>
              <a:gd name="T95" fmla="*/ 265 h 619"/>
              <a:gd name="T96" fmla="*/ 45 w 634"/>
              <a:gd name="T97" fmla="*/ 235 h 619"/>
              <a:gd name="T98" fmla="*/ 589 w 634"/>
              <a:gd name="T99" fmla="*/ 235 h 619"/>
              <a:gd name="T100" fmla="*/ 589 w 634"/>
              <a:gd name="T101" fmla="*/ 265 h 619"/>
              <a:gd name="T102" fmla="*/ 45 w 634"/>
              <a:gd name="T103" fmla="*/ 191 h 619"/>
              <a:gd name="T104" fmla="*/ 45 w 634"/>
              <a:gd name="T105" fmla="*/ 191 h 619"/>
              <a:gd name="T106" fmla="*/ 133 w 634"/>
              <a:gd name="T107" fmla="*/ 29 h 619"/>
              <a:gd name="T108" fmla="*/ 501 w 634"/>
              <a:gd name="T109" fmla="*/ 29 h 619"/>
              <a:gd name="T110" fmla="*/ 589 w 634"/>
              <a:gd name="T111" fmla="*/ 191 h 619"/>
              <a:gd name="T112" fmla="*/ 45 w 634"/>
              <a:gd name="T113" fmla="*/ 191 h 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34" h="619">
                <a:moveTo>
                  <a:pt x="516" y="0"/>
                </a:moveTo>
                <a:lnTo>
                  <a:pt x="516" y="0"/>
                </a:lnTo>
                <a:cubicBezTo>
                  <a:pt x="118" y="0"/>
                  <a:pt x="118" y="0"/>
                  <a:pt x="118" y="0"/>
                </a:cubicBezTo>
                <a:cubicBezTo>
                  <a:pt x="0" y="191"/>
                  <a:pt x="0" y="191"/>
                  <a:pt x="0" y="191"/>
                </a:cubicBezTo>
                <a:lnTo>
                  <a:pt x="0" y="265"/>
                </a:lnTo>
                <a:cubicBezTo>
                  <a:pt x="0" y="294"/>
                  <a:pt x="15" y="309"/>
                  <a:pt x="30" y="323"/>
                </a:cubicBezTo>
                <a:cubicBezTo>
                  <a:pt x="30" y="544"/>
                  <a:pt x="30" y="544"/>
                  <a:pt x="30" y="544"/>
                </a:cubicBezTo>
                <a:cubicBezTo>
                  <a:pt x="30" y="589"/>
                  <a:pt x="59" y="618"/>
                  <a:pt x="103" y="618"/>
                </a:cubicBezTo>
                <a:cubicBezTo>
                  <a:pt x="530" y="618"/>
                  <a:pt x="530" y="618"/>
                  <a:pt x="530" y="618"/>
                </a:cubicBezTo>
                <a:cubicBezTo>
                  <a:pt x="575" y="618"/>
                  <a:pt x="619" y="589"/>
                  <a:pt x="619" y="544"/>
                </a:cubicBezTo>
                <a:cubicBezTo>
                  <a:pt x="619" y="323"/>
                  <a:pt x="619" y="323"/>
                  <a:pt x="619" y="323"/>
                </a:cubicBezTo>
                <a:cubicBezTo>
                  <a:pt x="633" y="309"/>
                  <a:pt x="633" y="294"/>
                  <a:pt x="633" y="265"/>
                </a:cubicBezTo>
                <a:cubicBezTo>
                  <a:pt x="633" y="250"/>
                  <a:pt x="633" y="191"/>
                  <a:pt x="633" y="191"/>
                </a:cubicBezTo>
                <a:lnTo>
                  <a:pt x="516" y="0"/>
                </a:lnTo>
                <a:close/>
                <a:moveTo>
                  <a:pt x="575" y="544"/>
                </a:moveTo>
                <a:lnTo>
                  <a:pt x="575" y="544"/>
                </a:lnTo>
                <a:cubicBezTo>
                  <a:pt x="575" y="559"/>
                  <a:pt x="560" y="589"/>
                  <a:pt x="530" y="589"/>
                </a:cubicBezTo>
                <a:cubicBezTo>
                  <a:pt x="103" y="589"/>
                  <a:pt x="103" y="589"/>
                  <a:pt x="103" y="589"/>
                </a:cubicBezTo>
                <a:cubicBezTo>
                  <a:pt x="89" y="589"/>
                  <a:pt x="59" y="559"/>
                  <a:pt x="59" y="544"/>
                </a:cubicBezTo>
                <a:cubicBezTo>
                  <a:pt x="59" y="500"/>
                  <a:pt x="59" y="500"/>
                  <a:pt x="59" y="500"/>
                </a:cubicBezTo>
                <a:cubicBezTo>
                  <a:pt x="575" y="500"/>
                  <a:pt x="575" y="500"/>
                  <a:pt x="575" y="500"/>
                </a:cubicBezTo>
                <a:lnTo>
                  <a:pt x="575" y="544"/>
                </a:lnTo>
                <a:close/>
                <a:moveTo>
                  <a:pt x="575" y="471"/>
                </a:moveTo>
                <a:lnTo>
                  <a:pt x="575" y="471"/>
                </a:lnTo>
                <a:cubicBezTo>
                  <a:pt x="59" y="471"/>
                  <a:pt x="59" y="471"/>
                  <a:pt x="59" y="471"/>
                </a:cubicBezTo>
                <a:cubicBezTo>
                  <a:pt x="59" y="353"/>
                  <a:pt x="59" y="353"/>
                  <a:pt x="59" y="353"/>
                </a:cubicBezTo>
                <a:cubicBezTo>
                  <a:pt x="74" y="353"/>
                  <a:pt x="89" y="353"/>
                  <a:pt x="103" y="353"/>
                </a:cubicBezTo>
                <a:cubicBezTo>
                  <a:pt x="118" y="353"/>
                  <a:pt x="162" y="323"/>
                  <a:pt x="177" y="294"/>
                </a:cubicBezTo>
                <a:cubicBezTo>
                  <a:pt x="192" y="323"/>
                  <a:pt x="221" y="353"/>
                  <a:pt x="251" y="353"/>
                </a:cubicBezTo>
                <a:cubicBezTo>
                  <a:pt x="280" y="353"/>
                  <a:pt x="310" y="323"/>
                  <a:pt x="324" y="309"/>
                </a:cubicBezTo>
                <a:cubicBezTo>
                  <a:pt x="324" y="323"/>
                  <a:pt x="369" y="353"/>
                  <a:pt x="398" y="353"/>
                </a:cubicBezTo>
                <a:cubicBezTo>
                  <a:pt x="428" y="353"/>
                  <a:pt x="457" y="323"/>
                  <a:pt x="471" y="294"/>
                </a:cubicBezTo>
                <a:cubicBezTo>
                  <a:pt x="486" y="323"/>
                  <a:pt x="501" y="353"/>
                  <a:pt x="530" y="353"/>
                </a:cubicBezTo>
                <a:cubicBezTo>
                  <a:pt x="545" y="353"/>
                  <a:pt x="575" y="353"/>
                  <a:pt x="575" y="353"/>
                </a:cubicBezTo>
                <a:lnTo>
                  <a:pt x="575" y="471"/>
                </a:lnTo>
                <a:close/>
                <a:moveTo>
                  <a:pt x="589" y="265"/>
                </a:moveTo>
                <a:lnTo>
                  <a:pt x="589" y="265"/>
                </a:lnTo>
                <a:cubicBezTo>
                  <a:pt x="589" y="294"/>
                  <a:pt x="560" y="309"/>
                  <a:pt x="530" y="309"/>
                </a:cubicBezTo>
                <a:cubicBezTo>
                  <a:pt x="501" y="309"/>
                  <a:pt x="471" y="294"/>
                  <a:pt x="471" y="265"/>
                </a:cubicBezTo>
                <a:cubicBezTo>
                  <a:pt x="457" y="265"/>
                  <a:pt x="457" y="265"/>
                  <a:pt x="457" y="265"/>
                </a:cubicBezTo>
                <a:cubicBezTo>
                  <a:pt x="457" y="294"/>
                  <a:pt x="428" y="309"/>
                  <a:pt x="398" y="309"/>
                </a:cubicBezTo>
                <a:cubicBezTo>
                  <a:pt x="369" y="309"/>
                  <a:pt x="324" y="294"/>
                  <a:pt x="324" y="265"/>
                </a:cubicBezTo>
                <a:cubicBezTo>
                  <a:pt x="310" y="265"/>
                  <a:pt x="310" y="265"/>
                  <a:pt x="310" y="265"/>
                </a:cubicBezTo>
                <a:cubicBezTo>
                  <a:pt x="310" y="294"/>
                  <a:pt x="280" y="309"/>
                  <a:pt x="251" y="309"/>
                </a:cubicBezTo>
                <a:cubicBezTo>
                  <a:pt x="221" y="309"/>
                  <a:pt x="177" y="294"/>
                  <a:pt x="177" y="265"/>
                </a:cubicBezTo>
                <a:cubicBezTo>
                  <a:pt x="162" y="265"/>
                  <a:pt x="162" y="265"/>
                  <a:pt x="162" y="265"/>
                </a:cubicBezTo>
                <a:cubicBezTo>
                  <a:pt x="162" y="294"/>
                  <a:pt x="133" y="309"/>
                  <a:pt x="103" y="309"/>
                </a:cubicBezTo>
                <a:cubicBezTo>
                  <a:pt x="74" y="309"/>
                  <a:pt x="45" y="294"/>
                  <a:pt x="45" y="265"/>
                </a:cubicBezTo>
                <a:cubicBezTo>
                  <a:pt x="45" y="235"/>
                  <a:pt x="45" y="235"/>
                  <a:pt x="45" y="235"/>
                </a:cubicBezTo>
                <a:cubicBezTo>
                  <a:pt x="589" y="235"/>
                  <a:pt x="589" y="235"/>
                  <a:pt x="589" y="235"/>
                </a:cubicBezTo>
                <a:lnTo>
                  <a:pt x="589" y="265"/>
                </a:lnTo>
                <a:close/>
                <a:moveTo>
                  <a:pt x="45" y="191"/>
                </a:moveTo>
                <a:lnTo>
                  <a:pt x="45" y="191"/>
                </a:lnTo>
                <a:cubicBezTo>
                  <a:pt x="133" y="29"/>
                  <a:pt x="133" y="29"/>
                  <a:pt x="133" y="29"/>
                </a:cubicBezTo>
                <a:cubicBezTo>
                  <a:pt x="501" y="29"/>
                  <a:pt x="501" y="29"/>
                  <a:pt x="501" y="29"/>
                </a:cubicBezTo>
                <a:cubicBezTo>
                  <a:pt x="589" y="191"/>
                  <a:pt x="589" y="191"/>
                  <a:pt x="589" y="191"/>
                </a:cubicBezTo>
                <a:lnTo>
                  <a:pt x="45" y="191"/>
                </a:lnTo>
                <a:close/>
              </a:path>
            </a:pathLst>
          </a:custGeom>
          <a:solidFill>
            <a:schemeClr val="bg1"/>
          </a:solidFill>
          <a:ln>
            <a:noFill/>
          </a:ln>
          <a:effectLst/>
        </p:spPr>
        <p:txBody>
          <a:bodyPr wrap="none" lIns="121898" tIns="60949" rIns="121898" bIns="60949" anchor="ctr"/>
          <a:lstStyle/>
          <a:p>
            <a:pPr>
              <a:defRPr/>
            </a:pPr>
            <a:endParaRPr lang="en-US" sz="1800" dirty="0">
              <a:latin typeface="微软雅黑" panose="020B0503020204020204" charset="-122"/>
              <a:ea typeface="+mn-ea"/>
              <a:cs typeface="+mn-cs"/>
            </a:endParaRPr>
          </a:p>
        </p:txBody>
      </p:sp>
      <p:sp>
        <p:nvSpPr>
          <p:cNvPr id="137" name="Freeform 108"/>
          <p:cNvSpPr>
            <a:spLocks noChangeArrowheads="1"/>
          </p:cNvSpPr>
          <p:nvPr/>
        </p:nvSpPr>
        <p:spPr bwMode="auto">
          <a:xfrm>
            <a:off x="4001570" y="2945968"/>
            <a:ext cx="498244" cy="513205"/>
          </a:xfrm>
          <a:custGeom>
            <a:avLst/>
            <a:gdLst>
              <a:gd name="T0" fmla="*/ 88 w 619"/>
              <a:gd name="T1" fmla="*/ 89 h 634"/>
              <a:gd name="T2" fmla="*/ 88 w 619"/>
              <a:gd name="T3" fmla="*/ 89 h 634"/>
              <a:gd name="T4" fmla="*/ 73 w 619"/>
              <a:gd name="T5" fmla="*/ 103 h 634"/>
              <a:gd name="T6" fmla="*/ 88 w 619"/>
              <a:gd name="T7" fmla="*/ 118 h 634"/>
              <a:gd name="T8" fmla="*/ 118 w 619"/>
              <a:gd name="T9" fmla="*/ 103 h 634"/>
              <a:gd name="T10" fmla="*/ 88 w 619"/>
              <a:gd name="T11" fmla="*/ 89 h 634"/>
              <a:gd name="T12" fmla="*/ 545 w 619"/>
              <a:gd name="T13" fmla="*/ 0 h 634"/>
              <a:gd name="T14" fmla="*/ 545 w 619"/>
              <a:gd name="T15" fmla="*/ 0 h 634"/>
              <a:gd name="T16" fmla="*/ 73 w 619"/>
              <a:gd name="T17" fmla="*/ 0 h 634"/>
              <a:gd name="T18" fmla="*/ 0 w 619"/>
              <a:gd name="T19" fmla="*/ 89 h 634"/>
              <a:gd name="T20" fmla="*/ 0 w 619"/>
              <a:gd name="T21" fmla="*/ 560 h 634"/>
              <a:gd name="T22" fmla="*/ 73 w 619"/>
              <a:gd name="T23" fmla="*/ 633 h 634"/>
              <a:gd name="T24" fmla="*/ 545 w 619"/>
              <a:gd name="T25" fmla="*/ 633 h 634"/>
              <a:gd name="T26" fmla="*/ 618 w 619"/>
              <a:gd name="T27" fmla="*/ 560 h 634"/>
              <a:gd name="T28" fmla="*/ 618 w 619"/>
              <a:gd name="T29" fmla="*/ 89 h 634"/>
              <a:gd name="T30" fmla="*/ 545 w 619"/>
              <a:gd name="T31" fmla="*/ 0 h 634"/>
              <a:gd name="T32" fmla="*/ 589 w 619"/>
              <a:gd name="T33" fmla="*/ 560 h 634"/>
              <a:gd name="T34" fmla="*/ 589 w 619"/>
              <a:gd name="T35" fmla="*/ 560 h 634"/>
              <a:gd name="T36" fmla="*/ 545 w 619"/>
              <a:gd name="T37" fmla="*/ 589 h 634"/>
              <a:gd name="T38" fmla="*/ 73 w 619"/>
              <a:gd name="T39" fmla="*/ 589 h 634"/>
              <a:gd name="T40" fmla="*/ 29 w 619"/>
              <a:gd name="T41" fmla="*/ 560 h 634"/>
              <a:gd name="T42" fmla="*/ 29 w 619"/>
              <a:gd name="T43" fmla="*/ 206 h 634"/>
              <a:gd name="T44" fmla="*/ 589 w 619"/>
              <a:gd name="T45" fmla="*/ 206 h 634"/>
              <a:gd name="T46" fmla="*/ 589 w 619"/>
              <a:gd name="T47" fmla="*/ 560 h 634"/>
              <a:gd name="T48" fmla="*/ 589 w 619"/>
              <a:gd name="T49" fmla="*/ 162 h 634"/>
              <a:gd name="T50" fmla="*/ 589 w 619"/>
              <a:gd name="T51" fmla="*/ 162 h 634"/>
              <a:gd name="T52" fmla="*/ 29 w 619"/>
              <a:gd name="T53" fmla="*/ 162 h 634"/>
              <a:gd name="T54" fmla="*/ 29 w 619"/>
              <a:gd name="T55" fmla="*/ 89 h 634"/>
              <a:gd name="T56" fmla="*/ 73 w 619"/>
              <a:gd name="T57" fmla="*/ 44 h 634"/>
              <a:gd name="T58" fmla="*/ 545 w 619"/>
              <a:gd name="T59" fmla="*/ 44 h 634"/>
              <a:gd name="T60" fmla="*/ 589 w 619"/>
              <a:gd name="T61" fmla="*/ 89 h 634"/>
              <a:gd name="T62" fmla="*/ 589 w 619"/>
              <a:gd name="T63" fmla="*/ 162 h 634"/>
              <a:gd name="T64" fmla="*/ 250 w 619"/>
              <a:gd name="T65" fmla="*/ 89 h 634"/>
              <a:gd name="T66" fmla="*/ 250 w 619"/>
              <a:gd name="T67" fmla="*/ 89 h 634"/>
              <a:gd name="T68" fmla="*/ 235 w 619"/>
              <a:gd name="T69" fmla="*/ 103 h 634"/>
              <a:gd name="T70" fmla="*/ 250 w 619"/>
              <a:gd name="T71" fmla="*/ 118 h 634"/>
              <a:gd name="T72" fmla="*/ 265 w 619"/>
              <a:gd name="T73" fmla="*/ 103 h 634"/>
              <a:gd name="T74" fmla="*/ 250 w 619"/>
              <a:gd name="T75" fmla="*/ 89 h 634"/>
              <a:gd name="T76" fmla="*/ 177 w 619"/>
              <a:gd name="T77" fmla="*/ 89 h 634"/>
              <a:gd name="T78" fmla="*/ 177 w 619"/>
              <a:gd name="T79" fmla="*/ 89 h 634"/>
              <a:gd name="T80" fmla="*/ 147 w 619"/>
              <a:gd name="T81" fmla="*/ 103 h 634"/>
              <a:gd name="T82" fmla="*/ 177 w 619"/>
              <a:gd name="T83" fmla="*/ 118 h 634"/>
              <a:gd name="T84" fmla="*/ 191 w 619"/>
              <a:gd name="T85" fmla="*/ 103 h 634"/>
              <a:gd name="T86" fmla="*/ 177 w 619"/>
              <a:gd name="T87" fmla="*/ 89 h 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19" h="634">
                <a:moveTo>
                  <a:pt x="88" y="89"/>
                </a:moveTo>
                <a:lnTo>
                  <a:pt x="88" y="89"/>
                </a:lnTo>
                <a:cubicBezTo>
                  <a:pt x="88" y="89"/>
                  <a:pt x="73" y="89"/>
                  <a:pt x="73" y="103"/>
                </a:cubicBezTo>
                <a:cubicBezTo>
                  <a:pt x="73" y="118"/>
                  <a:pt x="88" y="118"/>
                  <a:pt x="88" y="118"/>
                </a:cubicBezTo>
                <a:cubicBezTo>
                  <a:pt x="103" y="118"/>
                  <a:pt x="118" y="118"/>
                  <a:pt x="118" y="103"/>
                </a:cubicBezTo>
                <a:cubicBezTo>
                  <a:pt x="118" y="89"/>
                  <a:pt x="103" y="89"/>
                  <a:pt x="88" y="89"/>
                </a:cubicBezTo>
                <a:close/>
                <a:moveTo>
                  <a:pt x="545" y="0"/>
                </a:moveTo>
                <a:lnTo>
                  <a:pt x="545" y="0"/>
                </a:lnTo>
                <a:cubicBezTo>
                  <a:pt x="73" y="0"/>
                  <a:pt x="73" y="0"/>
                  <a:pt x="73" y="0"/>
                </a:cubicBezTo>
                <a:cubicBezTo>
                  <a:pt x="29" y="0"/>
                  <a:pt x="0" y="44"/>
                  <a:pt x="0" y="89"/>
                </a:cubicBezTo>
                <a:cubicBezTo>
                  <a:pt x="0" y="560"/>
                  <a:pt x="0" y="560"/>
                  <a:pt x="0" y="560"/>
                </a:cubicBezTo>
                <a:cubicBezTo>
                  <a:pt x="0" y="604"/>
                  <a:pt x="29" y="633"/>
                  <a:pt x="73" y="633"/>
                </a:cubicBezTo>
                <a:cubicBezTo>
                  <a:pt x="545" y="633"/>
                  <a:pt x="545" y="633"/>
                  <a:pt x="545" y="633"/>
                </a:cubicBezTo>
                <a:cubicBezTo>
                  <a:pt x="589" y="633"/>
                  <a:pt x="618" y="604"/>
                  <a:pt x="618" y="560"/>
                </a:cubicBezTo>
                <a:cubicBezTo>
                  <a:pt x="618" y="89"/>
                  <a:pt x="618" y="89"/>
                  <a:pt x="618" y="89"/>
                </a:cubicBezTo>
                <a:cubicBezTo>
                  <a:pt x="618" y="44"/>
                  <a:pt x="589" y="0"/>
                  <a:pt x="545" y="0"/>
                </a:cubicBezTo>
                <a:close/>
                <a:moveTo>
                  <a:pt x="589" y="560"/>
                </a:moveTo>
                <a:lnTo>
                  <a:pt x="589" y="560"/>
                </a:lnTo>
                <a:cubicBezTo>
                  <a:pt x="589" y="574"/>
                  <a:pt x="559" y="589"/>
                  <a:pt x="545" y="589"/>
                </a:cubicBezTo>
                <a:cubicBezTo>
                  <a:pt x="73" y="589"/>
                  <a:pt x="73" y="589"/>
                  <a:pt x="73" y="589"/>
                </a:cubicBezTo>
                <a:cubicBezTo>
                  <a:pt x="59" y="589"/>
                  <a:pt x="29" y="574"/>
                  <a:pt x="29" y="560"/>
                </a:cubicBezTo>
                <a:cubicBezTo>
                  <a:pt x="29" y="206"/>
                  <a:pt x="29" y="206"/>
                  <a:pt x="29" y="206"/>
                </a:cubicBezTo>
                <a:cubicBezTo>
                  <a:pt x="589" y="206"/>
                  <a:pt x="589" y="206"/>
                  <a:pt x="589" y="206"/>
                </a:cubicBezTo>
                <a:lnTo>
                  <a:pt x="589" y="560"/>
                </a:lnTo>
                <a:close/>
                <a:moveTo>
                  <a:pt x="589" y="162"/>
                </a:moveTo>
                <a:lnTo>
                  <a:pt x="589" y="162"/>
                </a:lnTo>
                <a:cubicBezTo>
                  <a:pt x="29" y="162"/>
                  <a:pt x="29" y="162"/>
                  <a:pt x="29" y="162"/>
                </a:cubicBezTo>
                <a:cubicBezTo>
                  <a:pt x="29" y="89"/>
                  <a:pt x="29" y="89"/>
                  <a:pt x="29" y="89"/>
                </a:cubicBezTo>
                <a:cubicBezTo>
                  <a:pt x="29" y="59"/>
                  <a:pt x="59" y="44"/>
                  <a:pt x="73" y="44"/>
                </a:cubicBezTo>
                <a:cubicBezTo>
                  <a:pt x="545" y="44"/>
                  <a:pt x="545" y="44"/>
                  <a:pt x="545" y="44"/>
                </a:cubicBezTo>
                <a:cubicBezTo>
                  <a:pt x="559" y="44"/>
                  <a:pt x="589" y="59"/>
                  <a:pt x="589" y="89"/>
                </a:cubicBezTo>
                <a:lnTo>
                  <a:pt x="589" y="162"/>
                </a:lnTo>
                <a:close/>
                <a:moveTo>
                  <a:pt x="250" y="89"/>
                </a:moveTo>
                <a:lnTo>
                  <a:pt x="250" y="89"/>
                </a:lnTo>
                <a:cubicBezTo>
                  <a:pt x="235" y="89"/>
                  <a:pt x="235" y="89"/>
                  <a:pt x="235" y="103"/>
                </a:cubicBezTo>
                <a:cubicBezTo>
                  <a:pt x="235" y="118"/>
                  <a:pt x="235" y="118"/>
                  <a:pt x="250" y="118"/>
                </a:cubicBezTo>
                <a:cubicBezTo>
                  <a:pt x="265" y="118"/>
                  <a:pt x="265" y="118"/>
                  <a:pt x="265" y="103"/>
                </a:cubicBezTo>
                <a:cubicBezTo>
                  <a:pt x="265" y="89"/>
                  <a:pt x="265" y="89"/>
                  <a:pt x="250" y="89"/>
                </a:cubicBezTo>
                <a:close/>
                <a:moveTo>
                  <a:pt x="177" y="89"/>
                </a:moveTo>
                <a:lnTo>
                  <a:pt x="177" y="89"/>
                </a:lnTo>
                <a:cubicBezTo>
                  <a:pt x="162" y="89"/>
                  <a:pt x="147" y="89"/>
                  <a:pt x="147" y="103"/>
                </a:cubicBezTo>
                <a:cubicBezTo>
                  <a:pt x="147" y="118"/>
                  <a:pt x="162" y="118"/>
                  <a:pt x="177" y="118"/>
                </a:cubicBezTo>
                <a:cubicBezTo>
                  <a:pt x="177" y="118"/>
                  <a:pt x="191" y="118"/>
                  <a:pt x="191" y="103"/>
                </a:cubicBezTo>
                <a:cubicBezTo>
                  <a:pt x="191" y="89"/>
                  <a:pt x="177" y="89"/>
                  <a:pt x="177" y="89"/>
                </a:cubicBezTo>
                <a:close/>
              </a:path>
            </a:pathLst>
          </a:custGeom>
          <a:solidFill>
            <a:schemeClr val="bg1"/>
          </a:solidFill>
          <a:ln>
            <a:noFill/>
          </a:ln>
          <a:effectLst/>
        </p:spPr>
        <p:txBody>
          <a:bodyPr wrap="none" lIns="121898" tIns="60949" rIns="121898" bIns="60949" anchor="ctr"/>
          <a:lstStyle/>
          <a:p>
            <a:pPr>
              <a:defRPr/>
            </a:pPr>
            <a:endParaRPr lang="en-US" sz="1800" dirty="0">
              <a:latin typeface="微软雅黑" panose="020B0503020204020204" charset="-122"/>
              <a:ea typeface="+mn-ea"/>
              <a:cs typeface="+mn-cs"/>
            </a:endParaRPr>
          </a:p>
        </p:txBody>
      </p:sp>
      <p:sp>
        <p:nvSpPr>
          <p:cNvPr id="138" name="Freeform 136"/>
          <p:cNvSpPr>
            <a:spLocks noChangeArrowheads="1"/>
          </p:cNvSpPr>
          <p:nvPr/>
        </p:nvSpPr>
        <p:spPr bwMode="auto">
          <a:xfrm>
            <a:off x="2256944" y="2164054"/>
            <a:ext cx="513071" cy="513205"/>
          </a:xfrm>
          <a:custGeom>
            <a:avLst/>
            <a:gdLst>
              <a:gd name="T0" fmla="*/ 501 w 634"/>
              <a:gd name="T1" fmla="*/ 235 h 634"/>
              <a:gd name="T2" fmla="*/ 501 w 634"/>
              <a:gd name="T3" fmla="*/ 353 h 634"/>
              <a:gd name="T4" fmla="*/ 501 w 634"/>
              <a:gd name="T5" fmla="*/ 235 h 634"/>
              <a:gd name="T6" fmla="*/ 516 w 634"/>
              <a:gd name="T7" fmla="*/ 324 h 634"/>
              <a:gd name="T8" fmla="*/ 471 w 634"/>
              <a:gd name="T9" fmla="*/ 280 h 634"/>
              <a:gd name="T10" fmla="*/ 516 w 634"/>
              <a:gd name="T11" fmla="*/ 324 h 634"/>
              <a:gd name="T12" fmla="*/ 530 w 634"/>
              <a:gd name="T13" fmla="*/ 515 h 634"/>
              <a:gd name="T14" fmla="*/ 442 w 634"/>
              <a:gd name="T15" fmla="*/ 530 h 634"/>
              <a:gd name="T16" fmla="*/ 530 w 634"/>
              <a:gd name="T17" fmla="*/ 560 h 634"/>
              <a:gd name="T18" fmla="*/ 530 w 634"/>
              <a:gd name="T19" fmla="*/ 515 h 634"/>
              <a:gd name="T20" fmla="*/ 354 w 634"/>
              <a:gd name="T21" fmla="*/ 235 h 634"/>
              <a:gd name="T22" fmla="*/ 89 w 634"/>
              <a:gd name="T23" fmla="*/ 280 h 634"/>
              <a:gd name="T24" fmla="*/ 118 w 634"/>
              <a:gd name="T25" fmla="*/ 560 h 634"/>
              <a:gd name="T26" fmla="*/ 398 w 634"/>
              <a:gd name="T27" fmla="*/ 515 h 634"/>
              <a:gd name="T28" fmla="*/ 354 w 634"/>
              <a:gd name="T29" fmla="*/ 235 h 634"/>
              <a:gd name="T30" fmla="*/ 354 w 634"/>
              <a:gd name="T31" fmla="*/ 501 h 634"/>
              <a:gd name="T32" fmla="*/ 148 w 634"/>
              <a:gd name="T33" fmla="*/ 515 h 634"/>
              <a:gd name="T34" fmla="*/ 118 w 634"/>
              <a:gd name="T35" fmla="*/ 294 h 634"/>
              <a:gd name="T36" fmla="*/ 339 w 634"/>
              <a:gd name="T37" fmla="*/ 280 h 634"/>
              <a:gd name="T38" fmla="*/ 354 w 634"/>
              <a:gd name="T39" fmla="*/ 501 h 634"/>
              <a:gd name="T40" fmla="*/ 530 w 634"/>
              <a:gd name="T41" fmla="*/ 456 h 634"/>
              <a:gd name="T42" fmla="*/ 442 w 634"/>
              <a:gd name="T43" fmla="*/ 471 h 634"/>
              <a:gd name="T44" fmla="*/ 530 w 634"/>
              <a:gd name="T45" fmla="*/ 501 h 634"/>
              <a:gd name="T46" fmla="*/ 530 w 634"/>
              <a:gd name="T47" fmla="*/ 456 h 634"/>
              <a:gd name="T48" fmla="*/ 560 w 634"/>
              <a:gd name="T49" fmla="*/ 162 h 634"/>
              <a:gd name="T50" fmla="*/ 545 w 634"/>
              <a:gd name="T51" fmla="*/ 44 h 634"/>
              <a:gd name="T52" fmla="*/ 530 w 634"/>
              <a:gd name="T53" fmla="*/ 15 h 634"/>
              <a:gd name="T54" fmla="*/ 118 w 634"/>
              <a:gd name="T55" fmla="*/ 15 h 634"/>
              <a:gd name="T56" fmla="*/ 89 w 634"/>
              <a:gd name="T57" fmla="*/ 44 h 634"/>
              <a:gd name="T58" fmla="*/ 89 w 634"/>
              <a:gd name="T59" fmla="*/ 162 h 634"/>
              <a:gd name="T60" fmla="*/ 0 w 634"/>
              <a:gd name="T61" fmla="*/ 560 h 634"/>
              <a:gd name="T62" fmla="*/ 560 w 634"/>
              <a:gd name="T63" fmla="*/ 633 h 634"/>
              <a:gd name="T64" fmla="*/ 633 w 634"/>
              <a:gd name="T65" fmla="*/ 235 h 634"/>
              <a:gd name="T66" fmla="*/ 589 w 634"/>
              <a:gd name="T67" fmla="*/ 560 h 634"/>
              <a:gd name="T68" fmla="*/ 560 w 634"/>
              <a:gd name="T69" fmla="*/ 589 h 634"/>
              <a:gd name="T70" fmla="*/ 45 w 634"/>
              <a:gd name="T71" fmla="*/ 560 h 634"/>
              <a:gd name="T72" fmla="*/ 89 w 634"/>
              <a:gd name="T73" fmla="*/ 206 h 634"/>
              <a:gd name="T74" fmla="*/ 589 w 634"/>
              <a:gd name="T75" fmla="*/ 235 h 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34" h="634">
                <a:moveTo>
                  <a:pt x="501" y="235"/>
                </a:moveTo>
                <a:lnTo>
                  <a:pt x="501" y="235"/>
                </a:lnTo>
                <a:cubicBezTo>
                  <a:pt x="457" y="235"/>
                  <a:pt x="442" y="265"/>
                  <a:pt x="442" y="294"/>
                </a:cubicBezTo>
                <a:cubicBezTo>
                  <a:pt x="442" y="339"/>
                  <a:pt x="457" y="353"/>
                  <a:pt x="501" y="353"/>
                </a:cubicBezTo>
                <a:cubicBezTo>
                  <a:pt x="530" y="353"/>
                  <a:pt x="560" y="339"/>
                  <a:pt x="560" y="294"/>
                </a:cubicBezTo>
                <a:cubicBezTo>
                  <a:pt x="560" y="265"/>
                  <a:pt x="530" y="235"/>
                  <a:pt x="501" y="235"/>
                </a:cubicBezTo>
                <a:close/>
                <a:moveTo>
                  <a:pt x="516" y="324"/>
                </a:moveTo>
                <a:lnTo>
                  <a:pt x="516" y="324"/>
                </a:lnTo>
                <a:cubicBezTo>
                  <a:pt x="471" y="324"/>
                  <a:pt x="471" y="324"/>
                  <a:pt x="471" y="324"/>
                </a:cubicBezTo>
                <a:cubicBezTo>
                  <a:pt x="471" y="280"/>
                  <a:pt x="471" y="280"/>
                  <a:pt x="471" y="280"/>
                </a:cubicBezTo>
                <a:cubicBezTo>
                  <a:pt x="516" y="280"/>
                  <a:pt x="516" y="280"/>
                  <a:pt x="516" y="280"/>
                </a:cubicBezTo>
                <a:lnTo>
                  <a:pt x="516" y="324"/>
                </a:lnTo>
                <a:close/>
                <a:moveTo>
                  <a:pt x="530" y="515"/>
                </a:moveTo>
                <a:lnTo>
                  <a:pt x="530" y="515"/>
                </a:lnTo>
                <a:cubicBezTo>
                  <a:pt x="457" y="515"/>
                  <a:pt x="457" y="515"/>
                  <a:pt x="457" y="515"/>
                </a:cubicBezTo>
                <a:cubicBezTo>
                  <a:pt x="442" y="515"/>
                  <a:pt x="442" y="530"/>
                  <a:pt x="442" y="530"/>
                </a:cubicBezTo>
                <a:cubicBezTo>
                  <a:pt x="442" y="545"/>
                  <a:pt x="442" y="560"/>
                  <a:pt x="457" y="560"/>
                </a:cubicBezTo>
                <a:cubicBezTo>
                  <a:pt x="530" y="560"/>
                  <a:pt x="530" y="560"/>
                  <a:pt x="530" y="560"/>
                </a:cubicBezTo>
                <a:cubicBezTo>
                  <a:pt x="545" y="560"/>
                  <a:pt x="560" y="545"/>
                  <a:pt x="560" y="530"/>
                </a:cubicBezTo>
                <a:cubicBezTo>
                  <a:pt x="560" y="530"/>
                  <a:pt x="545" y="515"/>
                  <a:pt x="530" y="515"/>
                </a:cubicBezTo>
                <a:close/>
                <a:moveTo>
                  <a:pt x="354" y="235"/>
                </a:moveTo>
                <a:lnTo>
                  <a:pt x="354" y="235"/>
                </a:lnTo>
                <a:cubicBezTo>
                  <a:pt x="118" y="235"/>
                  <a:pt x="118" y="235"/>
                  <a:pt x="118" y="235"/>
                </a:cubicBezTo>
                <a:cubicBezTo>
                  <a:pt x="103" y="235"/>
                  <a:pt x="89" y="265"/>
                  <a:pt x="89" y="280"/>
                </a:cubicBezTo>
                <a:cubicBezTo>
                  <a:pt x="89" y="515"/>
                  <a:pt x="89" y="515"/>
                  <a:pt x="89" y="515"/>
                </a:cubicBezTo>
                <a:cubicBezTo>
                  <a:pt x="89" y="530"/>
                  <a:pt x="103" y="560"/>
                  <a:pt x="118" y="560"/>
                </a:cubicBezTo>
                <a:cubicBezTo>
                  <a:pt x="354" y="560"/>
                  <a:pt x="354" y="560"/>
                  <a:pt x="354" y="560"/>
                </a:cubicBezTo>
                <a:cubicBezTo>
                  <a:pt x="383" y="560"/>
                  <a:pt x="398" y="530"/>
                  <a:pt x="398" y="515"/>
                </a:cubicBezTo>
                <a:cubicBezTo>
                  <a:pt x="398" y="280"/>
                  <a:pt x="398" y="280"/>
                  <a:pt x="398" y="280"/>
                </a:cubicBezTo>
                <a:cubicBezTo>
                  <a:pt x="398" y="265"/>
                  <a:pt x="383" y="235"/>
                  <a:pt x="354" y="235"/>
                </a:cubicBezTo>
                <a:close/>
                <a:moveTo>
                  <a:pt x="354" y="501"/>
                </a:moveTo>
                <a:lnTo>
                  <a:pt x="354" y="501"/>
                </a:lnTo>
                <a:cubicBezTo>
                  <a:pt x="354" y="501"/>
                  <a:pt x="354" y="515"/>
                  <a:pt x="339" y="515"/>
                </a:cubicBezTo>
                <a:cubicBezTo>
                  <a:pt x="148" y="515"/>
                  <a:pt x="148" y="515"/>
                  <a:pt x="148" y="515"/>
                </a:cubicBezTo>
                <a:cubicBezTo>
                  <a:pt x="133" y="515"/>
                  <a:pt x="118" y="501"/>
                  <a:pt x="118" y="501"/>
                </a:cubicBezTo>
                <a:cubicBezTo>
                  <a:pt x="118" y="294"/>
                  <a:pt x="118" y="294"/>
                  <a:pt x="118" y="294"/>
                </a:cubicBezTo>
                <a:cubicBezTo>
                  <a:pt x="118" y="294"/>
                  <a:pt x="133" y="280"/>
                  <a:pt x="148" y="280"/>
                </a:cubicBezTo>
                <a:cubicBezTo>
                  <a:pt x="339" y="280"/>
                  <a:pt x="339" y="280"/>
                  <a:pt x="339" y="280"/>
                </a:cubicBezTo>
                <a:cubicBezTo>
                  <a:pt x="354" y="280"/>
                  <a:pt x="354" y="294"/>
                  <a:pt x="354" y="294"/>
                </a:cubicBezTo>
                <a:lnTo>
                  <a:pt x="354" y="501"/>
                </a:lnTo>
                <a:close/>
                <a:moveTo>
                  <a:pt x="530" y="456"/>
                </a:moveTo>
                <a:lnTo>
                  <a:pt x="530" y="456"/>
                </a:lnTo>
                <a:cubicBezTo>
                  <a:pt x="457" y="456"/>
                  <a:pt x="457" y="456"/>
                  <a:pt x="457" y="456"/>
                </a:cubicBezTo>
                <a:cubicBezTo>
                  <a:pt x="442" y="456"/>
                  <a:pt x="442" y="471"/>
                  <a:pt x="442" y="471"/>
                </a:cubicBezTo>
                <a:cubicBezTo>
                  <a:pt x="442" y="486"/>
                  <a:pt x="442" y="501"/>
                  <a:pt x="457" y="501"/>
                </a:cubicBezTo>
                <a:cubicBezTo>
                  <a:pt x="530" y="501"/>
                  <a:pt x="530" y="501"/>
                  <a:pt x="530" y="501"/>
                </a:cubicBezTo>
                <a:cubicBezTo>
                  <a:pt x="545" y="501"/>
                  <a:pt x="560" y="486"/>
                  <a:pt x="560" y="471"/>
                </a:cubicBezTo>
                <a:cubicBezTo>
                  <a:pt x="560" y="471"/>
                  <a:pt x="545" y="456"/>
                  <a:pt x="530" y="456"/>
                </a:cubicBezTo>
                <a:close/>
                <a:moveTo>
                  <a:pt x="560" y="162"/>
                </a:moveTo>
                <a:lnTo>
                  <a:pt x="560" y="162"/>
                </a:lnTo>
                <a:cubicBezTo>
                  <a:pt x="369" y="162"/>
                  <a:pt x="369" y="162"/>
                  <a:pt x="369" y="162"/>
                </a:cubicBezTo>
                <a:cubicBezTo>
                  <a:pt x="545" y="44"/>
                  <a:pt x="545" y="44"/>
                  <a:pt x="545" y="44"/>
                </a:cubicBezTo>
                <a:cubicBezTo>
                  <a:pt x="560" y="44"/>
                  <a:pt x="560" y="30"/>
                  <a:pt x="545" y="15"/>
                </a:cubicBezTo>
                <a:cubicBezTo>
                  <a:pt x="545" y="0"/>
                  <a:pt x="530" y="0"/>
                  <a:pt x="530" y="15"/>
                </a:cubicBezTo>
                <a:cubicBezTo>
                  <a:pt x="530" y="15"/>
                  <a:pt x="339" y="133"/>
                  <a:pt x="324" y="147"/>
                </a:cubicBezTo>
                <a:cubicBezTo>
                  <a:pt x="118" y="15"/>
                  <a:pt x="118" y="15"/>
                  <a:pt x="118" y="15"/>
                </a:cubicBezTo>
                <a:cubicBezTo>
                  <a:pt x="103" y="0"/>
                  <a:pt x="89" y="0"/>
                  <a:pt x="89" y="15"/>
                </a:cubicBezTo>
                <a:cubicBezTo>
                  <a:pt x="89" y="30"/>
                  <a:pt x="89" y="44"/>
                  <a:pt x="89" y="44"/>
                </a:cubicBezTo>
                <a:cubicBezTo>
                  <a:pt x="265" y="162"/>
                  <a:pt x="265" y="162"/>
                  <a:pt x="265" y="162"/>
                </a:cubicBezTo>
                <a:cubicBezTo>
                  <a:pt x="89" y="162"/>
                  <a:pt x="89" y="162"/>
                  <a:pt x="89" y="162"/>
                </a:cubicBezTo>
                <a:cubicBezTo>
                  <a:pt x="45" y="162"/>
                  <a:pt x="0" y="192"/>
                  <a:pt x="0" y="235"/>
                </a:cubicBezTo>
                <a:cubicBezTo>
                  <a:pt x="0" y="560"/>
                  <a:pt x="0" y="560"/>
                  <a:pt x="0" y="560"/>
                </a:cubicBezTo>
                <a:cubicBezTo>
                  <a:pt x="0" y="604"/>
                  <a:pt x="45" y="633"/>
                  <a:pt x="89" y="633"/>
                </a:cubicBezTo>
                <a:cubicBezTo>
                  <a:pt x="560" y="633"/>
                  <a:pt x="560" y="633"/>
                  <a:pt x="560" y="633"/>
                </a:cubicBezTo>
                <a:cubicBezTo>
                  <a:pt x="604" y="633"/>
                  <a:pt x="633" y="604"/>
                  <a:pt x="633" y="560"/>
                </a:cubicBezTo>
                <a:cubicBezTo>
                  <a:pt x="633" y="235"/>
                  <a:pt x="633" y="235"/>
                  <a:pt x="633" y="235"/>
                </a:cubicBezTo>
                <a:cubicBezTo>
                  <a:pt x="633" y="192"/>
                  <a:pt x="604" y="162"/>
                  <a:pt x="560" y="162"/>
                </a:cubicBezTo>
                <a:close/>
                <a:moveTo>
                  <a:pt x="589" y="560"/>
                </a:moveTo>
                <a:lnTo>
                  <a:pt x="589" y="560"/>
                </a:lnTo>
                <a:cubicBezTo>
                  <a:pt x="589" y="574"/>
                  <a:pt x="575" y="589"/>
                  <a:pt x="560" y="589"/>
                </a:cubicBezTo>
                <a:cubicBezTo>
                  <a:pt x="89" y="589"/>
                  <a:pt x="89" y="589"/>
                  <a:pt x="89" y="589"/>
                </a:cubicBezTo>
                <a:cubicBezTo>
                  <a:pt x="59" y="589"/>
                  <a:pt x="45" y="574"/>
                  <a:pt x="45" y="560"/>
                </a:cubicBezTo>
                <a:cubicBezTo>
                  <a:pt x="45" y="235"/>
                  <a:pt x="45" y="235"/>
                  <a:pt x="45" y="235"/>
                </a:cubicBezTo>
                <a:cubicBezTo>
                  <a:pt x="45" y="221"/>
                  <a:pt x="59" y="206"/>
                  <a:pt x="89" y="206"/>
                </a:cubicBezTo>
                <a:cubicBezTo>
                  <a:pt x="560" y="206"/>
                  <a:pt x="560" y="206"/>
                  <a:pt x="560" y="206"/>
                </a:cubicBezTo>
                <a:cubicBezTo>
                  <a:pt x="575" y="206"/>
                  <a:pt x="589" y="221"/>
                  <a:pt x="589" y="235"/>
                </a:cubicBezTo>
                <a:lnTo>
                  <a:pt x="589" y="560"/>
                </a:lnTo>
                <a:close/>
              </a:path>
            </a:pathLst>
          </a:custGeom>
          <a:solidFill>
            <a:schemeClr val="bg1"/>
          </a:solidFill>
          <a:ln>
            <a:noFill/>
          </a:ln>
          <a:effectLst/>
        </p:spPr>
        <p:txBody>
          <a:bodyPr wrap="none" lIns="121898" tIns="60949" rIns="121898" bIns="60949" anchor="ctr"/>
          <a:lstStyle/>
          <a:p>
            <a:pPr>
              <a:defRPr/>
            </a:pPr>
            <a:endParaRPr lang="en-US" sz="1800" dirty="0">
              <a:latin typeface="微软雅黑" panose="020B0503020204020204" charset="-122"/>
              <a:ea typeface="+mn-ea"/>
              <a:cs typeface="+mn-cs"/>
            </a:endParaRPr>
          </a:p>
        </p:txBody>
      </p:sp>
      <p:sp>
        <p:nvSpPr>
          <p:cNvPr id="139" name="Freeform 142"/>
          <p:cNvSpPr>
            <a:spLocks noChangeArrowheads="1"/>
          </p:cNvSpPr>
          <p:nvPr/>
        </p:nvSpPr>
        <p:spPr bwMode="auto">
          <a:xfrm>
            <a:off x="3272155" y="4630210"/>
            <a:ext cx="489347" cy="516172"/>
          </a:xfrm>
          <a:custGeom>
            <a:avLst/>
            <a:gdLst>
              <a:gd name="T0" fmla="*/ 530 w 604"/>
              <a:gd name="T1" fmla="*/ 0 h 634"/>
              <a:gd name="T2" fmla="*/ 530 w 604"/>
              <a:gd name="T3" fmla="*/ 0 h 634"/>
              <a:gd name="T4" fmla="*/ 74 w 604"/>
              <a:gd name="T5" fmla="*/ 0 h 634"/>
              <a:gd name="T6" fmla="*/ 0 w 604"/>
              <a:gd name="T7" fmla="*/ 74 h 634"/>
              <a:gd name="T8" fmla="*/ 0 w 604"/>
              <a:gd name="T9" fmla="*/ 427 h 634"/>
              <a:gd name="T10" fmla="*/ 74 w 604"/>
              <a:gd name="T11" fmla="*/ 516 h 634"/>
              <a:gd name="T12" fmla="*/ 236 w 604"/>
              <a:gd name="T13" fmla="*/ 516 h 634"/>
              <a:gd name="T14" fmla="*/ 236 w 604"/>
              <a:gd name="T15" fmla="*/ 589 h 634"/>
              <a:gd name="T16" fmla="*/ 191 w 604"/>
              <a:gd name="T17" fmla="*/ 589 h 634"/>
              <a:gd name="T18" fmla="*/ 177 w 604"/>
              <a:gd name="T19" fmla="*/ 604 h 634"/>
              <a:gd name="T20" fmla="*/ 191 w 604"/>
              <a:gd name="T21" fmla="*/ 633 h 634"/>
              <a:gd name="T22" fmla="*/ 427 w 604"/>
              <a:gd name="T23" fmla="*/ 633 h 634"/>
              <a:gd name="T24" fmla="*/ 441 w 604"/>
              <a:gd name="T25" fmla="*/ 604 h 634"/>
              <a:gd name="T26" fmla="*/ 427 w 604"/>
              <a:gd name="T27" fmla="*/ 589 h 634"/>
              <a:gd name="T28" fmla="*/ 383 w 604"/>
              <a:gd name="T29" fmla="*/ 589 h 634"/>
              <a:gd name="T30" fmla="*/ 383 w 604"/>
              <a:gd name="T31" fmla="*/ 516 h 634"/>
              <a:gd name="T32" fmla="*/ 530 w 604"/>
              <a:gd name="T33" fmla="*/ 516 h 634"/>
              <a:gd name="T34" fmla="*/ 603 w 604"/>
              <a:gd name="T35" fmla="*/ 427 h 634"/>
              <a:gd name="T36" fmla="*/ 603 w 604"/>
              <a:gd name="T37" fmla="*/ 74 h 634"/>
              <a:gd name="T38" fmla="*/ 530 w 604"/>
              <a:gd name="T39" fmla="*/ 0 h 634"/>
              <a:gd name="T40" fmla="*/ 353 w 604"/>
              <a:gd name="T41" fmla="*/ 589 h 634"/>
              <a:gd name="T42" fmla="*/ 353 w 604"/>
              <a:gd name="T43" fmla="*/ 589 h 634"/>
              <a:gd name="T44" fmla="*/ 265 w 604"/>
              <a:gd name="T45" fmla="*/ 589 h 634"/>
              <a:gd name="T46" fmla="*/ 265 w 604"/>
              <a:gd name="T47" fmla="*/ 516 h 634"/>
              <a:gd name="T48" fmla="*/ 353 w 604"/>
              <a:gd name="T49" fmla="*/ 516 h 634"/>
              <a:gd name="T50" fmla="*/ 353 w 604"/>
              <a:gd name="T51" fmla="*/ 589 h 634"/>
              <a:gd name="T52" fmla="*/ 559 w 604"/>
              <a:gd name="T53" fmla="*/ 427 h 634"/>
              <a:gd name="T54" fmla="*/ 559 w 604"/>
              <a:gd name="T55" fmla="*/ 427 h 634"/>
              <a:gd name="T56" fmla="*/ 530 w 604"/>
              <a:gd name="T57" fmla="*/ 471 h 634"/>
              <a:gd name="T58" fmla="*/ 74 w 604"/>
              <a:gd name="T59" fmla="*/ 471 h 634"/>
              <a:gd name="T60" fmla="*/ 29 w 604"/>
              <a:gd name="T61" fmla="*/ 427 h 634"/>
              <a:gd name="T62" fmla="*/ 29 w 604"/>
              <a:gd name="T63" fmla="*/ 398 h 634"/>
              <a:gd name="T64" fmla="*/ 559 w 604"/>
              <a:gd name="T65" fmla="*/ 398 h 634"/>
              <a:gd name="T66" fmla="*/ 559 w 604"/>
              <a:gd name="T67" fmla="*/ 427 h 634"/>
              <a:gd name="T68" fmla="*/ 559 w 604"/>
              <a:gd name="T69" fmla="*/ 354 h 634"/>
              <a:gd name="T70" fmla="*/ 559 w 604"/>
              <a:gd name="T71" fmla="*/ 354 h 634"/>
              <a:gd name="T72" fmla="*/ 29 w 604"/>
              <a:gd name="T73" fmla="*/ 354 h 634"/>
              <a:gd name="T74" fmla="*/ 29 w 604"/>
              <a:gd name="T75" fmla="*/ 74 h 634"/>
              <a:gd name="T76" fmla="*/ 74 w 604"/>
              <a:gd name="T77" fmla="*/ 44 h 634"/>
              <a:gd name="T78" fmla="*/ 530 w 604"/>
              <a:gd name="T79" fmla="*/ 44 h 634"/>
              <a:gd name="T80" fmla="*/ 559 w 604"/>
              <a:gd name="T81" fmla="*/ 74 h 634"/>
              <a:gd name="T82" fmla="*/ 559 w 604"/>
              <a:gd name="T83" fmla="*/ 354 h 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04" h="634">
                <a:moveTo>
                  <a:pt x="530" y="0"/>
                </a:moveTo>
                <a:lnTo>
                  <a:pt x="530" y="0"/>
                </a:lnTo>
                <a:cubicBezTo>
                  <a:pt x="74" y="0"/>
                  <a:pt x="74" y="0"/>
                  <a:pt x="74" y="0"/>
                </a:cubicBezTo>
                <a:cubicBezTo>
                  <a:pt x="29" y="0"/>
                  <a:pt x="0" y="30"/>
                  <a:pt x="0" y="74"/>
                </a:cubicBezTo>
                <a:cubicBezTo>
                  <a:pt x="0" y="427"/>
                  <a:pt x="0" y="427"/>
                  <a:pt x="0" y="427"/>
                </a:cubicBezTo>
                <a:cubicBezTo>
                  <a:pt x="0" y="471"/>
                  <a:pt x="29" y="516"/>
                  <a:pt x="74" y="516"/>
                </a:cubicBezTo>
                <a:cubicBezTo>
                  <a:pt x="236" y="516"/>
                  <a:pt x="236" y="516"/>
                  <a:pt x="236" y="516"/>
                </a:cubicBezTo>
                <a:cubicBezTo>
                  <a:pt x="236" y="589"/>
                  <a:pt x="236" y="589"/>
                  <a:pt x="236" y="589"/>
                </a:cubicBezTo>
                <a:cubicBezTo>
                  <a:pt x="191" y="589"/>
                  <a:pt x="191" y="589"/>
                  <a:pt x="191" y="589"/>
                </a:cubicBezTo>
                <a:cubicBezTo>
                  <a:pt x="177" y="589"/>
                  <a:pt x="177" y="604"/>
                  <a:pt x="177" y="604"/>
                </a:cubicBezTo>
                <a:cubicBezTo>
                  <a:pt x="177" y="619"/>
                  <a:pt x="177" y="633"/>
                  <a:pt x="191" y="633"/>
                </a:cubicBezTo>
                <a:cubicBezTo>
                  <a:pt x="427" y="633"/>
                  <a:pt x="427" y="633"/>
                  <a:pt x="427" y="633"/>
                </a:cubicBezTo>
                <a:cubicBezTo>
                  <a:pt x="441" y="633"/>
                  <a:pt x="441" y="619"/>
                  <a:pt x="441" y="604"/>
                </a:cubicBezTo>
                <a:cubicBezTo>
                  <a:pt x="441" y="604"/>
                  <a:pt x="441" y="589"/>
                  <a:pt x="427" y="589"/>
                </a:cubicBezTo>
                <a:cubicBezTo>
                  <a:pt x="383" y="589"/>
                  <a:pt x="383" y="589"/>
                  <a:pt x="383" y="589"/>
                </a:cubicBezTo>
                <a:cubicBezTo>
                  <a:pt x="383" y="516"/>
                  <a:pt x="383" y="516"/>
                  <a:pt x="383" y="516"/>
                </a:cubicBezTo>
                <a:cubicBezTo>
                  <a:pt x="530" y="516"/>
                  <a:pt x="530" y="516"/>
                  <a:pt x="530" y="516"/>
                </a:cubicBezTo>
                <a:cubicBezTo>
                  <a:pt x="574" y="516"/>
                  <a:pt x="603" y="471"/>
                  <a:pt x="603" y="427"/>
                </a:cubicBezTo>
                <a:cubicBezTo>
                  <a:pt x="603" y="74"/>
                  <a:pt x="603" y="74"/>
                  <a:pt x="603" y="74"/>
                </a:cubicBezTo>
                <a:cubicBezTo>
                  <a:pt x="603" y="30"/>
                  <a:pt x="574" y="0"/>
                  <a:pt x="530" y="0"/>
                </a:cubicBezTo>
                <a:close/>
                <a:moveTo>
                  <a:pt x="353" y="589"/>
                </a:moveTo>
                <a:lnTo>
                  <a:pt x="353" y="589"/>
                </a:lnTo>
                <a:cubicBezTo>
                  <a:pt x="265" y="589"/>
                  <a:pt x="265" y="589"/>
                  <a:pt x="265" y="589"/>
                </a:cubicBezTo>
                <a:cubicBezTo>
                  <a:pt x="265" y="516"/>
                  <a:pt x="265" y="516"/>
                  <a:pt x="265" y="516"/>
                </a:cubicBezTo>
                <a:cubicBezTo>
                  <a:pt x="353" y="516"/>
                  <a:pt x="353" y="516"/>
                  <a:pt x="353" y="516"/>
                </a:cubicBezTo>
                <a:lnTo>
                  <a:pt x="353" y="589"/>
                </a:lnTo>
                <a:close/>
                <a:moveTo>
                  <a:pt x="559" y="427"/>
                </a:moveTo>
                <a:lnTo>
                  <a:pt x="559" y="427"/>
                </a:lnTo>
                <a:cubicBezTo>
                  <a:pt x="559" y="457"/>
                  <a:pt x="545" y="471"/>
                  <a:pt x="530" y="471"/>
                </a:cubicBezTo>
                <a:cubicBezTo>
                  <a:pt x="74" y="471"/>
                  <a:pt x="74" y="471"/>
                  <a:pt x="74" y="471"/>
                </a:cubicBezTo>
                <a:cubicBezTo>
                  <a:pt x="59" y="471"/>
                  <a:pt x="29" y="457"/>
                  <a:pt x="29" y="427"/>
                </a:cubicBezTo>
                <a:cubicBezTo>
                  <a:pt x="29" y="398"/>
                  <a:pt x="29" y="398"/>
                  <a:pt x="29" y="398"/>
                </a:cubicBezTo>
                <a:cubicBezTo>
                  <a:pt x="559" y="398"/>
                  <a:pt x="559" y="398"/>
                  <a:pt x="559" y="398"/>
                </a:cubicBezTo>
                <a:lnTo>
                  <a:pt x="559" y="427"/>
                </a:lnTo>
                <a:close/>
                <a:moveTo>
                  <a:pt x="559" y="354"/>
                </a:moveTo>
                <a:lnTo>
                  <a:pt x="559" y="354"/>
                </a:lnTo>
                <a:cubicBezTo>
                  <a:pt x="29" y="354"/>
                  <a:pt x="29" y="354"/>
                  <a:pt x="29" y="354"/>
                </a:cubicBezTo>
                <a:cubicBezTo>
                  <a:pt x="29" y="74"/>
                  <a:pt x="29" y="74"/>
                  <a:pt x="29" y="74"/>
                </a:cubicBezTo>
                <a:cubicBezTo>
                  <a:pt x="29" y="59"/>
                  <a:pt x="59" y="44"/>
                  <a:pt x="74" y="44"/>
                </a:cubicBezTo>
                <a:cubicBezTo>
                  <a:pt x="530" y="44"/>
                  <a:pt x="530" y="44"/>
                  <a:pt x="530" y="44"/>
                </a:cubicBezTo>
                <a:cubicBezTo>
                  <a:pt x="545" y="44"/>
                  <a:pt x="559" y="59"/>
                  <a:pt x="559" y="74"/>
                </a:cubicBezTo>
                <a:lnTo>
                  <a:pt x="559" y="354"/>
                </a:lnTo>
                <a:close/>
              </a:path>
            </a:pathLst>
          </a:custGeom>
          <a:solidFill>
            <a:schemeClr val="bg1"/>
          </a:solidFill>
          <a:ln>
            <a:noFill/>
          </a:ln>
          <a:effectLst/>
        </p:spPr>
        <p:txBody>
          <a:bodyPr wrap="none" lIns="121898" tIns="60949" rIns="121898" bIns="60949" anchor="ctr"/>
          <a:lstStyle/>
          <a:p>
            <a:pPr>
              <a:defRPr/>
            </a:pPr>
            <a:endParaRPr lang="en-US" sz="1800" dirty="0">
              <a:latin typeface="微软雅黑" panose="020B0503020204020204" charset="-122"/>
              <a:ea typeface="+mn-ea"/>
              <a:cs typeface="+mn-cs"/>
            </a:endParaRPr>
          </a:p>
        </p:txBody>
      </p:sp>
      <p:sp>
        <p:nvSpPr>
          <p:cNvPr id="140" name="Freeform 157"/>
          <p:cNvSpPr>
            <a:spLocks noChangeArrowheads="1"/>
          </p:cNvSpPr>
          <p:nvPr/>
        </p:nvSpPr>
        <p:spPr bwMode="auto">
          <a:xfrm>
            <a:off x="3263398" y="2201166"/>
            <a:ext cx="513071" cy="498373"/>
          </a:xfrm>
          <a:custGeom>
            <a:avLst/>
            <a:gdLst>
              <a:gd name="T0" fmla="*/ 309 w 634"/>
              <a:gd name="T1" fmla="*/ 88 h 619"/>
              <a:gd name="T2" fmla="*/ 309 w 634"/>
              <a:gd name="T3" fmla="*/ 88 h 619"/>
              <a:gd name="T4" fmla="*/ 176 w 634"/>
              <a:gd name="T5" fmla="*/ 235 h 619"/>
              <a:gd name="T6" fmla="*/ 309 w 634"/>
              <a:gd name="T7" fmla="*/ 367 h 619"/>
              <a:gd name="T8" fmla="*/ 456 w 634"/>
              <a:gd name="T9" fmla="*/ 235 h 619"/>
              <a:gd name="T10" fmla="*/ 309 w 634"/>
              <a:gd name="T11" fmla="*/ 88 h 619"/>
              <a:gd name="T12" fmla="*/ 309 w 634"/>
              <a:gd name="T13" fmla="*/ 323 h 619"/>
              <a:gd name="T14" fmla="*/ 309 w 634"/>
              <a:gd name="T15" fmla="*/ 323 h 619"/>
              <a:gd name="T16" fmla="*/ 221 w 634"/>
              <a:gd name="T17" fmla="*/ 235 h 619"/>
              <a:gd name="T18" fmla="*/ 309 w 634"/>
              <a:gd name="T19" fmla="*/ 132 h 619"/>
              <a:gd name="T20" fmla="*/ 412 w 634"/>
              <a:gd name="T21" fmla="*/ 235 h 619"/>
              <a:gd name="T22" fmla="*/ 309 w 634"/>
              <a:gd name="T23" fmla="*/ 323 h 619"/>
              <a:gd name="T24" fmla="*/ 530 w 634"/>
              <a:gd name="T25" fmla="*/ 338 h 619"/>
              <a:gd name="T26" fmla="*/ 530 w 634"/>
              <a:gd name="T27" fmla="*/ 338 h 619"/>
              <a:gd name="T28" fmla="*/ 559 w 634"/>
              <a:gd name="T29" fmla="*/ 235 h 619"/>
              <a:gd name="T30" fmla="*/ 309 w 634"/>
              <a:gd name="T31" fmla="*/ 0 h 619"/>
              <a:gd name="T32" fmla="*/ 73 w 634"/>
              <a:gd name="T33" fmla="*/ 235 h 619"/>
              <a:gd name="T34" fmla="*/ 103 w 634"/>
              <a:gd name="T35" fmla="*/ 338 h 619"/>
              <a:gd name="T36" fmla="*/ 0 w 634"/>
              <a:gd name="T37" fmla="*/ 500 h 619"/>
              <a:gd name="T38" fmla="*/ 117 w 634"/>
              <a:gd name="T39" fmla="*/ 530 h 619"/>
              <a:gd name="T40" fmla="*/ 206 w 634"/>
              <a:gd name="T41" fmla="*/ 618 h 619"/>
              <a:gd name="T42" fmla="*/ 294 w 634"/>
              <a:gd name="T43" fmla="*/ 471 h 619"/>
              <a:gd name="T44" fmla="*/ 309 w 634"/>
              <a:gd name="T45" fmla="*/ 471 h 619"/>
              <a:gd name="T46" fmla="*/ 324 w 634"/>
              <a:gd name="T47" fmla="*/ 471 h 619"/>
              <a:gd name="T48" fmla="*/ 412 w 634"/>
              <a:gd name="T49" fmla="*/ 618 h 619"/>
              <a:gd name="T50" fmla="*/ 500 w 634"/>
              <a:gd name="T51" fmla="*/ 530 h 619"/>
              <a:gd name="T52" fmla="*/ 633 w 634"/>
              <a:gd name="T53" fmla="*/ 500 h 619"/>
              <a:gd name="T54" fmla="*/ 530 w 634"/>
              <a:gd name="T55" fmla="*/ 338 h 619"/>
              <a:gd name="T56" fmla="*/ 206 w 634"/>
              <a:gd name="T57" fmla="*/ 544 h 619"/>
              <a:gd name="T58" fmla="*/ 206 w 634"/>
              <a:gd name="T59" fmla="*/ 544 h 619"/>
              <a:gd name="T60" fmla="*/ 147 w 634"/>
              <a:gd name="T61" fmla="*/ 500 h 619"/>
              <a:gd name="T62" fmla="*/ 58 w 634"/>
              <a:gd name="T63" fmla="*/ 471 h 619"/>
              <a:gd name="T64" fmla="*/ 117 w 634"/>
              <a:gd name="T65" fmla="*/ 382 h 619"/>
              <a:gd name="T66" fmla="*/ 250 w 634"/>
              <a:gd name="T67" fmla="*/ 456 h 619"/>
              <a:gd name="T68" fmla="*/ 206 w 634"/>
              <a:gd name="T69" fmla="*/ 544 h 619"/>
              <a:gd name="T70" fmla="*/ 309 w 634"/>
              <a:gd name="T71" fmla="*/ 426 h 619"/>
              <a:gd name="T72" fmla="*/ 309 w 634"/>
              <a:gd name="T73" fmla="*/ 426 h 619"/>
              <a:gd name="T74" fmla="*/ 117 w 634"/>
              <a:gd name="T75" fmla="*/ 235 h 619"/>
              <a:gd name="T76" fmla="*/ 309 w 634"/>
              <a:gd name="T77" fmla="*/ 29 h 619"/>
              <a:gd name="T78" fmla="*/ 515 w 634"/>
              <a:gd name="T79" fmla="*/ 235 h 619"/>
              <a:gd name="T80" fmla="*/ 309 w 634"/>
              <a:gd name="T81" fmla="*/ 426 h 619"/>
              <a:gd name="T82" fmla="*/ 485 w 634"/>
              <a:gd name="T83" fmla="*/ 500 h 619"/>
              <a:gd name="T84" fmla="*/ 485 w 634"/>
              <a:gd name="T85" fmla="*/ 500 h 619"/>
              <a:gd name="T86" fmla="*/ 426 w 634"/>
              <a:gd name="T87" fmla="*/ 544 h 619"/>
              <a:gd name="T88" fmla="*/ 368 w 634"/>
              <a:gd name="T89" fmla="*/ 456 h 619"/>
              <a:gd name="T90" fmla="*/ 500 w 634"/>
              <a:gd name="T91" fmla="*/ 382 h 619"/>
              <a:gd name="T92" fmla="*/ 559 w 634"/>
              <a:gd name="T93" fmla="*/ 471 h 619"/>
              <a:gd name="T94" fmla="*/ 485 w 634"/>
              <a:gd name="T95" fmla="*/ 500 h 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34" h="619">
                <a:moveTo>
                  <a:pt x="309" y="88"/>
                </a:moveTo>
                <a:lnTo>
                  <a:pt x="309" y="88"/>
                </a:lnTo>
                <a:cubicBezTo>
                  <a:pt x="235" y="88"/>
                  <a:pt x="176" y="162"/>
                  <a:pt x="176" y="235"/>
                </a:cubicBezTo>
                <a:cubicBezTo>
                  <a:pt x="176" y="309"/>
                  <a:pt x="235" y="367"/>
                  <a:pt x="309" y="367"/>
                </a:cubicBezTo>
                <a:cubicBezTo>
                  <a:pt x="383" y="367"/>
                  <a:pt x="456" y="309"/>
                  <a:pt x="456" y="235"/>
                </a:cubicBezTo>
                <a:cubicBezTo>
                  <a:pt x="456" y="162"/>
                  <a:pt x="383" y="88"/>
                  <a:pt x="309" y="88"/>
                </a:cubicBezTo>
                <a:close/>
                <a:moveTo>
                  <a:pt x="309" y="323"/>
                </a:moveTo>
                <a:lnTo>
                  <a:pt x="309" y="323"/>
                </a:lnTo>
                <a:cubicBezTo>
                  <a:pt x="265" y="323"/>
                  <a:pt x="221" y="279"/>
                  <a:pt x="221" y="235"/>
                </a:cubicBezTo>
                <a:cubicBezTo>
                  <a:pt x="221" y="176"/>
                  <a:pt x="265" y="132"/>
                  <a:pt x="309" y="132"/>
                </a:cubicBezTo>
                <a:cubicBezTo>
                  <a:pt x="368" y="132"/>
                  <a:pt x="412" y="176"/>
                  <a:pt x="412" y="235"/>
                </a:cubicBezTo>
                <a:cubicBezTo>
                  <a:pt x="412" y="279"/>
                  <a:pt x="368" y="323"/>
                  <a:pt x="309" y="323"/>
                </a:cubicBezTo>
                <a:close/>
                <a:moveTo>
                  <a:pt x="530" y="338"/>
                </a:moveTo>
                <a:lnTo>
                  <a:pt x="530" y="338"/>
                </a:lnTo>
                <a:cubicBezTo>
                  <a:pt x="544" y="309"/>
                  <a:pt x="559" y="264"/>
                  <a:pt x="559" y="235"/>
                </a:cubicBezTo>
                <a:cubicBezTo>
                  <a:pt x="559" y="103"/>
                  <a:pt x="441" y="0"/>
                  <a:pt x="309" y="0"/>
                </a:cubicBezTo>
                <a:cubicBezTo>
                  <a:pt x="176" y="0"/>
                  <a:pt x="73" y="103"/>
                  <a:pt x="73" y="235"/>
                </a:cubicBezTo>
                <a:cubicBezTo>
                  <a:pt x="73" y="264"/>
                  <a:pt x="88" y="309"/>
                  <a:pt x="103" y="338"/>
                </a:cubicBezTo>
                <a:cubicBezTo>
                  <a:pt x="0" y="500"/>
                  <a:pt x="0" y="500"/>
                  <a:pt x="0" y="500"/>
                </a:cubicBezTo>
                <a:cubicBezTo>
                  <a:pt x="0" y="500"/>
                  <a:pt x="58" y="515"/>
                  <a:pt x="117" y="530"/>
                </a:cubicBezTo>
                <a:cubicBezTo>
                  <a:pt x="162" y="574"/>
                  <a:pt x="206" y="618"/>
                  <a:pt x="206" y="618"/>
                </a:cubicBezTo>
                <a:cubicBezTo>
                  <a:pt x="294" y="471"/>
                  <a:pt x="294" y="471"/>
                  <a:pt x="294" y="471"/>
                </a:cubicBezTo>
                <a:cubicBezTo>
                  <a:pt x="309" y="471"/>
                  <a:pt x="309" y="471"/>
                  <a:pt x="309" y="471"/>
                </a:cubicBezTo>
                <a:cubicBezTo>
                  <a:pt x="324" y="471"/>
                  <a:pt x="324" y="471"/>
                  <a:pt x="324" y="471"/>
                </a:cubicBezTo>
                <a:cubicBezTo>
                  <a:pt x="412" y="618"/>
                  <a:pt x="412" y="618"/>
                  <a:pt x="412" y="618"/>
                </a:cubicBezTo>
                <a:cubicBezTo>
                  <a:pt x="412" y="618"/>
                  <a:pt x="456" y="574"/>
                  <a:pt x="500" y="530"/>
                </a:cubicBezTo>
                <a:cubicBezTo>
                  <a:pt x="559" y="515"/>
                  <a:pt x="633" y="500"/>
                  <a:pt x="633" y="500"/>
                </a:cubicBezTo>
                <a:lnTo>
                  <a:pt x="530" y="338"/>
                </a:lnTo>
                <a:close/>
                <a:moveTo>
                  <a:pt x="206" y="544"/>
                </a:moveTo>
                <a:lnTo>
                  <a:pt x="206" y="544"/>
                </a:lnTo>
                <a:cubicBezTo>
                  <a:pt x="206" y="544"/>
                  <a:pt x="176" y="530"/>
                  <a:pt x="147" y="500"/>
                </a:cubicBezTo>
                <a:cubicBezTo>
                  <a:pt x="103" y="485"/>
                  <a:pt x="58" y="471"/>
                  <a:pt x="58" y="471"/>
                </a:cubicBezTo>
                <a:cubicBezTo>
                  <a:pt x="117" y="382"/>
                  <a:pt x="117" y="382"/>
                  <a:pt x="117" y="382"/>
                </a:cubicBezTo>
                <a:cubicBezTo>
                  <a:pt x="147" y="412"/>
                  <a:pt x="206" y="456"/>
                  <a:pt x="250" y="456"/>
                </a:cubicBezTo>
                <a:lnTo>
                  <a:pt x="206" y="544"/>
                </a:lnTo>
                <a:close/>
                <a:moveTo>
                  <a:pt x="309" y="426"/>
                </a:moveTo>
                <a:lnTo>
                  <a:pt x="309" y="426"/>
                </a:lnTo>
                <a:cubicBezTo>
                  <a:pt x="206" y="426"/>
                  <a:pt x="117" y="338"/>
                  <a:pt x="117" y="235"/>
                </a:cubicBezTo>
                <a:cubicBezTo>
                  <a:pt x="117" y="117"/>
                  <a:pt x="206" y="29"/>
                  <a:pt x="309" y="29"/>
                </a:cubicBezTo>
                <a:cubicBezTo>
                  <a:pt x="426" y="29"/>
                  <a:pt x="515" y="117"/>
                  <a:pt x="515" y="235"/>
                </a:cubicBezTo>
                <a:cubicBezTo>
                  <a:pt x="515" y="338"/>
                  <a:pt x="426" y="426"/>
                  <a:pt x="309" y="426"/>
                </a:cubicBezTo>
                <a:close/>
                <a:moveTo>
                  <a:pt x="485" y="500"/>
                </a:moveTo>
                <a:lnTo>
                  <a:pt x="485" y="500"/>
                </a:lnTo>
                <a:cubicBezTo>
                  <a:pt x="456" y="530"/>
                  <a:pt x="426" y="544"/>
                  <a:pt x="426" y="544"/>
                </a:cubicBezTo>
                <a:cubicBezTo>
                  <a:pt x="368" y="456"/>
                  <a:pt x="368" y="456"/>
                  <a:pt x="368" y="456"/>
                </a:cubicBezTo>
                <a:cubicBezTo>
                  <a:pt x="426" y="456"/>
                  <a:pt x="471" y="412"/>
                  <a:pt x="500" y="382"/>
                </a:cubicBezTo>
                <a:cubicBezTo>
                  <a:pt x="559" y="471"/>
                  <a:pt x="559" y="471"/>
                  <a:pt x="559" y="471"/>
                </a:cubicBezTo>
                <a:cubicBezTo>
                  <a:pt x="559" y="471"/>
                  <a:pt x="530" y="485"/>
                  <a:pt x="485" y="500"/>
                </a:cubicBezTo>
                <a:close/>
              </a:path>
            </a:pathLst>
          </a:custGeom>
          <a:solidFill>
            <a:schemeClr val="bg1"/>
          </a:solidFill>
          <a:ln>
            <a:noFill/>
          </a:ln>
          <a:effectLst/>
        </p:spPr>
        <p:txBody>
          <a:bodyPr wrap="none" lIns="121898" tIns="60949" rIns="121898" bIns="60949" anchor="ctr"/>
          <a:lstStyle/>
          <a:p>
            <a:pPr>
              <a:defRPr/>
            </a:pPr>
            <a:endParaRPr lang="en-US" sz="1800" dirty="0">
              <a:latin typeface="微软雅黑" panose="020B0503020204020204" charset="-122"/>
              <a:ea typeface="+mn-ea"/>
              <a:cs typeface="+mn-cs"/>
            </a:endParaRPr>
          </a:p>
        </p:txBody>
      </p:sp>
      <p:sp>
        <p:nvSpPr>
          <p:cNvPr id="141" name="Freeform 159"/>
          <p:cNvSpPr>
            <a:spLocks noChangeArrowheads="1"/>
          </p:cNvSpPr>
          <p:nvPr/>
        </p:nvSpPr>
        <p:spPr bwMode="auto">
          <a:xfrm>
            <a:off x="1554290" y="3884422"/>
            <a:ext cx="513071" cy="498373"/>
          </a:xfrm>
          <a:custGeom>
            <a:avLst/>
            <a:gdLst>
              <a:gd name="T0" fmla="*/ 177 w 634"/>
              <a:gd name="T1" fmla="*/ 191 h 619"/>
              <a:gd name="T2" fmla="*/ 177 w 634"/>
              <a:gd name="T3" fmla="*/ 191 h 619"/>
              <a:gd name="T4" fmla="*/ 162 w 634"/>
              <a:gd name="T5" fmla="*/ 205 h 619"/>
              <a:gd name="T6" fmla="*/ 162 w 634"/>
              <a:gd name="T7" fmla="*/ 412 h 619"/>
              <a:gd name="T8" fmla="*/ 177 w 634"/>
              <a:gd name="T9" fmla="*/ 426 h 619"/>
              <a:gd name="T10" fmla="*/ 207 w 634"/>
              <a:gd name="T11" fmla="*/ 412 h 619"/>
              <a:gd name="T12" fmla="*/ 207 w 634"/>
              <a:gd name="T13" fmla="*/ 205 h 619"/>
              <a:gd name="T14" fmla="*/ 177 w 634"/>
              <a:gd name="T15" fmla="*/ 191 h 619"/>
              <a:gd name="T16" fmla="*/ 339 w 634"/>
              <a:gd name="T17" fmla="*/ 250 h 619"/>
              <a:gd name="T18" fmla="*/ 339 w 634"/>
              <a:gd name="T19" fmla="*/ 250 h 619"/>
              <a:gd name="T20" fmla="*/ 324 w 634"/>
              <a:gd name="T21" fmla="*/ 264 h 619"/>
              <a:gd name="T22" fmla="*/ 324 w 634"/>
              <a:gd name="T23" fmla="*/ 382 h 619"/>
              <a:gd name="T24" fmla="*/ 339 w 634"/>
              <a:gd name="T25" fmla="*/ 412 h 619"/>
              <a:gd name="T26" fmla="*/ 354 w 634"/>
              <a:gd name="T27" fmla="*/ 382 h 619"/>
              <a:gd name="T28" fmla="*/ 354 w 634"/>
              <a:gd name="T29" fmla="*/ 264 h 619"/>
              <a:gd name="T30" fmla="*/ 339 w 634"/>
              <a:gd name="T31" fmla="*/ 250 h 619"/>
              <a:gd name="T32" fmla="*/ 471 w 634"/>
              <a:gd name="T33" fmla="*/ 0 h 619"/>
              <a:gd name="T34" fmla="*/ 471 w 634"/>
              <a:gd name="T35" fmla="*/ 0 h 619"/>
              <a:gd name="T36" fmla="*/ 324 w 634"/>
              <a:gd name="T37" fmla="*/ 117 h 619"/>
              <a:gd name="T38" fmla="*/ 162 w 634"/>
              <a:gd name="T39" fmla="*/ 58 h 619"/>
              <a:gd name="T40" fmla="*/ 0 w 634"/>
              <a:gd name="T41" fmla="*/ 147 h 619"/>
              <a:gd name="T42" fmla="*/ 0 w 634"/>
              <a:gd name="T43" fmla="*/ 618 h 619"/>
              <a:gd name="T44" fmla="*/ 162 w 634"/>
              <a:gd name="T45" fmla="*/ 530 h 619"/>
              <a:gd name="T46" fmla="*/ 324 w 634"/>
              <a:gd name="T47" fmla="*/ 588 h 619"/>
              <a:gd name="T48" fmla="*/ 471 w 634"/>
              <a:gd name="T49" fmla="*/ 471 h 619"/>
              <a:gd name="T50" fmla="*/ 633 w 634"/>
              <a:gd name="T51" fmla="*/ 588 h 619"/>
              <a:gd name="T52" fmla="*/ 633 w 634"/>
              <a:gd name="T53" fmla="*/ 117 h 619"/>
              <a:gd name="T54" fmla="*/ 471 w 634"/>
              <a:gd name="T55" fmla="*/ 0 h 619"/>
              <a:gd name="T56" fmla="*/ 589 w 634"/>
              <a:gd name="T57" fmla="*/ 515 h 619"/>
              <a:gd name="T58" fmla="*/ 589 w 634"/>
              <a:gd name="T59" fmla="*/ 515 h 619"/>
              <a:gd name="T60" fmla="*/ 471 w 634"/>
              <a:gd name="T61" fmla="*/ 426 h 619"/>
              <a:gd name="T62" fmla="*/ 324 w 634"/>
              <a:gd name="T63" fmla="*/ 544 h 619"/>
              <a:gd name="T64" fmla="*/ 162 w 634"/>
              <a:gd name="T65" fmla="*/ 485 h 619"/>
              <a:gd name="T66" fmla="*/ 44 w 634"/>
              <a:gd name="T67" fmla="*/ 559 h 619"/>
              <a:gd name="T68" fmla="*/ 44 w 634"/>
              <a:gd name="T69" fmla="*/ 162 h 619"/>
              <a:gd name="T70" fmla="*/ 162 w 634"/>
              <a:gd name="T71" fmla="*/ 88 h 619"/>
              <a:gd name="T72" fmla="*/ 324 w 634"/>
              <a:gd name="T73" fmla="*/ 147 h 619"/>
              <a:gd name="T74" fmla="*/ 471 w 634"/>
              <a:gd name="T75" fmla="*/ 29 h 619"/>
              <a:gd name="T76" fmla="*/ 589 w 634"/>
              <a:gd name="T77" fmla="*/ 117 h 619"/>
              <a:gd name="T78" fmla="*/ 589 w 634"/>
              <a:gd name="T79" fmla="*/ 515 h 619"/>
              <a:gd name="T80" fmla="*/ 471 w 634"/>
              <a:gd name="T81" fmla="*/ 323 h 619"/>
              <a:gd name="T82" fmla="*/ 471 w 634"/>
              <a:gd name="T83" fmla="*/ 323 h 619"/>
              <a:gd name="T84" fmla="*/ 501 w 634"/>
              <a:gd name="T85" fmla="*/ 353 h 619"/>
              <a:gd name="T86" fmla="*/ 516 w 634"/>
              <a:gd name="T87" fmla="*/ 323 h 619"/>
              <a:gd name="T88" fmla="*/ 516 w 634"/>
              <a:gd name="T89" fmla="*/ 176 h 619"/>
              <a:gd name="T90" fmla="*/ 501 w 634"/>
              <a:gd name="T91" fmla="*/ 147 h 619"/>
              <a:gd name="T92" fmla="*/ 471 w 634"/>
              <a:gd name="T93" fmla="*/ 176 h 619"/>
              <a:gd name="T94" fmla="*/ 471 w 634"/>
              <a:gd name="T95" fmla="*/ 323 h 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34" h="619">
                <a:moveTo>
                  <a:pt x="177" y="191"/>
                </a:moveTo>
                <a:lnTo>
                  <a:pt x="177" y="191"/>
                </a:lnTo>
                <a:lnTo>
                  <a:pt x="162" y="205"/>
                </a:lnTo>
                <a:cubicBezTo>
                  <a:pt x="162" y="412"/>
                  <a:pt x="162" y="412"/>
                  <a:pt x="162" y="412"/>
                </a:cubicBezTo>
                <a:lnTo>
                  <a:pt x="177" y="426"/>
                </a:lnTo>
                <a:cubicBezTo>
                  <a:pt x="192" y="426"/>
                  <a:pt x="207" y="412"/>
                  <a:pt x="207" y="412"/>
                </a:cubicBezTo>
                <a:cubicBezTo>
                  <a:pt x="207" y="205"/>
                  <a:pt x="207" y="205"/>
                  <a:pt x="207" y="205"/>
                </a:cubicBezTo>
                <a:cubicBezTo>
                  <a:pt x="207" y="205"/>
                  <a:pt x="192" y="191"/>
                  <a:pt x="177" y="191"/>
                </a:cubicBezTo>
                <a:close/>
                <a:moveTo>
                  <a:pt x="339" y="250"/>
                </a:moveTo>
                <a:lnTo>
                  <a:pt x="339" y="250"/>
                </a:lnTo>
                <a:cubicBezTo>
                  <a:pt x="324" y="250"/>
                  <a:pt x="324" y="264"/>
                  <a:pt x="324" y="264"/>
                </a:cubicBezTo>
                <a:cubicBezTo>
                  <a:pt x="324" y="382"/>
                  <a:pt x="324" y="382"/>
                  <a:pt x="324" y="382"/>
                </a:cubicBezTo>
                <a:cubicBezTo>
                  <a:pt x="324" y="397"/>
                  <a:pt x="324" y="412"/>
                  <a:pt x="339" y="412"/>
                </a:cubicBezTo>
                <a:cubicBezTo>
                  <a:pt x="354" y="412"/>
                  <a:pt x="354" y="397"/>
                  <a:pt x="354" y="382"/>
                </a:cubicBezTo>
                <a:cubicBezTo>
                  <a:pt x="354" y="264"/>
                  <a:pt x="354" y="264"/>
                  <a:pt x="354" y="264"/>
                </a:cubicBezTo>
                <a:cubicBezTo>
                  <a:pt x="354" y="264"/>
                  <a:pt x="354" y="250"/>
                  <a:pt x="339" y="250"/>
                </a:cubicBezTo>
                <a:close/>
                <a:moveTo>
                  <a:pt x="471" y="0"/>
                </a:moveTo>
                <a:lnTo>
                  <a:pt x="471" y="0"/>
                </a:lnTo>
                <a:cubicBezTo>
                  <a:pt x="324" y="117"/>
                  <a:pt x="324" y="117"/>
                  <a:pt x="324" y="117"/>
                </a:cubicBezTo>
                <a:cubicBezTo>
                  <a:pt x="162" y="58"/>
                  <a:pt x="162" y="58"/>
                  <a:pt x="162" y="58"/>
                </a:cubicBezTo>
                <a:cubicBezTo>
                  <a:pt x="0" y="147"/>
                  <a:pt x="0" y="147"/>
                  <a:pt x="0" y="147"/>
                </a:cubicBezTo>
                <a:cubicBezTo>
                  <a:pt x="0" y="618"/>
                  <a:pt x="0" y="618"/>
                  <a:pt x="0" y="618"/>
                </a:cubicBezTo>
                <a:cubicBezTo>
                  <a:pt x="162" y="530"/>
                  <a:pt x="162" y="530"/>
                  <a:pt x="162" y="530"/>
                </a:cubicBezTo>
                <a:cubicBezTo>
                  <a:pt x="324" y="588"/>
                  <a:pt x="324" y="588"/>
                  <a:pt x="324" y="588"/>
                </a:cubicBezTo>
                <a:cubicBezTo>
                  <a:pt x="471" y="471"/>
                  <a:pt x="471" y="471"/>
                  <a:pt x="471" y="471"/>
                </a:cubicBezTo>
                <a:cubicBezTo>
                  <a:pt x="633" y="588"/>
                  <a:pt x="633" y="588"/>
                  <a:pt x="633" y="588"/>
                </a:cubicBezTo>
                <a:cubicBezTo>
                  <a:pt x="633" y="117"/>
                  <a:pt x="633" y="117"/>
                  <a:pt x="633" y="117"/>
                </a:cubicBezTo>
                <a:lnTo>
                  <a:pt x="471" y="0"/>
                </a:lnTo>
                <a:close/>
                <a:moveTo>
                  <a:pt x="589" y="515"/>
                </a:moveTo>
                <a:lnTo>
                  <a:pt x="589" y="515"/>
                </a:lnTo>
                <a:cubicBezTo>
                  <a:pt x="471" y="426"/>
                  <a:pt x="471" y="426"/>
                  <a:pt x="471" y="426"/>
                </a:cubicBezTo>
                <a:cubicBezTo>
                  <a:pt x="324" y="544"/>
                  <a:pt x="324" y="544"/>
                  <a:pt x="324" y="544"/>
                </a:cubicBezTo>
                <a:cubicBezTo>
                  <a:pt x="162" y="485"/>
                  <a:pt x="162" y="485"/>
                  <a:pt x="162" y="485"/>
                </a:cubicBezTo>
                <a:cubicBezTo>
                  <a:pt x="44" y="559"/>
                  <a:pt x="44" y="559"/>
                  <a:pt x="44" y="559"/>
                </a:cubicBezTo>
                <a:cubicBezTo>
                  <a:pt x="44" y="162"/>
                  <a:pt x="44" y="162"/>
                  <a:pt x="44" y="162"/>
                </a:cubicBezTo>
                <a:cubicBezTo>
                  <a:pt x="162" y="88"/>
                  <a:pt x="162" y="88"/>
                  <a:pt x="162" y="88"/>
                </a:cubicBezTo>
                <a:cubicBezTo>
                  <a:pt x="324" y="147"/>
                  <a:pt x="324" y="147"/>
                  <a:pt x="324" y="147"/>
                </a:cubicBezTo>
                <a:cubicBezTo>
                  <a:pt x="471" y="29"/>
                  <a:pt x="471" y="29"/>
                  <a:pt x="471" y="29"/>
                </a:cubicBezTo>
                <a:cubicBezTo>
                  <a:pt x="589" y="117"/>
                  <a:pt x="589" y="117"/>
                  <a:pt x="589" y="117"/>
                </a:cubicBezTo>
                <a:lnTo>
                  <a:pt x="589" y="515"/>
                </a:lnTo>
                <a:close/>
                <a:moveTo>
                  <a:pt x="471" y="323"/>
                </a:moveTo>
                <a:lnTo>
                  <a:pt x="471" y="323"/>
                </a:lnTo>
                <a:cubicBezTo>
                  <a:pt x="471" y="338"/>
                  <a:pt x="486" y="353"/>
                  <a:pt x="501" y="353"/>
                </a:cubicBezTo>
                <a:cubicBezTo>
                  <a:pt x="501" y="353"/>
                  <a:pt x="516" y="338"/>
                  <a:pt x="516" y="323"/>
                </a:cubicBezTo>
                <a:cubicBezTo>
                  <a:pt x="516" y="176"/>
                  <a:pt x="516" y="176"/>
                  <a:pt x="516" y="176"/>
                </a:cubicBezTo>
                <a:cubicBezTo>
                  <a:pt x="516" y="162"/>
                  <a:pt x="501" y="147"/>
                  <a:pt x="501" y="147"/>
                </a:cubicBezTo>
                <a:cubicBezTo>
                  <a:pt x="486" y="147"/>
                  <a:pt x="471" y="162"/>
                  <a:pt x="471" y="176"/>
                </a:cubicBezTo>
                <a:lnTo>
                  <a:pt x="471" y="323"/>
                </a:lnTo>
                <a:close/>
              </a:path>
            </a:pathLst>
          </a:custGeom>
          <a:solidFill>
            <a:schemeClr val="bg1"/>
          </a:solidFill>
          <a:ln>
            <a:noFill/>
          </a:ln>
          <a:effectLst/>
        </p:spPr>
        <p:txBody>
          <a:bodyPr wrap="none" lIns="121898" tIns="60949" rIns="121898" bIns="60949" anchor="ctr"/>
          <a:lstStyle/>
          <a:p>
            <a:pPr>
              <a:defRPr/>
            </a:pPr>
            <a:endParaRPr lang="en-US" sz="1800" dirty="0">
              <a:latin typeface="微软雅黑" panose="020B0503020204020204" charset="-122"/>
              <a:ea typeface="+mn-ea"/>
              <a:cs typeface="+mn-cs"/>
            </a:endParaRPr>
          </a:p>
        </p:txBody>
      </p:sp>
    </p:spTree>
  </p:cSld>
  <p:clrMapOvr>
    <a:masterClrMapping/>
  </p:clrMapOvr>
  <p:transition advTm="2668">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par>
                                <p:cTn id="12" presetID="2" presetClass="entr" presetSubtype="8" fill="hold" nodeType="withEffect">
                                  <p:stCondLst>
                                    <p:cond delay="25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0-#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par>
                          <p:cTn id="20" fill="hold">
                            <p:stCondLst>
                              <p:cond delay="850"/>
                            </p:stCondLst>
                            <p:childTnLst>
                              <p:par>
                                <p:cTn id="21" presetID="53" presetClass="entr" presetSubtype="16" fill="hold" grpId="0" nodeType="afterEffect">
                                  <p:stCondLst>
                                    <p:cond delay="0"/>
                                  </p:stCondLst>
                                  <p:childTnLst>
                                    <p:set>
                                      <p:cBhvr>
                                        <p:cTn id="22" dur="1" fill="hold">
                                          <p:stCondLst>
                                            <p:cond delay="0"/>
                                          </p:stCondLst>
                                        </p:cTn>
                                        <p:tgtEl>
                                          <p:spTgt spid="142"/>
                                        </p:tgtEl>
                                        <p:attrNameLst>
                                          <p:attrName>style.visibility</p:attrName>
                                        </p:attrNameLst>
                                      </p:cBhvr>
                                      <p:to>
                                        <p:strVal val="visible"/>
                                      </p:to>
                                    </p:set>
                                    <p:anim calcmode="lin" valueType="num">
                                      <p:cBhvr>
                                        <p:cTn id="23" dur="500" fill="hold"/>
                                        <p:tgtEl>
                                          <p:spTgt spid="142"/>
                                        </p:tgtEl>
                                        <p:attrNameLst>
                                          <p:attrName>ppt_w</p:attrName>
                                        </p:attrNameLst>
                                      </p:cBhvr>
                                      <p:tavLst>
                                        <p:tav tm="0">
                                          <p:val>
                                            <p:fltVal val="0"/>
                                          </p:val>
                                        </p:tav>
                                        <p:tav tm="100000">
                                          <p:val>
                                            <p:strVal val="#ppt_w"/>
                                          </p:val>
                                        </p:tav>
                                      </p:tavLst>
                                    </p:anim>
                                    <p:anim calcmode="lin" valueType="num">
                                      <p:cBhvr>
                                        <p:cTn id="24" dur="500" fill="hold"/>
                                        <p:tgtEl>
                                          <p:spTgt spid="142"/>
                                        </p:tgtEl>
                                        <p:attrNameLst>
                                          <p:attrName>ppt_h</p:attrName>
                                        </p:attrNameLst>
                                      </p:cBhvr>
                                      <p:tavLst>
                                        <p:tav tm="0">
                                          <p:val>
                                            <p:fltVal val="0"/>
                                          </p:val>
                                        </p:tav>
                                        <p:tav tm="100000">
                                          <p:val>
                                            <p:strVal val="#ppt_h"/>
                                          </p:val>
                                        </p:tav>
                                      </p:tavLst>
                                    </p:anim>
                                    <p:animEffect transition="in" filter="fade">
                                      <p:cBhvr>
                                        <p:cTn id="25" dur="500"/>
                                        <p:tgtEl>
                                          <p:spTgt spid="142"/>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88"/>
                                        </p:tgtEl>
                                        <p:attrNameLst>
                                          <p:attrName>style.visibility</p:attrName>
                                        </p:attrNameLst>
                                      </p:cBhvr>
                                      <p:to>
                                        <p:strVal val="visible"/>
                                      </p:to>
                                    </p:set>
                                    <p:anim calcmode="lin" valueType="num">
                                      <p:cBhvr>
                                        <p:cTn id="28" dur="500" fill="hold"/>
                                        <p:tgtEl>
                                          <p:spTgt spid="88"/>
                                        </p:tgtEl>
                                        <p:attrNameLst>
                                          <p:attrName>ppt_w</p:attrName>
                                        </p:attrNameLst>
                                      </p:cBhvr>
                                      <p:tavLst>
                                        <p:tav tm="0">
                                          <p:val>
                                            <p:fltVal val="0"/>
                                          </p:val>
                                        </p:tav>
                                        <p:tav tm="100000">
                                          <p:val>
                                            <p:strVal val="#ppt_w"/>
                                          </p:val>
                                        </p:tav>
                                      </p:tavLst>
                                    </p:anim>
                                    <p:anim calcmode="lin" valueType="num">
                                      <p:cBhvr>
                                        <p:cTn id="29" dur="500" fill="hold"/>
                                        <p:tgtEl>
                                          <p:spTgt spid="88"/>
                                        </p:tgtEl>
                                        <p:attrNameLst>
                                          <p:attrName>ppt_h</p:attrName>
                                        </p:attrNameLst>
                                      </p:cBhvr>
                                      <p:tavLst>
                                        <p:tav tm="0">
                                          <p:val>
                                            <p:fltVal val="0"/>
                                          </p:val>
                                        </p:tav>
                                        <p:tav tm="100000">
                                          <p:val>
                                            <p:strVal val="#ppt_h"/>
                                          </p:val>
                                        </p:tav>
                                      </p:tavLst>
                                    </p:anim>
                                    <p:animEffect transition="in" filter="fade">
                                      <p:cBhvr>
                                        <p:cTn id="30" dur="500"/>
                                        <p:tgtEl>
                                          <p:spTgt spid="88"/>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89"/>
                                        </p:tgtEl>
                                        <p:attrNameLst>
                                          <p:attrName>style.visibility</p:attrName>
                                        </p:attrNameLst>
                                      </p:cBhvr>
                                      <p:to>
                                        <p:strVal val="visible"/>
                                      </p:to>
                                    </p:set>
                                    <p:anim calcmode="lin" valueType="num">
                                      <p:cBhvr>
                                        <p:cTn id="33" dur="500" fill="hold"/>
                                        <p:tgtEl>
                                          <p:spTgt spid="89"/>
                                        </p:tgtEl>
                                        <p:attrNameLst>
                                          <p:attrName>ppt_w</p:attrName>
                                        </p:attrNameLst>
                                      </p:cBhvr>
                                      <p:tavLst>
                                        <p:tav tm="0">
                                          <p:val>
                                            <p:fltVal val="0"/>
                                          </p:val>
                                        </p:tav>
                                        <p:tav tm="100000">
                                          <p:val>
                                            <p:strVal val="#ppt_w"/>
                                          </p:val>
                                        </p:tav>
                                      </p:tavLst>
                                    </p:anim>
                                    <p:anim calcmode="lin" valueType="num">
                                      <p:cBhvr>
                                        <p:cTn id="34" dur="500" fill="hold"/>
                                        <p:tgtEl>
                                          <p:spTgt spid="89"/>
                                        </p:tgtEl>
                                        <p:attrNameLst>
                                          <p:attrName>ppt_h</p:attrName>
                                        </p:attrNameLst>
                                      </p:cBhvr>
                                      <p:tavLst>
                                        <p:tav tm="0">
                                          <p:val>
                                            <p:fltVal val="0"/>
                                          </p:val>
                                        </p:tav>
                                        <p:tav tm="100000">
                                          <p:val>
                                            <p:strVal val="#ppt_h"/>
                                          </p:val>
                                        </p:tav>
                                      </p:tavLst>
                                    </p:anim>
                                    <p:animEffect transition="in" filter="fade">
                                      <p:cBhvr>
                                        <p:cTn id="35" dur="500"/>
                                        <p:tgtEl>
                                          <p:spTgt spid="89"/>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90"/>
                                        </p:tgtEl>
                                        <p:attrNameLst>
                                          <p:attrName>style.visibility</p:attrName>
                                        </p:attrNameLst>
                                      </p:cBhvr>
                                      <p:to>
                                        <p:strVal val="visible"/>
                                      </p:to>
                                    </p:set>
                                    <p:anim calcmode="lin" valueType="num">
                                      <p:cBhvr>
                                        <p:cTn id="38" dur="500" fill="hold"/>
                                        <p:tgtEl>
                                          <p:spTgt spid="90"/>
                                        </p:tgtEl>
                                        <p:attrNameLst>
                                          <p:attrName>ppt_w</p:attrName>
                                        </p:attrNameLst>
                                      </p:cBhvr>
                                      <p:tavLst>
                                        <p:tav tm="0">
                                          <p:val>
                                            <p:fltVal val="0"/>
                                          </p:val>
                                        </p:tav>
                                        <p:tav tm="100000">
                                          <p:val>
                                            <p:strVal val="#ppt_w"/>
                                          </p:val>
                                        </p:tav>
                                      </p:tavLst>
                                    </p:anim>
                                    <p:anim calcmode="lin" valueType="num">
                                      <p:cBhvr>
                                        <p:cTn id="39" dur="500" fill="hold"/>
                                        <p:tgtEl>
                                          <p:spTgt spid="90"/>
                                        </p:tgtEl>
                                        <p:attrNameLst>
                                          <p:attrName>ppt_h</p:attrName>
                                        </p:attrNameLst>
                                      </p:cBhvr>
                                      <p:tavLst>
                                        <p:tav tm="0">
                                          <p:val>
                                            <p:fltVal val="0"/>
                                          </p:val>
                                        </p:tav>
                                        <p:tav tm="100000">
                                          <p:val>
                                            <p:strVal val="#ppt_h"/>
                                          </p:val>
                                        </p:tav>
                                      </p:tavLst>
                                    </p:anim>
                                    <p:animEffect transition="in" filter="fade">
                                      <p:cBhvr>
                                        <p:cTn id="40" dur="500"/>
                                        <p:tgtEl>
                                          <p:spTgt spid="90"/>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91"/>
                                        </p:tgtEl>
                                        <p:attrNameLst>
                                          <p:attrName>style.visibility</p:attrName>
                                        </p:attrNameLst>
                                      </p:cBhvr>
                                      <p:to>
                                        <p:strVal val="visible"/>
                                      </p:to>
                                    </p:set>
                                    <p:anim calcmode="lin" valueType="num">
                                      <p:cBhvr>
                                        <p:cTn id="43" dur="500" fill="hold"/>
                                        <p:tgtEl>
                                          <p:spTgt spid="91"/>
                                        </p:tgtEl>
                                        <p:attrNameLst>
                                          <p:attrName>ppt_w</p:attrName>
                                        </p:attrNameLst>
                                      </p:cBhvr>
                                      <p:tavLst>
                                        <p:tav tm="0">
                                          <p:val>
                                            <p:fltVal val="0"/>
                                          </p:val>
                                        </p:tav>
                                        <p:tav tm="100000">
                                          <p:val>
                                            <p:strVal val="#ppt_w"/>
                                          </p:val>
                                        </p:tav>
                                      </p:tavLst>
                                    </p:anim>
                                    <p:anim calcmode="lin" valueType="num">
                                      <p:cBhvr>
                                        <p:cTn id="44" dur="500" fill="hold"/>
                                        <p:tgtEl>
                                          <p:spTgt spid="91"/>
                                        </p:tgtEl>
                                        <p:attrNameLst>
                                          <p:attrName>ppt_h</p:attrName>
                                        </p:attrNameLst>
                                      </p:cBhvr>
                                      <p:tavLst>
                                        <p:tav tm="0">
                                          <p:val>
                                            <p:fltVal val="0"/>
                                          </p:val>
                                        </p:tav>
                                        <p:tav tm="100000">
                                          <p:val>
                                            <p:strVal val="#ppt_h"/>
                                          </p:val>
                                        </p:tav>
                                      </p:tavLst>
                                    </p:anim>
                                    <p:animEffect transition="in" filter="fade">
                                      <p:cBhvr>
                                        <p:cTn id="45" dur="500"/>
                                        <p:tgtEl>
                                          <p:spTgt spid="91"/>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102"/>
                                        </p:tgtEl>
                                        <p:attrNameLst>
                                          <p:attrName>style.visibility</p:attrName>
                                        </p:attrNameLst>
                                      </p:cBhvr>
                                      <p:to>
                                        <p:strVal val="visible"/>
                                      </p:to>
                                    </p:set>
                                    <p:anim calcmode="lin" valueType="num">
                                      <p:cBhvr>
                                        <p:cTn id="48" dur="500" fill="hold"/>
                                        <p:tgtEl>
                                          <p:spTgt spid="102"/>
                                        </p:tgtEl>
                                        <p:attrNameLst>
                                          <p:attrName>ppt_w</p:attrName>
                                        </p:attrNameLst>
                                      </p:cBhvr>
                                      <p:tavLst>
                                        <p:tav tm="0">
                                          <p:val>
                                            <p:fltVal val="0"/>
                                          </p:val>
                                        </p:tav>
                                        <p:tav tm="100000">
                                          <p:val>
                                            <p:strVal val="#ppt_w"/>
                                          </p:val>
                                        </p:tav>
                                      </p:tavLst>
                                    </p:anim>
                                    <p:anim calcmode="lin" valueType="num">
                                      <p:cBhvr>
                                        <p:cTn id="49" dur="500" fill="hold"/>
                                        <p:tgtEl>
                                          <p:spTgt spid="102"/>
                                        </p:tgtEl>
                                        <p:attrNameLst>
                                          <p:attrName>ppt_h</p:attrName>
                                        </p:attrNameLst>
                                      </p:cBhvr>
                                      <p:tavLst>
                                        <p:tav tm="0">
                                          <p:val>
                                            <p:fltVal val="0"/>
                                          </p:val>
                                        </p:tav>
                                        <p:tav tm="100000">
                                          <p:val>
                                            <p:strVal val="#ppt_h"/>
                                          </p:val>
                                        </p:tav>
                                      </p:tavLst>
                                    </p:anim>
                                    <p:animEffect transition="in" filter="fade">
                                      <p:cBhvr>
                                        <p:cTn id="50" dur="500"/>
                                        <p:tgtEl>
                                          <p:spTgt spid="102"/>
                                        </p:tgtEl>
                                      </p:cBhvr>
                                    </p:animEffect>
                                  </p:childTnLst>
                                </p:cTn>
                              </p:par>
                              <p:par>
                                <p:cTn id="51" presetID="53" presetClass="entr" presetSubtype="16" fill="hold" grpId="0" nodeType="withEffect">
                                  <p:stCondLst>
                                    <p:cond delay="0"/>
                                  </p:stCondLst>
                                  <p:childTnLst>
                                    <p:set>
                                      <p:cBhvr>
                                        <p:cTn id="52" dur="1" fill="hold">
                                          <p:stCondLst>
                                            <p:cond delay="0"/>
                                          </p:stCondLst>
                                        </p:cTn>
                                        <p:tgtEl>
                                          <p:spTgt spid="103"/>
                                        </p:tgtEl>
                                        <p:attrNameLst>
                                          <p:attrName>style.visibility</p:attrName>
                                        </p:attrNameLst>
                                      </p:cBhvr>
                                      <p:to>
                                        <p:strVal val="visible"/>
                                      </p:to>
                                    </p:set>
                                    <p:anim calcmode="lin" valueType="num">
                                      <p:cBhvr>
                                        <p:cTn id="53" dur="500" fill="hold"/>
                                        <p:tgtEl>
                                          <p:spTgt spid="103"/>
                                        </p:tgtEl>
                                        <p:attrNameLst>
                                          <p:attrName>ppt_w</p:attrName>
                                        </p:attrNameLst>
                                      </p:cBhvr>
                                      <p:tavLst>
                                        <p:tav tm="0">
                                          <p:val>
                                            <p:fltVal val="0"/>
                                          </p:val>
                                        </p:tav>
                                        <p:tav tm="100000">
                                          <p:val>
                                            <p:strVal val="#ppt_w"/>
                                          </p:val>
                                        </p:tav>
                                      </p:tavLst>
                                    </p:anim>
                                    <p:anim calcmode="lin" valueType="num">
                                      <p:cBhvr>
                                        <p:cTn id="54" dur="500" fill="hold"/>
                                        <p:tgtEl>
                                          <p:spTgt spid="103"/>
                                        </p:tgtEl>
                                        <p:attrNameLst>
                                          <p:attrName>ppt_h</p:attrName>
                                        </p:attrNameLst>
                                      </p:cBhvr>
                                      <p:tavLst>
                                        <p:tav tm="0">
                                          <p:val>
                                            <p:fltVal val="0"/>
                                          </p:val>
                                        </p:tav>
                                        <p:tav tm="100000">
                                          <p:val>
                                            <p:strVal val="#ppt_h"/>
                                          </p:val>
                                        </p:tav>
                                      </p:tavLst>
                                    </p:anim>
                                    <p:animEffect transition="in" filter="fade">
                                      <p:cBhvr>
                                        <p:cTn id="55" dur="500"/>
                                        <p:tgtEl>
                                          <p:spTgt spid="103"/>
                                        </p:tgtEl>
                                      </p:cBhvr>
                                    </p:animEffect>
                                  </p:childTnLst>
                                </p:cTn>
                              </p:par>
                              <p:par>
                                <p:cTn id="56" presetID="53" presetClass="entr" presetSubtype="16" fill="hold" grpId="0" nodeType="withEffect">
                                  <p:stCondLst>
                                    <p:cond delay="0"/>
                                  </p:stCondLst>
                                  <p:childTnLst>
                                    <p:set>
                                      <p:cBhvr>
                                        <p:cTn id="57" dur="1" fill="hold">
                                          <p:stCondLst>
                                            <p:cond delay="0"/>
                                          </p:stCondLst>
                                        </p:cTn>
                                        <p:tgtEl>
                                          <p:spTgt spid="105"/>
                                        </p:tgtEl>
                                        <p:attrNameLst>
                                          <p:attrName>style.visibility</p:attrName>
                                        </p:attrNameLst>
                                      </p:cBhvr>
                                      <p:to>
                                        <p:strVal val="visible"/>
                                      </p:to>
                                    </p:set>
                                    <p:anim calcmode="lin" valueType="num">
                                      <p:cBhvr>
                                        <p:cTn id="58" dur="500" fill="hold"/>
                                        <p:tgtEl>
                                          <p:spTgt spid="105"/>
                                        </p:tgtEl>
                                        <p:attrNameLst>
                                          <p:attrName>ppt_w</p:attrName>
                                        </p:attrNameLst>
                                      </p:cBhvr>
                                      <p:tavLst>
                                        <p:tav tm="0">
                                          <p:val>
                                            <p:fltVal val="0"/>
                                          </p:val>
                                        </p:tav>
                                        <p:tav tm="100000">
                                          <p:val>
                                            <p:strVal val="#ppt_w"/>
                                          </p:val>
                                        </p:tav>
                                      </p:tavLst>
                                    </p:anim>
                                    <p:anim calcmode="lin" valueType="num">
                                      <p:cBhvr>
                                        <p:cTn id="59" dur="500" fill="hold"/>
                                        <p:tgtEl>
                                          <p:spTgt spid="105"/>
                                        </p:tgtEl>
                                        <p:attrNameLst>
                                          <p:attrName>ppt_h</p:attrName>
                                        </p:attrNameLst>
                                      </p:cBhvr>
                                      <p:tavLst>
                                        <p:tav tm="0">
                                          <p:val>
                                            <p:fltVal val="0"/>
                                          </p:val>
                                        </p:tav>
                                        <p:tav tm="100000">
                                          <p:val>
                                            <p:strVal val="#ppt_h"/>
                                          </p:val>
                                        </p:tav>
                                      </p:tavLst>
                                    </p:anim>
                                    <p:animEffect transition="in" filter="fade">
                                      <p:cBhvr>
                                        <p:cTn id="60" dur="500"/>
                                        <p:tgtEl>
                                          <p:spTgt spid="105"/>
                                        </p:tgtEl>
                                      </p:cBhvr>
                                    </p:animEffect>
                                  </p:childTnLst>
                                </p:cTn>
                              </p:par>
                              <p:par>
                                <p:cTn id="61" presetID="53" presetClass="entr" presetSubtype="16" fill="hold" grpId="0" nodeType="withEffect">
                                  <p:stCondLst>
                                    <p:cond delay="0"/>
                                  </p:stCondLst>
                                  <p:childTnLst>
                                    <p:set>
                                      <p:cBhvr>
                                        <p:cTn id="62" dur="1" fill="hold">
                                          <p:stCondLst>
                                            <p:cond delay="0"/>
                                          </p:stCondLst>
                                        </p:cTn>
                                        <p:tgtEl>
                                          <p:spTgt spid="134"/>
                                        </p:tgtEl>
                                        <p:attrNameLst>
                                          <p:attrName>style.visibility</p:attrName>
                                        </p:attrNameLst>
                                      </p:cBhvr>
                                      <p:to>
                                        <p:strVal val="visible"/>
                                      </p:to>
                                    </p:set>
                                    <p:anim calcmode="lin" valueType="num">
                                      <p:cBhvr>
                                        <p:cTn id="63" dur="500" fill="hold"/>
                                        <p:tgtEl>
                                          <p:spTgt spid="134"/>
                                        </p:tgtEl>
                                        <p:attrNameLst>
                                          <p:attrName>ppt_w</p:attrName>
                                        </p:attrNameLst>
                                      </p:cBhvr>
                                      <p:tavLst>
                                        <p:tav tm="0">
                                          <p:val>
                                            <p:fltVal val="0"/>
                                          </p:val>
                                        </p:tav>
                                        <p:tav tm="100000">
                                          <p:val>
                                            <p:strVal val="#ppt_w"/>
                                          </p:val>
                                        </p:tav>
                                      </p:tavLst>
                                    </p:anim>
                                    <p:anim calcmode="lin" valueType="num">
                                      <p:cBhvr>
                                        <p:cTn id="64" dur="500" fill="hold"/>
                                        <p:tgtEl>
                                          <p:spTgt spid="134"/>
                                        </p:tgtEl>
                                        <p:attrNameLst>
                                          <p:attrName>ppt_h</p:attrName>
                                        </p:attrNameLst>
                                      </p:cBhvr>
                                      <p:tavLst>
                                        <p:tav tm="0">
                                          <p:val>
                                            <p:fltVal val="0"/>
                                          </p:val>
                                        </p:tav>
                                        <p:tav tm="100000">
                                          <p:val>
                                            <p:strVal val="#ppt_h"/>
                                          </p:val>
                                        </p:tav>
                                      </p:tavLst>
                                    </p:anim>
                                    <p:animEffect transition="in" filter="fade">
                                      <p:cBhvr>
                                        <p:cTn id="65" dur="500"/>
                                        <p:tgtEl>
                                          <p:spTgt spid="134"/>
                                        </p:tgtEl>
                                      </p:cBhvr>
                                    </p:animEffect>
                                  </p:childTnLst>
                                </p:cTn>
                              </p:par>
                              <p:par>
                                <p:cTn id="66" presetID="53" presetClass="entr" presetSubtype="16" fill="hold" grpId="0" nodeType="withEffect">
                                  <p:stCondLst>
                                    <p:cond delay="0"/>
                                  </p:stCondLst>
                                  <p:childTnLst>
                                    <p:set>
                                      <p:cBhvr>
                                        <p:cTn id="67" dur="1" fill="hold">
                                          <p:stCondLst>
                                            <p:cond delay="0"/>
                                          </p:stCondLst>
                                        </p:cTn>
                                        <p:tgtEl>
                                          <p:spTgt spid="135"/>
                                        </p:tgtEl>
                                        <p:attrNameLst>
                                          <p:attrName>style.visibility</p:attrName>
                                        </p:attrNameLst>
                                      </p:cBhvr>
                                      <p:to>
                                        <p:strVal val="visible"/>
                                      </p:to>
                                    </p:set>
                                    <p:anim calcmode="lin" valueType="num">
                                      <p:cBhvr>
                                        <p:cTn id="68" dur="500" fill="hold"/>
                                        <p:tgtEl>
                                          <p:spTgt spid="135"/>
                                        </p:tgtEl>
                                        <p:attrNameLst>
                                          <p:attrName>ppt_w</p:attrName>
                                        </p:attrNameLst>
                                      </p:cBhvr>
                                      <p:tavLst>
                                        <p:tav tm="0">
                                          <p:val>
                                            <p:fltVal val="0"/>
                                          </p:val>
                                        </p:tav>
                                        <p:tav tm="100000">
                                          <p:val>
                                            <p:strVal val="#ppt_w"/>
                                          </p:val>
                                        </p:tav>
                                      </p:tavLst>
                                    </p:anim>
                                    <p:anim calcmode="lin" valueType="num">
                                      <p:cBhvr>
                                        <p:cTn id="69" dur="500" fill="hold"/>
                                        <p:tgtEl>
                                          <p:spTgt spid="135"/>
                                        </p:tgtEl>
                                        <p:attrNameLst>
                                          <p:attrName>ppt_h</p:attrName>
                                        </p:attrNameLst>
                                      </p:cBhvr>
                                      <p:tavLst>
                                        <p:tav tm="0">
                                          <p:val>
                                            <p:fltVal val="0"/>
                                          </p:val>
                                        </p:tav>
                                        <p:tav tm="100000">
                                          <p:val>
                                            <p:strVal val="#ppt_h"/>
                                          </p:val>
                                        </p:tav>
                                      </p:tavLst>
                                    </p:anim>
                                    <p:animEffect transition="in" filter="fade">
                                      <p:cBhvr>
                                        <p:cTn id="70" dur="500"/>
                                        <p:tgtEl>
                                          <p:spTgt spid="135"/>
                                        </p:tgtEl>
                                      </p:cBhvr>
                                    </p:animEffect>
                                  </p:childTnLst>
                                </p:cTn>
                              </p:par>
                              <p:par>
                                <p:cTn id="71" presetID="53" presetClass="entr" presetSubtype="16" fill="hold" grpId="0" nodeType="withEffect">
                                  <p:stCondLst>
                                    <p:cond delay="0"/>
                                  </p:stCondLst>
                                  <p:childTnLst>
                                    <p:set>
                                      <p:cBhvr>
                                        <p:cTn id="72" dur="1" fill="hold">
                                          <p:stCondLst>
                                            <p:cond delay="0"/>
                                          </p:stCondLst>
                                        </p:cTn>
                                        <p:tgtEl>
                                          <p:spTgt spid="136"/>
                                        </p:tgtEl>
                                        <p:attrNameLst>
                                          <p:attrName>style.visibility</p:attrName>
                                        </p:attrNameLst>
                                      </p:cBhvr>
                                      <p:to>
                                        <p:strVal val="visible"/>
                                      </p:to>
                                    </p:set>
                                    <p:anim calcmode="lin" valueType="num">
                                      <p:cBhvr>
                                        <p:cTn id="73" dur="500" fill="hold"/>
                                        <p:tgtEl>
                                          <p:spTgt spid="136"/>
                                        </p:tgtEl>
                                        <p:attrNameLst>
                                          <p:attrName>ppt_w</p:attrName>
                                        </p:attrNameLst>
                                      </p:cBhvr>
                                      <p:tavLst>
                                        <p:tav tm="0">
                                          <p:val>
                                            <p:fltVal val="0"/>
                                          </p:val>
                                        </p:tav>
                                        <p:tav tm="100000">
                                          <p:val>
                                            <p:strVal val="#ppt_w"/>
                                          </p:val>
                                        </p:tav>
                                      </p:tavLst>
                                    </p:anim>
                                    <p:anim calcmode="lin" valueType="num">
                                      <p:cBhvr>
                                        <p:cTn id="74" dur="500" fill="hold"/>
                                        <p:tgtEl>
                                          <p:spTgt spid="136"/>
                                        </p:tgtEl>
                                        <p:attrNameLst>
                                          <p:attrName>ppt_h</p:attrName>
                                        </p:attrNameLst>
                                      </p:cBhvr>
                                      <p:tavLst>
                                        <p:tav tm="0">
                                          <p:val>
                                            <p:fltVal val="0"/>
                                          </p:val>
                                        </p:tav>
                                        <p:tav tm="100000">
                                          <p:val>
                                            <p:strVal val="#ppt_h"/>
                                          </p:val>
                                        </p:tav>
                                      </p:tavLst>
                                    </p:anim>
                                    <p:animEffect transition="in" filter="fade">
                                      <p:cBhvr>
                                        <p:cTn id="75" dur="500"/>
                                        <p:tgtEl>
                                          <p:spTgt spid="136"/>
                                        </p:tgtEl>
                                      </p:cBhvr>
                                    </p:animEffect>
                                  </p:childTnLst>
                                </p:cTn>
                              </p:par>
                              <p:par>
                                <p:cTn id="76" presetID="53" presetClass="entr" presetSubtype="16" fill="hold" grpId="0" nodeType="withEffect">
                                  <p:stCondLst>
                                    <p:cond delay="0"/>
                                  </p:stCondLst>
                                  <p:childTnLst>
                                    <p:set>
                                      <p:cBhvr>
                                        <p:cTn id="77" dur="1" fill="hold">
                                          <p:stCondLst>
                                            <p:cond delay="0"/>
                                          </p:stCondLst>
                                        </p:cTn>
                                        <p:tgtEl>
                                          <p:spTgt spid="137"/>
                                        </p:tgtEl>
                                        <p:attrNameLst>
                                          <p:attrName>style.visibility</p:attrName>
                                        </p:attrNameLst>
                                      </p:cBhvr>
                                      <p:to>
                                        <p:strVal val="visible"/>
                                      </p:to>
                                    </p:set>
                                    <p:anim calcmode="lin" valueType="num">
                                      <p:cBhvr>
                                        <p:cTn id="78" dur="500" fill="hold"/>
                                        <p:tgtEl>
                                          <p:spTgt spid="137"/>
                                        </p:tgtEl>
                                        <p:attrNameLst>
                                          <p:attrName>ppt_w</p:attrName>
                                        </p:attrNameLst>
                                      </p:cBhvr>
                                      <p:tavLst>
                                        <p:tav tm="0">
                                          <p:val>
                                            <p:fltVal val="0"/>
                                          </p:val>
                                        </p:tav>
                                        <p:tav tm="100000">
                                          <p:val>
                                            <p:strVal val="#ppt_w"/>
                                          </p:val>
                                        </p:tav>
                                      </p:tavLst>
                                    </p:anim>
                                    <p:anim calcmode="lin" valueType="num">
                                      <p:cBhvr>
                                        <p:cTn id="79" dur="500" fill="hold"/>
                                        <p:tgtEl>
                                          <p:spTgt spid="137"/>
                                        </p:tgtEl>
                                        <p:attrNameLst>
                                          <p:attrName>ppt_h</p:attrName>
                                        </p:attrNameLst>
                                      </p:cBhvr>
                                      <p:tavLst>
                                        <p:tav tm="0">
                                          <p:val>
                                            <p:fltVal val="0"/>
                                          </p:val>
                                        </p:tav>
                                        <p:tav tm="100000">
                                          <p:val>
                                            <p:strVal val="#ppt_h"/>
                                          </p:val>
                                        </p:tav>
                                      </p:tavLst>
                                    </p:anim>
                                    <p:animEffect transition="in" filter="fade">
                                      <p:cBhvr>
                                        <p:cTn id="80" dur="500"/>
                                        <p:tgtEl>
                                          <p:spTgt spid="137"/>
                                        </p:tgtEl>
                                      </p:cBhvr>
                                    </p:animEffect>
                                  </p:childTnLst>
                                </p:cTn>
                              </p:par>
                              <p:par>
                                <p:cTn id="81" presetID="53" presetClass="entr" presetSubtype="16" fill="hold" grpId="0" nodeType="withEffect">
                                  <p:stCondLst>
                                    <p:cond delay="0"/>
                                  </p:stCondLst>
                                  <p:childTnLst>
                                    <p:set>
                                      <p:cBhvr>
                                        <p:cTn id="82" dur="1" fill="hold">
                                          <p:stCondLst>
                                            <p:cond delay="0"/>
                                          </p:stCondLst>
                                        </p:cTn>
                                        <p:tgtEl>
                                          <p:spTgt spid="138"/>
                                        </p:tgtEl>
                                        <p:attrNameLst>
                                          <p:attrName>style.visibility</p:attrName>
                                        </p:attrNameLst>
                                      </p:cBhvr>
                                      <p:to>
                                        <p:strVal val="visible"/>
                                      </p:to>
                                    </p:set>
                                    <p:anim calcmode="lin" valueType="num">
                                      <p:cBhvr>
                                        <p:cTn id="83" dur="500" fill="hold"/>
                                        <p:tgtEl>
                                          <p:spTgt spid="138"/>
                                        </p:tgtEl>
                                        <p:attrNameLst>
                                          <p:attrName>ppt_w</p:attrName>
                                        </p:attrNameLst>
                                      </p:cBhvr>
                                      <p:tavLst>
                                        <p:tav tm="0">
                                          <p:val>
                                            <p:fltVal val="0"/>
                                          </p:val>
                                        </p:tav>
                                        <p:tav tm="100000">
                                          <p:val>
                                            <p:strVal val="#ppt_w"/>
                                          </p:val>
                                        </p:tav>
                                      </p:tavLst>
                                    </p:anim>
                                    <p:anim calcmode="lin" valueType="num">
                                      <p:cBhvr>
                                        <p:cTn id="84" dur="500" fill="hold"/>
                                        <p:tgtEl>
                                          <p:spTgt spid="138"/>
                                        </p:tgtEl>
                                        <p:attrNameLst>
                                          <p:attrName>ppt_h</p:attrName>
                                        </p:attrNameLst>
                                      </p:cBhvr>
                                      <p:tavLst>
                                        <p:tav tm="0">
                                          <p:val>
                                            <p:fltVal val="0"/>
                                          </p:val>
                                        </p:tav>
                                        <p:tav tm="100000">
                                          <p:val>
                                            <p:strVal val="#ppt_h"/>
                                          </p:val>
                                        </p:tav>
                                      </p:tavLst>
                                    </p:anim>
                                    <p:animEffect transition="in" filter="fade">
                                      <p:cBhvr>
                                        <p:cTn id="85" dur="500"/>
                                        <p:tgtEl>
                                          <p:spTgt spid="138"/>
                                        </p:tgtEl>
                                      </p:cBhvr>
                                    </p:animEffect>
                                  </p:childTnLst>
                                </p:cTn>
                              </p:par>
                              <p:par>
                                <p:cTn id="86" presetID="53" presetClass="entr" presetSubtype="16" fill="hold" grpId="0" nodeType="withEffect">
                                  <p:stCondLst>
                                    <p:cond delay="0"/>
                                  </p:stCondLst>
                                  <p:childTnLst>
                                    <p:set>
                                      <p:cBhvr>
                                        <p:cTn id="87" dur="1" fill="hold">
                                          <p:stCondLst>
                                            <p:cond delay="0"/>
                                          </p:stCondLst>
                                        </p:cTn>
                                        <p:tgtEl>
                                          <p:spTgt spid="139"/>
                                        </p:tgtEl>
                                        <p:attrNameLst>
                                          <p:attrName>style.visibility</p:attrName>
                                        </p:attrNameLst>
                                      </p:cBhvr>
                                      <p:to>
                                        <p:strVal val="visible"/>
                                      </p:to>
                                    </p:set>
                                    <p:anim calcmode="lin" valueType="num">
                                      <p:cBhvr>
                                        <p:cTn id="88" dur="500" fill="hold"/>
                                        <p:tgtEl>
                                          <p:spTgt spid="139"/>
                                        </p:tgtEl>
                                        <p:attrNameLst>
                                          <p:attrName>ppt_w</p:attrName>
                                        </p:attrNameLst>
                                      </p:cBhvr>
                                      <p:tavLst>
                                        <p:tav tm="0">
                                          <p:val>
                                            <p:fltVal val="0"/>
                                          </p:val>
                                        </p:tav>
                                        <p:tav tm="100000">
                                          <p:val>
                                            <p:strVal val="#ppt_w"/>
                                          </p:val>
                                        </p:tav>
                                      </p:tavLst>
                                    </p:anim>
                                    <p:anim calcmode="lin" valueType="num">
                                      <p:cBhvr>
                                        <p:cTn id="89" dur="500" fill="hold"/>
                                        <p:tgtEl>
                                          <p:spTgt spid="139"/>
                                        </p:tgtEl>
                                        <p:attrNameLst>
                                          <p:attrName>ppt_h</p:attrName>
                                        </p:attrNameLst>
                                      </p:cBhvr>
                                      <p:tavLst>
                                        <p:tav tm="0">
                                          <p:val>
                                            <p:fltVal val="0"/>
                                          </p:val>
                                        </p:tav>
                                        <p:tav tm="100000">
                                          <p:val>
                                            <p:strVal val="#ppt_h"/>
                                          </p:val>
                                        </p:tav>
                                      </p:tavLst>
                                    </p:anim>
                                    <p:animEffect transition="in" filter="fade">
                                      <p:cBhvr>
                                        <p:cTn id="90" dur="500"/>
                                        <p:tgtEl>
                                          <p:spTgt spid="139"/>
                                        </p:tgtEl>
                                      </p:cBhvr>
                                    </p:animEffect>
                                  </p:childTnLst>
                                </p:cTn>
                              </p:par>
                              <p:par>
                                <p:cTn id="91" presetID="53" presetClass="entr" presetSubtype="16" fill="hold" grpId="0" nodeType="withEffect">
                                  <p:stCondLst>
                                    <p:cond delay="0"/>
                                  </p:stCondLst>
                                  <p:childTnLst>
                                    <p:set>
                                      <p:cBhvr>
                                        <p:cTn id="92" dur="1" fill="hold">
                                          <p:stCondLst>
                                            <p:cond delay="0"/>
                                          </p:stCondLst>
                                        </p:cTn>
                                        <p:tgtEl>
                                          <p:spTgt spid="140"/>
                                        </p:tgtEl>
                                        <p:attrNameLst>
                                          <p:attrName>style.visibility</p:attrName>
                                        </p:attrNameLst>
                                      </p:cBhvr>
                                      <p:to>
                                        <p:strVal val="visible"/>
                                      </p:to>
                                    </p:set>
                                    <p:anim calcmode="lin" valueType="num">
                                      <p:cBhvr>
                                        <p:cTn id="93" dur="500" fill="hold"/>
                                        <p:tgtEl>
                                          <p:spTgt spid="140"/>
                                        </p:tgtEl>
                                        <p:attrNameLst>
                                          <p:attrName>ppt_w</p:attrName>
                                        </p:attrNameLst>
                                      </p:cBhvr>
                                      <p:tavLst>
                                        <p:tav tm="0">
                                          <p:val>
                                            <p:fltVal val="0"/>
                                          </p:val>
                                        </p:tav>
                                        <p:tav tm="100000">
                                          <p:val>
                                            <p:strVal val="#ppt_w"/>
                                          </p:val>
                                        </p:tav>
                                      </p:tavLst>
                                    </p:anim>
                                    <p:anim calcmode="lin" valueType="num">
                                      <p:cBhvr>
                                        <p:cTn id="94" dur="500" fill="hold"/>
                                        <p:tgtEl>
                                          <p:spTgt spid="140"/>
                                        </p:tgtEl>
                                        <p:attrNameLst>
                                          <p:attrName>ppt_h</p:attrName>
                                        </p:attrNameLst>
                                      </p:cBhvr>
                                      <p:tavLst>
                                        <p:tav tm="0">
                                          <p:val>
                                            <p:fltVal val="0"/>
                                          </p:val>
                                        </p:tav>
                                        <p:tav tm="100000">
                                          <p:val>
                                            <p:strVal val="#ppt_h"/>
                                          </p:val>
                                        </p:tav>
                                      </p:tavLst>
                                    </p:anim>
                                    <p:animEffect transition="in" filter="fade">
                                      <p:cBhvr>
                                        <p:cTn id="95" dur="500"/>
                                        <p:tgtEl>
                                          <p:spTgt spid="140"/>
                                        </p:tgtEl>
                                      </p:cBhvr>
                                    </p:animEffect>
                                  </p:childTnLst>
                                </p:cTn>
                              </p:par>
                              <p:par>
                                <p:cTn id="96" presetID="53" presetClass="entr" presetSubtype="16" fill="hold" grpId="0" nodeType="withEffect">
                                  <p:stCondLst>
                                    <p:cond delay="0"/>
                                  </p:stCondLst>
                                  <p:childTnLst>
                                    <p:set>
                                      <p:cBhvr>
                                        <p:cTn id="97" dur="1" fill="hold">
                                          <p:stCondLst>
                                            <p:cond delay="0"/>
                                          </p:stCondLst>
                                        </p:cTn>
                                        <p:tgtEl>
                                          <p:spTgt spid="141"/>
                                        </p:tgtEl>
                                        <p:attrNameLst>
                                          <p:attrName>style.visibility</p:attrName>
                                        </p:attrNameLst>
                                      </p:cBhvr>
                                      <p:to>
                                        <p:strVal val="visible"/>
                                      </p:to>
                                    </p:set>
                                    <p:anim calcmode="lin" valueType="num">
                                      <p:cBhvr>
                                        <p:cTn id="98" dur="500" fill="hold"/>
                                        <p:tgtEl>
                                          <p:spTgt spid="141"/>
                                        </p:tgtEl>
                                        <p:attrNameLst>
                                          <p:attrName>ppt_w</p:attrName>
                                        </p:attrNameLst>
                                      </p:cBhvr>
                                      <p:tavLst>
                                        <p:tav tm="0">
                                          <p:val>
                                            <p:fltVal val="0"/>
                                          </p:val>
                                        </p:tav>
                                        <p:tav tm="100000">
                                          <p:val>
                                            <p:strVal val="#ppt_w"/>
                                          </p:val>
                                        </p:tav>
                                      </p:tavLst>
                                    </p:anim>
                                    <p:anim calcmode="lin" valueType="num">
                                      <p:cBhvr>
                                        <p:cTn id="99" dur="500" fill="hold"/>
                                        <p:tgtEl>
                                          <p:spTgt spid="141"/>
                                        </p:tgtEl>
                                        <p:attrNameLst>
                                          <p:attrName>ppt_h</p:attrName>
                                        </p:attrNameLst>
                                      </p:cBhvr>
                                      <p:tavLst>
                                        <p:tav tm="0">
                                          <p:val>
                                            <p:fltVal val="0"/>
                                          </p:val>
                                        </p:tav>
                                        <p:tav tm="100000">
                                          <p:val>
                                            <p:strVal val="#ppt_h"/>
                                          </p:val>
                                        </p:tav>
                                      </p:tavLst>
                                    </p:anim>
                                    <p:animEffect transition="in" filter="fade">
                                      <p:cBhvr>
                                        <p:cTn id="100" dur="500"/>
                                        <p:tgtEl>
                                          <p:spTgt spid="141"/>
                                        </p:tgtEl>
                                      </p:cBhvr>
                                    </p:animEffect>
                                  </p:childTnLst>
                                </p:cTn>
                              </p:par>
                            </p:childTnLst>
                          </p:cTn>
                        </p:par>
                        <p:par>
                          <p:cTn id="101" fill="hold">
                            <p:stCondLst>
                              <p:cond delay="1350"/>
                            </p:stCondLst>
                            <p:childTnLst>
                              <p:par>
                                <p:cTn id="102" presetID="2" presetClass="entr" presetSubtype="8" fill="hold" grpId="0" nodeType="afterEffect">
                                  <p:stCondLst>
                                    <p:cond delay="0"/>
                                  </p:stCondLst>
                                  <p:childTnLst>
                                    <p:set>
                                      <p:cBhvr>
                                        <p:cTn id="103" dur="1" fill="hold">
                                          <p:stCondLst>
                                            <p:cond delay="0"/>
                                          </p:stCondLst>
                                        </p:cTn>
                                        <p:tgtEl>
                                          <p:spTgt spid="106"/>
                                        </p:tgtEl>
                                        <p:attrNameLst>
                                          <p:attrName>style.visibility</p:attrName>
                                        </p:attrNameLst>
                                      </p:cBhvr>
                                      <p:to>
                                        <p:strVal val="visible"/>
                                      </p:to>
                                    </p:set>
                                    <p:anim calcmode="lin" valueType="num">
                                      <p:cBhvr additive="base">
                                        <p:cTn id="104" dur="500" fill="hold"/>
                                        <p:tgtEl>
                                          <p:spTgt spid="106"/>
                                        </p:tgtEl>
                                        <p:attrNameLst>
                                          <p:attrName>ppt_x</p:attrName>
                                        </p:attrNameLst>
                                      </p:cBhvr>
                                      <p:tavLst>
                                        <p:tav tm="0">
                                          <p:val>
                                            <p:strVal val="0-#ppt_w/2"/>
                                          </p:val>
                                        </p:tav>
                                        <p:tav tm="100000">
                                          <p:val>
                                            <p:strVal val="#ppt_x"/>
                                          </p:val>
                                        </p:tav>
                                      </p:tavLst>
                                    </p:anim>
                                    <p:anim calcmode="lin" valueType="num">
                                      <p:cBhvr additive="base">
                                        <p:cTn id="105" dur="500" fill="hold"/>
                                        <p:tgtEl>
                                          <p:spTgt spid="106"/>
                                        </p:tgtEl>
                                        <p:attrNameLst>
                                          <p:attrName>ppt_y</p:attrName>
                                        </p:attrNameLst>
                                      </p:cBhvr>
                                      <p:tavLst>
                                        <p:tav tm="0">
                                          <p:val>
                                            <p:strVal val="#ppt_y"/>
                                          </p:val>
                                        </p:tav>
                                        <p:tav tm="100000">
                                          <p:val>
                                            <p:strVal val="#ppt_y"/>
                                          </p:val>
                                        </p:tav>
                                      </p:tavLst>
                                    </p:anim>
                                  </p:childTnLst>
                                </p:cTn>
                              </p:par>
                              <p:par>
                                <p:cTn id="106" presetID="2" presetClass="entr" presetSubtype="8" fill="hold" grpId="0" nodeType="withEffect">
                                  <p:stCondLst>
                                    <p:cond delay="0"/>
                                  </p:stCondLst>
                                  <p:childTnLst>
                                    <p:set>
                                      <p:cBhvr>
                                        <p:cTn id="107" dur="1" fill="hold">
                                          <p:stCondLst>
                                            <p:cond delay="0"/>
                                          </p:stCondLst>
                                        </p:cTn>
                                        <p:tgtEl>
                                          <p:spTgt spid="107"/>
                                        </p:tgtEl>
                                        <p:attrNameLst>
                                          <p:attrName>style.visibility</p:attrName>
                                        </p:attrNameLst>
                                      </p:cBhvr>
                                      <p:to>
                                        <p:strVal val="visible"/>
                                      </p:to>
                                    </p:set>
                                    <p:anim calcmode="lin" valueType="num">
                                      <p:cBhvr additive="base">
                                        <p:cTn id="108" dur="500" fill="hold"/>
                                        <p:tgtEl>
                                          <p:spTgt spid="107"/>
                                        </p:tgtEl>
                                        <p:attrNameLst>
                                          <p:attrName>ppt_x</p:attrName>
                                        </p:attrNameLst>
                                      </p:cBhvr>
                                      <p:tavLst>
                                        <p:tav tm="0">
                                          <p:val>
                                            <p:strVal val="0-#ppt_w/2"/>
                                          </p:val>
                                        </p:tav>
                                        <p:tav tm="100000">
                                          <p:val>
                                            <p:strVal val="#ppt_x"/>
                                          </p:val>
                                        </p:tav>
                                      </p:tavLst>
                                    </p:anim>
                                    <p:anim calcmode="lin" valueType="num">
                                      <p:cBhvr additive="base">
                                        <p:cTn id="109" dur="500" fill="hold"/>
                                        <p:tgtEl>
                                          <p:spTgt spid="107"/>
                                        </p:tgtEl>
                                        <p:attrNameLst>
                                          <p:attrName>ppt_y</p:attrName>
                                        </p:attrNameLst>
                                      </p:cBhvr>
                                      <p:tavLst>
                                        <p:tav tm="0">
                                          <p:val>
                                            <p:strVal val="#ppt_y"/>
                                          </p:val>
                                        </p:tav>
                                        <p:tav tm="100000">
                                          <p:val>
                                            <p:strVal val="#ppt_y"/>
                                          </p:val>
                                        </p:tav>
                                      </p:tavLst>
                                    </p:anim>
                                  </p:childTnLst>
                                </p:cTn>
                              </p:par>
                              <p:par>
                                <p:cTn id="110" presetID="2" presetClass="entr" presetSubtype="8" fill="hold" grpId="0" nodeType="withEffect">
                                  <p:stCondLst>
                                    <p:cond delay="0"/>
                                  </p:stCondLst>
                                  <p:childTnLst>
                                    <p:set>
                                      <p:cBhvr>
                                        <p:cTn id="111" dur="1" fill="hold">
                                          <p:stCondLst>
                                            <p:cond delay="0"/>
                                          </p:stCondLst>
                                        </p:cTn>
                                        <p:tgtEl>
                                          <p:spTgt spid="108"/>
                                        </p:tgtEl>
                                        <p:attrNameLst>
                                          <p:attrName>style.visibility</p:attrName>
                                        </p:attrNameLst>
                                      </p:cBhvr>
                                      <p:to>
                                        <p:strVal val="visible"/>
                                      </p:to>
                                    </p:set>
                                    <p:anim calcmode="lin" valueType="num">
                                      <p:cBhvr additive="base">
                                        <p:cTn id="112" dur="500" fill="hold"/>
                                        <p:tgtEl>
                                          <p:spTgt spid="108"/>
                                        </p:tgtEl>
                                        <p:attrNameLst>
                                          <p:attrName>ppt_x</p:attrName>
                                        </p:attrNameLst>
                                      </p:cBhvr>
                                      <p:tavLst>
                                        <p:tav tm="0">
                                          <p:val>
                                            <p:strVal val="0-#ppt_w/2"/>
                                          </p:val>
                                        </p:tav>
                                        <p:tav tm="100000">
                                          <p:val>
                                            <p:strVal val="#ppt_x"/>
                                          </p:val>
                                        </p:tav>
                                      </p:tavLst>
                                    </p:anim>
                                    <p:anim calcmode="lin" valueType="num">
                                      <p:cBhvr additive="base">
                                        <p:cTn id="113" dur="500" fill="hold"/>
                                        <p:tgtEl>
                                          <p:spTgt spid="108"/>
                                        </p:tgtEl>
                                        <p:attrNameLst>
                                          <p:attrName>ppt_y</p:attrName>
                                        </p:attrNameLst>
                                      </p:cBhvr>
                                      <p:tavLst>
                                        <p:tav tm="0">
                                          <p:val>
                                            <p:strVal val="#ppt_y"/>
                                          </p:val>
                                        </p:tav>
                                        <p:tav tm="100000">
                                          <p:val>
                                            <p:strVal val="#ppt_y"/>
                                          </p:val>
                                        </p:tav>
                                      </p:tavLst>
                                    </p:anim>
                                  </p:childTnLst>
                                </p:cTn>
                              </p:par>
                              <p:par>
                                <p:cTn id="114" presetID="2" presetClass="entr" presetSubtype="8" fill="hold" grpId="0" nodeType="withEffect">
                                  <p:stCondLst>
                                    <p:cond delay="0"/>
                                  </p:stCondLst>
                                  <p:childTnLst>
                                    <p:set>
                                      <p:cBhvr>
                                        <p:cTn id="115" dur="1" fill="hold">
                                          <p:stCondLst>
                                            <p:cond delay="0"/>
                                          </p:stCondLst>
                                        </p:cTn>
                                        <p:tgtEl>
                                          <p:spTgt spid="109"/>
                                        </p:tgtEl>
                                        <p:attrNameLst>
                                          <p:attrName>style.visibility</p:attrName>
                                        </p:attrNameLst>
                                      </p:cBhvr>
                                      <p:to>
                                        <p:strVal val="visible"/>
                                      </p:to>
                                    </p:set>
                                    <p:anim calcmode="lin" valueType="num">
                                      <p:cBhvr additive="base">
                                        <p:cTn id="116" dur="500" fill="hold"/>
                                        <p:tgtEl>
                                          <p:spTgt spid="109"/>
                                        </p:tgtEl>
                                        <p:attrNameLst>
                                          <p:attrName>ppt_x</p:attrName>
                                        </p:attrNameLst>
                                      </p:cBhvr>
                                      <p:tavLst>
                                        <p:tav tm="0">
                                          <p:val>
                                            <p:strVal val="0-#ppt_w/2"/>
                                          </p:val>
                                        </p:tav>
                                        <p:tav tm="100000">
                                          <p:val>
                                            <p:strVal val="#ppt_x"/>
                                          </p:val>
                                        </p:tav>
                                      </p:tavLst>
                                    </p:anim>
                                    <p:anim calcmode="lin" valueType="num">
                                      <p:cBhvr additive="base">
                                        <p:cTn id="117" dur="500" fill="hold"/>
                                        <p:tgtEl>
                                          <p:spTgt spid="109"/>
                                        </p:tgtEl>
                                        <p:attrNameLst>
                                          <p:attrName>ppt_y</p:attrName>
                                        </p:attrNameLst>
                                      </p:cBhvr>
                                      <p:tavLst>
                                        <p:tav tm="0">
                                          <p:val>
                                            <p:strVal val="#ppt_y"/>
                                          </p:val>
                                        </p:tav>
                                        <p:tav tm="100000">
                                          <p:val>
                                            <p:strVal val="#ppt_y"/>
                                          </p:val>
                                        </p:tav>
                                      </p:tavLst>
                                    </p:anim>
                                  </p:childTnLst>
                                </p:cTn>
                              </p:par>
                              <p:par>
                                <p:cTn id="118" presetID="2" presetClass="entr" presetSubtype="8" fill="hold" grpId="0" nodeType="withEffect">
                                  <p:stCondLst>
                                    <p:cond delay="0"/>
                                  </p:stCondLst>
                                  <p:childTnLst>
                                    <p:set>
                                      <p:cBhvr>
                                        <p:cTn id="119" dur="1" fill="hold">
                                          <p:stCondLst>
                                            <p:cond delay="0"/>
                                          </p:stCondLst>
                                        </p:cTn>
                                        <p:tgtEl>
                                          <p:spTgt spid="110"/>
                                        </p:tgtEl>
                                        <p:attrNameLst>
                                          <p:attrName>style.visibility</p:attrName>
                                        </p:attrNameLst>
                                      </p:cBhvr>
                                      <p:to>
                                        <p:strVal val="visible"/>
                                      </p:to>
                                    </p:set>
                                    <p:anim calcmode="lin" valueType="num">
                                      <p:cBhvr additive="base">
                                        <p:cTn id="120" dur="500" fill="hold"/>
                                        <p:tgtEl>
                                          <p:spTgt spid="110"/>
                                        </p:tgtEl>
                                        <p:attrNameLst>
                                          <p:attrName>ppt_x</p:attrName>
                                        </p:attrNameLst>
                                      </p:cBhvr>
                                      <p:tavLst>
                                        <p:tav tm="0">
                                          <p:val>
                                            <p:strVal val="0-#ppt_w/2"/>
                                          </p:val>
                                        </p:tav>
                                        <p:tav tm="100000">
                                          <p:val>
                                            <p:strVal val="#ppt_x"/>
                                          </p:val>
                                        </p:tav>
                                      </p:tavLst>
                                    </p:anim>
                                    <p:anim calcmode="lin" valueType="num">
                                      <p:cBhvr additive="base">
                                        <p:cTn id="121" dur="500" fill="hold"/>
                                        <p:tgtEl>
                                          <p:spTgt spid="110"/>
                                        </p:tgtEl>
                                        <p:attrNameLst>
                                          <p:attrName>ppt_y</p:attrName>
                                        </p:attrNameLst>
                                      </p:cBhvr>
                                      <p:tavLst>
                                        <p:tav tm="0">
                                          <p:val>
                                            <p:strVal val="#ppt_y"/>
                                          </p:val>
                                        </p:tav>
                                        <p:tav tm="100000">
                                          <p:val>
                                            <p:strVal val="#ppt_y"/>
                                          </p:val>
                                        </p:tav>
                                      </p:tavLst>
                                    </p:anim>
                                  </p:childTnLst>
                                </p:cTn>
                              </p:par>
                              <p:par>
                                <p:cTn id="122" presetID="2" presetClass="entr" presetSubtype="8" fill="hold" grpId="0" nodeType="withEffect">
                                  <p:stCondLst>
                                    <p:cond delay="0"/>
                                  </p:stCondLst>
                                  <p:childTnLst>
                                    <p:set>
                                      <p:cBhvr>
                                        <p:cTn id="123" dur="1" fill="hold">
                                          <p:stCondLst>
                                            <p:cond delay="0"/>
                                          </p:stCondLst>
                                        </p:cTn>
                                        <p:tgtEl>
                                          <p:spTgt spid="111"/>
                                        </p:tgtEl>
                                        <p:attrNameLst>
                                          <p:attrName>style.visibility</p:attrName>
                                        </p:attrNameLst>
                                      </p:cBhvr>
                                      <p:to>
                                        <p:strVal val="visible"/>
                                      </p:to>
                                    </p:set>
                                    <p:anim calcmode="lin" valueType="num">
                                      <p:cBhvr additive="base">
                                        <p:cTn id="124" dur="500" fill="hold"/>
                                        <p:tgtEl>
                                          <p:spTgt spid="111"/>
                                        </p:tgtEl>
                                        <p:attrNameLst>
                                          <p:attrName>ppt_x</p:attrName>
                                        </p:attrNameLst>
                                      </p:cBhvr>
                                      <p:tavLst>
                                        <p:tav tm="0">
                                          <p:val>
                                            <p:strVal val="0-#ppt_w/2"/>
                                          </p:val>
                                        </p:tav>
                                        <p:tav tm="100000">
                                          <p:val>
                                            <p:strVal val="#ppt_x"/>
                                          </p:val>
                                        </p:tav>
                                      </p:tavLst>
                                    </p:anim>
                                    <p:anim calcmode="lin" valueType="num">
                                      <p:cBhvr additive="base">
                                        <p:cTn id="125" dur="500" fill="hold"/>
                                        <p:tgtEl>
                                          <p:spTgt spid="111"/>
                                        </p:tgtEl>
                                        <p:attrNameLst>
                                          <p:attrName>ppt_y</p:attrName>
                                        </p:attrNameLst>
                                      </p:cBhvr>
                                      <p:tavLst>
                                        <p:tav tm="0">
                                          <p:val>
                                            <p:strVal val="#ppt_y"/>
                                          </p:val>
                                        </p:tav>
                                        <p:tav tm="100000">
                                          <p:val>
                                            <p:strVal val="#ppt_y"/>
                                          </p:val>
                                        </p:tav>
                                      </p:tavLst>
                                    </p:anim>
                                  </p:childTnLst>
                                </p:cTn>
                              </p:par>
                              <p:par>
                                <p:cTn id="126" presetID="2" presetClass="entr" presetSubtype="8" fill="hold" grpId="0" nodeType="withEffect">
                                  <p:stCondLst>
                                    <p:cond delay="0"/>
                                  </p:stCondLst>
                                  <p:childTnLst>
                                    <p:set>
                                      <p:cBhvr>
                                        <p:cTn id="127" dur="1" fill="hold">
                                          <p:stCondLst>
                                            <p:cond delay="0"/>
                                          </p:stCondLst>
                                        </p:cTn>
                                        <p:tgtEl>
                                          <p:spTgt spid="112"/>
                                        </p:tgtEl>
                                        <p:attrNameLst>
                                          <p:attrName>style.visibility</p:attrName>
                                        </p:attrNameLst>
                                      </p:cBhvr>
                                      <p:to>
                                        <p:strVal val="visible"/>
                                      </p:to>
                                    </p:set>
                                    <p:anim calcmode="lin" valueType="num">
                                      <p:cBhvr additive="base">
                                        <p:cTn id="128" dur="500" fill="hold"/>
                                        <p:tgtEl>
                                          <p:spTgt spid="112"/>
                                        </p:tgtEl>
                                        <p:attrNameLst>
                                          <p:attrName>ppt_x</p:attrName>
                                        </p:attrNameLst>
                                      </p:cBhvr>
                                      <p:tavLst>
                                        <p:tav tm="0">
                                          <p:val>
                                            <p:strVal val="0-#ppt_w/2"/>
                                          </p:val>
                                        </p:tav>
                                        <p:tav tm="100000">
                                          <p:val>
                                            <p:strVal val="#ppt_x"/>
                                          </p:val>
                                        </p:tav>
                                      </p:tavLst>
                                    </p:anim>
                                    <p:anim calcmode="lin" valueType="num">
                                      <p:cBhvr additive="base">
                                        <p:cTn id="129" dur="500" fill="hold"/>
                                        <p:tgtEl>
                                          <p:spTgt spid="112"/>
                                        </p:tgtEl>
                                        <p:attrNameLst>
                                          <p:attrName>ppt_y</p:attrName>
                                        </p:attrNameLst>
                                      </p:cBhvr>
                                      <p:tavLst>
                                        <p:tav tm="0">
                                          <p:val>
                                            <p:strVal val="#ppt_y"/>
                                          </p:val>
                                        </p:tav>
                                        <p:tav tm="100000">
                                          <p:val>
                                            <p:strVal val="#ppt_y"/>
                                          </p:val>
                                        </p:tav>
                                      </p:tavLst>
                                    </p:anim>
                                  </p:childTnLst>
                                </p:cTn>
                              </p:par>
                              <p:par>
                                <p:cTn id="130" presetID="2" presetClass="entr" presetSubtype="8" fill="hold" grpId="0" nodeType="withEffect">
                                  <p:stCondLst>
                                    <p:cond delay="0"/>
                                  </p:stCondLst>
                                  <p:childTnLst>
                                    <p:set>
                                      <p:cBhvr>
                                        <p:cTn id="131" dur="1" fill="hold">
                                          <p:stCondLst>
                                            <p:cond delay="0"/>
                                          </p:stCondLst>
                                        </p:cTn>
                                        <p:tgtEl>
                                          <p:spTgt spid="113"/>
                                        </p:tgtEl>
                                        <p:attrNameLst>
                                          <p:attrName>style.visibility</p:attrName>
                                        </p:attrNameLst>
                                      </p:cBhvr>
                                      <p:to>
                                        <p:strVal val="visible"/>
                                      </p:to>
                                    </p:set>
                                    <p:anim calcmode="lin" valueType="num">
                                      <p:cBhvr additive="base">
                                        <p:cTn id="132" dur="500" fill="hold"/>
                                        <p:tgtEl>
                                          <p:spTgt spid="113"/>
                                        </p:tgtEl>
                                        <p:attrNameLst>
                                          <p:attrName>ppt_x</p:attrName>
                                        </p:attrNameLst>
                                      </p:cBhvr>
                                      <p:tavLst>
                                        <p:tav tm="0">
                                          <p:val>
                                            <p:strVal val="0-#ppt_w/2"/>
                                          </p:val>
                                        </p:tav>
                                        <p:tav tm="100000">
                                          <p:val>
                                            <p:strVal val="#ppt_x"/>
                                          </p:val>
                                        </p:tav>
                                      </p:tavLst>
                                    </p:anim>
                                    <p:anim calcmode="lin" valueType="num">
                                      <p:cBhvr additive="base">
                                        <p:cTn id="133" dur="500" fill="hold"/>
                                        <p:tgtEl>
                                          <p:spTgt spid="113"/>
                                        </p:tgtEl>
                                        <p:attrNameLst>
                                          <p:attrName>ppt_y</p:attrName>
                                        </p:attrNameLst>
                                      </p:cBhvr>
                                      <p:tavLst>
                                        <p:tav tm="0">
                                          <p:val>
                                            <p:strVal val="#ppt_y"/>
                                          </p:val>
                                        </p:tav>
                                        <p:tav tm="100000">
                                          <p:val>
                                            <p:strVal val="#ppt_y"/>
                                          </p:val>
                                        </p:tav>
                                      </p:tavLst>
                                    </p:anim>
                                  </p:childTnLst>
                                </p:cTn>
                              </p:par>
                              <p:par>
                                <p:cTn id="134" presetID="2" presetClass="entr" presetSubtype="8" fill="hold" grpId="0" nodeType="withEffect">
                                  <p:stCondLst>
                                    <p:cond delay="0"/>
                                  </p:stCondLst>
                                  <p:childTnLst>
                                    <p:set>
                                      <p:cBhvr>
                                        <p:cTn id="135" dur="1" fill="hold">
                                          <p:stCondLst>
                                            <p:cond delay="0"/>
                                          </p:stCondLst>
                                        </p:cTn>
                                        <p:tgtEl>
                                          <p:spTgt spid="114"/>
                                        </p:tgtEl>
                                        <p:attrNameLst>
                                          <p:attrName>style.visibility</p:attrName>
                                        </p:attrNameLst>
                                      </p:cBhvr>
                                      <p:to>
                                        <p:strVal val="visible"/>
                                      </p:to>
                                    </p:set>
                                    <p:anim calcmode="lin" valueType="num">
                                      <p:cBhvr additive="base">
                                        <p:cTn id="136" dur="500" fill="hold"/>
                                        <p:tgtEl>
                                          <p:spTgt spid="114"/>
                                        </p:tgtEl>
                                        <p:attrNameLst>
                                          <p:attrName>ppt_x</p:attrName>
                                        </p:attrNameLst>
                                      </p:cBhvr>
                                      <p:tavLst>
                                        <p:tav tm="0">
                                          <p:val>
                                            <p:strVal val="0-#ppt_w/2"/>
                                          </p:val>
                                        </p:tav>
                                        <p:tav tm="100000">
                                          <p:val>
                                            <p:strVal val="#ppt_x"/>
                                          </p:val>
                                        </p:tav>
                                      </p:tavLst>
                                    </p:anim>
                                    <p:anim calcmode="lin" valueType="num">
                                      <p:cBhvr additive="base">
                                        <p:cTn id="137" dur="500" fill="hold"/>
                                        <p:tgtEl>
                                          <p:spTgt spid="114"/>
                                        </p:tgtEl>
                                        <p:attrNameLst>
                                          <p:attrName>ppt_y</p:attrName>
                                        </p:attrNameLst>
                                      </p:cBhvr>
                                      <p:tavLst>
                                        <p:tav tm="0">
                                          <p:val>
                                            <p:strVal val="#ppt_y"/>
                                          </p:val>
                                        </p:tav>
                                        <p:tav tm="100000">
                                          <p:val>
                                            <p:strVal val="#ppt_y"/>
                                          </p:val>
                                        </p:tav>
                                      </p:tavLst>
                                    </p:anim>
                                  </p:childTnLst>
                                </p:cTn>
                              </p:par>
                              <p:par>
                                <p:cTn id="138" presetID="2" presetClass="entr" presetSubtype="8" fill="hold" grpId="0" nodeType="withEffect">
                                  <p:stCondLst>
                                    <p:cond delay="0"/>
                                  </p:stCondLst>
                                  <p:childTnLst>
                                    <p:set>
                                      <p:cBhvr>
                                        <p:cTn id="139" dur="1" fill="hold">
                                          <p:stCondLst>
                                            <p:cond delay="0"/>
                                          </p:stCondLst>
                                        </p:cTn>
                                        <p:tgtEl>
                                          <p:spTgt spid="123"/>
                                        </p:tgtEl>
                                        <p:attrNameLst>
                                          <p:attrName>style.visibility</p:attrName>
                                        </p:attrNameLst>
                                      </p:cBhvr>
                                      <p:to>
                                        <p:strVal val="visible"/>
                                      </p:to>
                                    </p:set>
                                    <p:anim calcmode="lin" valueType="num">
                                      <p:cBhvr additive="base">
                                        <p:cTn id="140" dur="500" fill="hold"/>
                                        <p:tgtEl>
                                          <p:spTgt spid="123"/>
                                        </p:tgtEl>
                                        <p:attrNameLst>
                                          <p:attrName>ppt_x</p:attrName>
                                        </p:attrNameLst>
                                      </p:cBhvr>
                                      <p:tavLst>
                                        <p:tav tm="0">
                                          <p:val>
                                            <p:strVal val="0-#ppt_w/2"/>
                                          </p:val>
                                        </p:tav>
                                        <p:tav tm="100000">
                                          <p:val>
                                            <p:strVal val="#ppt_x"/>
                                          </p:val>
                                        </p:tav>
                                      </p:tavLst>
                                    </p:anim>
                                    <p:anim calcmode="lin" valueType="num">
                                      <p:cBhvr additive="base">
                                        <p:cTn id="141" dur="500" fill="hold"/>
                                        <p:tgtEl>
                                          <p:spTgt spid="123"/>
                                        </p:tgtEl>
                                        <p:attrNameLst>
                                          <p:attrName>ppt_y</p:attrName>
                                        </p:attrNameLst>
                                      </p:cBhvr>
                                      <p:tavLst>
                                        <p:tav tm="0">
                                          <p:val>
                                            <p:strVal val="#ppt_y"/>
                                          </p:val>
                                        </p:tav>
                                        <p:tav tm="100000">
                                          <p:val>
                                            <p:strVal val="#ppt_y"/>
                                          </p:val>
                                        </p:tav>
                                      </p:tavLst>
                                    </p:anim>
                                  </p:childTnLst>
                                </p:cTn>
                              </p:par>
                              <p:par>
                                <p:cTn id="142" presetID="2" presetClass="entr" presetSubtype="8" fill="hold" grpId="0" nodeType="withEffect">
                                  <p:stCondLst>
                                    <p:cond delay="0"/>
                                  </p:stCondLst>
                                  <p:childTnLst>
                                    <p:set>
                                      <p:cBhvr>
                                        <p:cTn id="143" dur="1" fill="hold">
                                          <p:stCondLst>
                                            <p:cond delay="0"/>
                                          </p:stCondLst>
                                        </p:cTn>
                                        <p:tgtEl>
                                          <p:spTgt spid="124"/>
                                        </p:tgtEl>
                                        <p:attrNameLst>
                                          <p:attrName>style.visibility</p:attrName>
                                        </p:attrNameLst>
                                      </p:cBhvr>
                                      <p:to>
                                        <p:strVal val="visible"/>
                                      </p:to>
                                    </p:set>
                                    <p:anim calcmode="lin" valueType="num">
                                      <p:cBhvr additive="base">
                                        <p:cTn id="144" dur="500" fill="hold"/>
                                        <p:tgtEl>
                                          <p:spTgt spid="124"/>
                                        </p:tgtEl>
                                        <p:attrNameLst>
                                          <p:attrName>ppt_x</p:attrName>
                                        </p:attrNameLst>
                                      </p:cBhvr>
                                      <p:tavLst>
                                        <p:tav tm="0">
                                          <p:val>
                                            <p:strVal val="0-#ppt_w/2"/>
                                          </p:val>
                                        </p:tav>
                                        <p:tav tm="100000">
                                          <p:val>
                                            <p:strVal val="#ppt_x"/>
                                          </p:val>
                                        </p:tav>
                                      </p:tavLst>
                                    </p:anim>
                                    <p:anim calcmode="lin" valueType="num">
                                      <p:cBhvr additive="base">
                                        <p:cTn id="145" dur="500" fill="hold"/>
                                        <p:tgtEl>
                                          <p:spTgt spid="124"/>
                                        </p:tgtEl>
                                        <p:attrNameLst>
                                          <p:attrName>ppt_y</p:attrName>
                                        </p:attrNameLst>
                                      </p:cBhvr>
                                      <p:tavLst>
                                        <p:tav tm="0">
                                          <p:val>
                                            <p:strVal val="#ppt_y"/>
                                          </p:val>
                                        </p:tav>
                                        <p:tav tm="100000">
                                          <p:val>
                                            <p:strVal val="#ppt_y"/>
                                          </p:val>
                                        </p:tav>
                                      </p:tavLst>
                                    </p:anim>
                                  </p:childTnLst>
                                </p:cTn>
                              </p:par>
                              <p:par>
                                <p:cTn id="146" presetID="2" presetClass="entr" presetSubtype="8" fill="hold" grpId="0" nodeType="withEffect">
                                  <p:stCondLst>
                                    <p:cond delay="0"/>
                                  </p:stCondLst>
                                  <p:childTnLst>
                                    <p:set>
                                      <p:cBhvr>
                                        <p:cTn id="147" dur="1" fill="hold">
                                          <p:stCondLst>
                                            <p:cond delay="0"/>
                                          </p:stCondLst>
                                        </p:cTn>
                                        <p:tgtEl>
                                          <p:spTgt spid="125"/>
                                        </p:tgtEl>
                                        <p:attrNameLst>
                                          <p:attrName>style.visibility</p:attrName>
                                        </p:attrNameLst>
                                      </p:cBhvr>
                                      <p:to>
                                        <p:strVal val="visible"/>
                                      </p:to>
                                    </p:set>
                                    <p:anim calcmode="lin" valueType="num">
                                      <p:cBhvr additive="base">
                                        <p:cTn id="148" dur="500" fill="hold"/>
                                        <p:tgtEl>
                                          <p:spTgt spid="125"/>
                                        </p:tgtEl>
                                        <p:attrNameLst>
                                          <p:attrName>ppt_x</p:attrName>
                                        </p:attrNameLst>
                                      </p:cBhvr>
                                      <p:tavLst>
                                        <p:tav tm="0">
                                          <p:val>
                                            <p:strVal val="0-#ppt_w/2"/>
                                          </p:val>
                                        </p:tav>
                                        <p:tav tm="100000">
                                          <p:val>
                                            <p:strVal val="#ppt_x"/>
                                          </p:val>
                                        </p:tav>
                                      </p:tavLst>
                                    </p:anim>
                                    <p:anim calcmode="lin" valueType="num">
                                      <p:cBhvr additive="base">
                                        <p:cTn id="149" dur="500" fill="hold"/>
                                        <p:tgtEl>
                                          <p:spTgt spid="125"/>
                                        </p:tgtEl>
                                        <p:attrNameLst>
                                          <p:attrName>ppt_y</p:attrName>
                                        </p:attrNameLst>
                                      </p:cBhvr>
                                      <p:tavLst>
                                        <p:tav tm="0">
                                          <p:val>
                                            <p:strVal val="#ppt_y"/>
                                          </p:val>
                                        </p:tav>
                                        <p:tav tm="100000">
                                          <p:val>
                                            <p:strVal val="#ppt_y"/>
                                          </p:val>
                                        </p:tav>
                                      </p:tavLst>
                                    </p:anim>
                                  </p:childTnLst>
                                </p:cTn>
                              </p:par>
                              <p:par>
                                <p:cTn id="150" presetID="2" presetClass="entr" presetSubtype="8" fill="hold" grpId="0" nodeType="withEffect">
                                  <p:stCondLst>
                                    <p:cond delay="0"/>
                                  </p:stCondLst>
                                  <p:childTnLst>
                                    <p:set>
                                      <p:cBhvr>
                                        <p:cTn id="151" dur="1" fill="hold">
                                          <p:stCondLst>
                                            <p:cond delay="0"/>
                                          </p:stCondLst>
                                        </p:cTn>
                                        <p:tgtEl>
                                          <p:spTgt spid="126"/>
                                        </p:tgtEl>
                                        <p:attrNameLst>
                                          <p:attrName>style.visibility</p:attrName>
                                        </p:attrNameLst>
                                      </p:cBhvr>
                                      <p:to>
                                        <p:strVal val="visible"/>
                                      </p:to>
                                    </p:set>
                                    <p:anim calcmode="lin" valueType="num">
                                      <p:cBhvr additive="base">
                                        <p:cTn id="152" dur="500" fill="hold"/>
                                        <p:tgtEl>
                                          <p:spTgt spid="126"/>
                                        </p:tgtEl>
                                        <p:attrNameLst>
                                          <p:attrName>ppt_x</p:attrName>
                                        </p:attrNameLst>
                                      </p:cBhvr>
                                      <p:tavLst>
                                        <p:tav tm="0">
                                          <p:val>
                                            <p:strVal val="0-#ppt_w/2"/>
                                          </p:val>
                                        </p:tav>
                                        <p:tav tm="100000">
                                          <p:val>
                                            <p:strVal val="#ppt_x"/>
                                          </p:val>
                                        </p:tav>
                                      </p:tavLst>
                                    </p:anim>
                                    <p:anim calcmode="lin" valueType="num">
                                      <p:cBhvr additive="base">
                                        <p:cTn id="153" dur="500" fill="hold"/>
                                        <p:tgtEl>
                                          <p:spTgt spid="126"/>
                                        </p:tgtEl>
                                        <p:attrNameLst>
                                          <p:attrName>ppt_y</p:attrName>
                                        </p:attrNameLst>
                                      </p:cBhvr>
                                      <p:tavLst>
                                        <p:tav tm="0">
                                          <p:val>
                                            <p:strVal val="#ppt_y"/>
                                          </p:val>
                                        </p:tav>
                                        <p:tav tm="100000">
                                          <p:val>
                                            <p:strVal val="#ppt_y"/>
                                          </p:val>
                                        </p:tav>
                                      </p:tavLst>
                                    </p:anim>
                                  </p:childTnLst>
                                </p:cTn>
                              </p:par>
                              <p:par>
                                <p:cTn id="154" presetID="2" presetClass="entr" presetSubtype="8" fill="hold" grpId="0" nodeType="withEffect">
                                  <p:stCondLst>
                                    <p:cond delay="0"/>
                                  </p:stCondLst>
                                  <p:childTnLst>
                                    <p:set>
                                      <p:cBhvr>
                                        <p:cTn id="155" dur="1" fill="hold">
                                          <p:stCondLst>
                                            <p:cond delay="0"/>
                                          </p:stCondLst>
                                        </p:cTn>
                                        <p:tgtEl>
                                          <p:spTgt spid="127"/>
                                        </p:tgtEl>
                                        <p:attrNameLst>
                                          <p:attrName>style.visibility</p:attrName>
                                        </p:attrNameLst>
                                      </p:cBhvr>
                                      <p:to>
                                        <p:strVal val="visible"/>
                                      </p:to>
                                    </p:set>
                                    <p:anim calcmode="lin" valueType="num">
                                      <p:cBhvr additive="base">
                                        <p:cTn id="156" dur="500" fill="hold"/>
                                        <p:tgtEl>
                                          <p:spTgt spid="127"/>
                                        </p:tgtEl>
                                        <p:attrNameLst>
                                          <p:attrName>ppt_x</p:attrName>
                                        </p:attrNameLst>
                                      </p:cBhvr>
                                      <p:tavLst>
                                        <p:tav tm="0">
                                          <p:val>
                                            <p:strVal val="0-#ppt_w/2"/>
                                          </p:val>
                                        </p:tav>
                                        <p:tav tm="100000">
                                          <p:val>
                                            <p:strVal val="#ppt_x"/>
                                          </p:val>
                                        </p:tav>
                                      </p:tavLst>
                                    </p:anim>
                                    <p:anim calcmode="lin" valueType="num">
                                      <p:cBhvr additive="base">
                                        <p:cTn id="157" dur="500" fill="hold"/>
                                        <p:tgtEl>
                                          <p:spTgt spid="127"/>
                                        </p:tgtEl>
                                        <p:attrNameLst>
                                          <p:attrName>ppt_y</p:attrName>
                                        </p:attrNameLst>
                                      </p:cBhvr>
                                      <p:tavLst>
                                        <p:tav tm="0">
                                          <p:val>
                                            <p:strVal val="#ppt_y"/>
                                          </p:val>
                                        </p:tav>
                                        <p:tav tm="100000">
                                          <p:val>
                                            <p:strVal val="#ppt_y"/>
                                          </p:val>
                                        </p:tav>
                                      </p:tavLst>
                                    </p:anim>
                                  </p:childTnLst>
                                </p:cTn>
                              </p:par>
                              <p:par>
                                <p:cTn id="158" presetID="2" presetClass="entr" presetSubtype="8" fill="hold" grpId="0" nodeType="withEffect">
                                  <p:stCondLst>
                                    <p:cond delay="0"/>
                                  </p:stCondLst>
                                  <p:childTnLst>
                                    <p:set>
                                      <p:cBhvr>
                                        <p:cTn id="159" dur="1" fill="hold">
                                          <p:stCondLst>
                                            <p:cond delay="0"/>
                                          </p:stCondLst>
                                        </p:cTn>
                                        <p:tgtEl>
                                          <p:spTgt spid="128"/>
                                        </p:tgtEl>
                                        <p:attrNameLst>
                                          <p:attrName>style.visibility</p:attrName>
                                        </p:attrNameLst>
                                      </p:cBhvr>
                                      <p:to>
                                        <p:strVal val="visible"/>
                                      </p:to>
                                    </p:set>
                                    <p:anim calcmode="lin" valueType="num">
                                      <p:cBhvr additive="base">
                                        <p:cTn id="160" dur="500" fill="hold"/>
                                        <p:tgtEl>
                                          <p:spTgt spid="128"/>
                                        </p:tgtEl>
                                        <p:attrNameLst>
                                          <p:attrName>ppt_x</p:attrName>
                                        </p:attrNameLst>
                                      </p:cBhvr>
                                      <p:tavLst>
                                        <p:tav tm="0">
                                          <p:val>
                                            <p:strVal val="0-#ppt_w/2"/>
                                          </p:val>
                                        </p:tav>
                                        <p:tav tm="100000">
                                          <p:val>
                                            <p:strVal val="#ppt_x"/>
                                          </p:val>
                                        </p:tav>
                                      </p:tavLst>
                                    </p:anim>
                                    <p:anim calcmode="lin" valueType="num">
                                      <p:cBhvr additive="base">
                                        <p:cTn id="161" dur="500" fill="hold"/>
                                        <p:tgtEl>
                                          <p:spTgt spid="128"/>
                                        </p:tgtEl>
                                        <p:attrNameLst>
                                          <p:attrName>ppt_y</p:attrName>
                                        </p:attrNameLst>
                                      </p:cBhvr>
                                      <p:tavLst>
                                        <p:tav tm="0">
                                          <p:val>
                                            <p:strVal val="#ppt_y"/>
                                          </p:val>
                                        </p:tav>
                                        <p:tav tm="100000">
                                          <p:val>
                                            <p:strVal val="#ppt_y"/>
                                          </p:val>
                                        </p:tav>
                                      </p:tavLst>
                                    </p:anim>
                                  </p:childTnLst>
                                </p:cTn>
                              </p:par>
                              <p:par>
                                <p:cTn id="162" presetID="2" presetClass="entr" presetSubtype="8" fill="hold" grpId="0" nodeType="withEffect">
                                  <p:stCondLst>
                                    <p:cond delay="0"/>
                                  </p:stCondLst>
                                  <p:childTnLst>
                                    <p:set>
                                      <p:cBhvr>
                                        <p:cTn id="163" dur="1" fill="hold">
                                          <p:stCondLst>
                                            <p:cond delay="0"/>
                                          </p:stCondLst>
                                        </p:cTn>
                                        <p:tgtEl>
                                          <p:spTgt spid="129"/>
                                        </p:tgtEl>
                                        <p:attrNameLst>
                                          <p:attrName>style.visibility</p:attrName>
                                        </p:attrNameLst>
                                      </p:cBhvr>
                                      <p:to>
                                        <p:strVal val="visible"/>
                                      </p:to>
                                    </p:set>
                                    <p:anim calcmode="lin" valueType="num">
                                      <p:cBhvr additive="base">
                                        <p:cTn id="164" dur="500" fill="hold"/>
                                        <p:tgtEl>
                                          <p:spTgt spid="129"/>
                                        </p:tgtEl>
                                        <p:attrNameLst>
                                          <p:attrName>ppt_x</p:attrName>
                                        </p:attrNameLst>
                                      </p:cBhvr>
                                      <p:tavLst>
                                        <p:tav tm="0">
                                          <p:val>
                                            <p:strVal val="0-#ppt_w/2"/>
                                          </p:val>
                                        </p:tav>
                                        <p:tav tm="100000">
                                          <p:val>
                                            <p:strVal val="#ppt_x"/>
                                          </p:val>
                                        </p:tav>
                                      </p:tavLst>
                                    </p:anim>
                                    <p:anim calcmode="lin" valueType="num">
                                      <p:cBhvr additive="base">
                                        <p:cTn id="165" dur="500" fill="hold"/>
                                        <p:tgtEl>
                                          <p:spTgt spid="129"/>
                                        </p:tgtEl>
                                        <p:attrNameLst>
                                          <p:attrName>ppt_y</p:attrName>
                                        </p:attrNameLst>
                                      </p:cBhvr>
                                      <p:tavLst>
                                        <p:tav tm="0">
                                          <p:val>
                                            <p:strVal val="#ppt_y"/>
                                          </p:val>
                                        </p:tav>
                                        <p:tav tm="100000">
                                          <p:val>
                                            <p:strVal val="#ppt_y"/>
                                          </p:val>
                                        </p:tav>
                                      </p:tavLst>
                                    </p:anim>
                                  </p:childTnLst>
                                </p:cTn>
                              </p:par>
                              <p:par>
                                <p:cTn id="166" presetID="2" presetClass="entr" presetSubtype="8" fill="hold" grpId="0" nodeType="withEffect">
                                  <p:stCondLst>
                                    <p:cond delay="0"/>
                                  </p:stCondLst>
                                  <p:childTnLst>
                                    <p:set>
                                      <p:cBhvr>
                                        <p:cTn id="167" dur="1" fill="hold">
                                          <p:stCondLst>
                                            <p:cond delay="0"/>
                                          </p:stCondLst>
                                        </p:cTn>
                                        <p:tgtEl>
                                          <p:spTgt spid="130"/>
                                        </p:tgtEl>
                                        <p:attrNameLst>
                                          <p:attrName>style.visibility</p:attrName>
                                        </p:attrNameLst>
                                      </p:cBhvr>
                                      <p:to>
                                        <p:strVal val="visible"/>
                                      </p:to>
                                    </p:set>
                                    <p:anim calcmode="lin" valueType="num">
                                      <p:cBhvr additive="base">
                                        <p:cTn id="168" dur="500" fill="hold"/>
                                        <p:tgtEl>
                                          <p:spTgt spid="130"/>
                                        </p:tgtEl>
                                        <p:attrNameLst>
                                          <p:attrName>ppt_x</p:attrName>
                                        </p:attrNameLst>
                                      </p:cBhvr>
                                      <p:tavLst>
                                        <p:tav tm="0">
                                          <p:val>
                                            <p:strVal val="0-#ppt_w/2"/>
                                          </p:val>
                                        </p:tav>
                                        <p:tav tm="100000">
                                          <p:val>
                                            <p:strVal val="#ppt_x"/>
                                          </p:val>
                                        </p:tav>
                                      </p:tavLst>
                                    </p:anim>
                                    <p:anim calcmode="lin" valueType="num">
                                      <p:cBhvr additive="base">
                                        <p:cTn id="169" dur="500" fill="hold"/>
                                        <p:tgtEl>
                                          <p:spTgt spid="130"/>
                                        </p:tgtEl>
                                        <p:attrNameLst>
                                          <p:attrName>ppt_y</p:attrName>
                                        </p:attrNameLst>
                                      </p:cBhvr>
                                      <p:tavLst>
                                        <p:tav tm="0">
                                          <p:val>
                                            <p:strVal val="#ppt_y"/>
                                          </p:val>
                                        </p:tav>
                                        <p:tav tm="100000">
                                          <p:val>
                                            <p:strVal val="#ppt_y"/>
                                          </p:val>
                                        </p:tav>
                                      </p:tavLst>
                                    </p:anim>
                                  </p:childTnLst>
                                </p:cTn>
                              </p:par>
                              <p:par>
                                <p:cTn id="170" presetID="2" presetClass="entr" presetSubtype="8" fill="hold" grpId="0" nodeType="withEffect">
                                  <p:stCondLst>
                                    <p:cond delay="0"/>
                                  </p:stCondLst>
                                  <p:childTnLst>
                                    <p:set>
                                      <p:cBhvr>
                                        <p:cTn id="171" dur="1" fill="hold">
                                          <p:stCondLst>
                                            <p:cond delay="0"/>
                                          </p:stCondLst>
                                        </p:cTn>
                                        <p:tgtEl>
                                          <p:spTgt spid="131"/>
                                        </p:tgtEl>
                                        <p:attrNameLst>
                                          <p:attrName>style.visibility</p:attrName>
                                        </p:attrNameLst>
                                      </p:cBhvr>
                                      <p:to>
                                        <p:strVal val="visible"/>
                                      </p:to>
                                    </p:set>
                                    <p:anim calcmode="lin" valueType="num">
                                      <p:cBhvr additive="base">
                                        <p:cTn id="172" dur="500" fill="hold"/>
                                        <p:tgtEl>
                                          <p:spTgt spid="131"/>
                                        </p:tgtEl>
                                        <p:attrNameLst>
                                          <p:attrName>ppt_x</p:attrName>
                                        </p:attrNameLst>
                                      </p:cBhvr>
                                      <p:tavLst>
                                        <p:tav tm="0">
                                          <p:val>
                                            <p:strVal val="0-#ppt_w/2"/>
                                          </p:val>
                                        </p:tav>
                                        <p:tav tm="100000">
                                          <p:val>
                                            <p:strVal val="#ppt_x"/>
                                          </p:val>
                                        </p:tav>
                                      </p:tavLst>
                                    </p:anim>
                                    <p:anim calcmode="lin" valueType="num">
                                      <p:cBhvr additive="base">
                                        <p:cTn id="173" dur="500" fill="hold"/>
                                        <p:tgtEl>
                                          <p:spTgt spid="131"/>
                                        </p:tgtEl>
                                        <p:attrNameLst>
                                          <p:attrName>ppt_y</p:attrName>
                                        </p:attrNameLst>
                                      </p:cBhvr>
                                      <p:tavLst>
                                        <p:tav tm="0">
                                          <p:val>
                                            <p:strVal val="#ppt_y"/>
                                          </p:val>
                                        </p:tav>
                                        <p:tav tm="100000">
                                          <p:val>
                                            <p:strVal val="#ppt_y"/>
                                          </p:val>
                                        </p:tav>
                                      </p:tavLst>
                                    </p:anim>
                                  </p:childTnLst>
                                </p:cTn>
                              </p:par>
                              <p:par>
                                <p:cTn id="174" presetID="2" presetClass="entr" presetSubtype="8" fill="hold" grpId="0" nodeType="withEffect">
                                  <p:stCondLst>
                                    <p:cond delay="0"/>
                                  </p:stCondLst>
                                  <p:childTnLst>
                                    <p:set>
                                      <p:cBhvr>
                                        <p:cTn id="175" dur="1" fill="hold">
                                          <p:stCondLst>
                                            <p:cond delay="0"/>
                                          </p:stCondLst>
                                        </p:cTn>
                                        <p:tgtEl>
                                          <p:spTgt spid="132"/>
                                        </p:tgtEl>
                                        <p:attrNameLst>
                                          <p:attrName>style.visibility</p:attrName>
                                        </p:attrNameLst>
                                      </p:cBhvr>
                                      <p:to>
                                        <p:strVal val="visible"/>
                                      </p:to>
                                    </p:set>
                                    <p:anim calcmode="lin" valueType="num">
                                      <p:cBhvr additive="base">
                                        <p:cTn id="176" dur="500" fill="hold"/>
                                        <p:tgtEl>
                                          <p:spTgt spid="132"/>
                                        </p:tgtEl>
                                        <p:attrNameLst>
                                          <p:attrName>ppt_x</p:attrName>
                                        </p:attrNameLst>
                                      </p:cBhvr>
                                      <p:tavLst>
                                        <p:tav tm="0">
                                          <p:val>
                                            <p:strVal val="0-#ppt_w/2"/>
                                          </p:val>
                                        </p:tav>
                                        <p:tav tm="100000">
                                          <p:val>
                                            <p:strVal val="#ppt_x"/>
                                          </p:val>
                                        </p:tav>
                                      </p:tavLst>
                                    </p:anim>
                                    <p:anim calcmode="lin" valueType="num">
                                      <p:cBhvr additive="base">
                                        <p:cTn id="177" dur="500" fill="hold"/>
                                        <p:tgtEl>
                                          <p:spTgt spid="132"/>
                                        </p:tgtEl>
                                        <p:attrNameLst>
                                          <p:attrName>ppt_y</p:attrName>
                                        </p:attrNameLst>
                                      </p:cBhvr>
                                      <p:tavLst>
                                        <p:tav tm="0">
                                          <p:val>
                                            <p:strVal val="#ppt_y"/>
                                          </p:val>
                                        </p:tav>
                                        <p:tav tm="100000">
                                          <p:val>
                                            <p:strVal val="#ppt_y"/>
                                          </p:val>
                                        </p:tav>
                                      </p:tavLst>
                                    </p:anim>
                                  </p:childTnLst>
                                </p:cTn>
                              </p:par>
                              <p:par>
                                <p:cTn id="178" presetID="2" presetClass="entr" presetSubtype="8" fill="hold" grpId="0" nodeType="withEffect">
                                  <p:stCondLst>
                                    <p:cond delay="0"/>
                                  </p:stCondLst>
                                  <p:childTnLst>
                                    <p:set>
                                      <p:cBhvr>
                                        <p:cTn id="179" dur="1" fill="hold">
                                          <p:stCondLst>
                                            <p:cond delay="0"/>
                                          </p:stCondLst>
                                        </p:cTn>
                                        <p:tgtEl>
                                          <p:spTgt spid="133"/>
                                        </p:tgtEl>
                                        <p:attrNameLst>
                                          <p:attrName>style.visibility</p:attrName>
                                        </p:attrNameLst>
                                      </p:cBhvr>
                                      <p:to>
                                        <p:strVal val="visible"/>
                                      </p:to>
                                    </p:set>
                                    <p:anim calcmode="lin" valueType="num">
                                      <p:cBhvr additive="base">
                                        <p:cTn id="180" dur="500" fill="hold"/>
                                        <p:tgtEl>
                                          <p:spTgt spid="133"/>
                                        </p:tgtEl>
                                        <p:attrNameLst>
                                          <p:attrName>ppt_x</p:attrName>
                                        </p:attrNameLst>
                                      </p:cBhvr>
                                      <p:tavLst>
                                        <p:tav tm="0">
                                          <p:val>
                                            <p:strVal val="0-#ppt_w/2"/>
                                          </p:val>
                                        </p:tav>
                                        <p:tav tm="100000">
                                          <p:val>
                                            <p:strVal val="#ppt_x"/>
                                          </p:val>
                                        </p:tav>
                                      </p:tavLst>
                                    </p:anim>
                                    <p:anim calcmode="lin" valueType="num">
                                      <p:cBhvr additive="base">
                                        <p:cTn id="181" dur="500" fill="hold"/>
                                        <p:tgtEl>
                                          <p:spTgt spid="1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2" grpId="0" animBg="1"/>
      <p:bldP spid="88" grpId="0" animBg="1"/>
      <p:bldP spid="89" grpId="0" animBg="1"/>
      <p:bldP spid="90" grpId="0" animBg="1"/>
      <p:bldP spid="91" grpId="0" animBg="1"/>
      <p:bldP spid="102" grpId="0" animBg="1"/>
      <p:bldP spid="103" grpId="0" animBg="1"/>
      <p:bldP spid="105" grpId="0" animBg="1"/>
      <p:bldP spid="106" grpId="0"/>
      <p:bldP spid="107" grpId="0"/>
      <p:bldP spid="108" grpId="0"/>
      <p:bldP spid="109" grpId="0"/>
      <p:bldP spid="110" grpId="0" animBg="1"/>
      <p:bldP spid="111" grpId="0"/>
      <p:bldP spid="112" grpId="0"/>
      <p:bldP spid="113" grpId="0" animBg="1"/>
      <p:bldP spid="114" grpId="0"/>
      <p:bldP spid="123" grpId="0"/>
      <p:bldP spid="124" grpId="0" animBg="1"/>
      <p:bldP spid="125" grpId="0"/>
      <p:bldP spid="126" grpId="0"/>
      <p:bldP spid="127" grpId="0" animBg="1"/>
      <p:bldP spid="128" grpId="0"/>
      <p:bldP spid="129" grpId="0"/>
      <p:bldP spid="130" grpId="0" animBg="1"/>
      <p:bldP spid="131" grpId="0"/>
      <p:bldP spid="132" grpId="0"/>
      <p:bldP spid="133" grpId="0" animBg="1"/>
      <p:bldP spid="134" grpId="0" animBg="1"/>
      <p:bldP spid="135" grpId="0" animBg="1"/>
      <p:bldP spid="136" grpId="0" animBg="1"/>
      <p:bldP spid="137" grpId="0" animBg="1"/>
      <p:bldP spid="138" grpId="0" animBg="1"/>
      <p:bldP spid="139" grpId="0" animBg="1"/>
      <p:bldP spid="140" grpId="0" animBg="1"/>
      <p:bldP spid="14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540377" y="2371222"/>
            <a:ext cx="4696562" cy="1015765"/>
            <a:chOff x="4555084" y="1340770"/>
            <a:chExt cx="4697323" cy="1015929"/>
          </a:xfrm>
        </p:grpSpPr>
        <p:pic>
          <p:nvPicPr>
            <p:cNvPr id="7" name="图片 6"/>
            <p:cNvPicPr>
              <a:picLocks noChangeAspect="1"/>
            </p:cNvPicPr>
            <p:nvPr/>
          </p:nvPicPr>
          <p:blipFill rotWithShape="1">
            <a:blip r:embed="rId2">
              <a:extLst>
                <a:ext uri="{BEBA8EAE-BF5A-486C-A8C5-ECC9F3942E4B}">
                  <a14:imgProps xmlns:a14="http://schemas.microsoft.com/office/drawing/2010/main">
                    <a14:imgLayer r:embed="rId3">
                      <a14:imgEffect>
                        <a14:saturation sat="66000"/>
                      </a14:imgEffect>
                    </a14:imgLayer>
                  </a14:imgProps>
                </a:ext>
              </a:extLst>
            </a:blip>
            <a:srcRect t="76775"/>
            <a:stretch>
              <a:fillRect/>
            </a:stretch>
          </p:blipFill>
          <p:spPr>
            <a:xfrm rot="16200000">
              <a:off x="8600149" y="1662963"/>
              <a:ext cx="958122" cy="346394"/>
            </a:xfrm>
            <a:prstGeom prst="rect">
              <a:avLst/>
            </a:prstGeom>
          </p:spPr>
        </p:pic>
        <p:pic>
          <p:nvPicPr>
            <p:cNvPr id="8" name="图片 7"/>
            <p:cNvPicPr>
              <a:picLocks noChangeAspect="1"/>
            </p:cNvPicPr>
            <p:nvPr/>
          </p:nvPicPr>
          <p:blipFill rotWithShape="1">
            <a:blip r:embed="rId2">
              <a:extLst>
                <a:ext uri="{BEBA8EAE-BF5A-486C-A8C5-ECC9F3942E4B}">
                  <a14:imgProps xmlns:a14="http://schemas.microsoft.com/office/drawing/2010/main">
                    <a14:imgLayer r:embed="rId3">
                      <a14:imgEffect>
                        <a14:saturation sat="66000"/>
                      </a14:imgEffect>
                    </a14:imgLayer>
                  </a14:imgProps>
                </a:ext>
              </a:extLst>
            </a:blip>
            <a:srcRect t="76775"/>
            <a:stretch>
              <a:fillRect/>
            </a:stretch>
          </p:blipFill>
          <p:spPr>
            <a:xfrm>
              <a:off x="4926460" y="2155392"/>
              <a:ext cx="3646270" cy="201307"/>
            </a:xfrm>
            <a:prstGeom prst="rect">
              <a:avLst/>
            </a:prstGeom>
          </p:spPr>
        </p:pic>
        <p:sp>
          <p:nvSpPr>
            <p:cNvPr id="9" name="圆角矩形 8"/>
            <p:cNvSpPr/>
            <p:nvPr/>
          </p:nvSpPr>
          <p:spPr>
            <a:xfrm>
              <a:off x="4555084" y="1340770"/>
              <a:ext cx="4389024" cy="958122"/>
            </a:xfrm>
            <a:prstGeom prst="roundRect">
              <a:avLst>
                <a:gd name="adj" fmla="val 9218"/>
              </a:avLst>
            </a:prstGeom>
            <a:gradFill>
              <a:gsLst>
                <a:gs pos="47000">
                  <a:srgbClr val="FDFDFD"/>
                </a:gs>
                <a:gs pos="53000">
                  <a:srgbClr val="E8E8E8"/>
                </a:gs>
                <a:gs pos="100000">
                  <a:srgbClr val="ECECEC"/>
                </a:gs>
              </a:gsLst>
              <a:lin ang="5400000" scaled="1"/>
            </a:gradFill>
            <a:ln>
              <a:noFill/>
            </a:ln>
            <a:effectLst>
              <a:outerShdw blurRad="762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0" name="流程图: 手动输入 32"/>
          <p:cNvSpPr/>
          <p:nvPr/>
        </p:nvSpPr>
        <p:spPr>
          <a:xfrm flipH="1" flipV="1">
            <a:off x="4587936" y="2349931"/>
            <a:ext cx="345538" cy="624370"/>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6677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6677 h 10000"/>
              <a:gd name="connsiteX0-11" fmla="*/ 0 w 10000"/>
              <a:gd name="connsiteY0-12" fmla="*/ 6875 h 10000"/>
              <a:gd name="connsiteX1-13" fmla="*/ 10000 w 10000"/>
              <a:gd name="connsiteY1-14" fmla="*/ 0 h 10000"/>
              <a:gd name="connsiteX2-15" fmla="*/ 10000 w 10000"/>
              <a:gd name="connsiteY2-16" fmla="*/ 10000 h 10000"/>
              <a:gd name="connsiteX3-17" fmla="*/ 0 w 10000"/>
              <a:gd name="connsiteY3-18" fmla="*/ 10000 h 10000"/>
              <a:gd name="connsiteX4-19" fmla="*/ 0 w 10000"/>
              <a:gd name="connsiteY4-20" fmla="*/ 6875 h 10000"/>
              <a:gd name="connsiteX0-21" fmla="*/ 0 w 10185"/>
              <a:gd name="connsiteY0-22" fmla="*/ 6624 h 10000"/>
              <a:gd name="connsiteX1-23" fmla="*/ 10185 w 10185"/>
              <a:gd name="connsiteY1-24" fmla="*/ 0 h 10000"/>
              <a:gd name="connsiteX2-25" fmla="*/ 10185 w 10185"/>
              <a:gd name="connsiteY2-26" fmla="*/ 10000 h 10000"/>
              <a:gd name="connsiteX3-27" fmla="*/ 185 w 10185"/>
              <a:gd name="connsiteY3-28" fmla="*/ 10000 h 10000"/>
              <a:gd name="connsiteX4-29" fmla="*/ 0 w 10185"/>
              <a:gd name="connsiteY4-30" fmla="*/ 6624 h 10000"/>
              <a:gd name="connsiteX0-31" fmla="*/ 0 w 10092"/>
              <a:gd name="connsiteY0-32" fmla="*/ 8092 h 10000"/>
              <a:gd name="connsiteX1-33" fmla="*/ 10092 w 10092"/>
              <a:gd name="connsiteY1-34" fmla="*/ 0 h 10000"/>
              <a:gd name="connsiteX2-35" fmla="*/ 10092 w 10092"/>
              <a:gd name="connsiteY2-36" fmla="*/ 10000 h 10000"/>
              <a:gd name="connsiteX3-37" fmla="*/ 92 w 10092"/>
              <a:gd name="connsiteY3-38" fmla="*/ 10000 h 10000"/>
              <a:gd name="connsiteX4-39" fmla="*/ 0 w 10092"/>
              <a:gd name="connsiteY4-40" fmla="*/ 8092 h 10000"/>
              <a:gd name="connsiteX0-41" fmla="*/ 0 w 10092"/>
              <a:gd name="connsiteY0-42" fmla="*/ 8736 h 10000"/>
              <a:gd name="connsiteX1-43" fmla="*/ 10092 w 10092"/>
              <a:gd name="connsiteY1-44" fmla="*/ 0 h 10000"/>
              <a:gd name="connsiteX2-45" fmla="*/ 10092 w 10092"/>
              <a:gd name="connsiteY2-46" fmla="*/ 10000 h 10000"/>
              <a:gd name="connsiteX3-47" fmla="*/ 92 w 10092"/>
              <a:gd name="connsiteY3-48" fmla="*/ 10000 h 10000"/>
              <a:gd name="connsiteX4-49" fmla="*/ 0 w 10092"/>
              <a:gd name="connsiteY4-50" fmla="*/ 8736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92" h="10000">
                <a:moveTo>
                  <a:pt x="0" y="8736"/>
                </a:moveTo>
                <a:lnTo>
                  <a:pt x="10092" y="0"/>
                </a:lnTo>
                <a:lnTo>
                  <a:pt x="10092" y="10000"/>
                </a:lnTo>
                <a:lnTo>
                  <a:pt x="92" y="10000"/>
                </a:lnTo>
                <a:cubicBezTo>
                  <a:pt x="30" y="8875"/>
                  <a:pt x="62" y="9861"/>
                  <a:pt x="0" y="8736"/>
                </a:cubicBezTo>
                <a:close/>
              </a:path>
            </a:pathLst>
          </a:custGeom>
          <a:gradFill>
            <a:gsLst>
              <a:gs pos="0">
                <a:schemeClr val="tx1">
                  <a:alpha val="21000"/>
                </a:schemeClr>
              </a:gs>
              <a:gs pos="100000">
                <a:srgbClr val="F2F2F2">
                  <a:alpha val="0"/>
                </a:srgbClr>
              </a:gs>
            </a:gsLst>
            <a:lin ang="10800000" scaled="0"/>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p:cNvGrpSpPr/>
          <p:nvPr/>
        </p:nvGrpSpPr>
        <p:grpSpPr>
          <a:xfrm>
            <a:off x="3198521" y="2371220"/>
            <a:ext cx="1112521" cy="974323"/>
            <a:chOff x="3213011" y="1556792"/>
            <a:chExt cx="1112701" cy="974481"/>
          </a:xfrm>
          <a:effectLst>
            <a:outerShdw blurRad="50800" dist="38100" dir="2700000" algn="tl" rotWithShape="0">
              <a:prstClr val="black">
                <a:alpha val="40000"/>
              </a:prstClr>
            </a:outerShdw>
          </a:effectLst>
        </p:grpSpPr>
        <p:grpSp>
          <p:nvGrpSpPr>
            <p:cNvPr id="12" name="组合 11"/>
            <p:cNvGrpSpPr/>
            <p:nvPr/>
          </p:nvGrpSpPr>
          <p:grpSpPr>
            <a:xfrm>
              <a:off x="3227162" y="1556793"/>
              <a:ext cx="1098550" cy="958123"/>
              <a:chOff x="2857499" y="1149477"/>
              <a:chExt cx="1098550" cy="958123"/>
            </a:xfrm>
          </p:grpSpPr>
          <p:sp>
            <p:nvSpPr>
              <p:cNvPr id="13" name="圆角矩形 12"/>
              <p:cNvSpPr/>
              <p:nvPr/>
            </p:nvSpPr>
            <p:spPr>
              <a:xfrm>
                <a:off x="2857499" y="1149477"/>
                <a:ext cx="1076325" cy="958123"/>
              </a:xfrm>
              <a:prstGeom prst="roundRect">
                <a:avLst>
                  <a:gd name="adj" fmla="val 13889"/>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3"/>
              <p:cNvSpPr/>
              <p:nvPr/>
            </p:nvSpPr>
            <p:spPr>
              <a:xfrm>
                <a:off x="2892834" y="1178024"/>
                <a:ext cx="1063215" cy="901028"/>
              </a:xfrm>
              <a:prstGeom prst="roundRect">
                <a:avLst>
                  <a:gd name="adj" fmla="val 13889"/>
                </a:avLst>
              </a:prstGeom>
              <a:solidFill>
                <a:schemeClr val="accent4"/>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p:nvGrpSpPr>
          <p:grpSpPr>
            <a:xfrm>
              <a:off x="3213011" y="1556792"/>
              <a:ext cx="1044304" cy="974481"/>
              <a:chOff x="2637786" y="1689376"/>
              <a:chExt cx="1044304" cy="974481"/>
            </a:xfrm>
          </p:grpSpPr>
          <p:sp>
            <p:nvSpPr>
              <p:cNvPr id="16" name="文本框 40"/>
              <p:cNvSpPr txBox="1"/>
              <p:nvPr/>
            </p:nvSpPr>
            <p:spPr>
              <a:xfrm>
                <a:off x="2651576" y="1689376"/>
                <a:ext cx="1030514" cy="706235"/>
              </a:xfrm>
              <a:prstGeom prst="rect">
                <a:avLst/>
              </a:prstGeom>
              <a:noFill/>
            </p:spPr>
            <p:txBody>
              <a:bodyPr wrap="square" rtlCol="0">
                <a:spAutoFit/>
              </a:bodyPr>
              <a:lstStyle/>
              <a:p>
                <a:pPr algn="ctr"/>
                <a:r>
                  <a:rPr lang="en-US" altLang="zh-CN" sz="4000" dirty="0">
                    <a:solidFill>
                      <a:schemeClr val="bg1"/>
                    </a:solidFill>
                    <a:latin typeface="Impact" panose="020B0806030902050204" pitchFamily="34" charset="0"/>
                  </a:rPr>
                  <a:t>02</a:t>
                </a:r>
                <a:endParaRPr lang="zh-CN" altLang="en-US" sz="4000" dirty="0">
                  <a:solidFill>
                    <a:schemeClr val="bg1"/>
                  </a:solidFill>
                  <a:latin typeface="Impact" panose="020B0806030902050204" pitchFamily="34" charset="0"/>
                </a:endParaRPr>
              </a:p>
            </p:txBody>
          </p:sp>
          <p:sp>
            <p:nvSpPr>
              <p:cNvPr id="17" name="文本框 41"/>
              <p:cNvSpPr txBox="1"/>
              <p:nvPr/>
            </p:nvSpPr>
            <p:spPr>
              <a:xfrm>
                <a:off x="2637786" y="2344400"/>
                <a:ext cx="1030514" cy="319457"/>
              </a:xfrm>
              <a:prstGeom prst="rect">
                <a:avLst/>
              </a:prstGeom>
              <a:noFill/>
            </p:spPr>
            <p:txBody>
              <a:bodyPr wrap="square" rtlCol="0">
                <a:spAutoFit/>
              </a:bodyPr>
              <a:lstStyle/>
              <a:p>
                <a:pPr algn="ctr"/>
                <a:r>
                  <a:rPr lang="en-US" altLang="zh-CN" sz="1400" dirty="0">
                    <a:solidFill>
                      <a:schemeClr val="bg1"/>
                    </a:solidFill>
                    <a:latin typeface="微软雅黑" panose="020B0503020204020204" charset="-122"/>
                    <a:ea typeface="微软雅黑" panose="020B0503020204020204" charset="-122"/>
                  </a:rPr>
                  <a:t>OPTION</a:t>
                </a:r>
                <a:endParaRPr lang="zh-CN" altLang="en-US" sz="1400" dirty="0">
                  <a:solidFill>
                    <a:schemeClr val="bg1"/>
                  </a:solidFill>
                  <a:latin typeface="微软雅黑" panose="020B0503020204020204" charset="-122"/>
                  <a:ea typeface="微软雅黑" panose="020B0503020204020204" charset="-122"/>
                </a:endParaRPr>
              </a:p>
            </p:txBody>
          </p:sp>
        </p:grpSp>
      </p:grpSp>
      <p:sp>
        <p:nvSpPr>
          <p:cNvPr id="18" name="文本框 52"/>
          <p:cNvSpPr txBox="1"/>
          <p:nvPr/>
        </p:nvSpPr>
        <p:spPr>
          <a:xfrm>
            <a:off x="5414261" y="2420528"/>
            <a:ext cx="2641353" cy="483235"/>
          </a:xfrm>
          <a:prstGeom prst="rect">
            <a:avLst/>
          </a:prstGeom>
          <a:noFill/>
        </p:spPr>
        <p:txBody>
          <a:bodyPr wrap="square" rtlCol="0">
            <a:spAutoFit/>
          </a:bodyPr>
          <a:lstStyle/>
          <a:p>
            <a:r>
              <a:rPr lang="zh-CN" altLang="en-US" sz="2400" b="1" dirty="0">
                <a:solidFill>
                  <a:schemeClr val="tx1">
                    <a:lumMod val="75000"/>
                    <a:lumOff val="25000"/>
                  </a:schemeClr>
                </a:solidFill>
                <a:latin typeface="微软雅黑" panose="020B0503020204020204" charset="-122"/>
                <a:ea typeface="微软雅黑" panose="020B0503020204020204" charset="-122"/>
              </a:rPr>
              <a:t>此处添加标题</a:t>
            </a:r>
          </a:p>
        </p:txBody>
      </p:sp>
      <p:sp>
        <p:nvSpPr>
          <p:cNvPr id="19" name="文本框 53"/>
          <p:cNvSpPr txBox="1"/>
          <p:nvPr/>
        </p:nvSpPr>
        <p:spPr>
          <a:xfrm>
            <a:off x="4975860" y="2875915"/>
            <a:ext cx="3582035" cy="469900"/>
          </a:xfrm>
          <a:prstGeom prst="rect">
            <a:avLst/>
          </a:prstGeom>
          <a:noFill/>
        </p:spPr>
        <p:txBody>
          <a:bodyPr wrap="square" rtlCol="0">
            <a:spAutoFit/>
          </a:bodyPr>
          <a:lstStyle/>
          <a:p>
            <a:pPr algn="just"/>
            <a:r>
              <a:rPr lang="zh-CN" altLang="en-US" sz="1200" dirty="0">
                <a:solidFill>
                  <a:schemeClr val="tx1"/>
                </a:solidFill>
                <a:latin typeface="微软雅黑" panose="020B0503020204020204" charset="-122"/>
                <a:ea typeface="微软雅黑" panose="020B0503020204020204" charset="-122"/>
              </a:rPr>
              <a:t>请在此粘贴或者输入您的文字内容请在此粘贴或者输入您的文字内容</a:t>
            </a:r>
          </a:p>
        </p:txBody>
      </p:sp>
      <p:grpSp>
        <p:nvGrpSpPr>
          <p:cNvPr id="20" name="Group 4"/>
          <p:cNvGrpSpPr>
            <a:grpSpLocks noChangeAspect="1"/>
          </p:cNvGrpSpPr>
          <p:nvPr/>
        </p:nvGrpSpPr>
        <p:grpSpPr bwMode="auto">
          <a:xfrm>
            <a:off x="5082345" y="2432656"/>
            <a:ext cx="299096" cy="350505"/>
            <a:chOff x="1776" y="1776"/>
            <a:chExt cx="64" cy="75"/>
          </a:xfrm>
          <a:solidFill>
            <a:schemeClr val="accent1"/>
          </a:solidFill>
          <a:effectLst/>
        </p:grpSpPr>
        <p:sp>
          <p:nvSpPr>
            <p:cNvPr id="21" name="Freeform 5"/>
            <p:cNvSpPr/>
            <p:nvPr/>
          </p:nvSpPr>
          <p:spPr bwMode="auto">
            <a:xfrm>
              <a:off x="1795" y="1779"/>
              <a:ext cx="29" cy="26"/>
            </a:xfrm>
            <a:custGeom>
              <a:avLst/>
              <a:gdLst>
                <a:gd name="T0" fmla="*/ 5 w 11"/>
                <a:gd name="T1" fmla="*/ 10 h 10"/>
                <a:gd name="T2" fmla="*/ 5 w 11"/>
                <a:gd name="T3" fmla="*/ 10 h 10"/>
                <a:gd name="T4" fmla="*/ 11 w 11"/>
                <a:gd name="T5" fmla="*/ 5 h 10"/>
                <a:gd name="T6" fmla="*/ 5 w 11"/>
                <a:gd name="T7" fmla="*/ 0 h 10"/>
                <a:gd name="T8" fmla="*/ 5 w 11"/>
                <a:gd name="T9" fmla="*/ 0 h 10"/>
                <a:gd name="T10" fmla="*/ 0 w 11"/>
                <a:gd name="T11" fmla="*/ 5 h 10"/>
                <a:gd name="T12" fmla="*/ 5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5" y="10"/>
                  </a:moveTo>
                  <a:cubicBezTo>
                    <a:pt x="5" y="10"/>
                    <a:pt x="5" y="10"/>
                    <a:pt x="5" y="10"/>
                  </a:cubicBezTo>
                  <a:cubicBezTo>
                    <a:pt x="8" y="10"/>
                    <a:pt x="11" y="8"/>
                    <a:pt x="11" y="5"/>
                  </a:cubicBezTo>
                  <a:cubicBezTo>
                    <a:pt x="11" y="2"/>
                    <a:pt x="8" y="0"/>
                    <a:pt x="5" y="0"/>
                  </a:cubicBezTo>
                  <a:cubicBezTo>
                    <a:pt x="5" y="0"/>
                    <a:pt x="5" y="0"/>
                    <a:pt x="5" y="0"/>
                  </a:cubicBezTo>
                  <a:cubicBezTo>
                    <a:pt x="2" y="1"/>
                    <a:pt x="0" y="3"/>
                    <a:pt x="0" y="5"/>
                  </a:cubicBezTo>
                  <a:cubicBezTo>
                    <a:pt x="0" y="8"/>
                    <a:pt x="2" y="10"/>
                    <a:pt x="5"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endParaRPr lang="zh-CN" altLang="en-US">
                <a:solidFill>
                  <a:prstClr val="black"/>
                </a:solidFill>
              </a:endParaRPr>
            </a:p>
          </p:txBody>
        </p:sp>
        <p:sp>
          <p:nvSpPr>
            <p:cNvPr id="22" name="Freeform 6"/>
            <p:cNvSpPr/>
            <p:nvPr/>
          </p:nvSpPr>
          <p:spPr bwMode="auto">
            <a:xfrm>
              <a:off x="1776" y="1810"/>
              <a:ext cx="64" cy="41"/>
            </a:xfrm>
            <a:custGeom>
              <a:avLst/>
              <a:gdLst>
                <a:gd name="T0" fmla="*/ 23 w 24"/>
                <a:gd name="T1" fmla="*/ 3 h 16"/>
                <a:gd name="T2" fmla="*/ 19 w 24"/>
                <a:gd name="T3" fmla="*/ 0 h 16"/>
                <a:gd name="T4" fmla="*/ 19 w 24"/>
                <a:gd name="T5" fmla="*/ 0 h 16"/>
                <a:gd name="T6" fmla="*/ 17 w 24"/>
                <a:gd name="T7" fmla="*/ 0 h 16"/>
                <a:gd name="T8" fmla="*/ 15 w 24"/>
                <a:gd name="T9" fmla="*/ 5 h 16"/>
                <a:gd name="T10" fmla="*/ 12 w 24"/>
                <a:gd name="T11" fmla="*/ 11 h 16"/>
                <a:gd name="T12" fmla="*/ 14 w 24"/>
                <a:gd name="T13" fmla="*/ 7 h 16"/>
                <a:gd name="T14" fmla="*/ 13 w 24"/>
                <a:gd name="T15" fmla="*/ 1 h 16"/>
                <a:gd name="T16" fmla="*/ 13 w 24"/>
                <a:gd name="T17" fmla="*/ 1 h 16"/>
                <a:gd name="T18" fmla="*/ 12 w 24"/>
                <a:gd name="T19" fmla="*/ 0 h 16"/>
                <a:gd name="T20" fmla="*/ 12 w 24"/>
                <a:gd name="T21" fmla="*/ 0 h 16"/>
                <a:gd name="T22" fmla="*/ 12 w 24"/>
                <a:gd name="T23" fmla="*/ 1 h 16"/>
                <a:gd name="T24" fmla="*/ 12 w 24"/>
                <a:gd name="T25" fmla="*/ 1 h 16"/>
                <a:gd name="T26" fmla="*/ 11 w 24"/>
                <a:gd name="T27" fmla="*/ 7 h 16"/>
                <a:gd name="T28" fmla="*/ 10 w 24"/>
                <a:gd name="T29" fmla="*/ 5 h 16"/>
                <a:gd name="T30" fmla="*/ 8 w 24"/>
                <a:gd name="T31" fmla="*/ 0 h 16"/>
                <a:gd name="T32" fmla="*/ 5 w 24"/>
                <a:gd name="T33" fmla="*/ 0 h 16"/>
                <a:gd name="T34" fmla="*/ 5 w 24"/>
                <a:gd name="T35" fmla="*/ 0 h 16"/>
                <a:gd name="T36" fmla="*/ 1 w 24"/>
                <a:gd name="T37" fmla="*/ 3 h 16"/>
                <a:gd name="T38" fmla="*/ 0 w 24"/>
                <a:gd name="T39" fmla="*/ 16 h 16"/>
                <a:gd name="T40" fmla="*/ 4 w 24"/>
                <a:gd name="T41" fmla="*/ 16 h 16"/>
                <a:gd name="T42" fmla="*/ 4 w 24"/>
                <a:gd name="T43" fmla="*/ 6 h 16"/>
                <a:gd name="T44" fmla="*/ 5 w 24"/>
                <a:gd name="T45" fmla="*/ 6 h 16"/>
                <a:gd name="T46" fmla="*/ 5 w 24"/>
                <a:gd name="T47" fmla="*/ 16 h 16"/>
                <a:gd name="T48" fmla="*/ 12 w 24"/>
                <a:gd name="T49" fmla="*/ 16 h 16"/>
                <a:gd name="T50" fmla="*/ 19 w 24"/>
                <a:gd name="T51" fmla="*/ 16 h 16"/>
                <a:gd name="T52" fmla="*/ 19 w 24"/>
                <a:gd name="T53" fmla="*/ 6 h 16"/>
                <a:gd name="T54" fmla="*/ 19 w 24"/>
                <a:gd name="T55" fmla="*/ 6 h 16"/>
                <a:gd name="T56" fmla="*/ 20 w 24"/>
                <a:gd name="T57" fmla="*/ 6 h 16"/>
                <a:gd name="T58" fmla="*/ 20 w 24"/>
                <a:gd name="T59" fmla="*/ 16 h 16"/>
                <a:gd name="T60" fmla="*/ 23 w 24"/>
                <a:gd name="T61" fmla="*/ 16 h 16"/>
                <a:gd name="T62" fmla="*/ 23 w 24"/>
                <a:gd name="T63"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 h="16">
                  <a:moveTo>
                    <a:pt x="23" y="3"/>
                  </a:moveTo>
                  <a:cubicBezTo>
                    <a:pt x="22" y="1"/>
                    <a:pt x="20" y="0"/>
                    <a:pt x="19" y="0"/>
                  </a:cubicBezTo>
                  <a:cubicBezTo>
                    <a:pt x="19" y="0"/>
                    <a:pt x="19" y="0"/>
                    <a:pt x="19" y="0"/>
                  </a:cubicBezTo>
                  <a:cubicBezTo>
                    <a:pt x="17" y="0"/>
                    <a:pt x="17" y="0"/>
                    <a:pt x="17" y="0"/>
                  </a:cubicBezTo>
                  <a:cubicBezTo>
                    <a:pt x="15" y="5"/>
                    <a:pt x="15" y="5"/>
                    <a:pt x="15" y="5"/>
                  </a:cubicBezTo>
                  <a:cubicBezTo>
                    <a:pt x="12" y="11"/>
                    <a:pt x="12" y="11"/>
                    <a:pt x="12" y="11"/>
                  </a:cubicBezTo>
                  <a:cubicBezTo>
                    <a:pt x="14" y="7"/>
                    <a:pt x="14" y="7"/>
                    <a:pt x="14" y="7"/>
                  </a:cubicBezTo>
                  <a:cubicBezTo>
                    <a:pt x="13" y="1"/>
                    <a:pt x="13" y="1"/>
                    <a:pt x="13" y="1"/>
                  </a:cubicBezTo>
                  <a:cubicBezTo>
                    <a:pt x="13" y="1"/>
                    <a:pt x="13" y="1"/>
                    <a:pt x="13" y="1"/>
                  </a:cubicBezTo>
                  <a:cubicBezTo>
                    <a:pt x="13" y="0"/>
                    <a:pt x="13" y="0"/>
                    <a:pt x="12" y="0"/>
                  </a:cubicBezTo>
                  <a:cubicBezTo>
                    <a:pt x="12" y="0"/>
                    <a:pt x="12" y="0"/>
                    <a:pt x="12" y="0"/>
                  </a:cubicBezTo>
                  <a:cubicBezTo>
                    <a:pt x="12" y="0"/>
                    <a:pt x="12" y="0"/>
                    <a:pt x="12" y="1"/>
                  </a:cubicBezTo>
                  <a:cubicBezTo>
                    <a:pt x="12" y="1"/>
                    <a:pt x="12" y="1"/>
                    <a:pt x="12" y="1"/>
                  </a:cubicBezTo>
                  <a:cubicBezTo>
                    <a:pt x="11" y="7"/>
                    <a:pt x="11" y="7"/>
                    <a:pt x="11" y="7"/>
                  </a:cubicBezTo>
                  <a:cubicBezTo>
                    <a:pt x="10" y="5"/>
                    <a:pt x="10" y="5"/>
                    <a:pt x="10" y="5"/>
                  </a:cubicBezTo>
                  <a:cubicBezTo>
                    <a:pt x="8" y="0"/>
                    <a:pt x="8" y="0"/>
                    <a:pt x="8" y="0"/>
                  </a:cubicBezTo>
                  <a:cubicBezTo>
                    <a:pt x="5" y="0"/>
                    <a:pt x="5" y="0"/>
                    <a:pt x="5" y="0"/>
                  </a:cubicBezTo>
                  <a:cubicBezTo>
                    <a:pt x="5" y="0"/>
                    <a:pt x="5" y="0"/>
                    <a:pt x="5" y="0"/>
                  </a:cubicBezTo>
                  <a:cubicBezTo>
                    <a:pt x="3" y="0"/>
                    <a:pt x="2" y="1"/>
                    <a:pt x="1" y="3"/>
                  </a:cubicBezTo>
                  <a:cubicBezTo>
                    <a:pt x="0" y="5"/>
                    <a:pt x="0" y="11"/>
                    <a:pt x="0" y="16"/>
                  </a:cubicBezTo>
                  <a:cubicBezTo>
                    <a:pt x="4" y="16"/>
                    <a:pt x="4" y="16"/>
                    <a:pt x="4" y="16"/>
                  </a:cubicBezTo>
                  <a:cubicBezTo>
                    <a:pt x="4" y="6"/>
                    <a:pt x="4" y="6"/>
                    <a:pt x="4" y="6"/>
                  </a:cubicBezTo>
                  <a:cubicBezTo>
                    <a:pt x="4" y="6"/>
                    <a:pt x="4" y="6"/>
                    <a:pt x="5" y="6"/>
                  </a:cubicBezTo>
                  <a:cubicBezTo>
                    <a:pt x="5" y="16"/>
                    <a:pt x="5" y="16"/>
                    <a:pt x="5" y="16"/>
                  </a:cubicBezTo>
                  <a:cubicBezTo>
                    <a:pt x="12" y="16"/>
                    <a:pt x="12" y="16"/>
                    <a:pt x="12" y="16"/>
                  </a:cubicBezTo>
                  <a:cubicBezTo>
                    <a:pt x="19" y="16"/>
                    <a:pt x="19" y="16"/>
                    <a:pt x="19" y="16"/>
                  </a:cubicBezTo>
                  <a:cubicBezTo>
                    <a:pt x="19" y="6"/>
                    <a:pt x="19" y="6"/>
                    <a:pt x="19" y="6"/>
                  </a:cubicBezTo>
                  <a:cubicBezTo>
                    <a:pt x="19" y="6"/>
                    <a:pt x="19" y="6"/>
                    <a:pt x="19" y="6"/>
                  </a:cubicBezTo>
                  <a:cubicBezTo>
                    <a:pt x="19" y="6"/>
                    <a:pt x="20" y="6"/>
                    <a:pt x="20" y="6"/>
                  </a:cubicBezTo>
                  <a:cubicBezTo>
                    <a:pt x="20" y="16"/>
                    <a:pt x="20" y="16"/>
                    <a:pt x="20" y="16"/>
                  </a:cubicBezTo>
                  <a:cubicBezTo>
                    <a:pt x="23" y="16"/>
                    <a:pt x="23" y="16"/>
                    <a:pt x="23" y="16"/>
                  </a:cubicBezTo>
                  <a:cubicBezTo>
                    <a:pt x="24" y="11"/>
                    <a:pt x="24" y="5"/>
                    <a:pt x="2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endParaRPr lang="zh-CN" altLang="en-US">
                <a:solidFill>
                  <a:prstClr val="black"/>
                </a:solidFill>
              </a:endParaRPr>
            </a:p>
          </p:txBody>
        </p:sp>
        <p:sp>
          <p:nvSpPr>
            <p:cNvPr id="23" name="Freeform 7"/>
            <p:cNvSpPr/>
            <p:nvPr/>
          </p:nvSpPr>
          <p:spPr bwMode="auto">
            <a:xfrm>
              <a:off x="1795" y="1776"/>
              <a:ext cx="29" cy="26"/>
            </a:xfrm>
            <a:custGeom>
              <a:avLst/>
              <a:gdLst>
                <a:gd name="T0" fmla="*/ 5 w 11"/>
                <a:gd name="T1" fmla="*/ 10 h 10"/>
                <a:gd name="T2" fmla="*/ 5 w 11"/>
                <a:gd name="T3" fmla="*/ 10 h 10"/>
                <a:gd name="T4" fmla="*/ 11 w 11"/>
                <a:gd name="T5" fmla="*/ 5 h 10"/>
                <a:gd name="T6" fmla="*/ 5 w 11"/>
                <a:gd name="T7" fmla="*/ 0 h 10"/>
                <a:gd name="T8" fmla="*/ 5 w 11"/>
                <a:gd name="T9" fmla="*/ 0 h 10"/>
                <a:gd name="T10" fmla="*/ 0 w 11"/>
                <a:gd name="T11" fmla="*/ 5 h 10"/>
                <a:gd name="T12" fmla="*/ 5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5" y="10"/>
                  </a:moveTo>
                  <a:cubicBezTo>
                    <a:pt x="5" y="10"/>
                    <a:pt x="5" y="10"/>
                    <a:pt x="5" y="10"/>
                  </a:cubicBezTo>
                  <a:cubicBezTo>
                    <a:pt x="8" y="10"/>
                    <a:pt x="11" y="8"/>
                    <a:pt x="11" y="5"/>
                  </a:cubicBezTo>
                  <a:cubicBezTo>
                    <a:pt x="11" y="2"/>
                    <a:pt x="8" y="0"/>
                    <a:pt x="5" y="0"/>
                  </a:cubicBezTo>
                  <a:cubicBezTo>
                    <a:pt x="5" y="0"/>
                    <a:pt x="5" y="0"/>
                    <a:pt x="5" y="0"/>
                  </a:cubicBezTo>
                  <a:cubicBezTo>
                    <a:pt x="2" y="1"/>
                    <a:pt x="0" y="3"/>
                    <a:pt x="0" y="5"/>
                  </a:cubicBezTo>
                  <a:cubicBezTo>
                    <a:pt x="0" y="8"/>
                    <a:pt x="2" y="10"/>
                    <a:pt x="5"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endParaRPr lang="zh-CN" altLang="en-US">
                <a:solidFill>
                  <a:prstClr val="black"/>
                </a:solidFill>
              </a:endParaRPr>
            </a:p>
          </p:txBody>
        </p:sp>
        <p:sp>
          <p:nvSpPr>
            <p:cNvPr id="24" name="Freeform 8"/>
            <p:cNvSpPr/>
            <p:nvPr/>
          </p:nvSpPr>
          <p:spPr bwMode="auto">
            <a:xfrm>
              <a:off x="1776" y="1807"/>
              <a:ext cx="64" cy="42"/>
            </a:xfrm>
            <a:custGeom>
              <a:avLst/>
              <a:gdLst>
                <a:gd name="T0" fmla="*/ 23 w 24"/>
                <a:gd name="T1" fmla="*/ 3 h 16"/>
                <a:gd name="T2" fmla="*/ 19 w 24"/>
                <a:gd name="T3" fmla="*/ 0 h 16"/>
                <a:gd name="T4" fmla="*/ 19 w 24"/>
                <a:gd name="T5" fmla="*/ 0 h 16"/>
                <a:gd name="T6" fmla="*/ 17 w 24"/>
                <a:gd name="T7" fmla="*/ 0 h 16"/>
                <a:gd name="T8" fmla="*/ 15 w 24"/>
                <a:gd name="T9" fmla="*/ 5 h 16"/>
                <a:gd name="T10" fmla="*/ 12 w 24"/>
                <a:gd name="T11" fmla="*/ 11 h 16"/>
                <a:gd name="T12" fmla="*/ 14 w 24"/>
                <a:gd name="T13" fmla="*/ 7 h 16"/>
                <a:gd name="T14" fmla="*/ 13 w 24"/>
                <a:gd name="T15" fmla="*/ 1 h 16"/>
                <a:gd name="T16" fmla="*/ 13 w 24"/>
                <a:gd name="T17" fmla="*/ 1 h 16"/>
                <a:gd name="T18" fmla="*/ 12 w 24"/>
                <a:gd name="T19" fmla="*/ 0 h 16"/>
                <a:gd name="T20" fmla="*/ 12 w 24"/>
                <a:gd name="T21" fmla="*/ 0 h 16"/>
                <a:gd name="T22" fmla="*/ 12 w 24"/>
                <a:gd name="T23" fmla="*/ 1 h 16"/>
                <a:gd name="T24" fmla="*/ 12 w 24"/>
                <a:gd name="T25" fmla="*/ 1 h 16"/>
                <a:gd name="T26" fmla="*/ 11 w 24"/>
                <a:gd name="T27" fmla="*/ 7 h 16"/>
                <a:gd name="T28" fmla="*/ 10 w 24"/>
                <a:gd name="T29" fmla="*/ 5 h 16"/>
                <a:gd name="T30" fmla="*/ 8 w 24"/>
                <a:gd name="T31" fmla="*/ 0 h 16"/>
                <a:gd name="T32" fmla="*/ 5 w 24"/>
                <a:gd name="T33" fmla="*/ 0 h 16"/>
                <a:gd name="T34" fmla="*/ 5 w 24"/>
                <a:gd name="T35" fmla="*/ 0 h 16"/>
                <a:gd name="T36" fmla="*/ 1 w 24"/>
                <a:gd name="T37" fmla="*/ 3 h 16"/>
                <a:gd name="T38" fmla="*/ 0 w 24"/>
                <a:gd name="T39" fmla="*/ 16 h 16"/>
                <a:gd name="T40" fmla="*/ 4 w 24"/>
                <a:gd name="T41" fmla="*/ 16 h 16"/>
                <a:gd name="T42" fmla="*/ 4 w 24"/>
                <a:gd name="T43" fmla="*/ 6 h 16"/>
                <a:gd name="T44" fmla="*/ 5 w 24"/>
                <a:gd name="T45" fmla="*/ 6 h 16"/>
                <a:gd name="T46" fmla="*/ 5 w 24"/>
                <a:gd name="T47" fmla="*/ 16 h 16"/>
                <a:gd name="T48" fmla="*/ 12 w 24"/>
                <a:gd name="T49" fmla="*/ 16 h 16"/>
                <a:gd name="T50" fmla="*/ 19 w 24"/>
                <a:gd name="T51" fmla="*/ 16 h 16"/>
                <a:gd name="T52" fmla="*/ 19 w 24"/>
                <a:gd name="T53" fmla="*/ 6 h 16"/>
                <a:gd name="T54" fmla="*/ 19 w 24"/>
                <a:gd name="T55" fmla="*/ 6 h 16"/>
                <a:gd name="T56" fmla="*/ 20 w 24"/>
                <a:gd name="T57" fmla="*/ 6 h 16"/>
                <a:gd name="T58" fmla="*/ 20 w 24"/>
                <a:gd name="T59" fmla="*/ 16 h 16"/>
                <a:gd name="T60" fmla="*/ 23 w 24"/>
                <a:gd name="T61" fmla="*/ 16 h 16"/>
                <a:gd name="T62" fmla="*/ 23 w 24"/>
                <a:gd name="T63"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 h="16">
                  <a:moveTo>
                    <a:pt x="23" y="3"/>
                  </a:moveTo>
                  <a:cubicBezTo>
                    <a:pt x="22" y="1"/>
                    <a:pt x="20" y="0"/>
                    <a:pt x="19" y="0"/>
                  </a:cubicBezTo>
                  <a:cubicBezTo>
                    <a:pt x="19" y="0"/>
                    <a:pt x="19" y="0"/>
                    <a:pt x="19" y="0"/>
                  </a:cubicBezTo>
                  <a:cubicBezTo>
                    <a:pt x="17" y="0"/>
                    <a:pt x="17" y="0"/>
                    <a:pt x="17" y="0"/>
                  </a:cubicBezTo>
                  <a:cubicBezTo>
                    <a:pt x="15" y="5"/>
                    <a:pt x="15" y="5"/>
                    <a:pt x="15" y="5"/>
                  </a:cubicBezTo>
                  <a:cubicBezTo>
                    <a:pt x="12" y="11"/>
                    <a:pt x="12" y="11"/>
                    <a:pt x="12" y="11"/>
                  </a:cubicBezTo>
                  <a:cubicBezTo>
                    <a:pt x="14" y="7"/>
                    <a:pt x="14" y="7"/>
                    <a:pt x="14" y="7"/>
                  </a:cubicBezTo>
                  <a:cubicBezTo>
                    <a:pt x="13" y="1"/>
                    <a:pt x="13" y="1"/>
                    <a:pt x="13" y="1"/>
                  </a:cubicBezTo>
                  <a:cubicBezTo>
                    <a:pt x="13" y="1"/>
                    <a:pt x="13" y="1"/>
                    <a:pt x="13" y="1"/>
                  </a:cubicBezTo>
                  <a:cubicBezTo>
                    <a:pt x="13" y="0"/>
                    <a:pt x="13" y="0"/>
                    <a:pt x="12" y="0"/>
                  </a:cubicBezTo>
                  <a:cubicBezTo>
                    <a:pt x="12" y="0"/>
                    <a:pt x="12" y="0"/>
                    <a:pt x="12" y="0"/>
                  </a:cubicBezTo>
                  <a:cubicBezTo>
                    <a:pt x="12" y="0"/>
                    <a:pt x="12" y="0"/>
                    <a:pt x="12" y="1"/>
                  </a:cubicBezTo>
                  <a:cubicBezTo>
                    <a:pt x="12" y="1"/>
                    <a:pt x="12" y="1"/>
                    <a:pt x="12" y="1"/>
                  </a:cubicBezTo>
                  <a:cubicBezTo>
                    <a:pt x="11" y="7"/>
                    <a:pt x="11" y="7"/>
                    <a:pt x="11" y="7"/>
                  </a:cubicBezTo>
                  <a:cubicBezTo>
                    <a:pt x="10" y="5"/>
                    <a:pt x="10" y="5"/>
                    <a:pt x="10" y="5"/>
                  </a:cubicBezTo>
                  <a:cubicBezTo>
                    <a:pt x="8" y="0"/>
                    <a:pt x="8" y="0"/>
                    <a:pt x="8" y="0"/>
                  </a:cubicBezTo>
                  <a:cubicBezTo>
                    <a:pt x="5" y="0"/>
                    <a:pt x="5" y="0"/>
                    <a:pt x="5" y="0"/>
                  </a:cubicBezTo>
                  <a:cubicBezTo>
                    <a:pt x="5" y="0"/>
                    <a:pt x="5" y="0"/>
                    <a:pt x="5" y="0"/>
                  </a:cubicBezTo>
                  <a:cubicBezTo>
                    <a:pt x="3" y="0"/>
                    <a:pt x="2" y="1"/>
                    <a:pt x="1" y="3"/>
                  </a:cubicBezTo>
                  <a:cubicBezTo>
                    <a:pt x="0" y="5"/>
                    <a:pt x="0" y="11"/>
                    <a:pt x="0" y="16"/>
                  </a:cubicBezTo>
                  <a:cubicBezTo>
                    <a:pt x="4" y="16"/>
                    <a:pt x="4" y="16"/>
                    <a:pt x="4" y="16"/>
                  </a:cubicBezTo>
                  <a:cubicBezTo>
                    <a:pt x="4" y="6"/>
                    <a:pt x="4" y="6"/>
                    <a:pt x="4" y="6"/>
                  </a:cubicBezTo>
                  <a:cubicBezTo>
                    <a:pt x="4" y="6"/>
                    <a:pt x="4" y="6"/>
                    <a:pt x="5" y="6"/>
                  </a:cubicBezTo>
                  <a:cubicBezTo>
                    <a:pt x="5" y="16"/>
                    <a:pt x="5" y="16"/>
                    <a:pt x="5" y="16"/>
                  </a:cubicBezTo>
                  <a:cubicBezTo>
                    <a:pt x="12" y="16"/>
                    <a:pt x="12" y="16"/>
                    <a:pt x="12" y="16"/>
                  </a:cubicBezTo>
                  <a:cubicBezTo>
                    <a:pt x="19" y="16"/>
                    <a:pt x="19" y="16"/>
                    <a:pt x="19" y="16"/>
                  </a:cubicBezTo>
                  <a:cubicBezTo>
                    <a:pt x="19" y="6"/>
                    <a:pt x="19" y="6"/>
                    <a:pt x="19" y="6"/>
                  </a:cubicBezTo>
                  <a:cubicBezTo>
                    <a:pt x="19" y="6"/>
                    <a:pt x="19" y="6"/>
                    <a:pt x="19" y="6"/>
                  </a:cubicBezTo>
                  <a:cubicBezTo>
                    <a:pt x="19" y="6"/>
                    <a:pt x="20" y="6"/>
                    <a:pt x="20" y="6"/>
                  </a:cubicBezTo>
                  <a:cubicBezTo>
                    <a:pt x="20" y="16"/>
                    <a:pt x="20" y="16"/>
                    <a:pt x="20" y="16"/>
                  </a:cubicBezTo>
                  <a:cubicBezTo>
                    <a:pt x="23" y="16"/>
                    <a:pt x="23" y="16"/>
                    <a:pt x="23" y="16"/>
                  </a:cubicBezTo>
                  <a:cubicBezTo>
                    <a:pt x="24" y="11"/>
                    <a:pt x="24" y="5"/>
                    <a:pt x="2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endParaRPr lang="zh-CN" altLang="en-US">
                <a:solidFill>
                  <a:prstClr val="black"/>
                </a:solidFill>
              </a:endParaRPr>
            </a:p>
          </p:txBody>
        </p:sp>
      </p:grpSp>
      <p:sp>
        <p:nvSpPr>
          <p:cNvPr id="25" name="矩形 24"/>
          <p:cNvSpPr/>
          <p:nvPr/>
        </p:nvSpPr>
        <p:spPr>
          <a:xfrm>
            <a:off x="4163967" y="2371220"/>
            <a:ext cx="452588" cy="976835"/>
          </a:xfrm>
          <a:prstGeom prst="rect">
            <a:avLst/>
          </a:prstGeom>
          <a:solidFill>
            <a:srgbClr val="F2F2F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p:cNvGrpSpPr/>
          <p:nvPr/>
        </p:nvGrpSpPr>
        <p:grpSpPr>
          <a:xfrm>
            <a:off x="4642703" y="3501873"/>
            <a:ext cx="1436442" cy="227965"/>
            <a:chOff x="4369395" y="3284984"/>
            <a:chExt cx="1436675" cy="228002"/>
          </a:xfrm>
        </p:grpSpPr>
        <p:sp>
          <p:nvSpPr>
            <p:cNvPr id="27" name="文本框 9"/>
            <p:cNvSpPr txBox="1"/>
            <p:nvPr/>
          </p:nvSpPr>
          <p:spPr>
            <a:xfrm>
              <a:off x="4581935" y="3284984"/>
              <a:ext cx="1224135" cy="228002"/>
            </a:xfrm>
            <a:prstGeom prst="rect">
              <a:avLst/>
            </a:prstGeom>
            <a:noFill/>
          </p:spPr>
          <p:txBody>
            <a:bodyPr wrap="square" lIns="0" tIns="0" rIns="0" bIns="0" rtlCol="0">
              <a:spAutoFit/>
            </a:bodyPr>
            <a:lstStyle/>
            <a:p>
              <a:pPr marL="0" lvl="1"/>
              <a:r>
                <a:rPr lang="zh-CN" altLang="en-US" sz="1400" dirty="0">
                  <a:solidFill>
                    <a:schemeClr val="tx1"/>
                  </a:solidFill>
                  <a:latin typeface="微软雅黑" panose="020B0503020204020204" charset="-122"/>
                  <a:ea typeface="微软雅黑" panose="020B0503020204020204" charset="-122"/>
                </a:rPr>
                <a:t>此处添加标题</a:t>
              </a:r>
            </a:p>
          </p:txBody>
        </p:sp>
        <p:sp>
          <p:nvSpPr>
            <p:cNvPr id="28" name="椭圆 27"/>
            <p:cNvSpPr/>
            <p:nvPr/>
          </p:nvSpPr>
          <p:spPr>
            <a:xfrm>
              <a:off x="4369395" y="3316401"/>
              <a:ext cx="168551" cy="1685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29" name="组合 28"/>
          <p:cNvGrpSpPr/>
          <p:nvPr/>
        </p:nvGrpSpPr>
        <p:grpSpPr>
          <a:xfrm>
            <a:off x="6154626" y="3501873"/>
            <a:ext cx="1436442" cy="227965"/>
            <a:chOff x="4369395" y="3284984"/>
            <a:chExt cx="1436675" cy="228002"/>
          </a:xfrm>
        </p:grpSpPr>
        <p:sp>
          <p:nvSpPr>
            <p:cNvPr id="30" name="文本框 9"/>
            <p:cNvSpPr txBox="1"/>
            <p:nvPr/>
          </p:nvSpPr>
          <p:spPr>
            <a:xfrm>
              <a:off x="4581935" y="3284984"/>
              <a:ext cx="1224135" cy="228002"/>
            </a:xfrm>
            <a:prstGeom prst="rect">
              <a:avLst/>
            </a:prstGeom>
            <a:noFill/>
          </p:spPr>
          <p:txBody>
            <a:bodyPr wrap="square" lIns="0" tIns="0" rIns="0" bIns="0" rtlCol="0">
              <a:spAutoFit/>
            </a:bodyPr>
            <a:lstStyle/>
            <a:p>
              <a:pPr marL="0" lvl="1"/>
              <a:r>
                <a:rPr lang="zh-CN" altLang="en-US" sz="1400" dirty="0">
                  <a:solidFill>
                    <a:schemeClr val="tx1"/>
                  </a:solidFill>
                  <a:latin typeface="微软雅黑" panose="020B0503020204020204" charset="-122"/>
                  <a:ea typeface="微软雅黑" panose="020B0503020204020204" charset="-122"/>
                </a:rPr>
                <a:t>此处添加标题</a:t>
              </a:r>
            </a:p>
          </p:txBody>
        </p:sp>
        <p:sp>
          <p:nvSpPr>
            <p:cNvPr id="31" name="椭圆 30"/>
            <p:cNvSpPr/>
            <p:nvPr/>
          </p:nvSpPr>
          <p:spPr>
            <a:xfrm>
              <a:off x="4369395" y="3316401"/>
              <a:ext cx="168551" cy="16855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2" name="组合 31"/>
          <p:cNvGrpSpPr/>
          <p:nvPr/>
        </p:nvGrpSpPr>
        <p:grpSpPr>
          <a:xfrm>
            <a:off x="7663065" y="3501873"/>
            <a:ext cx="1436442" cy="227965"/>
            <a:chOff x="4369395" y="3284984"/>
            <a:chExt cx="1436675" cy="228002"/>
          </a:xfrm>
        </p:grpSpPr>
        <p:sp>
          <p:nvSpPr>
            <p:cNvPr id="33" name="文本框 9"/>
            <p:cNvSpPr txBox="1"/>
            <p:nvPr/>
          </p:nvSpPr>
          <p:spPr>
            <a:xfrm>
              <a:off x="4581935" y="3284984"/>
              <a:ext cx="1224135" cy="228002"/>
            </a:xfrm>
            <a:prstGeom prst="rect">
              <a:avLst/>
            </a:prstGeom>
            <a:noFill/>
          </p:spPr>
          <p:txBody>
            <a:bodyPr wrap="square" lIns="0" tIns="0" rIns="0" bIns="0" rtlCol="0">
              <a:spAutoFit/>
            </a:bodyPr>
            <a:lstStyle/>
            <a:p>
              <a:pPr marL="0" lvl="1"/>
              <a:r>
                <a:rPr lang="zh-CN" altLang="en-US" sz="1400" dirty="0">
                  <a:solidFill>
                    <a:schemeClr val="tx1"/>
                  </a:solidFill>
                  <a:latin typeface="微软雅黑" panose="020B0503020204020204" charset="-122"/>
                  <a:ea typeface="微软雅黑" panose="020B0503020204020204" charset="-122"/>
                </a:rPr>
                <a:t>此处添加标题</a:t>
              </a:r>
            </a:p>
          </p:txBody>
        </p:sp>
        <p:sp>
          <p:nvSpPr>
            <p:cNvPr id="35" name="椭圆 34"/>
            <p:cNvSpPr/>
            <p:nvPr/>
          </p:nvSpPr>
          <p:spPr>
            <a:xfrm>
              <a:off x="4369395" y="3316401"/>
              <a:ext cx="168551" cy="16855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4" name="组合 33"/>
          <p:cNvGrpSpPr/>
          <p:nvPr/>
        </p:nvGrpSpPr>
        <p:grpSpPr>
          <a:xfrm>
            <a:off x="4642703" y="3862434"/>
            <a:ext cx="1436442" cy="227965"/>
            <a:chOff x="4369395" y="3284984"/>
            <a:chExt cx="1436675" cy="228002"/>
          </a:xfrm>
        </p:grpSpPr>
        <p:sp>
          <p:nvSpPr>
            <p:cNvPr id="36" name="文本框 9"/>
            <p:cNvSpPr txBox="1"/>
            <p:nvPr/>
          </p:nvSpPr>
          <p:spPr>
            <a:xfrm>
              <a:off x="4581935" y="3284984"/>
              <a:ext cx="1224135" cy="228002"/>
            </a:xfrm>
            <a:prstGeom prst="rect">
              <a:avLst/>
            </a:prstGeom>
            <a:noFill/>
          </p:spPr>
          <p:txBody>
            <a:bodyPr wrap="square" lIns="0" tIns="0" rIns="0" bIns="0" rtlCol="0">
              <a:spAutoFit/>
            </a:bodyPr>
            <a:lstStyle/>
            <a:p>
              <a:pPr marL="0" lvl="1"/>
              <a:r>
                <a:rPr lang="zh-CN" altLang="en-US" sz="1400" dirty="0">
                  <a:solidFill>
                    <a:schemeClr val="tx1"/>
                  </a:solidFill>
                  <a:latin typeface="微软雅黑" panose="020B0503020204020204" charset="-122"/>
                  <a:ea typeface="微软雅黑" panose="020B0503020204020204" charset="-122"/>
                </a:rPr>
                <a:t>此处添加标题</a:t>
              </a:r>
            </a:p>
          </p:txBody>
        </p:sp>
        <p:sp>
          <p:nvSpPr>
            <p:cNvPr id="40" name="椭圆 39"/>
            <p:cNvSpPr/>
            <p:nvPr/>
          </p:nvSpPr>
          <p:spPr>
            <a:xfrm>
              <a:off x="4369395" y="3316401"/>
              <a:ext cx="168551" cy="168551"/>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42" name="组合 41"/>
          <p:cNvGrpSpPr/>
          <p:nvPr/>
        </p:nvGrpSpPr>
        <p:grpSpPr>
          <a:xfrm>
            <a:off x="6154626" y="3862434"/>
            <a:ext cx="1436442" cy="227965"/>
            <a:chOff x="4369395" y="3284984"/>
            <a:chExt cx="1436675" cy="228002"/>
          </a:xfrm>
        </p:grpSpPr>
        <p:sp>
          <p:nvSpPr>
            <p:cNvPr id="43" name="文本框 9"/>
            <p:cNvSpPr txBox="1"/>
            <p:nvPr/>
          </p:nvSpPr>
          <p:spPr>
            <a:xfrm>
              <a:off x="4581935" y="3284984"/>
              <a:ext cx="1224135" cy="228002"/>
            </a:xfrm>
            <a:prstGeom prst="rect">
              <a:avLst/>
            </a:prstGeom>
            <a:noFill/>
          </p:spPr>
          <p:txBody>
            <a:bodyPr wrap="square" lIns="0" tIns="0" rIns="0" bIns="0" rtlCol="0">
              <a:spAutoFit/>
            </a:bodyPr>
            <a:lstStyle/>
            <a:p>
              <a:pPr marL="0" lvl="1"/>
              <a:r>
                <a:rPr lang="zh-CN" altLang="en-US" sz="1400" dirty="0">
                  <a:solidFill>
                    <a:schemeClr val="tx1"/>
                  </a:solidFill>
                  <a:latin typeface="微软雅黑" panose="020B0503020204020204" charset="-122"/>
                  <a:ea typeface="微软雅黑" panose="020B0503020204020204" charset="-122"/>
                </a:rPr>
                <a:t>此处添加标题</a:t>
              </a:r>
            </a:p>
          </p:txBody>
        </p:sp>
        <p:sp>
          <p:nvSpPr>
            <p:cNvPr id="45" name="椭圆 44"/>
            <p:cNvSpPr/>
            <p:nvPr/>
          </p:nvSpPr>
          <p:spPr>
            <a:xfrm>
              <a:off x="4369395" y="3316401"/>
              <a:ext cx="168551" cy="1685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47" name="组合 46"/>
          <p:cNvGrpSpPr/>
          <p:nvPr/>
        </p:nvGrpSpPr>
        <p:grpSpPr>
          <a:xfrm>
            <a:off x="7663065" y="3862434"/>
            <a:ext cx="1436442" cy="227965"/>
            <a:chOff x="4369395" y="3284984"/>
            <a:chExt cx="1436675" cy="228002"/>
          </a:xfrm>
        </p:grpSpPr>
        <p:sp>
          <p:nvSpPr>
            <p:cNvPr id="41" name="文本框 9"/>
            <p:cNvSpPr txBox="1"/>
            <p:nvPr/>
          </p:nvSpPr>
          <p:spPr>
            <a:xfrm>
              <a:off x="4581935" y="3284984"/>
              <a:ext cx="1224135" cy="228002"/>
            </a:xfrm>
            <a:prstGeom prst="rect">
              <a:avLst/>
            </a:prstGeom>
            <a:noFill/>
          </p:spPr>
          <p:txBody>
            <a:bodyPr wrap="square" lIns="0" tIns="0" rIns="0" bIns="0" rtlCol="0">
              <a:spAutoFit/>
            </a:bodyPr>
            <a:lstStyle/>
            <a:p>
              <a:pPr marL="0" lvl="1"/>
              <a:r>
                <a:rPr lang="zh-CN" altLang="en-US" sz="1400" dirty="0">
                  <a:solidFill>
                    <a:schemeClr val="tx1"/>
                  </a:solidFill>
                  <a:latin typeface="微软雅黑" panose="020B0503020204020204" charset="-122"/>
                  <a:ea typeface="微软雅黑" panose="020B0503020204020204" charset="-122"/>
                </a:rPr>
                <a:t>此处添加标题</a:t>
              </a:r>
            </a:p>
          </p:txBody>
        </p:sp>
        <p:sp>
          <p:nvSpPr>
            <p:cNvPr id="50" name="椭圆 49"/>
            <p:cNvSpPr/>
            <p:nvPr/>
          </p:nvSpPr>
          <p:spPr>
            <a:xfrm>
              <a:off x="4369395" y="3316401"/>
              <a:ext cx="168551" cy="1685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transition advTm="6646">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5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1+#ppt_w/2"/>
                                          </p:val>
                                        </p:tav>
                                        <p:tav tm="100000">
                                          <p:val>
                                            <p:strVal val="#ppt_x"/>
                                          </p:val>
                                        </p:tav>
                                      </p:tavLst>
                                    </p:anim>
                                    <p:anim calcmode="lin" valueType="num">
                                      <p:cBhvr additive="base">
                                        <p:cTn id="12" dur="500" fill="hold"/>
                                        <p:tgtEl>
                                          <p:spTgt spid="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500"/>
                                        <p:tgtEl>
                                          <p:spTgt spid="20"/>
                                        </p:tgtEl>
                                      </p:cBhvr>
                                    </p:animEffect>
                                  </p:childTnLst>
                                </p:cTn>
                              </p:par>
                            </p:childTnLst>
                          </p:cTn>
                        </p:par>
                        <p:par>
                          <p:cTn id="17" fill="hold">
                            <p:stCondLst>
                              <p:cond delay="1500"/>
                            </p:stCondLst>
                            <p:childTnLst>
                              <p:par>
                                <p:cTn id="18" presetID="22" presetClass="entr" presetSubtype="4" fill="hold" grpId="0"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wipe(down)">
                                      <p:cBhvr>
                                        <p:cTn id="20" dur="500"/>
                                        <p:tgtEl>
                                          <p:spTgt spid="18"/>
                                        </p:tgtEl>
                                      </p:cBhvr>
                                    </p:animEffect>
                                  </p:childTnLst>
                                </p:cTn>
                              </p:par>
                            </p:childTnLst>
                          </p:cTn>
                        </p:par>
                        <p:par>
                          <p:cTn id="21" fill="hold">
                            <p:stCondLst>
                              <p:cond delay="2000"/>
                            </p:stCondLst>
                            <p:childTnLst>
                              <p:par>
                                <p:cTn id="22" presetID="10" presetClass="entr" presetSubtype="0" fill="hold" grpId="0" nodeType="after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500"/>
                                        <p:tgtEl>
                                          <p:spTgt spid="19"/>
                                        </p:tgtEl>
                                      </p:cBhvr>
                                    </p:animEffect>
                                  </p:childTnLst>
                                </p:cTn>
                              </p:par>
                            </p:childTnLst>
                          </p:cTn>
                        </p:par>
                        <p:par>
                          <p:cTn id="25" fill="hold">
                            <p:stCondLst>
                              <p:cond delay="2500"/>
                            </p:stCondLst>
                            <p:childTnLst>
                              <p:par>
                                <p:cTn id="26" presetID="10" presetClass="entr" presetSubtype="0" fill="hold" grpId="0" nodeType="after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500"/>
                                        <p:tgtEl>
                                          <p:spTgt spid="2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par>
                          <p:cTn id="32" fill="hold">
                            <p:stCondLst>
                              <p:cond delay="3000"/>
                            </p:stCondLst>
                            <p:childTnLst>
                              <p:par>
                                <p:cTn id="33" presetID="2" presetClass="entr" presetSubtype="4" fill="hold" nodeType="afterEffect">
                                  <p:stCondLst>
                                    <p:cond delay="0"/>
                                  </p:stCondLst>
                                  <p:childTnLst>
                                    <p:set>
                                      <p:cBhvr>
                                        <p:cTn id="34" dur="1" fill="hold">
                                          <p:stCondLst>
                                            <p:cond delay="0"/>
                                          </p:stCondLst>
                                        </p:cTn>
                                        <p:tgtEl>
                                          <p:spTgt spid="26"/>
                                        </p:tgtEl>
                                        <p:attrNameLst>
                                          <p:attrName>style.visibility</p:attrName>
                                        </p:attrNameLst>
                                      </p:cBhvr>
                                      <p:to>
                                        <p:strVal val="visible"/>
                                      </p:to>
                                    </p:set>
                                    <p:anim calcmode="lin" valueType="num">
                                      <p:cBhvr additive="base">
                                        <p:cTn id="35" dur="500" fill="hold"/>
                                        <p:tgtEl>
                                          <p:spTgt spid="26"/>
                                        </p:tgtEl>
                                        <p:attrNameLst>
                                          <p:attrName>ppt_x</p:attrName>
                                        </p:attrNameLst>
                                      </p:cBhvr>
                                      <p:tavLst>
                                        <p:tav tm="0">
                                          <p:val>
                                            <p:strVal val="#ppt_x"/>
                                          </p:val>
                                        </p:tav>
                                        <p:tav tm="100000">
                                          <p:val>
                                            <p:strVal val="#ppt_x"/>
                                          </p:val>
                                        </p:tav>
                                      </p:tavLst>
                                    </p:anim>
                                    <p:anim calcmode="lin" valueType="num">
                                      <p:cBhvr additive="base">
                                        <p:cTn id="36" dur="500" fill="hold"/>
                                        <p:tgtEl>
                                          <p:spTgt spid="26"/>
                                        </p:tgtEl>
                                        <p:attrNameLst>
                                          <p:attrName>ppt_y</p:attrName>
                                        </p:attrNameLst>
                                      </p:cBhvr>
                                      <p:tavLst>
                                        <p:tav tm="0">
                                          <p:val>
                                            <p:strVal val="1+#ppt_h/2"/>
                                          </p:val>
                                        </p:tav>
                                        <p:tav tm="100000">
                                          <p:val>
                                            <p:strVal val="#ppt_y"/>
                                          </p:val>
                                        </p:tav>
                                      </p:tavLst>
                                    </p:anim>
                                  </p:childTnLst>
                                </p:cTn>
                              </p:par>
                            </p:childTnLst>
                          </p:cTn>
                        </p:par>
                        <p:par>
                          <p:cTn id="37" fill="hold">
                            <p:stCondLst>
                              <p:cond delay="3500"/>
                            </p:stCondLst>
                            <p:childTnLst>
                              <p:par>
                                <p:cTn id="38" presetID="2" presetClass="entr" presetSubtype="4" fill="hold" nodeType="afterEffect">
                                  <p:stCondLst>
                                    <p:cond delay="0"/>
                                  </p:stCondLst>
                                  <p:childTnLst>
                                    <p:set>
                                      <p:cBhvr>
                                        <p:cTn id="39" dur="1" fill="hold">
                                          <p:stCondLst>
                                            <p:cond delay="0"/>
                                          </p:stCondLst>
                                        </p:cTn>
                                        <p:tgtEl>
                                          <p:spTgt spid="29"/>
                                        </p:tgtEl>
                                        <p:attrNameLst>
                                          <p:attrName>style.visibility</p:attrName>
                                        </p:attrNameLst>
                                      </p:cBhvr>
                                      <p:to>
                                        <p:strVal val="visible"/>
                                      </p:to>
                                    </p:set>
                                    <p:anim calcmode="lin" valueType="num">
                                      <p:cBhvr additive="base">
                                        <p:cTn id="40" dur="500" fill="hold"/>
                                        <p:tgtEl>
                                          <p:spTgt spid="29"/>
                                        </p:tgtEl>
                                        <p:attrNameLst>
                                          <p:attrName>ppt_x</p:attrName>
                                        </p:attrNameLst>
                                      </p:cBhvr>
                                      <p:tavLst>
                                        <p:tav tm="0">
                                          <p:val>
                                            <p:strVal val="#ppt_x"/>
                                          </p:val>
                                        </p:tav>
                                        <p:tav tm="100000">
                                          <p:val>
                                            <p:strVal val="#ppt_x"/>
                                          </p:val>
                                        </p:tav>
                                      </p:tavLst>
                                    </p:anim>
                                    <p:anim calcmode="lin" valueType="num">
                                      <p:cBhvr additive="base">
                                        <p:cTn id="41" dur="500" fill="hold"/>
                                        <p:tgtEl>
                                          <p:spTgt spid="29"/>
                                        </p:tgtEl>
                                        <p:attrNameLst>
                                          <p:attrName>ppt_y</p:attrName>
                                        </p:attrNameLst>
                                      </p:cBhvr>
                                      <p:tavLst>
                                        <p:tav tm="0">
                                          <p:val>
                                            <p:strVal val="1+#ppt_h/2"/>
                                          </p:val>
                                        </p:tav>
                                        <p:tav tm="100000">
                                          <p:val>
                                            <p:strVal val="#ppt_y"/>
                                          </p:val>
                                        </p:tav>
                                      </p:tavLst>
                                    </p:anim>
                                  </p:childTnLst>
                                </p:cTn>
                              </p:par>
                            </p:childTnLst>
                          </p:cTn>
                        </p:par>
                        <p:par>
                          <p:cTn id="42" fill="hold">
                            <p:stCondLst>
                              <p:cond delay="4000"/>
                            </p:stCondLst>
                            <p:childTnLst>
                              <p:par>
                                <p:cTn id="43" presetID="2" presetClass="entr" presetSubtype="4" fill="hold" nodeType="afterEffect">
                                  <p:stCondLst>
                                    <p:cond delay="0"/>
                                  </p:stCondLst>
                                  <p:childTnLst>
                                    <p:set>
                                      <p:cBhvr>
                                        <p:cTn id="44" dur="1" fill="hold">
                                          <p:stCondLst>
                                            <p:cond delay="0"/>
                                          </p:stCondLst>
                                        </p:cTn>
                                        <p:tgtEl>
                                          <p:spTgt spid="32"/>
                                        </p:tgtEl>
                                        <p:attrNameLst>
                                          <p:attrName>style.visibility</p:attrName>
                                        </p:attrNameLst>
                                      </p:cBhvr>
                                      <p:to>
                                        <p:strVal val="visible"/>
                                      </p:to>
                                    </p:set>
                                    <p:anim calcmode="lin" valueType="num">
                                      <p:cBhvr additive="base">
                                        <p:cTn id="45" dur="500" fill="hold"/>
                                        <p:tgtEl>
                                          <p:spTgt spid="32"/>
                                        </p:tgtEl>
                                        <p:attrNameLst>
                                          <p:attrName>ppt_x</p:attrName>
                                        </p:attrNameLst>
                                      </p:cBhvr>
                                      <p:tavLst>
                                        <p:tav tm="0">
                                          <p:val>
                                            <p:strVal val="#ppt_x"/>
                                          </p:val>
                                        </p:tav>
                                        <p:tav tm="100000">
                                          <p:val>
                                            <p:strVal val="#ppt_x"/>
                                          </p:val>
                                        </p:tav>
                                      </p:tavLst>
                                    </p:anim>
                                    <p:anim calcmode="lin" valueType="num">
                                      <p:cBhvr additive="base">
                                        <p:cTn id="46" dur="500" fill="hold"/>
                                        <p:tgtEl>
                                          <p:spTgt spid="32"/>
                                        </p:tgtEl>
                                        <p:attrNameLst>
                                          <p:attrName>ppt_y</p:attrName>
                                        </p:attrNameLst>
                                      </p:cBhvr>
                                      <p:tavLst>
                                        <p:tav tm="0">
                                          <p:val>
                                            <p:strVal val="1+#ppt_h/2"/>
                                          </p:val>
                                        </p:tav>
                                        <p:tav tm="100000">
                                          <p:val>
                                            <p:strVal val="#ppt_y"/>
                                          </p:val>
                                        </p:tav>
                                      </p:tavLst>
                                    </p:anim>
                                  </p:childTnLst>
                                </p:cTn>
                              </p:par>
                            </p:childTnLst>
                          </p:cTn>
                        </p:par>
                        <p:par>
                          <p:cTn id="47" fill="hold">
                            <p:stCondLst>
                              <p:cond delay="4500"/>
                            </p:stCondLst>
                            <p:childTnLst>
                              <p:par>
                                <p:cTn id="48" presetID="2" presetClass="entr" presetSubtype="4" fill="hold" nodeType="afterEffect">
                                  <p:stCondLst>
                                    <p:cond delay="0"/>
                                  </p:stCondLst>
                                  <p:childTnLst>
                                    <p:set>
                                      <p:cBhvr>
                                        <p:cTn id="49" dur="1" fill="hold">
                                          <p:stCondLst>
                                            <p:cond delay="0"/>
                                          </p:stCondLst>
                                        </p:cTn>
                                        <p:tgtEl>
                                          <p:spTgt spid="34"/>
                                        </p:tgtEl>
                                        <p:attrNameLst>
                                          <p:attrName>style.visibility</p:attrName>
                                        </p:attrNameLst>
                                      </p:cBhvr>
                                      <p:to>
                                        <p:strVal val="visible"/>
                                      </p:to>
                                    </p:set>
                                    <p:anim calcmode="lin" valueType="num">
                                      <p:cBhvr additive="base">
                                        <p:cTn id="50" dur="500" fill="hold"/>
                                        <p:tgtEl>
                                          <p:spTgt spid="34"/>
                                        </p:tgtEl>
                                        <p:attrNameLst>
                                          <p:attrName>ppt_x</p:attrName>
                                        </p:attrNameLst>
                                      </p:cBhvr>
                                      <p:tavLst>
                                        <p:tav tm="0">
                                          <p:val>
                                            <p:strVal val="#ppt_x"/>
                                          </p:val>
                                        </p:tav>
                                        <p:tav tm="100000">
                                          <p:val>
                                            <p:strVal val="#ppt_x"/>
                                          </p:val>
                                        </p:tav>
                                      </p:tavLst>
                                    </p:anim>
                                    <p:anim calcmode="lin" valueType="num">
                                      <p:cBhvr additive="base">
                                        <p:cTn id="51" dur="500" fill="hold"/>
                                        <p:tgtEl>
                                          <p:spTgt spid="34"/>
                                        </p:tgtEl>
                                        <p:attrNameLst>
                                          <p:attrName>ppt_y</p:attrName>
                                        </p:attrNameLst>
                                      </p:cBhvr>
                                      <p:tavLst>
                                        <p:tav tm="0">
                                          <p:val>
                                            <p:strVal val="1+#ppt_h/2"/>
                                          </p:val>
                                        </p:tav>
                                        <p:tav tm="100000">
                                          <p:val>
                                            <p:strVal val="#ppt_y"/>
                                          </p:val>
                                        </p:tav>
                                      </p:tavLst>
                                    </p:anim>
                                  </p:childTnLst>
                                </p:cTn>
                              </p:par>
                            </p:childTnLst>
                          </p:cTn>
                        </p:par>
                        <p:par>
                          <p:cTn id="52" fill="hold">
                            <p:stCondLst>
                              <p:cond delay="5000"/>
                            </p:stCondLst>
                            <p:childTnLst>
                              <p:par>
                                <p:cTn id="53" presetID="2" presetClass="entr" presetSubtype="4" fill="hold" nodeType="afterEffect">
                                  <p:stCondLst>
                                    <p:cond delay="0"/>
                                  </p:stCondLst>
                                  <p:childTnLst>
                                    <p:set>
                                      <p:cBhvr>
                                        <p:cTn id="54" dur="1" fill="hold">
                                          <p:stCondLst>
                                            <p:cond delay="0"/>
                                          </p:stCondLst>
                                        </p:cTn>
                                        <p:tgtEl>
                                          <p:spTgt spid="42"/>
                                        </p:tgtEl>
                                        <p:attrNameLst>
                                          <p:attrName>style.visibility</p:attrName>
                                        </p:attrNameLst>
                                      </p:cBhvr>
                                      <p:to>
                                        <p:strVal val="visible"/>
                                      </p:to>
                                    </p:set>
                                    <p:anim calcmode="lin" valueType="num">
                                      <p:cBhvr additive="base">
                                        <p:cTn id="55" dur="500" fill="hold"/>
                                        <p:tgtEl>
                                          <p:spTgt spid="42"/>
                                        </p:tgtEl>
                                        <p:attrNameLst>
                                          <p:attrName>ppt_x</p:attrName>
                                        </p:attrNameLst>
                                      </p:cBhvr>
                                      <p:tavLst>
                                        <p:tav tm="0">
                                          <p:val>
                                            <p:strVal val="#ppt_x"/>
                                          </p:val>
                                        </p:tav>
                                        <p:tav tm="100000">
                                          <p:val>
                                            <p:strVal val="#ppt_x"/>
                                          </p:val>
                                        </p:tav>
                                      </p:tavLst>
                                    </p:anim>
                                    <p:anim calcmode="lin" valueType="num">
                                      <p:cBhvr additive="base">
                                        <p:cTn id="56" dur="500" fill="hold"/>
                                        <p:tgtEl>
                                          <p:spTgt spid="42"/>
                                        </p:tgtEl>
                                        <p:attrNameLst>
                                          <p:attrName>ppt_y</p:attrName>
                                        </p:attrNameLst>
                                      </p:cBhvr>
                                      <p:tavLst>
                                        <p:tav tm="0">
                                          <p:val>
                                            <p:strVal val="1+#ppt_h/2"/>
                                          </p:val>
                                        </p:tav>
                                        <p:tav tm="100000">
                                          <p:val>
                                            <p:strVal val="#ppt_y"/>
                                          </p:val>
                                        </p:tav>
                                      </p:tavLst>
                                    </p:anim>
                                  </p:childTnLst>
                                </p:cTn>
                              </p:par>
                            </p:childTnLst>
                          </p:cTn>
                        </p:par>
                        <p:par>
                          <p:cTn id="57" fill="hold">
                            <p:stCondLst>
                              <p:cond delay="5500"/>
                            </p:stCondLst>
                            <p:childTnLst>
                              <p:par>
                                <p:cTn id="58" presetID="2" presetClass="entr" presetSubtype="4" fill="hold" nodeType="afterEffect">
                                  <p:stCondLst>
                                    <p:cond delay="0"/>
                                  </p:stCondLst>
                                  <p:childTnLst>
                                    <p:set>
                                      <p:cBhvr>
                                        <p:cTn id="59" dur="1" fill="hold">
                                          <p:stCondLst>
                                            <p:cond delay="0"/>
                                          </p:stCondLst>
                                        </p:cTn>
                                        <p:tgtEl>
                                          <p:spTgt spid="47"/>
                                        </p:tgtEl>
                                        <p:attrNameLst>
                                          <p:attrName>style.visibility</p:attrName>
                                        </p:attrNameLst>
                                      </p:cBhvr>
                                      <p:to>
                                        <p:strVal val="visible"/>
                                      </p:to>
                                    </p:set>
                                    <p:anim calcmode="lin" valueType="num">
                                      <p:cBhvr additive="base">
                                        <p:cTn id="60" dur="500" fill="hold"/>
                                        <p:tgtEl>
                                          <p:spTgt spid="47"/>
                                        </p:tgtEl>
                                        <p:attrNameLst>
                                          <p:attrName>ppt_x</p:attrName>
                                        </p:attrNameLst>
                                      </p:cBhvr>
                                      <p:tavLst>
                                        <p:tav tm="0">
                                          <p:val>
                                            <p:strVal val="#ppt_x"/>
                                          </p:val>
                                        </p:tav>
                                        <p:tav tm="100000">
                                          <p:val>
                                            <p:strVal val="#ppt_x"/>
                                          </p:val>
                                        </p:tav>
                                      </p:tavLst>
                                    </p:anim>
                                    <p:anim calcmode="lin" valueType="num">
                                      <p:cBhvr additive="base">
                                        <p:cTn id="61"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8" grpId="0"/>
      <p:bldP spid="19" grpId="0"/>
      <p:bldP spid="25"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769876" y="189165"/>
            <a:ext cx="2622658" cy="483235"/>
          </a:xfrm>
          <a:prstGeom prst="rect">
            <a:avLst/>
          </a:prstGeom>
          <a:noFill/>
        </p:spPr>
        <p:txBody>
          <a:bodyPr wrap="square" rtlCol="0">
            <a:spAutoFit/>
          </a:bodyPr>
          <a:lstStyle/>
          <a:p>
            <a:pPr algn="ctr"/>
            <a:r>
              <a:rPr lang="zh-CN" altLang="en-US" sz="2400" b="1" dirty="0">
                <a:solidFill>
                  <a:schemeClr val="tx1">
                    <a:lumMod val="75000"/>
                    <a:lumOff val="25000"/>
                  </a:schemeClr>
                </a:solidFill>
                <a:latin typeface="微软雅黑" panose="020B0503020204020204" charset="-122"/>
                <a:ea typeface="微软雅黑" panose="020B0503020204020204" charset="-122"/>
              </a:rPr>
              <a:t>单击此处添加标题</a:t>
            </a:r>
          </a:p>
        </p:txBody>
      </p:sp>
      <p:cxnSp>
        <p:nvCxnSpPr>
          <p:cNvPr id="6" name="直接连接符 5"/>
          <p:cNvCxnSpPr/>
          <p:nvPr/>
        </p:nvCxnSpPr>
        <p:spPr>
          <a:xfrm>
            <a:off x="7392534" y="477150"/>
            <a:ext cx="4463773"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36892" y="481504"/>
            <a:ext cx="439177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a:off x="4973631" y="4545462"/>
            <a:ext cx="2223770" cy="394970"/>
          </a:xfrm>
          <a:prstGeom prst="rect">
            <a:avLst/>
          </a:prstGeom>
          <a:noFill/>
        </p:spPr>
        <p:txBody>
          <a:bodyPr wrap="none" lIns="91421" tIns="45711" rIns="91421" bIns="45711" rtlCol="0">
            <a:spAutoFit/>
          </a:bodyPr>
          <a:lstStyle/>
          <a:p>
            <a:pPr algn="ctr"/>
            <a:r>
              <a:rPr lang="id-ID" sz="2000" b="1" dirty="0">
                <a:latin typeface="微软雅黑" panose="020B0503020204020204" charset="-122"/>
              </a:rPr>
              <a:t>单击此处添加标题</a:t>
            </a:r>
          </a:p>
        </p:txBody>
      </p:sp>
      <p:sp>
        <p:nvSpPr>
          <p:cNvPr id="70" name="TextBox 69"/>
          <p:cNvSpPr txBox="1"/>
          <p:nvPr/>
        </p:nvSpPr>
        <p:spPr>
          <a:xfrm>
            <a:off x="783046" y="4915428"/>
            <a:ext cx="10578608" cy="491490"/>
          </a:xfrm>
          <a:prstGeom prst="rect">
            <a:avLst/>
          </a:prstGeom>
          <a:noFill/>
        </p:spPr>
        <p:txBody>
          <a:bodyPr wrap="square" lIns="91421" tIns="45711" rIns="91421" bIns="45711" rtlCol="0">
            <a:spAutoFit/>
          </a:bodyPr>
          <a:lstStyle/>
          <a:p>
            <a:pPr>
              <a:lnSpc>
                <a:spcPct val="110000"/>
              </a:lnSpc>
            </a:pPr>
            <a:r>
              <a:rPr lang="en-US" sz="1200" dirty="0">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您的内容打在这里，或者通过复制您的文本后，在此框中选择粘贴，并选择只保留文字。您的内容打在这里，或者通过复制您的文本后，在此框中</a:t>
            </a:r>
          </a:p>
        </p:txBody>
      </p:sp>
      <p:sp>
        <p:nvSpPr>
          <p:cNvPr id="37" name="Freeform 2"/>
          <p:cNvSpPr>
            <a:spLocks noChangeArrowheads="1"/>
          </p:cNvSpPr>
          <p:nvPr/>
        </p:nvSpPr>
        <p:spPr bwMode="auto">
          <a:xfrm>
            <a:off x="4756432" y="2006323"/>
            <a:ext cx="1317944" cy="1523735"/>
          </a:xfrm>
          <a:custGeom>
            <a:avLst/>
            <a:gdLst>
              <a:gd name="T0" fmla="*/ 0 w 2750"/>
              <a:gd name="T1" fmla="*/ 0 h 3177"/>
              <a:gd name="T2" fmla="*/ 0 w 2750"/>
              <a:gd name="T3" fmla="*/ 0 h 3177"/>
              <a:gd name="T4" fmla="*/ 320 w 2750"/>
              <a:gd name="T5" fmla="*/ 1569 h 3177"/>
              <a:gd name="T6" fmla="*/ 0 w 2750"/>
              <a:gd name="T7" fmla="*/ 3176 h 3177"/>
              <a:gd name="T8" fmla="*/ 2749 w 2750"/>
              <a:gd name="T9" fmla="*/ 1589 h 3177"/>
              <a:gd name="T10" fmla="*/ 0 w 2750"/>
              <a:gd name="T11" fmla="*/ 0 h 3177"/>
            </a:gdLst>
            <a:ahLst/>
            <a:cxnLst>
              <a:cxn ang="0">
                <a:pos x="T0" y="T1"/>
              </a:cxn>
              <a:cxn ang="0">
                <a:pos x="T2" y="T3"/>
              </a:cxn>
              <a:cxn ang="0">
                <a:pos x="T4" y="T5"/>
              </a:cxn>
              <a:cxn ang="0">
                <a:pos x="T6" y="T7"/>
              </a:cxn>
              <a:cxn ang="0">
                <a:pos x="T8" y="T9"/>
              </a:cxn>
              <a:cxn ang="0">
                <a:pos x="T10" y="T11"/>
              </a:cxn>
            </a:cxnLst>
            <a:rect l="0" t="0" r="r" b="b"/>
            <a:pathLst>
              <a:path w="2750" h="3177">
                <a:moveTo>
                  <a:pt x="0" y="0"/>
                </a:moveTo>
                <a:lnTo>
                  <a:pt x="0" y="0"/>
                </a:lnTo>
                <a:cubicBezTo>
                  <a:pt x="0" y="0"/>
                  <a:pt x="320" y="683"/>
                  <a:pt x="320" y="1569"/>
                </a:cubicBezTo>
                <a:cubicBezTo>
                  <a:pt x="320" y="2456"/>
                  <a:pt x="0" y="3176"/>
                  <a:pt x="0" y="3176"/>
                </a:cubicBezTo>
                <a:cubicBezTo>
                  <a:pt x="2749" y="1589"/>
                  <a:pt x="2749" y="1589"/>
                  <a:pt x="2749" y="1589"/>
                </a:cubicBezTo>
                <a:cubicBezTo>
                  <a:pt x="0" y="0"/>
                  <a:pt x="0" y="0"/>
                  <a:pt x="0" y="0"/>
                </a:cubicBezTo>
              </a:path>
            </a:pathLst>
          </a:custGeom>
          <a:solidFill>
            <a:schemeClr val="accent6"/>
          </a:solidFill>
          <a:ln>
            <a:noFill/>
          </a:ln>
          <a:effectLst/>
        </p:spPr>
        <p:txBody>
          <a:bodyPr wrap="none" anchor="ctr"/>
          <a:lstStyle/>
          <a:p>
            <a:pPr>
              <a:defRPr/>
            </a:pPr>
            <a:endParaRPr lang="en-US" sz="1800" dirty="0">
              <a:latin typeface="微软雅黑" panose="020B0503020204020204" charset="-122"/>
            </a:endParaRPr>
          </a:p>
        </p:txBody>
      </p:sp>
      <p:sp>
        <p:nvSpPr>
          <p:cNvPr id="38" name="Freeform 3"/>
          <p:cNvSpPr>
            <a:spLocks noChangeArrowheads="1"/>
          </p:cNvSpPr>
          <p:nvPr/>
        </p:nvSpPr>
        <p:spPr bwMode="auto">
          <a:xfrm>
            <a:off x="6074375" y="2006323"/>
            <a:ext cx="1317944" cy="1523735"/>
          </a:xfrm>
          <a:custGeom>
            <a:avLst/>
            <a:gdLst>
              <a:gd name="T0" fmla="*/ 2750 w 2751"/>
              <a:gd name="T1" fmla="*/ 3176 h 3177"/>
              <a:gd name="T2" fmla="*/ 2750 w 2751"/>
              <a:gd name="T3" fmla="*/ 3176 h 3177"/>
              <a:gd name="T4" fmla="*/ 2429 w 2751"/>
              <a:gd name="T5" fmla="*/ 1607 h 3177"/>
              <a:gd name="T6" fmla="*/ 2750 w 2751"/>
              <a:gd name="T7" fmla="*/ 0 h 3177"/>
              <a:gd name="T8" fmla="*/ 0 w 2751"/>
              <a:gd name="T9" fmla="*/ 1587 h 3177"/>
              <a:gd name="T10" fmla="*/ 2750 w 2751"/>
              <a:gd name="T11" fmla="*/ 3176 h 3177"/>
            </a:gdLst>
            <a:ahLst/>
            <a:cxnLst>
              <a:cxn ang="0">
                <a:pos x="T0" y="T1"/>
              </a:cxn>
              <a:cxn ang="0">
                <a:pos x="T2" y="T3"/>
              </a:cxn>
              <a:cxn ang="0">
                <a:pos x="T4" y="T5"/>
              </a:cxn>
              <a:cxn ang="0">
                <a:pos x="T6" y="T7"/>
              </a:cxn>
              <a:cxn ang="0">
                <a:pos x="T8" y="T9"/>
              </a:cxn>
              <a:cxn ang="0">
                <a:pos x="T10" y="T11"/>
              </a:cxn>
            </a:cxnLst>
            <a:rect l="0" t="0" r="r" b="b"/>
            <a:pathLst>
              <a:path w="2751" h="3177">
                <a:moveTo>
                  <a:pt x="2750" y="3176"/>
                </a:moveTo>
                <a:lnTo>
                  <a:pt x="2750" y="3176"/>
                </a:lnTo>
                <a:cubicBezTo>
                  <a:pt x="2750" y="3176"/>
                  <a:pt x="2429" y="2493"/>
                  <a:pt x="2429" y="1607"/>
                </a:cubicBezTo>
                <a:cubicBezTo>
                  <a:pt x="2429" y="720"/>
                  <a:pt x="2750" y="0"/>
                  <a:pt x="2750" y="0"/>
                </a:cubicBezTo>
                <a:cubicBezTo>
                  <a:pt x="0" y="1587"/>
                  <a:pt x="0" y="1587"/>
                  <a:pt x="0" y="1587"/>
                </a:cubicBezTo>
                <a:cubicBezTo>
                  <a:pt x="2750" y="3176"/>
                  <a:pt x="2750" y="3176"/>
                  <a:pt x="2750" y="3176"/>
                </a:cubicBezTo>
              </a:path>
            </a:pathLst>
          </a:custGeom>
          <a:solidFill>
            <a:schemeClr val="accent3"/>
          </a:solidFill>
          <a:ln>
            <a:noFill/>
          </a:ln>
          <a:effectLst/>
        </p:spPr>
        <p:txBody>
          <a:bodyPr wrap="none" anchor="ctr"/>
          <a:lstStyle/>
          <a:p>
            <a:pPr>
              <a:defRPr/>
            </a:pPr>
            <a:endParaRPr lang="en-US" sz="1800" dirty="0">
              <a:latin typeface="微软雅黑" panose="020B0503020204020204" charset="-122"/>
            </a:endParaRPr>
          </a:p>
        </p:txBody>
      </p:sp>
      <p:sp>
        <p:nvSpPr>
          <p:cNvPr id="39" name="Freeform 4"/>
          <p:cNvSpPr>
            <a:spLocks noChangeArrowheads="1"/>
          </p:cNvSpPr>
          <p:nvPr/>
        </p:nvSpPr>
        <p:spPr bwMode="auto">
          <a:xfrm>
            <a:off x="4756432" y="2770307"/>
            <a:ext cx="1317944" cy="1521619"/>
          </a:xfrm>
          <a:custGeom>
            <a:avLst/>
            <a:gdLst>
              <a:gd name="T0" fmla="*/ 0 w 2750"/>
              <a:gd name="T1" fmla="*/ 1587 h 3175"/>
              <a:gd name="T2" fmla="*/ 0 w 2750"/>
              <a:gd name="T3" fmla="*/ 1587 h 3175"/>
              <a:gd name="T4" fmla="*/ 1518 w 2750"/>
              <a:gd name="T5" fmla="*/ 2093 h 3175"/>
              <a:gd name="T6" fmla="*/ 2749 w 2750"/>
              <a:gd name="T7" fmla="*/ 3174 h 3175"/>
              <a:gd name="T8" fmla="*/ 2749 w 2750"/>
              <a:gd name="T9" fmla="*/ 0 h 3175"/>
              <a:gd name="T10" fmla="*/ 0 w 2750"/>
              <a:gd name="T11" fmla="*/ 1587 h 3175"/>
            </a:gdLst>
            <a:ahLst/>
            <a:cxnLst>
              <a:cxn ang="0">
                <a:pos x="T0" y="T1"/>
              </a:cxn>
              <a:cxn ang="0">
                <a:pos x="T2" y="T3"/>
              </a:cxn>
              <a:cxn ang="0">
                <a:pos x="T4" y="T5"/>
              </a:cxn>
              <a:cxn ang="0">
                <a:pos x="T6" y="T7"/>
              </a:cxn>
              <a:cxn ang="0">
                <a:pos x="T8" y="T9"/>
              </a:cxn>
              <a:cxn ang="0">
                <a:pos x="T10" y="T11"/>
              </a:cxn>
            </a:cxnLst>
            <a:rect l="0" t="0" r="r" b="b"/>
            <a:pathLst>
              <a:path w="2750" h="3175">
                <a:moveTo>
                  <a:pt x="0" y="1587"/>
                </a:moveTo>
                <a:lnTo>
                  <a:pt x="0" y="1587"/>
                </a:lnTo>
                <a:cubicBezTo>
                  <a:pt x="0" y="1587"/>
                  <a:pt x="751" y="1651"/>
                  <a:pt x="1518" y="2093"/>
                </a:cubicBezTo>
                <a:cubicBezTo>
                  <a:pt x="2287" y="2537"/>
                  <a:pt x="2749" y="3174"/>
                  <a:pt x="2749" y="3174"/>
                </a:cubicBezTo>
                <a:cubicBezTo>
                  <a:pt x="2749" y="0"/>
                  <a:pt x="2749" y="0"/>
                  <a:pt x="2749" y="0"/>
                </a:cubicBezTo>
                <a:cubicBezTo>
                  <a:pt x="0" y="1587"/>
                  <a:pt x="0" y="1587"/>
                  <a:pt x="0" y="1587"/>
                </a:cubicBezTo>
              </a:path>
            </a:pathLst>
          </a:custGeom>
          <a:solidFill>
            <a:schemeClr val="accent5"/>
          </a:solidFill>
          <a:ln>
            <a:noFill/>
          </a:ln>
          <a:effectLst/>
        </p:spPr>
        <p:txBody>
          <a:bodyPr wrap="none" anchor="ctr"/>
          <a:lstStyle/>
          <a:p>
            <a:pPr>
              <a:defRPr/>
            </a:pPr>
            <a:endParaRPr lang="en-US" sz="1800" dirty="0">
              <a:latin typeface="微软雅黑" panose="020B0503020204020204" charset="-122"/>
            </a:endParaRPr>
          </a:p>
        </p:txBody>
      </p:sp>
      <p:sp>
        <p:nvSpPr>
          <p:cNvPr id="48" name="Freeform 5"/>
          <p:cNvSpPr>
            <a:spLocks noChangeArrowheads="1"/>
          </p:cNvSpPr>
          <p:nvPr/>
        </p:nvSpPr>
        <p:spPr bwMode="auto">
          <a:xfrm>
            <a:off x="6074375" y="1246572"/>
            <a:ext cx="1317944" cy="1521619"/>
          </a:xfrm>
          <a:custGeom>
            <a:avLst/>
            <a:gdLst>
              <a:gd name="T0" fmla="*/ 2750 w 2751"/>
              <a:gd name="T1" fmla="*/ 1587 h 3175"/>
              <a:gd name="T2" fmla="*/ 2750 w 2751"/>
              <a:gd name="T3" fmla="*/ 1587 h 3175"/>
              <a:gd name="T4" fmla="*/ 1231 w 2751"/>
              <a:gd name="T5" fmla="*/ 1081 h 3175"/>
              <a:gd name="T6" fmla="*/ 0 w 2751"/>
              <a:gd name="T7" fmla="*/ 0 h 3175"/>
              <a:gd name="T8" fmla="*/ 0 w 2751"/>
              <a:gd name="T9" fmla="*/ 3174 h 3175"/>
              <a:gd name="T10" fmla="*/ 2750 w 2751"/>
              <a:gd name="T11" fmla="*/ 1587 h 3175"/>
            </a:gdLst>
            <a:ahLst/>
            <a:cxnLst>
              <a:cxn ang="0">
                <a:pos x="T0" y="T1"/>
              </a:cxn>
              <a:cxn ang="0">
                <a:pos x="T2" y="T3"/>
              </a:cxn>
              <a:cxn ang="0">
                <a:pos x="T4" y="T5"/>
              </a:cxn>
              <a:cxn ang="0">
                <a:pos x="T6" y="T7"/>
              </a:cxn>
              <a:cxn ang="0">
                <a:pos x="T8" y="T9"/>
              </a:cxn>
              <a:cxn ang="0">
                <a:pos x="T10" y="T11"/>
              </a:cxn>
            </a:cxnLst>
            <a:rect l="0" t="0" r="r" b="b"/>
            <a:pathLst>
              <a:path w="2751" h="3175">
                <a:moveTo>
                  <a:pt x="2750" y="1587"/>
                </a:moveTo>
                <a:lnTo>
                  <a:pt x="2750" y="1587"/>
                </a:lnTo>
                <a:cubicBezTo>
                  <a:pt x="2750" y="1587"/>
                  <a:pt x="2001" y="1523"/>
                  <a:pt x="1231" y="1081"/>
                </a:cubicBezTo>
                <a:cubicBezTo>
                  <a:pt x="464" y="637"/>
                  <a:pt x="0" y="0"/>
                  <a:pt x="0" y="0"/>
                </a:cubicBezTo>
                <a:cubicBezTo>
                  <a:pt x="0" y="3174"/>
                  <a:pt x="0" y="3174"/>
                  <a:pt x="0" y="3174"/>
                </a:cubicBezTo>
                <a:cubicBezTo>
                  <a:pt x="2750" y="1587"/>
                  <a:pt x="2750" y="1587"/>
                  <a:pt x="2750" y="1587"/>
                </a:cubicBezTo>
              </a:path>
            </a:pathLst>
          </a:custGeom>
          <a:solidFill>
            <a:schemeClr val="accent2"/>
          </a:solidFill>
          <a:ln>
            <a:noFill/>
          </a:ln>
          <a:effectLst/>
        </p:spPr>
        <p:txBody>
          <a:bodyPr wrap="none" anchor="ctr"/>
          <a:lstStyle/>
          <a:p>
            <a:pPr>
              <a:defRPr/>
            </a:pPr>
            <a:endParaRPr lang="en-US" sz="1800" dirty="0">
              <a:latin typeface="微软雅黑" panose="020B0503020204020204" charset="-122"/>
            </a:endParaRPr>
          </a:p>
        </p:txBody>
      </p:sp>
      <p:sp>
        <p:nvSpPr>
          <p:cNvPr id="74" name="Freeform 6"/>
          <p:cNvSpPr>
            <a:spLocks noChangeArrowheads="1"/>
          </p:cNvSpPr>
          <p:nvPr/>
        </p:nvSpPr>
        <p:spPr bwMode="auto">
          <a:xfrm>
            <a:off x="6074375" y="2768191"/>
            <a:ext cx="1317944" cy="1521619"/>
          </a:xfrm>
          <a:custGeom>
            <a:avLst/>
            <a:gdLst>
              <a:gd name="T0" fmla="*/ 0 w 2751"/>
              <a:gd name="T1" fmla="*/ 3176 h 3177"/>
              <a:gd name="T2" fmla="*/ 0 w 2751"/>
              <a:gd name="T3" fmla="*/ 3176 h 3177"/>
              <a:gd name="T4" fmla="*/ 1199 w 2751"/>
              <a:gd name="T5" fmla="*/ 2115 h 3177"/>
              <a:gd name="T6" fmla="*/ 2750 w 2751"/>
              <a:gd name="T7" fmla="*/ 1589 h 3177"/>
              <a:gd name="T8" fmla="*/ 0 w 2751"/>
              <a:gd name="T9" fmla="*/ 0 h 3177"/>
              <a:gd name="T10" fmla="*/ 0 w 2751"/>
              <a:gd name="T11" fmla="*/ 3176 h 3177"/>
            </a:gdLst>
            <a:ahLst/>
            <a:cxnLst>
              <a:cxn ang="0">
                <a:pos x="T0" y="T1"/>
              </a:cxn>
              <a:cxn ang="0">
                <a:pos x="T2" y="T3"/>
              </a:cxn>
              <a:cxn ang="0">
                <a:pos x="T4" y="T5"/>
              </a:cxn>
              <a:cxn ang="0">
                <a:pos x="T6" y="T7"/>
              </a:cxn>
              <a:cxn ang="0">
                <a:pos x="T8" y="T9"/>
              </a:cxn>
              <a:cxn ang="0">
                <a:pos x="T10" y="T11"/>
              </a:cxn>
            </a:cxnLst>
            <a:rect l="0" t="0" r="r" b="b"/>
            <a:pathLst>
              <a:path w="2751" h="3177">
                <a:moveTo>
                  <a:pt x="0" y="3176"/>
                </a:moveTo>
                <a:lnTo>
                  <a:pt x="0" y="3176"/>
                </a:lnTo>
                <a:cubicBezTo>
                  <a:pt x="0" y="3176"/>
                  <a:pt x="431" y="2557"/>
                  <a:pt x="1199" y="2115"/>
                </a:cubicBezTo>
                <a:cubicBezTo>
                  <a:pt x="1968" y="1671"/>
                  <a:pt x="2750" y="1589"/>
                  <a:pt x="2750" y="1589"/>
                </a:cubicBezTo>
                <a:cubicBezTo>
                  <a:pt x="0" y="0"/>
                  <a:pt x="0" y="0"/>
                  <a:pt x="0" y="0"/>
                </a:cubicBezTo>
                <a:cubicBezTo>
                  <a:pt x="0" y="3176"/>
                  <a:pt x="0" y="3176"/>
                  <a:pt x="0" y="3176"/>
                </a:cubicBezTo>
              </a:path>
            </a:pathLst>
          </a:custGeom>
          <a:solidFill>
            <a:schemeClr val="accent4"/>
          </a:solidFill>
          <a:ln>
            <a:noFill/>
          </a:ln>
          <a:effectLst/>
        </p:spPr>
        <p:txBody>
          <a:bodyPr wrap="none" anchor="ctr"/>
          <a:lstStyle/>
          <a:p>
            <a:pPr>
              <a:defRPr/>
            </a:pPr>
            <a:endParaRPr lang="en-US" sz="1800" dirty="0">
              <a:latin typeface="微软雅黑" panose="020B0503020204020204" charset="-122"/>
            </a:endParaRPr>
          </a:p>
        </p:txBody>
      </p:sp>
      <p:sp>
        <p:nvSpPr>
          <p:cNvPr id="75" name="Freeform 7"/>
          <p:cNvSpPr>
            <a:spLocks noChangeArrowheads="1"/>
          </p:cNvSpPr>
          <p:nvPr/>
        </p:nvSpPr>
        <p:spPr bwMode="auto">
          <a:xfrm>
            <a:off x="4756432" y="1246572"/>
            <a:ext cx="1317944" cy="1521619"/>
          </a:xfrm>
          <a:custGeom>
            <a:avLst/>
            <a:gdLst>
              <a:gd name="T0" fmla="*/ 2749 w 2750"/>
              <a:gd name="T1" fmla="*/ 0 h 3177"/>
              <a:gd name="T2" fmla="*/ 2749 w 2750"/>
              <a:gd name="T3" fmla="*/ 0 h 3177"/>
              <a:gd name="T4" fmla="*/ 1551 w 2750"/>
              <a:gd name="T5" fmla="*/ 1061 h 3177"/>
              <a:gd name="T6" fmla="*/ 0 w 2750"/>
              <a:gd name="T7" fmla="*/ 1587 h 3177"/>
              <a:gd name="T8" fmla="*/ 2749 w 2750"/>
              <a:gd name="T9" fmla="*/ 3176 h 3177"/>
              <a:gd name="T10" fmla="*/ 2749 w 2750"/>
              <a:gd name="T11" fmla="*/ 0 h 3177"/>
            </a:gdLst>
            <a:ahLst/>
            <a:cxnLst>
              <a:cxn ang="0">
                <a:pos x="T0" y="T1"/>
              </a:cxn>
              <a:cxn ang="0">
                <a:pos x="T2" y="T3"/>
              </a:cxn>
              <a:cxn ang="0">
                <a:pos x="T4" y="T5"/>
              </a:cxn>
              <a:cxn ang="0">
                <a:pos x="T6" y="T7"/>
              </a:cxn>
              <a:cxn ang="0">
                <a:pos x="T8" y="T9"/>
              </a:cxn>
              <a:cxn ang="0">
                <a:pos x="T10" y="T11"/>
              </a:cxn>
            </a:cxnLst>
            <a:rect l="0" t="0" r="r" b="b"/>
            <a:pathLst>
              <a:path w="2750" h="3177">
                <a:moveTo>
                  <a:pt x="2749" y="0"/>
                </a:moveTo>
                <a:lnTo>
                  <a:pt x="2749" y="0"/>
                </a:lnTo>
                <a:cubicBezTo>
                  <a:pt x="2749" y="0"/>
                  <a:pt x="2318" y="619"/>
                  <a:pt x="1551" y="1061"/>
                </a:cubicBezTo>
                <a:cubicBezTo>
                  <a:pt x="782" y="1505"/>
                  <a:pt x="0" y="1587"/>
                  <a:pt x="0" y="1587"/>
                </a:cubicBezTo>
                <a:cubicBezTo>
                  <a:pt x="2749" y="3176"/>
                  <a:pt x="2749" y="3176"/>
                  <a:pt x="2749" y="3176"/>
                </a:cubicBezTo>
                <a:cubicBezTo>
                  <a:pt x="2749" y="0"/>
                  <a:pt x="2749" y="0"/>
                  <a:pt x="2749" y="0"/>
                </a:cubicBezTo>
              </a:path>
            </a:pathLst>
          </a:custGeom>
          <a:solidFill>
            <a:schemeClr val="accent1"/>
          </a:solidFill>
          <a:ln>
            <a:noFill/>
          </a:ln>
          <a:effectLst/>
        </p:spPr>
        <p:txBody>
          <a:bodyPr wrap="none" anchor="ctr"/>
          <a:lstStyle/>
          <a:p>
            <a:pPr>
              <a:defRPr/>
            </a:pPr>
            <a:endParaRPr lang="en-US" sz="1800" dirty="0">
              <a:latin typeface="微软雅黑" panose="020B0503020204020204" charset="-122"/>
            </a:endParaRPr>
          </a:p>
        </p:txBody>
      </p:sp>
      <p:sp>
        <p:nvSpPr>
          <p:cNvPr id="76" name="Freeform 8"/>
          <p:cNvSpPr>
            <a:spLocks noChangeArrowheads="1"/>
          </p:cNvSpPr>
          <p:nvPr/>
        </p:nvSpPr>
        <p:spPr bwMode="auto">
          <a:xfrm>
            <a:off x="5985525" y="2732214"/>
            <a:ext cx="90966" cy="146025"/>
          </a:xfrm>
          <a:custGeom>
            <a:avLst/>
            <a:gdLst>
              <a:gd name="T0" fmla="*/ 53 w 188"/>
              <a:gd name="T1" fmla="*/ 0 h 310"/>
              <a:gd name="T2" fmla="*/ 53 w 188"/>
              <a:gd name="T3" fmla="*/ 0 h 310"/>
              <a:gd name="T4" fmla="*/ 53 w 188"/>
              <a:gd name="T5" fmla="*/ 0 h 310"/>
              <a:gd name="T6" fmla="*/ 187 w 188"/>
              <a:gd name="T7" fmla="*/ 79 h 310"/>
              <a:gd name="T8" fmla="*/ 0 w 188"/>
              <a:gd name="T9" fmla="*/ 185 h 310"/>
              <a:gd name="T10" fmla="*/ 0 w 188"/>
              <a:gd name="T11" fmla="*/ 185 h 310"/>
              <a:gd name="T12" fmla="*/ 187 w 188"/>
              <a:gd name="T13" fmla="*/ 79 h 310"/>
              <a:gd name="T14" fmla="*/ 187 w 188"/>
              <a:gd name="T15" fmla="*/ 309 h 310"/>
              <a:gd name="T16" fmla="*/ 187 w 188"/>
              <a:gd name="T17" fmla="*/ 309 h 310"/>
              <a:gd name="T18" fmla="*/ 187 w 188"/>
              <a:gd name="T19" fmla="*/ 77 h 310"/>
              <a:gd name="T20" fmla="*/ 187 w 188"/>
              <a:gd name="T21" fmla="*/ 77 h 310"/>
              <a:gd name="T22" fmla="*/ 187 w 188"/>
              <a:gd name="T23" fmla="*/ 79 h 310"/>
              <a:gd name="T24" fmla="*/ 53 w 188"/>
              <a:gd name="T25" fmla="*/ 0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310">
                <a:moveTo>
                  <a:pt x="53" y="0"/>
                </a:moveTo>
                <a:lnTo>
                  <a:pt x="53" y="0"/>
                </a:lnTo>
                <a:lnTo>
                  <a:pt x="53" y="0"/>
                </a:lnTo>
                <a:cubicBezTo>
                  <a:pt x="187" y="79"/>
                  <a:pt x="187" y="79"/>
                  <a:pt x="187" y="79"/>
                </a:cubicBezTo>
                <a:cubicBezTo>
                  <a:pt x="0" y="185"/>
                  <a:pt x="0" y="185"/>
                  <a:pt x="0" y="185"/>
                </a:cubicBezTo>
                <a:lnTo>
                  <a:pt x="0" y="185"/>
                </a:lnTo>
                <a:cubicBezTo>
                  <a:pt x="187" y="79"/>
                  <a:pt x="187" y="79"/>
                  <a:pt x="187" y="79"/>
                </a:cubicBezTo>
                <a:cubicBezTo>
                  <a:pt x="187" y="309"/>
                  <a:pt x="187" y="309"/>
                  <a:pt x="187" y="309"/>
                </a:cubicBezTo>
                <a:lnTo>
                  <a:pt x="187" y="309"/>
                </a:lnTo>
                <a:cubicBezTo>
                  <a:pt x="187" y="77"/>
                  <a:pt x="187" y="77"/>
                  <a:pt x="187" y="77"/>
                </a:cubicBezTo>
                <a:lnTo>
                  <a:pt x="187" y="77"/>
                </a:lnTo>
                <a:cubicBezTo>
                  <a:pt x="187" y="79"/>
                  <a:pt x="187" y="79"/>
                  <a:pt x="187" y="79"/>
                </a:cubicBezTo>
                <a:cubicBezTo>
                  <a:pt x="53" y="0"/>
                  <a:pt x="53" y="0"/>
                  <a:pt x="53" y="0"/>
                </a:cubicBezTo>
              </a:path>
            </a:pathLst>
          </a:custGeom>
          <a:solidFill>
            <a:srgbClr val="BCBDC0"/>
          </a:solidFill>
          <a:ln>
            <a:noFill/>
          </a:ln>
          <a:effectLst/>
        </p:spPr>
        <p:txBody>
          <a:bodyPr wrap="none" anchor="ctr"/>
          <a:lstStyle/>
          <a:p>
            <a:pPr>
              <a:defRPr/>
            </a:pPr>
            <a:endParaRPr lang="en-US" sz="1800" dirty="0">
              <a:latin typeface="微软雅黑" panose="020B0503020204020204" charset="-122"/>
            </a:endParaRPr>
          </a:p>
        </p:txBody>
      </p:sp>
      <p:sp>
        <p:nvSpPr>
          <p:cNvPr id="77" name="Freeform 9"/>
          <p:cNvSpPr>
            <a:spLocks noChangeArrowheads="1"/>
          </p:cNvSpPr>
          <p:nvPr/>
        </p:nvSpPr>
        <p:spPr bwMode="auto">
          <a:xfrm>
            <a:off x="5981294" y="2732214"/>
            <a:ext cx="90966" cy="86769"/>
          </a:xfrm>
          <a:custGeom>
            <a:avLst/>
            <a:gdLst>
              <a:gd name="T0" fmla="*/ 60 w 195"/>
              <a:gd name="T1" fmla="*/ 0 h 186"/>
              <a:gd name="T2" fmla="*/ 60 w 195"/>
              <a:gd name="T3" fmla="*/ 0 h 186"/>
              <a:gd name="T4" fmla="*/ 0 w 195"/>
              <a:gd name="T5" fmla="*/ 132 h 186"/>
              <a:gd name="T6" fmla="*/ 7 w 195"/>
              <a:gd name="T7" fmla="*/ 185 h 186"/>
              <a:gd name="T8" fmla="*/ 194 w 195"/>
              <a:gd name="T9" fmla="*/ 79 h 186"/>
              <a:gd name="T10" fmla="*/ 60 w 195"/>
              <a:gd name="T11" fmla="*/ 0 h 186"/>
            </a:gdLst>
            <a:ahLst/>
            <a:cxnLst>
              <a:cxn ang="0">
                <a:pos x="T0" y="T1"/>
              </a:cxn>
              <a:cxn ang="0">
                <a:pos x="T2" y="T3"/>
              </a:cxn>
              <a:cxn ang="0">
                <a:pos x="T4" y="T5"/>
              </a:cxn>
              <a:cxn ang="0">
                <a:pos x="T6" y="T7"/>
              </a:cxn>
              <a:cxn ang="0">
                <a:pos x="T8" y="T9"/>
              </a:cxn>
              <a:cxn ang="0">
                <a:pos x="T10" y="T11"/>
              </a:cxn>
            </a:cxnLst>
            <a:rect l="0" t="0" r="r" b="b"/>
            <a:pathLst>
              <a:path w="195" h="186">
                <a:moveTo>
                  <a:pt x="60" y="0"/>
                </a:moveTo>
                <a:lnTo>
                  <a:pt x="60" y="0"/>
                </a:lnTo>
                <a:cubicBezTo>
                  <a:pt x="22" y="33"/>
                  <a:pt x="0" y="79"/>
                  <a:pt x="0" y="132"/>
                </a:cubicBezTo>
                <a:cubicBezTo>
                  <a:pt x="0" y="152"/>
                  <a:pt x="2" y="170"/>
                  <a:pt x="7" y="185"/>
                </a:cubicBezTo>
                <a:cubicBezTo>
                  <a:pt x="194" y="79"/>
                  <a:pt x="194" y="79"/>
                  <a:pt x="194" y="79"/>
                </a:cubicBezTo>
                <a:cubicBezTo>
                  <a:pt x="60" y="0"/>
                  <a:pt x="60" y="0"/>
                  <a:pt x="60" y="0"/>
                </a:cubicBezTo>
              </a:path>
            </a:pathLst>
          </a:custGeom>
          <a:solidFill>
            <a:srgbClr val="495D6C"/>
          </a:solidFill>
          <a:ln>
            <a:noFill/>
          </a:ln>
          <a:effectLst/>
        </p:spPr>
        <p:txBody>
          <a:bodyPr wrap="none" anchor="ctr"/>
          <a:lstStyle/>
          <a:p>
            <a:pPr>
              <a:defRPr/>
            </a:pPr>
            <a:endParaRPr lang="en-US" sz="1800" dirty="0">
              <a:latin typeface="微软雅黑" panose="020B0503020204020204" charset="-122"/>
            </a:endParaRPr>
          </a:p>
        </p:txBody>
      </p:sp>
      <p:sp>
        <p:nvSpPr>
          <p:cNvPr id="78" name="Freeform 10"/>
          <p:cNvSpPr>
            <a:spLocks noChangeArrowheads="1"/>
          </p:cNvSpPr>
          <p:nvPr/>
        </p:nvSpPr>
        <p:spPr bwMode="auto">
          <a:xfrm>
            <a:off x="6074375" y="2738562"/>
            <a:ext cx="76157" cy="71954"/>
          </a:xfrm>
          <a:custGeom>
            <a:avLst/>
            <a:gdLst>
              <a:gd name="T0" fmla="*/ 113 w 161"/>
              <a:gd name="T1" fmla="*/ 0 h 155"/>
              <a:gd name="T2" fmla="*/ 113 w 161"/>
              <a:gd name="T3" fmla="*/ 0 h 155"/>
              <a:gd name="T4" fmla="*/ 0 w 161"/>
              <a:gd name="T5" fmla="*/ 64 h 155"/>
              <a:gd name="T6" fmla="*/ 0 w 161"/>
              <a:gd name="T7" fmla="*/ 66 h 155"/>
              <a:gd name="T8" fmla="*/ 0 w 161"/>
              <a:gd name="T9" fmla="*/ 64 h 155"/>
              <a:gd name="T10" fmla="*/ 0 w 161"/>
              <a:gd name="T11" fmla="*/ 64 h 155"/>
              <a:gd name="T12" fmla="*/ 157 w 161"/>
              <a:gd name="T13" fmla="*/ 154 h 155"/>
              <a:gd name="T14" fmla="*/ 160 w 161"/>
              <a:gd name="T15" fmla="*/ 119 h 155"/>
              <a:gd name="T16" fmla="*/ 113 w 161"/>
              <a:gd name="T17" fmla="*/ 0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1" h="155">
                <a:moveTo>
                  <a:pt x="113" y="0"/>
                </a:moveTo>
                <a:lnTo>
                  <a:pt x="113" y="0"/>
                </a:lnTo>
                <a:cubicBezTo>
                  <a:pt x="0" y="64"/>
                  <a:pt x="0" y="64"/>
                  <a:pt x="0" y="64"/>
                </a:cubicBezTo>
                <a:cubicBezTo>
                  <a:pt x="0" y="66"/>
                  <a:pt x="0" y="66"/>
                  <a:pt x="0" y="66"/>
                </a:cubicBezTo>
                <a:cubicBezTo>
                  <a:pt x="0" y="64"/>
                  <a:pt x="0" y="64"/>
                  <a:pt x="0" y="64"/>
                </a:cubicBezTo>
                <a:lnTo>
                  <a:pt x="0" y="64"/>
                </a:lnTo>
                <a:cubicBezTo>
                  <a:pt x="157" y="154"/>
                  <a:pt x="157" y="154"/>
                  <a:pt x="157" y="154"/>
                </a:cubicBezTo>
                <a:cubicBezTo>
                  <a:pt x="160" y="143"/>
                  <a:pt x="160" y="132"/>
                  <a:pt x="160" y="119"/>
                </a:cubicBezTo>
                <a:cubicBezTo>
                  <a:pt x="160" y="73"/>
                  <a:pt x="142" y="31"/>
                  <a:pt x="113" y="0"/>
                </a:cubicBezTo>
              </a:path>
            </a:pathLst>
          </a:custGeom>
          <a:solidFill>
            <a:srgbClr val="4B98A1"/>
          </a:solidFill>
          <a:ln>
            <a:noFill/>
          </a:ln>
          <a:effectLst/>
        </p:spPr>
        <p:txBody>
          <a:bodyPr wrap="none" anchor="ctr"/>
          <a:lstStyle/>
          <a:p>
            <a:pPr>
              <a:defRPr/>
            </a:pPr>
            <a:endParaRPr lang="en-US" sz="1800" dirty="0">
              <a:latin typeface="微软雅黑" panose="020B0503020204020204" charset="-122"/>
            </a:endParaRPr>
          </a:p>
        </p:txBody>
      </p:sp>
      <p:sp>
        <p:nvSpPr>
          <p:cNvPr id="79" name="Freeform 11"/>
          <p:cNvSpPr>
            <a:spLocks noChangeArrowheads="1"/>
          </p:cNvSpPr>
          <p:nvPr/>
        </p:nvSpPr>
        <p:spPr bwMode="auto">
          <a:xfrm>
            <a:off x="5985525" y="2770307"/>
            <a:ext cx="90966" cy="107931"/>
          </a:xfrm>
          <a:custGeom>
            <a:avLst/>
            <a:gdLst>
              <a:gd name="T0" fmla="*/ 187 w 188"/>
              <a:gd name="T1" fmla="*/ 0 h 231"/>
              <a:gd name="T2" fmla="*/ 187 w 188"/>
              <a:gd name="T3" fmla="*/ 0 h 231"/>
              <a:gd name="T4" fmla="*/ 0 w 188"/>
              <a:gd name="T5" fmla="*/ 106 h 231"/>
              <a:gd name="T6" fmla="*/ 170 w 188"/>
              <a:gd name="T7" fmla="*/ 230 h 231"/>
              <a:gd name="T8" fmla="*/ 187 w 188"/>
              <a:gd name="T9" fmla="*/ 230 h 231"/>
              <a:gd name="T10" fmla="*/ 187 w 188"/>
              <a:gd name="T11" fmla="*/ 0 h 231"/>
            </a:gdLst>
            <a:ahLst/>
            <a:cxnLst>
              <a:cxn ang="0">
                <a:pos x="T0" y="T1"/>
              </a:cxn>
              <a:cxn ang="0">
                <a:pos x="T2" y="T3"/>
              </a:cxn>
              <a:cxn ang="0">
                <a:pos x="T4" y="T5"/>
              </a:cxn>
              <a:cxn ang="0">
                <a:pos x="T6" y="T7"/>
              </a:cxn>
              <a:cxn ang="0">
                <a:pos x="T8" y="T9"/>
              </a:cxn>
              <a:cxn ang="0">
                <a:pos x="T10" y="T11"/>
              </a:cxn>
            </a:cxnLst>
            <a:rect l="0" t="0" r="r" b="b"/>
            <a:pathLst>
              <a:path w="188" h="231">
                <a:moveTo>
                  <a:pt x="187" y="0"/>
                </a:moveTo>
                <a:lnTo>
                  <a:pt x="187" y="0"/>
                </a:lnTo>
                <a:cubicBezTo>
                  <a:pt x="0" y="106"/>
                  <a:pt x="0" y="106"/>
                  <a:pt x="0" y="106"/>
                </a:cubicBezTo>
                <a:cubicBezTo>
                  <a:pt x="24" y="179"/>
                  <a:pt x="90" y="230"/>
                  <a:pt x="170" y="230"/>
                </a:cubicBezTo>
                <a:cubicBezTo>
                  <a:pt x="176" y="230"/>
                  <a:pt x="181" y="230"/>
                  <a:pt x="187" y="230"/>
                </a:cubicBezTo>
                <a:cubicBezTo>
                  <a:pt x="187" y="0"/>
                  <a:pt x="187" y="0"/>
                  <a:pt x="187" y="0"/>
                </a:cubicBezTo>
              </a:path>
            </a:pathLst>
          </a:custGeom>
          <a:solidFill>
            <a:srgbClr val="4B98A1"/>
          </a:solidFill>
          <a:ln>
            <a:noFill/>
          </a:ln>
          <a:effectLst/>
        </p:spPr>
        <p:txBody>
          <a:bodyPr wrap="none" anchor="ctr"/>
          <a:lstStyle/>
          <a:p>
            <a:pPr>
              <a:defRPr/>
            </a:pPr>
            <a:endParaRPr lang="en-US" sz="1800" dirty="0">
              <a:latin typeface="微软雅黑" panose="020B0503020204020204" charset="-122"/>
            </a:endParaRPr>
          </a:p>
        </p:txBody>
      </p:sp>
      <p:sp>
        <p:nvSpPr>
          <p:cNvPr id="80" name="Freeform 12"/>
          <p:cNvSpPr>
            <a:spLocks noChangeArrowheads="1"/>
          </p:cNvSpPr>
          <p:nvPr/>
        </p:nvSpPr>
        <p:spPr bwMode="auto">
          <a:xfrm>
            <a:off x="6074375" y="2711051"/>
            <a:ext cx="50772" cy="57140"/>
          </a:xfrm>
          <a:custGeom>
            <a:avLst/>
            <a:gdLst>
              <a:gd name="T0" fmla="*/ 0 w 114"/>
              <a:gd name="T1" fmla="*/ 0 h 125"/>
              <a:gd name="T2" fmla="*/ 0 w 114"/>
              <a:gd name="T3" fmla="*/ 0 h 125"/>
              <a:gd name="T4" fmla="*/ 0 w 114"/>
              <a:gd name="T5" fmla="*/ 124 h 125"/>
              <a:gd name="T6" fmla="*/ 113 w 114"/>
              <a:gd name="T7" fmla="*/ 58 h 125"/>
              <a:gd name="T8" fmla="*/ 0 w 114"/>
              <a:gd name="T9" fmla="*/ 0 h 125"/>
            </a:gdLst>
            <a:ahLst/>
            <a:cxnLst>
              <a:cxn ang="0">
                <a:pos x="T0" y="T1"/>
              </a:cxn>
              <a:cxn ang="0">
                <a:pos x="T2" y="T3"/>
              </a:cxn>
              <a:cxn ang="0">
                <a:pos x="T4" y="T5"/>
              </a:cxn>
              <a:cxn ang="0">
                <a:pos x="T6" y="T7"/>
              </a:cxn>
              <a:cxn ang="0">
                <a:pos x="T8" y="T9"/>
              </a:cxn>
            </a:cxnLst>
            <a:rect l="0" t="0" r="r" b="b"/>
            <a:pathLst>
              <a:path w="114" h="125">
                <a:moveTo>
                  <a:pt x="0" y="0"/>
                </a:moveTo>
                <a:lnTo>
                  <a:pt x="0" y="0"/>
                </a:lnTo>
                <a:cubicBezTo>
                  <a:pt x="0" y="124"/>
                  <a:pt x="0" y="124"/>
                  <a:pt x="0" y="124"/>
                </a:cubicBezTo>
                <a:cubicBezTo>
                  <a:pt x="113" y="58"/>
                  <a:pt x="113" y="58"/>
                  <a:pt x="113" y="58"/>
                </a:cubicBezTo>
                <a:cubicBezTo>
                  <a:pt x="84" y="27"/>
                  <a:pt x="45" y="5"/>
                  <a:pt x="0" y="0"/>
                </a:cubicBezTo>
              </a:path>
            </a:pathLst>
          </a:custGeom>
          <a:solidFill>
            <a:srgbClr val="495D6C"/>
          </a:solidFill>
          <a:ln>
            <a:noFill/>
          </a:ln>
          <a:effectLst/>
        </p:spPr>
        <p:txBody>
          <a:bodyPr wrap="none" anchor="ctr"/>
          <a:lstStyle/>
          <a:p>
            <a:pPr>
              <a:defRPr/>
            </a:pPr>
            <a:endParaRPr lang="en-US" sz="1800" dirty="0">
              <a:latin typeface="微软雅黑" panose="020B0503020204020204" charset="-122"/>
            </a:endParaRPr>
          </a:p>
        </p:txBody>
      </p:sp>
      <p:sp>
        <p:nvSpPr>
          <p:cNvPr id="81" name="Freeform 13"/>
          <p:cNvSpPr>
            <a:spLocks noChangeArrowheads="1"/>
          </p:cNvSpPr>
          <p:nvPr/>
        </p:nvSpPr>
        <p:spPr bwMode="auto">
          <a:xfrm>
            <a:off x="6074375" y="2768191"/>
            <a:ext cx="71927" cy="110048"/>
          </a:xfrm>
          <a:custGeom>
            <a:avLst/>
            <a:gdLst>
              <a:gd name="T0" fmla="*/ 0 w 158"/>
              <a:gd name="T1" fmla="*/ 0 h 233"/>
              <a:gd name="T2" fmla="*/ 0 w 158"/>
              <a:gd name="T3" fmla="*/ 0 h 233"/>
              <a:gd name="T4" fmla="*/ 0 w 158"/>
              <a:gd name="T5" fmla="*/ 0 h 233"/>
              <a:gd name="T6" fmla="*/ 0 w 158"/>
              <a:gd name="T7" fmla="*/ 232 h 233"/>
              <a:gd name="T8" fmla="*/ 157 w 158"/>
              <a:gd name="T9" fmla="*/ 90 h 233"/>
              <a:gd name="T10" fmla="*/ 0 w 158"/>
              <a:gd name="T11" fmla="*/ 0 h 233"/>
            </a:gdLst>
            <a:ahLst/>
            <a:cxnLst>
              <a:cxn ang="0">
                <a:pos x="T0" y="T1"/>
              </a:cxn>
              <a:cxn ang="0">
                <a:pos x="T2" y="T3"/>
              </a:cxn>
              <a:cxn ang="0">
                <a:pos x="T4" y="T5"/>
              </a:cxn>
              <a:cxn ang="0">
                <a:pos x="T6" y="T7"/>
              </a:cxn>
              <a:cxn ang="0">
                <a:pos x="T8" y="T9"/>
              </a:cxn>
              <a:cxn ang="0">
                <a:pos x="T10" y="T11"/>
              </a:cxn>
            </a:cxnLst>
            <a:rect l="0" t="0" r="r" b="b"/>
            <a:pathLst>
              <a:path w="158" h="233">
                <a:moveTo>
                  <a:pt x="0" y="0"/>
                </a:moveTo>
                <a:lnTo>
                  <a:pt x="0" y="0"/>
                </a:lnTo>
                <a:lnTo>
                  <a:pt x="0" y="0"/>
                </a:lnTo>
                <a:cubicBezTo>
                  <a:pt x="0" y="232"/>
                  <a:pt x="0" y="232"/>
                  <a:pt x="0" y="232"/>
                </a:cubicBezTo>
                <a:cubicBezTo>
                  <a:pt x="78" y="223"/>
                  <a:pt x="142" y="166"/>
                  <a:pt x="157" y="90"/>
                </a:cubicBezTo>
                <a:cubicBezTo>
                  <a:pt x="0" y="0"/>
                  <a:pt x="0" y="0"/>
                  <a:pt x="0" y="0"/>
                </a:cubicBezTo>
              </a:path>
            </a:pathLst>
          </a:custGeom>
          <a:solidFill>
            <a:srgbClr val="495D6C"/>
          </a:solidFill>
          <a:ln>
            <a:noFill/>
          </a:ln>
          <a:effectLst/>
        </p:spPr>
        <p:txBody>
          <a:bodyPr wrap="none" anchor="ctr"/>
          <a:lstStyle/>
          <a:p>
            <a:pPr>
              <a:defRPr/>
            </a:pPr>
            <a:endParaRPr lang="en-US" sz="1800" dirty="0">
              <a:latin typeface="微软雅黑" panose="020B0503020204020204" charset="-122"/>
            </a:endParaRPr>
          </a:p>
        </p:txBody>
      </p:sp>
      <p:sp>
        <p:nvSpPr>
          <p:cNvPr id="82" name="Freeform 14"/>
          <p:cNvSpPr>
            <a:spLocks noChangeArrowheads="1"/>
          </p:cNvSpPr>
          <p:nvPr/>
        </p:nvSpPr>
        <p:spPr bwMode="auto">
          <a:xfrm>
            <a:off x="6010911" y="2711051"/>
            <a:ext cx="63465" cy="57140"/>
          </a:xfrm>
          <a:custGeom>
            <a:avLst/>
            <a:gdLst>
              <a:gd name="T0" fmla="*/ 117 w 135"/>
              <a:gd name="T1" fmla="*/ 0 h 125"/>
              <a:gd name="T2" fmla="*/ 117 w 135"/>
              <a:gd name="T3" fmla="*/ 0 h 125"/>
              <a:gd name="T4" fmla="*/ 0 w 135"/>
              <a:gd name="T5" fmla="*/ 45 h 125"/>
              <a:gd name="T6" fmla="*/ 134 w 135"/>
              <a:gd name="T7" fmla="*/ 124 h 125"/>
              <a:gd name="T8" fmla="*/ 134 w 135"/>
              <a:gd name="T9" fmla="*/ 0 h 125"/>
              <a:gd name="T10" fmla="*/ 117 w 135"/>
              <a:gd name="T11" fmla="*/ 0 h 125"/>
            </a:gdLst>
            <a:ahLst/>
            <a:cxnLst>
              <a:cxn ang="0">
                <a:pos x="T0" y="T1"/>
              </a:cxn>
              <a:cxn ang="0">
                <a:pos x="T2" y="T3"/>
              </a:cxn>
              <a:cxn ang="0">
                <a:pos x="T4" y="T5"/>
              </a:cxn>
              <a:cxn ang="0">
                <a:pos x="T6" y="T7"/>
              </a:cxn>
              <a:cxn ang="0">
                <a:pos x="T8" y="T9"/>
              </a:cxn>
              <a:cxn ang="0">
                <a:pos x="T10" y="T11"/>
              </a:cxn>
            </a:cxnLst>
            <a:rect l="0" t="0" r="r" b="b"/>
            <a:pathLst>
              <a:path w="135" h="125">
                <a:moveTo>
                  <a:pt x="117" y="0"/>
                </a:moveTo>
                <a:lnTo>
                  <a:pt x="117" y="0"/>
                </a:lnTo>
                <a:cubicBezTo>
                  <a:pt x="70" y="0"/>
                  <a:pt x="31" y="16"/>
                  <a:pt x="0" y="45"/>
                </a:cubicBezTo>
                <a:cubicBezTo>
                  <a:pt x="134" y="124"/>
                  <a:pt x="134" y="124"/>
                  <a:pt x="134" y="124"/>
                </a:cubicBezTo>
                <a:cubicBezTo>
                  <a:pt x="134" y="0"/>
                  <a:pt x="134" y="0"/>
                  <a:pt x="134" y="0"/>
                </a:cubicBezTo>
                <a:cubicBezTo>
                  <a:pt x="128" y="0"/>
                  <a:pt x="123" y="0"/>
                  <a:pt x="117" y="0"/>
                </a:cubicBezTo>
              </a:path>
            </a:pathLst>
          </a:custGeom>
          <a:solidFill>
            <a:srgbClr val="4B98A1"/>
          </a:solidFill>
          <a:ln>
            <a:noFill/>
          </a:ln>
          <a:effectLst/>
        </p:spPr>
        <p:txBody>
          <a:bodyPr wrap="none" anchor="ctr"/>
          <a:lstStyle/>
          <a:p>
            <a:pPr>
              <a:defRPr/>
            </a:pPr>
            <a:endParaRPr lang="en-US" sz="1800" dirty="0">
              <a:latin typeface="微软雅黑" panose="020B0503020204020204" charset="-122"/>
            </a:endParaRPr>
          </a:p>
        </p:txBody>
      </p:sp>
      <p:sp>
        <p:nvSpPr>
          <p:cNvPr id="83" name="Freeform 15"/>
          <p:cNvSpPr>
            <a:spLocks noChangeArrowheads="1"/>
          </p:cNvSpPr>
          <p:nvPr/>
        </p:nvSpPr>
        <p:spPr bwMode="auto">
          <a:xfrm>
            <a:off x="5998218" y="2694120"/>
            <a:ext cx="152315" cy="150257"/>
          </a:xfrm>
          <a:custGeom>
            <a:avLst/>
            <a:gdLst>
              <a:gd name="T0" fmla="*/ 319 w 320"/>
              <a:gd name="T1" fmla="*/ 159 h 319"/>
              <a:gd name="T2" fmla="*/ 319 w 320"/>
              <a:gd name="T3" fmla="*/ 159 h 319"/>
              <a:gd name="T4" fmla="*/ 159 w 320"/>
              <a:gd name="T5" fmla="*/ 318 h 319"/>
              <a:gd name="T6" fmla="*/ 0 w 320"/>
              <a:gd name="T7" fmla="*/ 159 h 319"/>
              <a:gd name="T8" fmla="*/ 159 w 320"/>
              <a:gd name="T9" fmla="*/ 0 h 319"/>
              <a:gd name="T10" fmla="*/ 319 w 320"/>
              <a:gd name="T11" fmla="*/ 159 h 319"/>
            </a:gdLst>
            <a:ahLst/>
            <a:cxnLst>
              <a:cxn ang="0">
                <a:pos x="T0" y="T1"/>
              </a:cxn>
              <a:cxn ang="0">
                <a:pos x="T2" y="T3"/>
              </a:cxn>
              <a:cxn ang="0">
                <a:pos x="T4" y="T5"/>
              </a:cxn>
              <a:cxn ang="0">
                <a:pos x="T6" y="T7"/>
              </a:cxn>
              <a:cxn ang="0">
                <a:pos x="T8" y="T9"/>
              </a:cxn>
              <a:cxn ang="0">
                <a:pos x="T10" y="T11"/>
              </a:cxn>
            </a:cxnLst>
            <a:rect l="0" t="0" r="r" b="b"/>
            <a:pathLst>
              <a:path w="320" h="319">
                <a:moveTo>
                  <a:pt x="319" y="159"/>
                </a:moveTo>
                <a:lnTo>
                  <a:pt x="319" y="159"/>
                </a:lnTo>
                <a:cubicBezTo>
                  <a:pt x="319" y="247"/>
                  <a:pt x="248" y="318"/>
                  <a:pt x="159" y="318"/>
                </a:cubicBezTo>
                <a:cubicBezTo>
                  <a:pt x="71" y="318"/>
                  <a:pt x="0" y="247"/>
                  <a:pt x="0" y="159"/>
                </a:cubicBezTo>
                <a:cubicBezTo>
                  <a:pt x="0" y="71"/>
                  <a:pt x="71" y="0"/>
                  <a:pt x="159" y="0"/>
                </a:cubicBezTo>
                <a:cubicBezTo>
                  <a:pt x="248" y="0"/>
                  <a:pt x="319" y="71"/>
                  <a:pt x="319" y="159"/>
                </a:cubicBezTo>
              </a:path>
            </a:pathLst>
          </a:custGeom>
          <a:solidFill>
            <a:srgbClr val="F2F2F2"/>
          </a:solidFill>
          <a:ln>
            <a:noFill/>
          </a:ln>
          <a:effectLst/>
        </p:spPr>
        <p:txBody>
          <a:bodyPr wrap="none" anchor="ctr"/>
          <a:lstStyle/>
          <a:p>
            <a:pPr>
              <a:defRPr/>
            </a:pPr>
            <a:endParaRPr lang="en-US" sz="1800" dirty="0">
              <a:latin typeface="微软雅黑" panose="020B0503020204020204" charset="-122"/>
            </a:endParaRPr>
          </a:p>
        </p:txBody>
      </p:sp>
      <p:grpSp>
        <p:nvGrpSpPr>
          <p:cNvPr id="5" name="Group 4"/>
          <p:cNvGrpSpPr/>
          <p:nvPr/>
        </p:nvGrpSpPr>
        <p:grpSpPr>
          <a:xfrm>
            <a:off x="4214561" y="1557793"/>
            <a:ext cx="566739" cy="477150"/>
            <a:chOff x="8469196" y="3768365"/>
            <a:chExt cx="1133478" cy="954299"/>
          </a:xfrm>
          <a:solidFill>
            <a:schemeClr val="accent1"/>
          </a:solidFill>
        </p:grpSpPr>
        <p:sp>
          <p:nvSpPr>
            <p:cNvPr id="86" name="Freeform 197"/>
            <p:cNvSpPr>
              <a:spLocks noChangeArrowheads="1"/>
            </p:cNvSpPr>
            <p:nvPr/>
          </p:nvSpPr>
          <p:spPr bwMode="auto">
            <a:xfrm>
              <a:off x="8708506" y="3993925"/>
              <a:ext cx="894168" cy="728739"/>
            </a:xfrm>
            <a:custGeom>
              <a:avLst/>
              <a:gdLst>
                <a:gd name="T0" fmla="*/ 907 w 908"/>
                <a:gd name="T1" fmla="*/ 742 h 743"/>
                <a:gd name="T2" fmla="*/ 842 w 908"/>
                <a:gd name="T3" fmla="*/ 742 h 743"/>
                <a:gd name="T4" fmla="*/ 842 w 908"/>
                <a:gd name="T5" fmla="*/ 59 h 743"/>
                <a:gd name="T6" fmla="*/ 0 w 908"/>
                <a:gd name="T7" fmla="*/ 59 h 743"/>
                <a:gd name="T8" fmla="*/ 0 w 908"/>
                <a:gd name="T9" fmla="*/ 0 h 743"/>
                <a:gd name="T10" fmla="*/ 907 w 908"/>
                <a:gd name="T11" fmla="*/ 0 h 743"/>
                <a:gd name="T12" fmla="*/ 907 w 908"/>
                <a:gd name="T13" fmla="*/ 742 h 743"/>
              </a:gdLst>
              <a:ahLst/>
              <a:cxnLst>
                <a:cxn ang="0">
                  <a:pos x="T0" y="T1"/>
                </a:cxn>
                <a:cxn ang="0">
                  <a:pos x="T2" y="T3"/>
                </a:cxn>
                <a:cxn ang="0">
                  <a:pos x="T4" y="T5"/>
                </a:cxn>
                <a:cxn ang="0">
                  <a:pos x="T6" y="T7"/>
                </a:cxn>
                <a:cxn ang="0">
                  <a:pos x="T8" y="T9"/>
                </a:cxn>
                <a:cxn ang="0">
                  <a:pos x="T10" y="T11"/>
                </a:cxn>
                <a:cxn ang="0">
                  <a:pos x="T12" y="T13"/>
                </a:cxn>
              </a:cxnLst>
              <a:rect l="0" t="0" r="r" b="b"/>
              <a:pathLst>
                <a:path w="908" h="743">
                  <a:moveTo>
                    <a:pt x="907" y="742"/>
                  </a:moveTo>
                  <a:lnTo>
                    <a:pt x="842" y="742"/>
                  </a:lnTo>
                  <a:lnTo>
                    <a:pt x="842" y="59"/>
                  </a:lnTo>
                  <a:lnTo>
                    <a:pt x="0" y="59"/>
                  </a:lnTo>
                  <a:lnTo>
                    <a:pt x="0" y="0"/>
                  </a:lnTo>
                  <a:lnTo>
                    <a:pt x="907" y="0"/>
                  </a:lnTo>
                  <a:lnTo>
                    <a:pt x="907" y="742"/>
                  </a:ln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87" name="Freeform 212"/>
            <p:cNvSpPr>
              <a:spLocks noChangeArrowheads="1"/>
            </p:cNvSpPr>
            <p:nvPr/>
          </p:nvSpPr>
          <p:spPr bwMode="auto">
            <a:xfrm>
              <a:off x="8469196" y="3768365"/>
              <a:ext cx="529555" cy="529203"/>
            </a:xfrm>
            <a:custGeom>
              <a:avLst/>
              <a:gdLst>
                <a:gd name="T0" fmla="*/ 536 w 537"/>
                <a:gd name="T1" fmla="*/ 265 h 537"/>
                <a:gd name="T2" fmla="*/ 536 w 537"/>
                <a:gd name="T3" fmla="*/ 265 h 537"/>
                <a:gd name="T4" fmla="*/ 265 w 537"/>
                <a:gd name="T5" fmla="*/ 536 h 537"/>
                <a:gd name="T6" fmla="*/ 0 w 537"/>
                <a:gd name="T7" fmla="*/ 265 h 537"/>
                <a:gd name="T8" fmla="*/ 265 w 537"/>
                <a:gd name="T9" fmla="*/ 0 h 537"/>
                <a:gd name="T10" fmla="*/ 536 w 537"/>
                <a:gd name="T11" fmla="*/ 265 h 537"/>
              </a:gdLst>
              <a:ahLst/>
              <a:cxnLst>
                <a:cxn ang="0">
                  <a:pos x="T0" y="T1"/>
                </a:cxn>
                <a:cxn ang="0">
                  <a:pos x="T2" y="T3"/>
                </a:cxn>
                <a:cxn ang="0">
                  <a:pos x="T4" y="T5"/>
                </a:cxn>
                <a:cxn ang="0">
                  <a:pos x="T6" y="T7"/>
                </a:cxn>
                <a:cxn ang="0">
                  <a:pos x="T8" y="T9"/>
                </a:cxn>
                <a:cxn ang="0">
                  <a:pos x="T10" y="T11"/>
                </a:cxn>
              </a:cxnLst>
              <a:rect l="0" t="0" r="r" b="b"/>
              <a:pathLst>
                <a:path w="537" h="537">
                  <a:moveTo>
                    <a:pt x="536" y="265"/>
                  </a:moveTo>
                  <a:lnTo>
                    <a:pt x="536" y="265"/>
                  </a:lnTo>
                  <a:cubicBezTo>
                    <a:pt x="536" y="418"/>
                    <a:pt x="413" y="536"/>
                    <a:pt x="265" y="536"/>
                  </a:cubicBezTo>
                  <a:cubicBezTo>
                    <a:pt x="118" y="536"/>
                    <a:pt x="0" y="418"/>
                    <a:pt x="0" y="265"/>
                  </a:cubicBezTo>
                  <a:cubicBezTo>
                    <a:pt x="0" y="118"/>
                    <a:pt x="118" y="0"/>
                    <a:pt x="265" y="0"/>
                  </a:cubicBezTo>
                  <a:cubicBezTo>
                    <a:pt x="413" y="0"/>
                    <a:pt x="536" y="118"/>
                    <a:pt x="536" y="265"/>
                  </a:cubicBez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grpSp>
      <p:grpSp>
        <p:nvGrpSpPr>
          <p:cNvPr id="4" name="Group 3"/>
          <p:cNvGrpSpPr/>
          <p:nvPr/>
        </p:nvGrpSpPr>
        <p:grpSpPr>
          <a:xfrm>
            <a:off x="7351579" y="3514650"/>
            <a:ext cx="566451" cy="605114"/>
            <a:chOff x="14720953" y="7682080"/>
            <a:chExt cx="1132902" cy="1210227"/>
          </a:xfrm>
          <a:solidFill>
            <a:schemeClr val="accent4"/>
          </a:solidFill>
        </p:grpSpPr>
        <p:sp>
          <p:nvSpPr>
            <p:cNvPr id="90" name="Freeform 199"/>
            <p:cNvSpPr>
              <a:spLocks noChangeArrowheads="1"/>
            </p:cNvSpPr>
            <p:nvPr/>
          </p:nvSpPr>
          <p:spPr bwMode="auto">
            <a:xfrm>
              <a:off x="14720953" y="7682080"/>
              <a:ext cx="859443" cy="971653"/>
            </a:xfrm>
            <a:custGeom>
              <a:avLst/>
              <a:gdLst>
                <a:gd name="T0" fmla="*/ 872 w 873"/>
                <a:gd name="T1" fmla="*/ 988 h 989"/>
                <a:gd name="T2" fmla="*/ 0 w 873"/>
                <a:gd name="T3" fmla="*/ 988 h 989"/>
                <a:gd name="T4" fmla="*/ 0 w 873"/>
                <a:gd name="T5" fmla="*/ 0 h 989"/>
                <a:gd name="T6" fmla="*/ 65 w 873"/>
                <a:gd name="T7" fmla="*/ 0 h 989"/>
                <a:gd name="T8" fmla="*/ 65 w 873"/>
                <a:gd name="T9" fmla="*/ 930 h 989"/>
                <a:gd name="T10" fmla="*/ 872 w 873"/>
                <a:gd name="T11" fmla="*/ 930 h 989"/>
                <a:gd name="T12" fmla="*/ 872 w 873"/>
                <a:gd name="T13" fmla="*/ 988 h 989"/>
              </a:gdLst>
              <a:ahLst/>
              <a:cxnLst>
                <a:cxn ang="0">
                  <a:pos x="T0" y="T1"/>
                </a:cxn>
                <a:cxn ang="0">
                  <a:pos x="T2" y="T3"/>
                </a:cxn>
                <a:cxn ang="0">
                  <a:pos x="T4" y="T5"/>
                </a:cxn>
                <a:cxn ang="0">
                  <a:pos x="T6" y="T7"/>
                </a:cxn>
                <a:cxn ang="0">
                  <a:pos x="T8" y="T9"/>
                </a:cxn>
                <a:cxn ang="0">
                  <a:pos x="T10" y="T11"/>
                </a:cxn>
                <a:cxn ang="0">
                  <a:pos x="T12" y="T13"/>
                </a:cxn>
              </a:cxnLst>
              <a:rect l="0" t="0" r="r" b="b"/>
              <a:pathLst>
                <a:path w="873" h="989">
                  <a:moveTo>
                    <a:pt x="872" y="988"/>
                  </a:moveTo>
                  <a:lnTo>
                    <a:pt x="0" y="988"/>
                  </a:lnTo>
                  <a:lnTo>
                    <a:pt x="0" y="0"/>
                  </a:lnTo>
                  <a:lnTo>
                    <a:pt x="65" y="0"/>
                  </a:lnTo>
                  <a:lnTo>
                    <a:pt x="65" y="930"/>
                  </a:lnTo>
                  <a:lnTo>
                    <a:pt x="872" y="930"/>
                  </a:lnTo>
                  <a:lnTo>
                    <a:pt x="872" y="988"/>
                  </a:ln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91" name="Freeform 213"/>
            <p:cNvSpPr>
              <a:spLocks noChangeArrowheads="1"/>
            </p:cNvSpPr>
            <p:nvPr/>
          </p:nvSpPr>
          <p:spPr bwMode="auto">
            <a:xfrm>
              <a:off x="15324300" y="8358768"/>
              <a:ext cx="529555" cy="533539"/>
            </a:xfrm>
            <a:custGeom>
              <a:avLst/>
              <a:gdLst>
                <a:gd name="T0" fmla="*/ 0 w 536"/>
                <a:gd name="T1" fmla="*/ 271 h 543"/>
                <a:gd name="T2" fmla="*/ 0 w 536"/>
                <a:gd name="T3" fmla="*/ 271 h 543"/>
                <a:gd name="T4" fmla="*/ 265 w 536"/>
                <a:gd name="T5" fmla="*/ 542 h 543"/>
                <a:gd name="T6" fmla="*/ 535 w 536"/>
                <a:gd name="T7" fmla="*/ 271 h 543"/>
                <a:gd name="T8" fmla="*/ 265 w 536"/>
                <a:gd name="T9" fmla="*/ 0 h 543"/>
                <a:gd name="T10" fmla="*/ 0 w 536"/>
                <a:gd name="T11" fmla="*/ 271 h 543"/>
              </a:gdLst>
              <a:ahLst/>
              <a:cxnLst>
                <a:cxn ang="0">
                  <a:pos x="T0" y="T1"/>
                </a:cxn>
                <a:cxn ang="0">
                  <a:pos x="T2" y="T3"/>
                </a:cxn>
                <a:cxn ang="0">
                  <a:pos x="T4" y="T5"/>
                </a:cxn>
                <a:cxn ang="0">
                  <a:pos x="T6" y="T7"/>
                </a:cxn>
                <a:cxn ang="0">
                  <a:pos x="T8" y="T9"/>
                </a:cxn>
                <a:cxn ang="0">
                  <a:pos x="T10" y="T11"/>
                </a:cxn>
              </a:cxnLst>
              <a:rect l="0" t="0" r="r" b="b"/>
              <a:pathLst>
                <a:path w="536" h="543">
                  <a:moveTo>
                    <a:pt x="0" y="271"/>
                  </a:moveTo>
                  <a:lnTo>
                    <a:pt x="0" y="271"/>
                  </a:lnTo>
                  <a:cubicBezTo>
                    <a:pt x="0" y="418"/>
                    <a:pt x="117" y="542"/>
                    <a:pt x="265" y="542"/>
                  </a:cubicBezTo>
                  <a:cubicBezTo>
                    <a:pt x="412" y="542"/>
                    <a:pt x="535" y="418"/>
                    <a:pt x="535" y="271"/>
                  </a:cubicBezTo>
                  <a:cubicBezTo>
                    <a:pt x="535" y="124"/>
                    <a:pt x="412" y="0"/>
                    <a:pt x="265" y="0"/>
                  </a:cubicBezTo>
                  <a:cubicBezTo>
                    <a:pt x="117" y="0"/>
                    <a:pt x="0" y="124"/>
                    <a:pt x="0" y="271"/>
                  </a:cubicBez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grpSp>
      <p:grpSp>
        <p:nvGrpSpPr>
          <p:cNvPr id="3" name="Group 2"/>
          <p:cNvGrpSpPr/>
          <p:nvPr/>
        </p:nvGrpSpPr>
        <p:grpSpPr>
          <a:xfrm>
            <a:off x="7370039" y="1544236"/>
            <a:ext cx="360272" cy="496670"/>
            <a:chOff x="14824712" y="3741251"/>
            <a:chExt cx="720544" cy="993340"/>
          </a:xfrm>
          <a:solidFill>
            <a:schemeClr val="accent3"/>
          </a:solidFill>
        </p:grpSpPr>
        <p:sp>
          <p:nvSpPr>
            <p:cNvPr id="94" name="Freeform 196"/>
            <p:cNvSpPr>
              <a:spLocks noChangeArrowheads="1"/>
            </p:cNvSpPr>
            <p:nvPr/>
          </p:nvSpPr>
          <p:spPr bwMode="auto">
            <a:xfrm>
              <a:off x="14824712" y="4196712"/>
              <a:ext cx="486150" cy="537879"/>
            </a:xfrm>
            <a:custGeom>
              <a:avLst/>
              <a:gdLst>
                <a:gd name="T0" fmla="*/ 494 w 495"/>
                <a:gd name="T1" fmla="*/ 548 h 549"/>
                <a:gd name="T2" fmla="*/ 0 w 495"/>
                <a:gd name="T3" fmla="*/ 548 h 549"/>
                <a:gd name="T4" fmla="*/ 0 w 495"/>
                <a:gd name="T5" fmla="*/ 489 h 549"/>
                <a:gd name="T6" fmla="*/ 429 w 495"/>
                <a:gd name="T7" fmla="*/ 489 h 549"/>
                <a:gd name="T8" fmla="*/ 429 w 495"/>
                <a:gd name="T9" fmla="*/ 0 h 549"/>
                <a:gd name="T10" fmla="*/ 494 w 495"/>
                <a:gd name="T11" fmla="*/ 0 h 549"/>
                <a:gd name="T12" fmla="*/ 494 w 495"/>
                <a:gd name="T13" fmla="*/ 548 h 549"/>
              </a:gdLst>
              <a:ahLst/>
              <a:cxnLst>
                <a:cxn ang="0">
                  <a:pos x="T0" y="T1"/>
                </a:cxn>
                <a:cxn ang="0">
                  <a:pos x="T2" y="T3"/>
                </a:cxn>
                <a:cxn ang="0">
                  <a:pos x="T4" y="T5"/>
                </a:cxn>
                <a:cxn ang="0">
                  <a:pos x="T6" y="T7"/>
                </a:cxn>
                <a:cxn ang="0">
                  <a:pos x="T8" y="T9"/>
                </a:cxn>
                <a:cxn ang="0">
                  <a:pos x="T10" y="T11"/>
                </a:cxn>
                <a:cxn ang="0">
                  <a:pos x="T12" y="T13"/>
                </a:cxn>
              </a:cxnLst>
              <a:rect l="0" t="0" r="r" b="b"/>
              <a:pathLst>
                <a:path w="495" h="549">
                  <a:moveTo>
                    <a:pt x="494" y="548"/>
                  </a:moveTo>
                  <a:lnTo>
                    <a:pt x="0" y="548"/>
                  </a:lnTo>
                  <a:lnTo>
                    <a:pt x="0" y="489"/>
                  </a:lnTo>
                  <a:lnTo>
                    <a:pt x="429" y="489"/>
                  </a:lnTo>
                  <a:lnTo>
                    <a:pt x="429" y="0"/>
                  </a:lnTo>
                  <a:lnTo>
                    <a:pt x="494" y="0"/>
                  </a:lnTo>
                  <a:lnTo>
                    <a:pt x="494" y="548"/>
                  </a:ln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95" name="Freeform 214"/>
            <p:cNvSpPr>
              <a:spLocks noChangeArrowheads="1"/>
            </p:cNvSpPr>
            <p:nvPr/>
          </p:nvSpPr>
          <p:spPr bwMode="auto">
            <a:xfrm>
              <a:off x="15015701" y="3741251"/>
              <a:ext cx="529555" cy="529203"/>
            </a:xfrm>
            <a:custGeom>
              <a:avLst/>
              <a:gdLst>
                <a:gd name="T0" fmla="*/ 536 w 537"/>
                <a:gd name="T1" fmla="*/ 265 h 537"/>
                <a:gd name="T2" fmla="*/ 536 w 537"/>
                <a:gd name="T3" fmla="*/ 265 h 537"/>
                <a:gd name="T4" fmla="*/ 265 w 537"/>
                <a:gd name="T5" fmla="*/ 536 h 537"/>
                <a:gd name="T6" fmla="*/ 0 w 537"/>
                <a:gd name="T7" fmla="*/ 265 h 537"/>
                <a:gd name="T8" fmla="*/ 265 w 537"/>
                <a:gd name="T9" fmla="*/ 0 h 537"/>
                <a:gd name="T10" fmla="*/ 536 w 537"/>
                <a:gd name="T11" fmla="*/ 265 h 537"/>
              </a:gdLst>
              <a:ahLst/>
              <a:cxnLst>
                <a:cxn ang="0">
                  <a:pos x="T0" y="T1"/>
                </a:cxn>
                <a:cxn ang="0">
                  <a:pos x="T2" y="T3"/>
                </a:cxn>
                <a:cxn ang="0">
                  <a:pos x="T4" y="T5"/>
                </a:cxn>
                <a:cxn ang="0">
                  <a:pos x="T6" y="T7"/>
                </a:cxn>
                <a:cxn ang="0">
                  <a:pos x="T8" y="T9"/>
                </a:cxn>
                <a:cxn ang="0">
                  <a:pos x="T10" y="T11"/>
                </a:cxn>
              </a:cxnLst>
              <a:rect l="0" t="0" r="r" b="b"/>
              <a:pathLst>
                <a:path w="537" h="537">
                  <a:moveTo>
                    <a:pt x="536" y="265"/>
                  </a:moveTo>
                  <a:lnTo>
                    <a:pt x="536" y="265"/>
                  </a:lnTo>
                  <a:cubicBezTo>
                    <a:pt x="536" y="418"/>
                    <a:pt x="418" y="536"/>
                    <a:pt x="265" y="536"/>
                  </a:cubicBezTo>
                  <a:cubicBezTo>
                    <a:pt x="118" y="536"/>
                    <a:pt x="0" y="418"/>
                    <a:pt x="0" y="265"/>
                  </a:cubicBezTo>
                  <a:cubicBezTo>
                    <a:pt x="0" y="118"/>
                    <a:pt x="118" y="0"/>
                    <a:pt x="265" y="0"/>
                  </a:cubicBezTo>
                  <a:cubicBezTo>
                    <a:pt x="418" y="0"/>
                    <a:pt x="536" y="118"/>
                    <a:pt x="536" y="265"/>
                  </a:cubicBez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grpSp>
      <p:grpSp>
        <p:nvGrpSpPr>
          <p:cNvPr id="8" name="Group 5"/>
          <p:cNvGrpSpPr/>
          <p:nvPr/>
        </p:nvGrpSpPr>
        <p:grpSpPr>
          <a:xfrm>
            <a:off x="4199369" y="3505831"/>
            <a:ext cx="594665" cy="349187"/>
            <a:chOff x="8394252" y="7686721"/>
            <a:chExt cx="1189330" cy="698373"/>
          </a:xfrm>
          <a:solidFill>
            <a:schemeClr val="accent5"/>
          </a:solidFill>
        </p:grpSpPr>
        <p:sp>
          <p:nvSpPr>
            <p:cNvPr id="98" name="Freeform 198"/>
            <p:cNvSpPr>
              <a:spLocks noChangeArrowheads="1"/>
            </p:cNvSpPr>
            <p:nvPr/>
          </p:nvSpPr>
          <p:spPr bwMode="auto">
            <a:xfrm>
              <a:off x="8689414" y="7686721"/>
              <a:ext cx="894168" cy="451125"/>
            </a:xfrm>
            <a:custGeom>
              <a:avLst/>
              <a:gdLst>
                <a:gd name="T0" fmla="*/ 907 w 908"/>
                <a:gd name="T1" fmla="*/ 459 h 460"/>
                <a:gd name="T2" fmla="*/ 0 w 908"/>
                <a:gd name="T3" fmla="*/ 459 h 460"/>
                <a:gd name="T4" fmla="*/ 0 w 908"/>
                <a:gd name="T5" fmla="*/ 394 h 460"/>
                <a:gd name="T6" fmla="*/ 842 w 908"/>
                <a:gd name="T7" fmla="*/ 394 h 460"/>
                <a:gd name="T8" fmla="*/ 842 w 908"/>
                <a:gd name="T9" fmla="*/ 0 h 460"/>
                <a:gd name="T10" fmla="*/ 907 w 908"/>
                <a:gd name="T11" fmla="*/ 0 h 460"/>
                <a:gd name="T12" fmla="*/ 907 w 908"/>
                <a:gd name="T13" fmla="*/ 459 h 460"/>
              </a:gdLst>
              <a:ahLst/>
              <a:cxnLst>
                <a:cxn ang="0">
                  <a:pos x="T0" y="T1"/>
                </a:cxn>
                <a:cxn ang="0">
                  <a:pos x="T2" y="T3"/>
                </a:cxn>
                <a:cxn ang="0">
                  <a:pos x="T4" y="T5"/>
                </a:cxn>
                <a:cxn ang="0">
                  <a:pos x="T6" y="T7"/>
                </a:cxn>
                <a:cxn ang="0">
                  <a:pos x="T8" y="T9"/>
                </a:cxn>
                <a:cxn ang="0">
                  <a:pos x="T10" y="T11"/>
                </a:cxn>
                <a:cxn ang="0">
                  <a:pos x="T12" y="T13"/>
                </a:cxn>
              </a:cxnLst>
              <a:rect l="0" t="0" r="r" b="b"/>
              <a:pathLst>
                <a:path w="908" h="460">
                  <a:moveTo>
                    <a:pt x="907" y="459"/>
                  </a:moveTo>
                  <a:lnTo>
                    <a:pt x="0" y="459"/>
                  </a:lnTo>
                  <a:lnTo>
                    <a:pt x="0" y="394"/>
                  </a:lnTo>
                  <a:lnTo>
                    <a:pt x="842" y="394"/>
                  </a:lnTo>
                  <a:lnTo>
                    <a:pt x="842" y="0"/>
                  </a:lnTo>
                  <a:lnTo>
                    <a:pt x="907" y="0"/>
                  </a:lnTo>
                  <a:lnTo>
                    <a:pt x="907" y="459"/>
                  </a:ln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sp>
          <p:nvSpPr>
            <p:cNvPr id="99" name="Freeform 215"/>
            <p:cNvSpPr>
              <a:spLocks noChangeArrowheads="1"/>
            </p:cNvSpPr>
            <p:nvPr/>
          </p:nvSpPr>
          <p:spPr bwMode="auto">
            <a:xfrm>
              <a:off x="8394252" y="7851555"/>
              <a:ext cx="529555" cy="533539"/>
            </a:xfrm>
            <a:custGeom>
              <a:avLst/>
              <a:gdLst>
                <a:gd name="T0" fmla="*/ 536 w 537"/>
                <a:gd name="T1" fmla="*/ 271 h 542"/>
                <a:gd name="T2" fmla="*/ 536 w 537"/>
                <a:gd name="T3" fmla="*/ 271 h 542"/>
                <a:gd name="T4" fmla="*/ 271 w 537"/>
                <a:gd name="T5" fmla="*/ 541 h 542"/>
                <a:gd name="T6" fmla="*/ 0 w 537"/>
                <a:gd name="T7" fmla="*/ 271 h 542"/>
                <a:gd name="T8" fmla="*/ 271 w 537"/>
                <a:gd name="T9" fmla="*/ 0 h 542"/>
                <a:gd name="T10" fmla="*/ 536 w 537"/>
                <a:gd name="T11" fmla="*/ 271 h 542"/>
              </a:gdLst>
              <a:ahLst/>
              <a:cxnLst>
                <a:cxn ang="0">
                  <a:pos x="T0" y="T1"/>
                </a:cxn>
                <a:cxn ang="0">
                  <a:pos x="T2" y="T3"/>
                </a:cxn>
                <a:cxn ang="0">
                  <a:pos x="T4" y="T5"/>
                </a:cxn>
                <a:cxn ang="0">
                  <a:pos x="T6" y="T7"/>
                </a:cxn>
                <a:cxn ang="0">
                  <a:pos x="T8" y="T9"/>
                </a:cxn>
                <a:cxn ang="0">
                  <a:pos x="T10" y="T11"/>
                </a:cxn>
              </a:cxnLst>
              <a:rect l="0" t="0" r="r" b="b"/>
              <a:pathLst>
                <a:path w="537" h="542">
                  <a:moveTo>
                    <a:pt x="536" y="271"/>
                  </a:moveTo>
                  <a:lnTo>
                    <a:pt x="536" y="271"/>
                  </a:lnTo>
                  <a:cubicBezTo>
                    <a:pt x="536" y="418"/>
                    <a:pt x="418" y="541"/>
                    <a:pt x="271" y="541"/>
                  </a:cubicBezTo>
                  <a:cubicBezTo>
                    <a:pt x="118" y="541"/>
                    <a:pt x="0" y="418"/>
                    <a:pt x="0" y="271"/>
                  </a:cubicBezTo>
                  <a:cubicBezTo>
                    <a:pt x="0" y="123"/>
                    <a:pt x="118" y="0"/>
                    <a:pt x="271" y="0"/>
                  </a:cubicBezTo>
                  <a:cubicBezTo>
                    <a:pt x="418" y="0"/>
                    <a:pt x="536" y="123"/>
                    <a:pt x="536" y="271"/>
                  </a:cubicBezTo>
                </a:path>
              </a:pathLst>
            </a:custGeom>
            <a:grpFill/>
            <a:ln>
              <a:noFill/>
            </a:ln>
            <a:effectLst/>
          </p:spPr>
          <p:txBody>
            <a:bodyPr wrap="none" lIns="60926" tIns="30463" rIns="60926" bIns="30463" anchor="ctr"/>
            <a:lstStyle/>
            <a:p>
              <a:endParaRPr lang="en-US" sz="1800" dirty="0">
                <a:latin typeface="微软雅黑" panose="020B0503020204020204" charset="-122"/>
              </a:endParaRPr>
            </a:p>
          </p:txBody>
        </p:sp>
      </p:grpSp>
      <p:sp>
        <p:nvSpPr>
          <p:cNvPr id="100" name="TextBox 99"/>
          <p:cNvSpPr txBox="1"/>
          <p:nvPr/>
        </p:nvSpPr>
        <p:spPr>
          <a:xfrm>
            <a:off x="7951840" y="3793540"/>
            <a:ext cx="676275" cy="383540"/>
          </a:xfrm>
          <a:prstGeom prst="rect">
            <a:avLst/>
          </a:prstGeom>
          <a:noFill/>
        </p:spPr>
        <p:txBody>
          <a:bodyPr wrap="none" lIns="91421" tIns="45711" rIns="91421" bIns="45711" rtlCol="0">
            <a:spAutoFit/>
          </a:bodyPr>
          <a:lstStyle/>
          <a:p>
            <a:r>
              <a:rPr lang="id-ID" sz="1800" b="1" dirty="0">
                <a:latin typeface="微软雅黑" panose="020B0503020204020204" charset="-122"/>
                <a:cs typeface="Aparajita" panose="020B0604020202020204" pitchFamily="34" charset="0"/>
              </a:rPr>
              <a:t>25%</a:t>
            </a:r>
            <a:endParaRPr lang="id-ID" sz="2000" b="1" dirty="0">
              <a:latin typeface="微软雅黑" panose="020B0503020204020204" charset="-122"/>
              <a:cs typeface="Aparajita" panose="020B0604020202020204" pitchFamily="34" charset="0"/>
            </a:endParaRPr>
          </a:p>
        </p:txBody>
      </p:sp>
      <p:sp>
        <p:nvSpPr>
          <p:cNvPr id="101" name="TextBox 100"/>
          <p:cNvSpPr txBox="1"/>
          <p:nvPr/>
        </p:nvSpPr>
        <p:spPr>
          <a:xfrm>
            <a:off x="7774502" y="1468021"/>
            <a:ext cx="676275" cy="383540"/>
          </a:xfrm>
          <a:prstGeom prst="rect">
            <a:avLst/>
          </a:prstGeom>
          <a:noFill/>
        </p:spPr>
        <p:txBody>
          <a:bodyPr wrap="none" lIns="91421" tIns="45711" rIns="91421" bIns="45711" rtlCol="0">
            <a:spAutoFit/>
          </a:bodyPr>
          <a:lstStyle/>
          <a:p>
            <a:r>
              <a:rPr lang="id-ID" sz="1800" b="1" dirty="0">
                <a:latin typeface="微软雅黑" panose="020B0503020204020204" charset="-122"/>
                <a:cs typeface="Aparajita" panose="020B0604020202020204" pitchFamily="34" charset="0"/>
              </a:rPr>
              <a:t>25%</a:t>
            </a:r>
            <a:endParaRPr lang="id-ID" sz="2000" b="1" dirty="0">
              <a:latin typeface="微软雅黑" panose="020B0503020204020204" charset="-122"/>
              <a:cs typeface="Aparajita" panose="020B0604020202020204" pitchFamily="34" charset="0"/>
            </a:endParaRPr>
          </a:p>
        </p:txBody>
      </p:sp>
      <p:sp>
        <p:nvSpPr>
          <p:cNvPr id="102" name="TextBox 101"/>
          <p:cNvSpPr txBox="1"/>
          <p:nvPr/>
        </p:nvSpPr>
        <p:spPr>
          <a:xfrm>
            <a:off x="3527146" y="1511020"/>
            <a:ext cx="676275" cy="383540"/>
          </a:xfrm>
          <a:prstGeom prst="rect">
            <a:avLst/>
          </a:prstGeom>
          <a:noFill/>
        </p:spPr>
        <p:txBody>
          <a:bodyPr wrap="none" lIns="91421" tIns="45711" rIns="91421" bIns="45711" rtlCol="0">
            <a:spAutoFit/>
          </a:bodyPr>
          <a:lstStyle/>
          <a:p>
            <a:pPr algn="r"/>
            <a:r>
              <a:rPr lang="id-ID" sz="1800" b="1" dirty="0">
                <a:latin typeface="微软雅黑" panose="020B0503020204020204" charset="-122"/>
                <a:cs typeface="Aparajita" panose="020B0604020202020204" pitchFamily="34" charset="0"/>
              </a:rPr>
              <a:t>25%</a:t>
            </a:r>
            <a:endParaRPr lang="id-ID" sz="2000" b="1" dirty="0">
              <a:latin typeface="微软雅黑" panose="020B0503020204020204" charset="-122"/>
              <a:cs typeface="Aparajita" panose="020B0604020202020204" pitchFamily="34" charset="0"/>
            </a:endParaRPr>
          </a:p>
        </p:txBody>
      </p:sp>
      <p:sp>
        <p:nvSpPr>
          <p:cNvPr id="103" name="TextBox 102"/>
          <p:cNvSpPr txBox="1"/>
          <p:nvPr/>
        </p:nvSpPr>
        <p:spPr>
          <a:xfrm>
            <a:off x="3502805" y="3550770"/>
            <a:ext cx="676275" cy="383540"/>
          </a:xfrm>
          <a:prstGeom prst="rect">
            <a:avLst/>
          </a:prstGeom>
          <a:noFill/>
        </p:spPr>
        <p:txBody>
          <a:bodyPr wrap="none" lIns="91421" tIns="45711" rIns="91421" bIns="45711" rtlCol="0">
            <a:spAutoFit/>
          </a:bodyPr>
          <a:lstStyle/>
          <a:p>
            <a:pPr algn="r"/>
            <a:r>
              <a:rPr lang="id-ID" sz="1800" b="1" dirty="0">
                <a:latin typeface="微软雅黑" panose="020B0503020204020204" charset="-122"/>
                <a:cs typeface="Aparajita" panose="020B0604020202020204" pitchFamily="34" charset="0"/>
              </a:rPr>
              <a:t>25%</a:t>
            </a:r>
            <a:endParaRPr lang="id-ID" sz="2000" b="1" dirty="0">
              <a:latin typeface="微软雅黑" panose="020B0503020204020204" charset="-122"/>
              <a:cs typeface="Aparajita" panose="020B0604020202020204" pitchFamily="34" charset="0"/>
            </a:endParaRPr>
          </a:p>
        </p:txBody>
      </p:sp>
    </p:spTree>
  </p:cSld>
  <p:clrMapOvr>
    <a:masterClrMapping/>
  </p:clrMapOvr>
  <p:transition advTm="2855">
    <p:cover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par>
                                <p:cTn id="12" presetID="2" presetClass="entr" presetSubtype="8" fill="hold" nodeType="withEffect">
                                  <p:stCondLst>
                                    <p:cond delay="25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0-#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par>
                          <p:cTn id="20" fill="hold">
                            <p:stCondLst>
                              <p:cond delay="850"/>
                            </p:stCondLst>
                            <p:childTnLst>
                              <p:par>
                                <p:cTn id="21" presetID="17" presetClass="entr" presetSubtype="10" fill="hold" grpId="0" nodeType="afterEffect">
                                  <p:stCondLst>
                                    <p:cond delay="0"/>
                                  </p:stCondLst>
                                  <p:childTnLst>
                                    <p:set>
                                      <p:cBhvr>
                                        <p:cTn id="22" dur="1" fill="hold">
                                          <p:stCondLst>
                                            <p:cond delay="0"/>
                                          </p:stCondLst>
                                        </p:cTn>
                                        <p:tgtEl>
                                          <p:spTgt spid="37"/>
                                        </p:tgtEl>
                                        <p:attrNameLst>
                                          <p:attrName>style.visibility</p:attrName>
                                        </p:attrNameLst>
                                      </p:cBhvr>
                                      <p:to>
                                        <p:strVal val="visible"/>
                                      </p:to>
                                    </p:set>
                                    <p:anim calcmode="lin" valueType="num">
                                      <p:cBhvr>
                                        <p:cTn id="23" dur="500" fill="hold"/>
                                        <p:tgtEl>
                                          <p:spTgt spid="37"/>
                                        </p:tgtEl>
                                        <p:attrNameLst>
                                          <p:attrName>ppt_w</p:attrName>
                                        </p:attrNameLst>
                                      </p:cBhvr>
                                      <p:tavLst>
                                        <p:tav tm="0">
                                          <p:val>
                                            <p:fltVal val="0"/>
                                          </p:val>
                                        </p:tav>
                                        <p:tav tm="100000">
                                          <p:val>
                                            <p:strVal val="#ppt_w"/>
                                          </p:val>
                                        </p:tav>
                                      </p:tavLst>
                                    </p:anim>
                                    <p:anim calcmode="lin" valueType="num">
                                      <p:cBhvr>
                                        <p:cTn id="24" dur="500" fill="hold"/>
                                        <p:tgtEl>
                                          <p:spTgt spid="37"/>
                                        </p:tgtEl>
                                        <p:attrNameLst>
                                          <p:attrName>ppt_h</p:attrName>
                                        </p:attrNameLst>
                                      </p:cBhvr>
                                      <p:tavLst>
                                        <p:tav tm="0">
                                          <p:val>
                                            <p:strVal val="#ppt_h"/>
                                          </p:val>
                                        </p:tav>
                                        <p:tav tm="100000">
                                          <p:val>
                                            <p:strVal val="#ppt_h"/>
                                          </p:val>
                                        </p:tav>
                                      </p:tavLst>
                                    </p:anim>
                                  </p:childTnLst>
                                </p:cTn>
                              </p:par>
                              <p:par>
                                <p:cTn id="25" presetID="17" presetClass="entr" presetSubtype="10" fill="hold" grpId="0" nodeType="withEffect">
                                  <p:stCondLst>
                                    <p:cond delay="0"/>
                                  </p:stCondLst>
                                  <p:childTnLst>
                                    <p:set>
                                      <p:cBhvr>
                                        <p:cTn id="26" dur="1" fill="hold">
                                          <p:stCondLst>
                                            <p:cond delay="0"/>
                                          </p:stCondLst>
                                        </p:cTn>
                                        <p:tgtEl>
                                          <p:spTgt spid="38"/>
                                        </p:tgtEl>
                                        <p:attrNameLst>
                                          <p:attrName>style.visibility</p:attrName>
                                        </p:attrNameLst>
                                      </p:cBhvr>
                                      <p:to>
                                        <p:strVal val="visible"/>
                                      </p:to>
                                    </p:set>
                                    <p:anim calcmode="lin" valueType="num">
                                      <p:cBhvr>
                                        <p:cTn id="27" dur="500" fill="hold"/>
                                        <p:tgtEl>
                                          <p:spTgt spid="38"/>
                                        </p:tgtEl>
                                        <p:attrNameLst>
                                          <p:attrName>ppt_w</p:attrName>
                                        </p:attrNameLst>
                                      </p:cBhvr>
                                      <p:tavLst>
                                        <p:tav tm="0">
                                          <p:val>
                                            <p:fltVal val="0"/>
                                          </p:val>
                                        </p:tav>
                                        <p:tav tm="100000">
                                          <p:val>
                                            <p:strVal val="#ppt_w"/>
                                          </p:val>
                                        </p:tav>
                                      </p:tavLst>
                                    </p:anim>
                                    <p:anim calcmode="lin" valueType="num">
                                      <p:cBhvr>
                                        <p:cTn id="28" dur="500" fill="hold"/>
                                        <p:tgtEl>
                                          <p:spTgt spid="38"/>
                                        </p:tgtEl>
                                        <p:attrNameLst>
                                          <p:attrName>ppt_h</p:attrName>
                                        </p:attrNameLst>
                                      </p:cBhvr>
                                      <p:tavLst>
                                        <p:tav tm="0">
                                          <p:val>
                                            <p:strVal val="#ppt_h"/>
                                          </p:val>
                                        </p:tav>
                                        <p:tav tm="100000">
                                          <p:val>
                                            <p:strVal val="#ppt_h"/>
                                          </p:val>
                                        </p:tav>
                                      </p:tavLst>
                                    </p:anim>
                                  </p:childTnLst>
                                </p:cTn>
                              </p:par>
                              <p:par>
                                <p:cTn id="29" presetID="17" presetClass="entr" presetSubtype="10" fill="hold" grpId="0" nodeType="withEffect">
                                  <p:stCondLst>
                                    <p:cond delay="0"/>
                                  </p:stCondLst>
                                  <p:childTnLst>
                                    <p:set>
                                      <p:cBhvr>
                                        <p:cTn id="30" dur="1" fill="hold">
                                          <p:stCondLst>
                                            <p:cond delay="0"/>
                                          </p:stCondLst>
                                        </p:cTn>
                                        <p:tgtEl>
                                          <p:spTgt spid="39"/>
                                        </p:tgtEl>
                                        <p:attrNameLst>
                                          <p:attrName>style.visibility</p:attrName>
                                        </p:attrNameLst>
                                      </p:cBhvr>
                                      <p:to>
                                        <p:strVal val="visible"/>
                                      </p:to>
                                    </p:set>
                                    <p:anim calcmode="lin" valueType="num">
                                      <p:cBhvr>
                                        <p:cTn id="31" dur="500" fill="hold"/>
                                        <p:tgtEl>
                                          <p:spTgt spid="39"/>
                                        </p:tgtEl>
                                        <p:attrNameLst>
                                          <p:attrName>ppt_w</p:attrName>
                                        </p:attrNameLst>
                                      </p:cBhvr>
                                      <p:tavLst>
                                        <p:tav tm="0">
                                          <p:val>
                                            <p:fltVal val="0"/>
                                          </p:val>
                                        </p:tav>
                                        <p:tav tm="100000">
                                          <p:val>
                                            <p:strVal val="#ppt_w"/>
                                          </p:val>
                                        </p:tav>
                                      </p:tavLst>
                                    </p:anim>
                                    <p:anim calcmode="lin" valueType="num">
                                      <p:cBhvr>
                                        <p:cTn id="32" dur="500" fill="hold"/>
                                        <p:tgtEl>
                                          <p:spTgt spid="39"/>
                                        </p:tgtEl>
                                        <p:attrNameLst>
                                          <p:attrName>ppt_h</p:attrName>
                                        </p:attrNameLst>
                                      </p:cBhvr>
                                      <p:tavLst>
                                        <p:tav tm="0">
                                          <p:val>
                                            <p:strVal val="#ppt_h"/>
                                          </p:val>
                                        </p:tav>
                                        <p:tav tm="100000">
                                          <p:val>
                                            <p:strVal val="#ppt_h"/>
                                          </p:val>
                                        </p:tav>
                                      </p:tavLst>
                                    </p:anim>
                                  </p:childTnLst>
                                </p:cTn>
                              </p:par>
                              <p:par>
                                <p:cTn id="33" presetID="17" presetClass="entr" presetSubtype="10" fill="hold" grpId="0" nodeType="withEffect">
                                  <p:stCondLst>
                                    <p:cond delay="0"/>
                                  </p:stCondLst>
                                  <p:childTnLst>
                                    <p:set>
                                      <p:cBhvr>
                                        <p:cTn id="34" dur="1" fill="hold">
                                          <p:stCondLst>
                                            <p:cond delay="0"/>
                                          </p:stCondLst>
                                        </p:cTn>
                                        <p:tgtEl>
                                          <p:spTgt spid="48"/>
                                        </p:tgtEl>
                                        <p:attrNameLst>
                                          <p:attrName>style.visibility</p:attrName>
                                        </p:attrNameLst>
                                      </p:cBhvr>
                                      <p:to>
                                        <p:strVal val="visible"/>
                                      </p:to>
                                    </p:set>
                                    <p:anim calcmode="lin" valueType="num">
                                      <p:cBhvr>
                                        <p:cTn id="35" dur="500" fill="hold"/>
                                        <p:tgtEl>
                                          <p:spTgt spid="48"/>
                                        </p:tgtEl>
                                        <p:attrNameLst>
                                          <p:attrName>ppt_w</p:attrName>
                                        </p:attrNameLst>
                                      </p:cBhvr>
                                      <p:tavLst>
                                        <p:tav tm="0">
                                          <p:val>
                                            <p:fltVal val="0"/>
                                          </p:val>
                                        </p:tav>
                                        <p:tav tm="100000">
                                          <p:val>
                                            <p:strVal val="#ppt_w"/>
                                          </p:val>
                                        </p:tav>
                                      </p:tavLst>
                                    </p:anim>
                                    <p:anim calcmode="lin" valueType="num">
                                      <p:cBhvr>
                                        <p:cTn id="36" dur="500" fill="hold"/>
                                        <p:tgtEl>
                                          <p:spTgt spid="48"/>
                                        </p:tgtEl>
                                        <p:attrNameLst>
                                          <p:attrName>ppt_h</p:attrName>
                                        </p:attrNameLst>
                                      </p:cBhvr>
                                      <p:tavLst>
                                        <p:tav tm="0">
                                          <p:val>
                                            <p:strVal val="#ppt_h"/>
                                          </p:val>
                                        </p:tav>
                                        <p:tav tm="100000">
                                          <p:val>
                                            <p:strVal val="#ppt_h"/>
                                          </p:val>
                                        </p:tav>
                                      </p:tavLst>
                                    </p:anim>
                                  </p:childTnLst>
                                </p:cTn>
                              </p:par>
                              <p:par>
                                <p:cTn id="37" presetID="17" presetClass="entr" presetSubtype="10" fill="hold" grpId="0" nodeType="withEffect">
                                  <p:stCondLst>
                                    <p:cond delay="0"/>
                                  </p:stCondLst>
                                  <p:childTnLst>
                                    <p:set>
                                      <p:cBhvr>
                                        <p:cTn id="38" dur="1" fill="hold">
                                          <p:stCondLst>
                                            <p:cond delay="0"/>
                                          </p:stCondLst>
                                        </p:cTn>
                                        <p:tgtEl>
                                          <p:spTgt spid="74"/>
                                        </p:tgtEl>
                                        <p:attrNameLst>
                                          <p:attrName>style.visibility</p:attrName>
                                        </p:attrNameLst>
                                      </p:cBhvr>
                                      <p:to>
                                        <p:strVal val="visible"/>
                                      </p:to>
                                    </p:set>
                                    <p:anim calcmode="lin" valueType="num">
                                      <p:cBhvr>
                                        <p:cTn id="39" dur="500" fill="hold"/>
                                        <p:tgtEl>
                                          <p:spTgt spid="74"/>
                                        </p:tgtEl>
                                        <p:attrNameLst>
                                          <p:attrName>ppt_w</p:attrName>
                                        </p:attrNameLst>
                                      </p:cBhvr>
                                      <p:tavLst>
                                        <p:tav tm="0">
                                          <p:val>
                                            <p:fltVal val="0"/>
                                          </p:val>
                                        </p:tav>
                                        <p:tav tm="100000">
                                          <p:val>
                                            <p:strVal val="#ppt_w"/>
                                          </p:val>
                                        </p:tav>
                                      </p:tavLst>
                                    </p:anim>
                                    <p:anim calcmode="lin" valueType="num">
                                      <p:cBhvr>
                                        <p:cTn id="40" dur="500" fill="hold"/>
                                        <p:tgtEl>
                                          <p:spTgt spid="74"/>
                                        </p:tgtEl>
                                        <p:attrNameLst>
                                          <p:attrName>ppt_h</p:attrName>
                                        </p:attrNameLst>
                                      </p:cBhvr>
                                      <p:tavLst>
                                        <p:tav tm="0">
                                          <p:val>
                                            <p:strVal val="#ppt_h"/>
                                          </p:val>
                                        </p:tav>
                                        <p:tav tm="100000">
                                          <p:val>
                                            <p:strVal val="#ppt_h"/>
                                          </p:val>
                                        </p:tav>
                                      </p:tavLst>
                                    </p:anim>
                                  </p:childTnLst>
                                </p:cTn>
                              </p:par>
                              <p:par>
                                <p:cTn id="41" presetID="17" presetClass="entr" presetSubtype="10" fill="hold" grpId="0" nodeType="withEffect">
                                  <p:stCondLst>
                                    <p:cond delay="0"/>
                                  </p:stCondLst>
                                  <p:childTnLst>
                                    <p:set>
                                      <p:cBhvr>
                                        <p:cTn id="42" dur="1" fill="hold">
                                          <p:stCondLst>
                                            <p:cond delay="0"/>
                                          </p:stCondLst>
                                        </p:cTn>
                                        <p:tgtEl>
                                          <p:spTgt spid="75"/>
                                        </p:tgtEl>
                                        <p:attrNameLst>
                                          <p:attrName>style.visibility</p:attrName>
                                        </p:attrNameLst>
                                      </p:cBhvr>
                                      <p:to>
                                        <p:strVal val="visible"/>
                                      </p:to>
                                    </p:set>
                                    <p:anim calcmode="lin" valueType="num">
                                      <p:cBhvr>
                                        <p:cTn id="43" dur="500" fill="hold"/>
                                        <p:tgtEl>
                                          <p:spTgt spid="75"/>
                                        </p:tgtEl>
                                        <p:attrNameLst>
                                          <p:attrName>ppt_w</p:attrName>
                                        </p:attrNameLst>
                                      </p:cBhvr>
                                      <p:tavLst>
                                        <p:tav tm="0">
                                          <p:val>
                                            <p:fltVal val="0"/>
                                          </p:val>
                                        </p:tav>
                                        <p:tav tm="100000">
                                          <p:val>
                                            <p:strVal val="#ppt_w"/>
                                          </p:val>
                                        </p:tav>
                                      </p:tavLst>
                                    </p:anim>
                                    <p:anim calcmode="lin" valueType="num">
                                      <p:cBhvr>
                                        <p:cTn id="44" dur="500" fill="hold"/>
                                        <p:tgtEl>
                                          <p:spTgt spid="75"/>
                                        </p:tgtEl>
                                        <p:attrNameLst>
                                          <p:attrName>ppt_h</p:attrName>
                                        </p:attrNameLst>
                                      </p:cBhvr>
                                      <p:tavLst>
                                        <p:tav tm="0">
                                          <p:val>
                                            <p:strVal val="#ppt_h"/>
                                          </p:val>
                                        </p:tav>
                                        <p:tav tm="100000">
                                          <p:val>
                                            <p:strVal val="#ppt_h"/>
                                          </p:val>
                                        </p:tav>
                                      </p:tavLst>
                                    </p:anim>
                                  </p:childTnLst>
                                </p:cTn>
                              </p:par>
                              <p:par>
                                <p:cTn id="45" presetID="17" presetClass="entr" presetSubtype="10" fill="hold" grpId="0" nodeType="withEffect">
                                  <p:stCondLst>
                                    <p:cond delay="0"/>
                                  </p:stCondLst>
                                  <p:childTnLst>
                                    <p:set>
                                      <p:cBhvr>
                                        <p:cTn id="46" dur="1" fill="hold">
                                          <p:stCondLst>
                                            <p:cond delay="0"/>
                                          </p:stCondLst>
                                        </p:cTn>
                                        <p:tgtEl>
                                          <p:spTgt spid="76"/>
                                        </p:tgtEl>
                                        <p:attrNameLst>
                                          <p:attrName>style.visibility</p:attrName>
                                        </p:attrNameLst>
                                      </p:cBhvr>
                                      <p:to>
                                        <p:strVal val="visible"/>
                                      </p:to>
                                    </p:set>
                                    <p:anim calcmode="lin" valueType="num">
                                      <p:cBhvr>
                                        <p:cTn id="47" dur="500" fill="hold"/>
                                        <p:tgtEl>
                                          <p:spTgt spid="76"/>
                                        </p:tgtEl>
                                        <p:attrNameLst>
                                          <p:attrName>ppt_w</p:attrName>
                                        </p:attrNameLst>
                                      </p:cBhvr>
                                      <p:tavLst>
                                        <p:tav tm="0">
                                          <p:val>
                                            <p:fltVal val="0"/>
                                          </p:val>
                                        </p:tav>
                                        <p:tav tm="100000">
                                          <p:val>
                                            <p:strVal val="#ppt_w"/>
                                          </p:val>
                                        </p:tav>
                                      </p:tavLst>
                                    </p:anim>
                                    <p:anim calcmode="lin" valueType="num">
                                      <p:cBhvr>
                                        <p:cTn id="48" dur="500" fill="hold"/>
                                        <p:tgtEl>
                                          <p:spTgt spid="76"/>
                                        </p:tgtEl>
                                        <p:attrNameLst>
                                          <p:attrName>ppt_h</p:attrName>
                                        </p:attrNameLst>
                                      </p:cBhvr>
                                      <p:tavLst>
                                        <p:tav tm="0">
                                          <p:val>
                                            <p:strVal val="#ppt_h"/>
                                          </p:val>
                                        </p:tav>
                                        <p:tav tm="100000">
                                          <p:val>
                                            <p:strVal val="#ppt_h"/>
                                          </p:val>
                                        </p:tav>
                                      </p:tavLst>
                                    </p:anim>
                                  </p:childTnLst>
                                </p:cTn>
                              </p:par>
                              <p:par>
                                <p:cTn id="49" presetID="17" presetClass="entr" presetSubtype="10" fill="hold" grpId="0" nodeType="withEffect">
                                  <p:stCondLst>
                                    <p:cond delay="0"/>
                                  </p:stCondLst>
                                  <p:childTnLst>
                                    <p:set>
                                      <p:cBhvr>
                                        <p:cTn id="50" dur="1" fill="hold">
                                          <p:stCondLst>
                                            <p:cond delay="0"/>
                                          </p:stCondLst>
                                        </p:cTn>
                                        <p:tgtEl>
                                          <p:spTgt spid="77"/>
                                        </p:tgtEl>
                                        <p:attrNameLst>
                                          <p:attrName>style.visibility</p:attrName>
                                        </p:attrNameLst>
                                      </p:cBhvr>
                                      <p:to>
                                        <p:strVal val="visible"/>
                                      </p:to>
                                    </p:set>
                                    <p:anim calcmode="lin" valueType="num">
                                      <p:cBhvr>
                                        <p:cTn id="51" dur="500" fill="hold"/>
                                        <p:tgtEl>
                                          <p:spTgt spid="77"/>
                                        </p:tgtEl>
                                        <p:attrNameLst>
                                          <p:attrName>ppt_w</p:attrName>
                                        </p:attrNameLst>
                                      </p:cBhvr>
                                      <p:tavLst>
                                        <p:tav tm="0">
                                          <p:val>
                                            <p:fltVal val="0"/>
                                          </p:val>
                                        </p:tav>
                                        <p:tav tm="100000">
                                          <p:val>
                                            <p:strVal val="#ppt_w"/>
                                          </p:val>
                                        </p:tav>
                                      </p:tavLst>
                                    </p:anim>
                                    <p:anim calcmode="lin" valueType="num">
                                      <p:cBhvr>
                                        <p:cTn id="52" dur="500" fill="hold"/>
                                        <p:tgtEl>
                                          <p:spTgt spid="77"/>
                                        </p:tgtEl>
                                        <p:attrNameLst>
                                          <p:attrName>ppt_h</p:attrName>
                                        </p:attrNameLst>
                                      </p:cBhvr>
                                      <p:tavLst>
                                        <p:tav tm="0">
                                          <p:val>
                                            <p:strVal val="#ppt_h"/>
                                          </p:val>
                                        </p:tav>
                                        <p:tav tm="100000">
                                          <p:val>
                                            <p:strVal val="#ppt_h"/>
                                          </p:val>
                                        </p:tav>
                                      </p:tavLst>
                                    </p:anim>
                                  </p:childTnLst>
                                </p:cTn>
                              </p:par>
                              <p:par>
                                <p:cTn id="53" presetID="17" presetClass="entr" presetSubtype="10" fill="hold" grpId="0" nodeType="withEffect">
                                  <p:stCondLst>
                                    <p:cond delay="0"/>
                                  </p:stCondLst>
                                  <p:childTnLst>
                                    <p:set>
                                      <p:cBhvr>
                                        <p:cTn id="54" dur="1" fill="hold">
                                          <p:stCondLst>
                                            <p:cond delay="0"/>
                                          </p:stCondLst>
                                        </p:cTn>
                                        <p:tgtEl>
                                          <p:spTgt spid="78"/>
                                        </p:tgtEl>
                                        <p:attrNameLst>
                                          <p:attrName>style.visibility</p:attrName>
                                        </p:attrNameLst>
                                      </p:cBhvr>
                                      <p:to>
                                        <p:strVal val="visible"/>
                                      </p:to>
                                    </p:set>
                                    <p:anim calcmode="lin" valueType="num">
                                      <p:cBhvr>
                                        <p:cTn id="55" dur="500" fill="hold"/>
                                        <p:tgtEl>
                                          <p:spTgt spid="78"/>
                                        </p:tgtEl>
                                        <p:attrNameLst>
                                          <p:attrName>ppt_w</p:attrName>
                                        </p:attrNameLst>
                                      </p:cBhvr>
                                      <p:tavLst>
                                        <p:tav tm="0">
                                          <p:val>
                                            <p:fltVal val="0"/>
                                          </p:val>
                                        </p:tav>
                                        <p:tav tm="100000">
                                          <p:val>
                                            <p:strVal val="#ppt_w"/>
                                          </p:val>
                                        </p:tav>
                                      </p:tavLst>
                                    </p:anim>
                                    <p:anim calcmode="lin" valueType="num">
                                      <p:cBhvr>
                                        <p:cTn id="56" dur="500" fill="hold"/>
                                        <p:tgtEl>
                                          <p:spTgt spid="78"/>
                                        </p:tgtEl>
                                        <p:attrNameLst>
                                          <p:attrName>ppt_h</p:attrName>
                                        </p:attrNameLst>
                                      </p:cBhvr>
                                      <p:tavLst>
                                        <p:tav tm="0">
                                          <p:val>
                                            <p:strVal val="#ppt_h"/>
                                          </p:val>
                                        </p:tav>
                                        <p:tav tm="100000">
                                          <p:val>
                                            <p:strVal val="#ppt_h"/>
                                          </p:val>
                                        </p:tav>
                                      </p:tavLst>
                                    </p:anim>
                                  </p:childTnLst>
                                </p:cTn>
                              </p:par>
                              <p:par>
                                <p:cTn id="57" presetID="17" presetClass="entr" presetSubtype="10" fill="hold" grpId="0" nodeType="withEffect">
                                  <p:stCondLst>
                                    <p:cond delay="0"/>
                                  </p:stCondLst>
                                  <p:childTnLst>
                                    <p:set>
                                      <p:cBhvr>
                                        <p:cTn id="58" dur="1" fill="hold">
                                          <p:stCondLst>
                                            <p:cond delay="0"/>
                                          </p:stCondLst>
                                        </p:cTn>
                                        <p:tgtEl>
                                          <p:spTgt spid="79"/>
                                        </p:tgtEl>
                                        <p:attrNameLst>
                                          <p:attrName>style.visibility</p:attrName>
                                        </p:attrNameLst>
                                      </p:cBhvr>
                                      <p:to>
                                        <p:strVal val="visible"/>
                                      </p:to>
                                    </p:set>
                                    <p:anim calcmode="lin" valueType="num">
                                      <p:cBhvr>
                                        <p:cTn id="59" dur="500" fill="hold"/>
                                        <p:tgtEl>
                                          <p:spTgt spid="79"/>
                                        </p:tgtEl>
                                        <p:attrNameLst>
                                          <p:attrName>ppt_w</p:attrName>
                                        </p:attrNameLst>
                                      </p:cBhvr>
                                      <p:tavLst>
                                        <p:tav tm="0">
                                          <p:val>
                                            <p:fltVal val="0"/>
                                          </p:val>
                                        </p:tav>
                                        <p:tav tm="100000">
                                          <p:val>
                                            <p:strVal val="#ppt_w"/>
                                          </p:val>
                                        </p:tav>
                                      </p:tavLst>
                                    </p:anim>
                                    <p:anim calcmode="lin" valueType="num">
                                      <p:cBhvr>
                                        <p:cTn id="60" dur="500" fill="hold"/>
                                        <p:tgtEl>
                                          <p:spTgt spid="79"/>
                                        </p:tgtEl>
                                        <p:attrNameLst>
                                          <p:attrName>ppt_h</p:attrName>
                                        </p:attrNameLst>
                                      </p:cBhvr>
                                      <p:tavLst>
                                        <p:tav tm="0">
                                          <p:val>
                                            <p:strVal val="#ppt_h"/>
                                          </p:val>
                                        </p:tav>
                                        <p:tav tm="100000">
                                          <p:val>
                                            <p:strVal val="#ppt_h"/>
                                          </p:val>
                                        </p:tav>
                                      </p:tavLst>
                                    </p:anim>
                                  </p:childTnLst>
                                </p:cTn>
                              </p:par>
                              <p:par>
                                <p:cTn id="61" presetID="17" presetClass="entr" presetSubtype="10" fill="hold" grpId="0" nodeType="withEffect">
                                  <p:stCondLst>
                                    <p:cond delay="0"/>
                                  </p:stCondLst>
                                  <p:childTnLst>
                                    <p:set>
                                      <p:cBhvr>
                                        <p:cTn id="62" dur="1" fill="hold">
                                          <p:stCondLst>
                                            <p:cond delay="0"/>
                                          </p:stCondLst>
                                        </p:cTn>
                                        <p:tgtEl>
                                          <p:spTgt spid="80"/>
                                        </p:tgtEl>
                                        <p:attrNameLst>
                                          <p:attrName>style.visibility</p:attrName>
                                        </p:attrNameLst>
                                      </p:cBhvr>
                                      <p:to>
                                        <p:strVal val="visible"/>
                                      </p:to>
                                    </p:set>
                                    <p:anim calcmode="lin" valueType="num">
                                      <p:cBhvr>
                                        <p:cTn id="63" dur="500" fill="hold"/>
                                        <p:tgtEl>
                                          <p:spTgt spid="80"/>
                                        </p:tgtEl>
                                        <p:attrNameLst>
                                          <p:attrName>ppt_w</p:attrName>
                                        </p:attrNameLst>
                                      </p:cBhvr>
                                      <p:tavLst>
                                        <p:tav tm="0">
                                          <p:val>
                                            <p:fltVal val="0"/>
                                          </p:val>
                                        </p:tav>
                                        <p:tav tm="100000">
                                          <p:val>
                                            <p:strVal val="#ppt_w"/>
                                          </p:val>
                                        </p:tav>
                                      </p:tavLst>
                                    </p:anim>
                                    <p:anim calcmode="lin" valueType="num">
                                      <p:cBhvr>
                                        <p:cTn id="64" dur="500" fill="hold"/>
                                        <p:tgtEl>
                                          <p:spTgt spid="80"/>
                                        </p:tgtEl>
                                        <p:attrNameLst>
                                          <p:attrName>ppt_h</p:attrName>
                                        </p:attrNameLst>
                                      </p:cBhvr>
                                      <p:tavLst>
                                        <p:tav tm="0">
                                          <p:val>
                                            <p:strVal val="#ppt_h"/>
                                          </p:val>
                                        </p:tav>
                                        <p:tav tm="100000">
                                          <p:val>
                                            <p:strVal val="#ppt_h"/>
                                          </p:val>
                                        </p:tav>
                                      </p:tavLst>
                                    </p:anim>
                                  </p:childTnLst>
                                </p:cTn>
                              </p:par>
                              <p:par>
                                <p:cTn id="65" presetID="17" presetClass="entr" presetSubtype="10" fill="hold" grpId="0" nodeType="withEffect">
                                  <p:stCondLst>
                                    <p:cond delay="0"/>
                                  </p:stCondLst>
                                  <p:childTnLst>
                                    <p:set>
                                      <p:cBhvr>
                                        <p:cTn id="66" dur="1" fill="hold">
                                          <p:stCondLst>
                                            <p:cond delay="0"/>
                                          </p:stCondLst>
                                        </p:cTn>
                                        <p:tgtEl>
                                          <p:spTgt spid="81"/>
                                        </p:tgtEl>
                                        <p:attrNameLst>
                                          <p:attrName>style.visibility</p:attrName>
                                        </p:attrNameLst>
                                      </p:cBhvr>
                                      <p:to>
                                        <p:strVal val="visible"/>
                                      </p:to>
                                    </p:set>
                                    <p:anim calcmode="lin" valueType="num">
                                      <p:cBhvr>
                                        <p:cTn id="67" dur="500" fill="hold"/>
                                        <p:tgtEl>
                                          <p:spTgt spid="81"/>
                                        </p:tgtEl>
                                        <p:attrNameLst>
                                          <p:attrName>ppt_w</p:attrName>
                                        </p:attrNameLst>
                                      </p:cBhvr>
                                      <p:tavLst>
                                        <p:tav tm="0">
                                          <p:val>
                                            <p:fltVal val="0"/>
                                          </p:val>
                                        </p:tav>
                                        <p:tav tm="100000">
                                          <p:val>
                                            <p:strVal val="#ppt_w"/>
                                          </p:val>
                                        </p:tav>
                                      </p:tavLst>
                                    </p:anim>
                                    <p:anim calcmode="lin" valueType="num">
                                      <p:cBhvr>
                                        <p:cTn id="68" dur="500" fill="hold"/>
                                        <p:tgtEl>
                                          <p:spTgt spid="81"/>
                                        </p:tgtEl>
                                        <p:attrNameLst>
                                          <p:attrName>ppt_h</p:attrName>
                                        </p:attrNameLst>
                                      </p:cBhvr>
                                      <p:tavLst>
                                        <p:tav tm="0">
                                          <p:val>
                                            <p:strVal val="#ppt_h"/>
                                          </p:val>
                                        </p:tav>
                                        <p:tav tm="100000">
                                          <p:val>
                                            <p:strVal val="#ppt_h"/>
                                          </p:val>
                                        </p:tav>
                                      </p:tavLst>
                                    </p:anim>
                                  </p:childTnLst>
                                </p:cTn>
                              </p:par>
                              <p:par>
                                <p:cTn id="69" presetID="17" presetClass="entr" presetSubtype="10" fill="hold" grpId="0" nodeType="withEffect">
                                  <p:stCondLst>
                                    <p:cond delay="0"/>
                                  </p:stCondLst>
                                  <p:childTnLst>
                                    <p:set>
                                      <p:cBhvr>
                                        <p:cTn id="70" dur="1" fill="hold">
                                          <p:stCondLst>
                                            <p:cond delay="0"/>
                                          </p:stCondLst>
                                        </p:cTn>
                                        <p:tgtEl>
                                          <p:spTgt spid="82"/>
                                        </p:tgtEl>
                                        <p:attrNameLst>
                                          <p:attrName>style.visibility</p:attrName>
                                        </p:attrNameLst>
                                      </p:cBhvr>
                                      <p:to>
                                        <p:strVal val="visible"/>
                                      </p:to>
                                    </p:set>
                                    <p:anim calcmode="lin" valueType="num">
                                      <p:cBhvr>
                                        <p:cTn id="71" dur="500" fill="hold"/>
                                        <p:tgtEl>
                                          <p:spTgt spid="82"/>
                                        </p:tgtEl>
                                        <p:attrNameLst>
                                          <p:attrName>ppt_w</p:attrName>
                                        </p:attrNameLst>
                                      </p:cBhvr>
                                      <p:tavLst>
                                        <p:tav tm="0">
                                          <p:val>
                                            <p:fltVal val="0"/>
                                          </p:val>
                                        </p:tav>
                                        <p:tav tm="100000">
                                          <p:val>
                                            <p:strVal val="#ppt_w"/>
                                          </p:val>
                                        </p:tav>
                                      </p:tavLst>
                                    </p:anim>
                                    <p:anim calcmode="lin" valueType="num">
                                      <p:cBhvr>
                                        <p:cTn id="72" dur="500" fill="hold"/>
                                        <p:tgtEl>
                                          <p:spTgt spid="82"/>
                                        </p:tgtEl>
                                        <p:attrNameLst>
                                          <p:attrName>ppt_h</p:attrName>
                                        </p:attrNameLst>
                                      </p:cBhvr>
                                      <p:tavLst>
                                        <p:tav tm="0">
                                          <p:val>
                                            <p:strVal val="#ppt_h"/>
                                          </p:val>
                                        </p:tav>
                                        <p:tav tm="100000">
                                          <p:val>
                                            <p:strVal val="#ppt_h"/>
                                          </p:val>
                                        </p:tav>
                                      </p:tavLst>
                                    </p:anim>
                                  </p:childTnLst>
                                </p:cTn>
                              </p:par>
                              <p:par>
                                <p:cTn id="73" presetID="17" presetClass="entr" presetSubtype="10" fill="hold" grpId="0" nodeType="withEffect">
                                  <p:stCondLst>
                                    <p:cond delay="0"/>
                                  </p:stCondLst>
                                  <p:childTnLst>
                                    <p:set>
                                      <p:cBhvr>
                                        <p:cTn id="74" dur="1" fill="hold">
                                          <p:stCondLst>
                                            <p:cond delay="0"/>
                                          </p:stCondLst>
                                        </p:cTn>
                                        <p:tgtEl>
                                          <p:spTgt spid="83"/>
                                        </p:tgtEl>
                                        <p:attrNameLst>
                                          <p:attrName>style.visibility</p:attrName>
                                        </p:attrNameLst>
                                      </p:cBhvr>
                                      <p:to>
                                        <p:strVal val="visible"/>
                                      </p:to>
                                    </p:set>
                                    <p:anim calcmode="lin" valueType="num">
                                      <p:cBhvr>
                                        <p:cTn id="75" dur="500" fill="hold"/>
                                        <p:tgtEl>
                                          <p:spTgt spid="83"/>
                                        </p:tgtEl>
                                        <p:attrNameLst>
                                          <p:attrName>ppt_w</p:attrName>
                                        </p:attrNameLst>
                                      </p:cBhvr>
                                      <p:tavLst>
                                        <p:tav tm="0">
                                          <p:val>
                                            <p:fltVal val="0"/>
                                          </p:val>
                                        </p:tav>
                                        <p:tav tm="100000">
                                          <p:val>
                                            <p:strVal val="#ppt_w"/>
                                          </p:val>
                                        </p:tav>
                                      </p:tavLst>
                                    </p:anim>
                                    <p:anim calcmode="lin" valueType="num">
                                      <p:cBhvr>
                                        <p:cTn id="76" dur="500" fill="hold"/>
                                        <p:tgtEl>
                                          <p:spTgt spid="83"/>
                                        </p:tgtEl>
                                        <p:attrNameLst>
                                          <p:attrName>ppt_h</p:attrName>
                                        </p:attrNameLst>
                                      </p:cBhvr>
                                      <p:tavLst>
                                        <p:tav tm="0">
                                          <p:val>
                                            <p:strVal val="#ppt_h"/>
                                          </p:val>
                                        </p:tav>
                                        <p:tav tm="100000">
                                          <p:val>
                                            <p:strVal val="#ppt_h"/>
                                          </p:val>
                                        </p:tav>
                                      </p:tavLst>
                                    </p:anim>
                                  </p:childTnLst>
                                </p:cTn>
                              </p:par>
                              <p:par>
                                <p:cTn id="77" presetID="17" presetClass="entr" presetSubtype="10" fill="hold" nodeType="withEffect">
                                  <p:stCondLst>
                                    <p:cond delay="0"/>
                                  </p:stCondLst>
                                  <p:childTnLst>
                                    <p:set>
                                      <p:cBhvr>
                                        <p:cTn id="78" dur="1" fill="hold">
                                          <p:stCondLst>
                                            <p:cond delay="0"/>
                                          </p:stCondLst>
                                        </p:cTn>
                                        <p:tgtEl>
                                          <p:spTgt spid="5"/>
                                        </p:tgtEl>
                                        <p:attrNameLst>
                                          <p:attrName>style.visibility</p:attrName>
                                        </p:attrNameLst>
                                      </p:cBhvr>
                                      <p:to>
                                        <p:strVal val="visible"/>
                                      </p:to>
                                    </p:set>
                                    <p:anim calcmode="lin" valueType="num">
                                      <p:cBhvr>
                                        <p:cTn id="79" dur="500" fill="hold"/>
                                        <p:tgtEl>
                                          <p:spTgt spid="5"/>
                                        </p:tgtEl>
                                        <p:attrNameLst>
                                          <p:attrName>ppt_w</p:attrName>
                                        </p:attrNameLst>
                                      </p:cBhvr>
                                      <p:tavLst>
                                        <p:tav tm="0">
                                          <p:val>
                                            <p:fltVal val="0"/>
                                          </p:val>
                                        </p:tav>
                                        <p:tav tm="100000">
                                          <p:val>
                                            <p:strVal val="#ppt_w"/>
                                          </p:val>
                                        </p:tav>
                                      </p:tavLst>
                                    </p:anim>
                                    <p:anim calcmode="lin" valueType="num">
                                      <p:cBhvr>
                                        <p:cTn id="80" dur="500" fill="hold"/>
                                        <p:tgtEl>
                                          <p:spTgt spid="5"/>
                                        </p:tgtEl>
                                        <p:attrNameLst>
                                          <p:attrName>ppt_h</p:attrName>
                                        </p:attrNameLst>
                                      </p:cBhvr>
                                      <p:tavLst>
                                        <p:tav tm="0">
                                          <p:val>
                                            <p:strVal val="#ppt_h"/>
                                          </p:val>
                                        </p:tav>
                                        <p:tav tm="100000">
                                          <p:val>
                                            <p:strVal val="#ppt_h"/>
                                          </p:val>
                                        </p:tav>
                                      </p:tavLst>
                                    </p:anim>
                                  </p:childTnLst>
                                </p:cTn>
                              </p:par>
                              <p:par>
                                <p:cTn id="81" presetID="17" presetClass="entr" presetSubtype="10" fill="hold" nodeType="withEffect">
                                  <p:stCondLst>
                                    <p:cond delay="0"/>
                                  </p:stCondLst>
                                  <p:childTnLst>
                                    <p:set>
                                      <p:cBhvr>
                                        <p:cTn id="82" dur="1" fill="hold">
                                          <p:stCondLst>
                                            <p:cond delay="0"/>
                                          </p:stCondLst>
                                        </p:cTn>
                                        <p:tgtEl>
                                          <p:spTgt spid="4"/>
                                        </p:tgtEl>
                                        <p:attrNameLst>
                                          <p:attrName>style.visibility</p:attrName>
                                        </p:attrNameLst>
                                      </p:cBhvr>
                                      <p:to>
                                        <p:strVal val="visible"/>
                                      </p:to>
                                    </p:set>
                                    <p:anim calcmode="lin" valueType="num">
                                      <p:cBhvr>
                                        <p:cTn id="83" dur="500" fill="hold"/>
                                        <p:tgtEl>
                                          <p:spTgt spid="4"/>
                                        </p:tgtEl>
                                        <p:attrNameLst>
                                          <p:attrName>ppt_w</p:attrName>
                                        </p:attrNameLst>
                                      </p:cBhvr>
                                      <p:tavLst>
                                        <p:tav tm="0">
                                          <p:val>
                                            <p:fltVal val="0"/>
                                          </p:val>
                                        </p:tav>
                                        <p:tav tm="100000">
                                          <p:val>
                                            <p:strVal val="#ppt_w"/>
                                          </p:val>
                                        </p:tav>
                                      </p:tavLst>
                                    </p:anim>
                                    <p:anim calcmode="lin" valueType="num">
                                      <p:cBhvr>
                                        <p:cTn id="84" dur="500" fill="hold"/>
                                        <p:tgtEl>
                                          <p:spTgt spid="4"/>
                                        </p:tgtEl>
                                        <p:attrNameLst>
                                          <p:attrName>ppt_h</p:attrName>
                                        </p:attrNameLst>
                                      </p:cBhvr>
                                      <p:tavLst>
                                        <p:tav tm="0">
                                          <p:val>
                                            <p:strVal val="#ppt_h"/>
                                          </p:val>
                                        </p:tav>
                                        <p:tav tm="100000">
                                          <p:val>
                                            <p:strVal val="#ppt_h"/>
                                          </p:val>
                                        </p:tav>
                                      </p:tavLst>
                                    </p:anim>
                                  </p:childTnLst>
                                </p:cTn>
                              </p:par>
                              <p:par>
                                <p:cTn id="85" presetID="17" presetClass="entr" presetSubtype="10" fill="hold" nodeType="withEffect">
                                  <p:stCondLst>
                                    <p:cond delay="0"/>
                                  </p:stCondLst>
                                  <p:childTnLst>
                                    <p:set>
                                      <p:cBhvr>
                                        <p:cTn id="86" dur="1" fill="hold">
                                          <p:stCondLst>
                                            <p:cond delay="0"/>
                                          </p:stCondLst>
                                        </p:cTn>
                                        <p:tgtEl>
                                          <p:spTgt spid="3"/>
                                        </p:tgtEl>
                                        <p:attrNameLst>
                                          <p:attrName>style.visibility</p:attrName>
                                        </p:attrNameLst>
                                      </p:cBhvr>
                                      <p:to>
                                        <p:strVal val="visible"/>
                                      </p:to>
                                    </p:set>
                                    <p:anim calcmode="lin" valueType="num">
                                      <p:cBhvr>
                                        <p:cTn id="87" dur="500" fill="hold"/>
                                        <p:tgtEl>
                                          <p:spTgt spid="3"/>
                                        </p:tgtEl>
                                        <p:attrNameLst>
                                          <p:attrName>ppt_w</p:attrName>
                                        </p:attrNameLst>
                                      </p:cBhvr>
                                      <p:tavLst>
                                        <p:tav tm="0">
                                          <p:val>
                                            <p:fltVal val="0"/>
                                          </p:val>
                                        </p:tav>
                                        <p:tav tm="100000">
                                          <p:val>
                                            <p:strVal val="#ppt_w"/>
                                          </p:val>
                                        </p:tav>
                                      </p:tavLst>
                                    </p:anim>
                                    <p:anim calcmode="lin" valueType="num">
                                      <p:cBhvr>
                                        <p:cTn id="88" dur="500" fill="hold"/>
                                        <p:tgtEl>
                                          <p:spTgt spid="3"/>
                                        </p:tgtEl>
                                        <p:attrNameLst>
                                          <p:attrName>ppt_h</p:attrName>
                                        </p:attrNameLst>
                                      </p:cBhvr>
                                      <p:tavLst>
                                        <p:tav tm="0">
                                          <p:val>
                                            <p:strVal val="#ppt_h"/>
                                          </p:val>
                                        </p:tav>
                                        <p:tav tm="100000">
                                          <p:val>
                                            <p:strVal val="#ppt_h"/>
                                          </p:val>
                                        </p:tav>
                                      </p:tavLst>
                                    </p:anim>
                                  </p:childTnLst>
                                </p:cTn>
                              </p:par>
                              <p:par>
                                <p:cTn id="89" presetID="17" presetClass="entr" presetSubtype="10" fill="hold" nodeType="withEffect">
                                  <p:stCondLst>
                                    <p:cond delay="0"/>
                                  </p:stCondLst>
                                  <p:childTnLst>
                                    <p:set>
                                      <p:cBhvr>
                                        <p:cTn id="90" dur="1" fill="hold">
                                          <p:stCondLst>
                                            <p:cond delay="0"/>
                                          </p:stCondLst>
                                        </p:cTn>
                                        <p:tgtEl>
                                          <p:spTgt spid="8"/>
                                        </p:tgtEl>
                                        <p:attrNameLst>
                                          <p:attrName>style.visibility</p:attrName>
                                        </p:attrNameLst>
                                      </p:cBhvr>
                                      <p:to>
                                        <p:strVal val="visible"/>
                                      </p:to>
                                    </p:set>
                                    <p:anim calcmode="lin" valueType="num">
                                      <p:cBhvr>
                                        <p:cTn id="91" dur="500" fill="hold"/>
                                        <p:tgtEl>
                                          <p:spTgt spid="8"/>
                                        </p:tgtEl>
                                        <p:attrNameLst>
                                          <p:attrName>ppt_w</p:attrName>
                                        </p:attrNameLst>
                                      </p:cBhvr>
                                      <p:tavLst>
                                        <p:tav tm="0">
                                          <p:val>
                                            <p:fltVal val="0"/>
                                          </p:val>
                                        </p:tav>
                                        <p:tav tm="100000">
                                          <p:val>
                                            <p:strVal val="#ppt_w"/>
                                          </p:val>
                                        </p:tav>
                                      </p:tavLst>
                                    </p:anim>
                                    <p:anim calcmode="lin" valueType="num">
                                      <p:cBhvr>
                                        <p:cTn id="92" dur="500" fill="hold"/>
                                        <p:tgtEl>
                                          <p:spTgt spid="8"/>
                                        </p:tgtEl>
                                        <p:attrNameLst>
                                          <p:attrName>ppt_h</p:attrName>
                                        </p:attrNameLst>
                                      </p:cBhvr>
                                      <p:tavLst>
                                        <p:tav tm="0">
                                          <p:val>
                                            <p:strVal val="#ppt_h"/>
                                          </p:val>
                                        </p:tav>
                                        <p:tav tm="100000">
                                          <p:val>
                                            <p:strVal val="#ppt_h"/>
                                          </p:val>
                                        </p:tav>
                                      </p:tavLst>
                                    </p:anim>
                                  </p:childTnLst>
                                </p:cTn>
                              </p:par>
                              <p:par>
                                <p:cTn id="93" presetID="17" presetClass="entr" presetSubtype="10" fill="hold" grpId="0" nodeType="withEffect">
                                  <p:stCondLst>
                                    <p:cond delay="0"/>
                                  </p:stCondLst>
                                  <p:childTnLst>
                                    <p:set>
                                      <p:cBhvr>
                                        <p:cTn id="94" dur="1" fill="hold">
                                          <p:stCondLst>
                                            <p:cond delay="0"/>
                                          </p:stCondLst>
                                        </p:cTn>
                                        <p:tgtEl>
                                          <p:spTgt spid="100"/>
                                        </p:tgtEl>
                                        <p:attrNameLst>
                                          <p:attrName>style.visibility</p:attrName>
                                        </p:attrNameLst>
                                      </p:cBhvr>
                                      <p:to>
                                        <p:strVal val="visible"/>
                                      </p:to>
                                    </p:set>
                                    <p:anim calcmode="lin" valueType="num">
                                      <p:cBhvr>
                                        <p:cTn id="95" dur="500" fill="hold"/>
                                        <p:tgtEl>
                                          <p:spTgt spid="100"/>
                                        </p:tgtEl>
                                        <p:attrNameLst>
                                          <p:attrName>ppt_w</p:attrName>
                                        </p:attrNameLst>
                                      </p:cBhvr>
                                      <p:tavLst>
                                        <p:tav tm="0">
                                          <p:val>
                                            <p:fltVal val="0"/>
                                          </p:val>
                                        </p:tav>
                                        <p:tav tm="100000">
                                          <p:val>
                                            <p:strVal val="#ppt_w"/>
                                          </p:val>
                                        </p:tav>
                                      </p:tavLst>
                                    </p:anim>
                                    <p:anim calcmode="lin" valueType="num">
                                      <p:cBhvr>
                                        <p:cTn id="96" dur="500" fill="hold"/>
                                        <p:tgtEl>
                                          <p:spTgt spid="100"/>
                                        </p:tgtEl>
                                        <p:attrNameLst>
                                          <p:attrName>ppt_h</p:attrName>
                                        </p:attrNameLst>
                                      </p:cBhvr>
                                      <p:tavLst>
                                        <p:tav tm="0">
                                          <p:val>
                                            <p:strVal val="#ppt_h"/>
                                          </p:val>
                                        </p:tav>
                                        <p:tav tm="100000">
                                          <p:val>
                                            <p:strVal val="#ppt_h"/>
                                          </p:val>
                                        </p:tav>
                                      </p:tavLst>
                                    </p:anim>
                                  </p:childTnLst>
                                </p:cTn>
                              </p:par>
                              <p:par>
                                <p:cTn id="97" presetID="17" presetClass="entr" presetSubtype="10" fill="hold" grpId="0" nodeType="withEffect">
                                  <p:stCondLst>
                                    <p:cond delay="0"/>
                                  </p:stCondLst>
                                  <p:childTnLst>
                                    <p:set>
                                      <p:cBhvr>
                                        <p:cTn id="98" dur="1" fill="hold">
                                          <p:stCondLst>
                                            <p:cond delay="0"/>
                                          </p:stCondLst>
                                        </p:cTn>
                                        <p:tgtEl>
                                          <p:spTgt spid="101"/>
                                        </p:tgtEl>
                                        <p:attrNameLst>
                                          <p:attrName>style.visibility</p:attrName>
                                        </p:attrNameLst>
                                      </p:cBhvr>
                                      <p:to>
                                        <p:strVal val="visible"/>
                                      </p:to>
                                    </p:set>
                                    <p:anim calcmode="lin" valueType="num">
                                      <p:cBhvr>
                                        <p:cTn id="99" dur="500" fill="hold"/>
                                        <p:tgtEl>
                                          <p:spTgt spid="101"/>
                                        </p:tgtEl>
                                        <p:attrNameLst>
                                          <p:attrName>ppt_w</p:attrName>
                                        </p:attrNameLst>
                                      </p:cBhvr>
                                      <p:tavLst>
                                        <p:tav tm="0">
                                          <p:val>
                                            <p:fltVal val="0"/>
                                          </p:val>
                                        </p:tav>
                                        <p:tav tm="100000">
                                          <p:val>
                                            <p:strVal val="#ppt_w"/>
                                          </p:val>
                                        </p:tav>
                                      </p:tavLst>
                                    </p:anim>
                                    <p:anim calcmode="lin" valueType="num">
                                      <p:cBhvr>
                                        <p:cTn id="100" dur="500" fill="hold"/>
                                        <p:tgtEl>
                                          <p:spTgt spid="101"/>
                                        </p:tgtEl>
                                        <p:attrNameLst>
                                          <p:attrName>ppt_h</p:attrName>
                                        </p:attrNameLst>
                                      </p:cBhvr>
                                      <p:tavLst>
                                        <p:tav tm="0">
                                          <p:val>
                                            <p:strVal val="#ppt_h"/>
                                          </p:val>
                                        </p:tav>
                                        <p:tav tm="100000">
                                          <p:val>
                                            <p:strVal val="#ppt_h"/>
                                          </p:val>
                                        </p:tav>
                                      </p:tavLst>
                                    </p:anim>
                                  </p:childTnLst>
                                </p:cTn>
                              </p:par>
                              <p:par>
                                <p:cTn id="101" presetID="17" presetClass="entr" presetSubtype="10" fill="hold" grpId="0" nodeType="withEffect">
                                  <p:stCondLst>
                                    <p:cond delay="0"/>
                                  </p:stCondLst>
                                  <p:childTnLst>
                                    <p:set>
                                      <p:cBhvr>
                                        <p:cTn id="102" dur="1" fill="hold">
                                          <p:stCondLst>
                                            <p:cond delay="0"/>
                                          </p:stCondLst>
                                        </p:cTn>
                                        <p:tgtEl>
                                          <p:spTgt spid="102"/>
                                        </p:tgtEl>
                                        <p:attrNameLst>
                                          <p:attrName>style.visibility</p:attrName>
                                        </p:attrNameLst>
                                      </p:cBhvr>
                                      <p:to>
                                        <p:strVal val="visible"/>
                                      </p:to>
                                    </p:set>
                                    <p:anim calcmode="lin" valueType="num">
                                      <p:cBhvr>
                                        <p:cTn id="103" dur="500" fill="hold"/>
                                        <p:tgtEl>
                                          <p:spTgt spid="102"/>
                                        </p:tgtEl>
                                        <p:attrNameLst>
                                          <p:attrName>ppt_w</p:attrName>
                                        </p:attrNameLst>
                                      </p:cBhvr>
                                      <p:tavLst>
                                        <p:tav tm="0">
                                          <p:val>
                                            <p:fltVal val="0"/>
                                          </p:val>
                                        </p:tav>
                                        <p:tav tm="100000">
                                          <p:val>
                                            <p:strVal val="#ppt_w"/>
                                          </p:val>
                                        </p:tav>
                                      </p:tavLst>
                                    </p:anim>
                                    <p:anim calcmode="lin" valueType="num">
                                      <p:cBhvr>
                                        <p:cTn id="104" dur="500" fill="hold"/>
                                        <p:tgtEl>
                                          <p:spTgt spid="102"/>
                                        </p:tgtEl>
                                        <p:attrNameLst>
                                          <p:attrName>ppt_h</p:attrName>
                                        </p:attrNameLst>
                                      </p:cBhvr>
                                      <p:tavLst>
                                        <p:tav tm="0">
                                          <p:val>
                                            <p:strVal val="#ppt_h"/>
                                          </p:val>
                                        </p:tav>
                                        <p:tav tm="100000">
                                          <p:val>
                                            <p:strVal val="#ppt_h"/>
                                          </p:val>
                                        </p:tav>
                                      </p:tavLst>
                                    </p:anim>
                                  </p:childTnLst>
                                </p:cTn>
                              </p:par>
                              <p:par>
                                <p:cTn id="105" presetID="17" presetClass="entr" presetSubtype="10" fill="hold" grpId="0" nodeType="withEffect">
                                  <p:stCondLst>
                                    <p:cond delay="0"/>
                                  </p:stCondLst>
                                  <p:childTnLst>
                                    <p:set>
                                      <p:cBhvr>
                                        <p:cTn id="106" dur="1" fill="hold">
                                          <p:stCondLst>
                                            <p:cond delay="0"/>
                                          </p:stCondLst>
                                        </p:cTn>
                                        <p:tgtEl>
                                          <p:spTgt spid="103"/>
                                        </p:tgtEl>
                                        <p:attrNameLst>
                                          <p:attrName>style.visibility</p:attrName>
                                        </p:attrNameLst>
                                      </p:cBhvr>
                                      <p:to>
                                        <p:strVal val="visible"/>
                                      </p:to>
                                    </p:set>
                                    <p:anim calcmode="lin" valueType="num">
                                      <p:cBhvr>
                                        <p:cTn id="107" dur="500" fill="hold"/>
                                        <p:tgtEl>
                                          <p:spTgt spid="103"/>
                                        </p:tgtEl>
                                        <p:attrNameLst>
                                          <p:attrName>ppt_w</p:attrName>
                                        </p:attrNameLst>
                                      </p:cBhvr>
                                      <p:tavLst>
                                        <p:tav tm="0">
                                          <p:val>
                                            <p:fltVal val="0"/>
                                          </p:val>
                                        </p:tav>
                                        <p:tav tm="100000">
                                          <p:val>
                                            <p:strVal val="#ppt_w"/>
                                          </p:val>
                                        </p:tav>
                                      </p:tavLst>
                                    </p:anim>
                                    <p:anim calcmode="lin" valueType="num">
                                      <p:cBhvr>
                                        <p:cTn id="108" dur="500" fill="hold"/>
                                        <p:tgtEl>
                                          <p:spTgt spid="103"/>
                                        </p:tgtEl>
                                        <p:attrNameLst>
                                          <p:attrName>ppt_h</p:attrName>
                                        </p:attrNameLst>
                                      </p:cBhvr>
                                      <p:tavLst>
                                        <p:tav tm="0">
                                          <p:val>
                                            <p:strVal val="#ppt_h"/>
                                          </p:val>
                                        </p:tav>
                                        <p:tav tm="100000">
                                          <p:val>
                                            <p:strVal val="#ppt_h"/>
                                          </p:val>
                                        </p:tav>
                                      </p:tavLst>
                                    </p:anim>
                                  </p:childTnLst>
                                </p:cTn>
                              </p:par>
                            </p:childTnLst>
                          </p:cTn>
                        </p:par>
                        <p:par>
                          <p:cTn id="109" fill="hold">
                            <p:stCondLst>
                              <p:cond delay="1350"/>
                            </p:stCondLst>
                            <p:childTnLst>
                              <p:par>
                                <p:cTn id="110" presetID="2" presetClass="entr" presetSubtype="4" fill="hold" grpId="0" nodeType="afterEffect">
                                  <p:stCondLst>
                                    <p:cond delay="0"/>
                                  </p:stCondLst>
                                  <p:childTnLst>
                                    <p:set>
                                      <p:cBhvr>
                                        <p:cTn id="111" dur="1" fill="hold">
                                          <p:stCondLst>
                                            <p:cond delay="0"/>
                                          </p:stCondLst>
                                        </p:cTn>
                                        <p:tgtEl>
                                          <p:spTgt spid="69"/>
                                        </p:tgtEl>
                                        <p:attrNameLst>
                                          <p:attrName>style.visibility</p:attrName>
                                        </p:attrNameLst>
                                      </p:cBhvr>
                                      <p:to>
                                        <p:strVal val="visible"/>
                                      </p:to>
                                    </p:set>
                                    <p:anim calcmode="lin" valueType="num">
                                      <p:cBhvr additive="base">
                                        <p:cTn id="112" dur="500" fill="hold"/>
                                        <p:tgtEl>
                                          <p:spTgt spid="69"/>
                                        </p:tgtEl>
                                        <p:attrNameLst>
                                          <p:attrName>ppt_x</p:attrName>
                                        </p:attrNameLst>
                                      </p:cBhvr>
                                      <p:tavLst>
                                        <p:tav tm="0">
                                          <p:val>
                                            <p:strVal val="#ppt_x"/>
                                          </p:val>
                                        </p:tav>
                                        <p:tav tm="100000">
                                          <p:val>
                                            <p:strVal val="#ppt_x"/>
                                          </p:val>
                                        </p:tav>
                                      </p:tavLst>
                                    </p:anim>
                                    <p:anim calcmode="lin" valueType="num">
                                      <p:cBhvr additive="base">
                                        <p:cTn id="113" dur="500" fill="hold"/>
                                        <p:tgtEl>
                                          <p:spTgt spid="69"/>
                                        </p:tgtEl>
                                        <p:attrNameLst>
                                          <p:attrName>ppt_y</p:attrName>
                                        </p:attrNameLst>
                                      </p:cBhvr>
                                      <p:tavLst>
                                        <p:tav tm="0">
                                          <p:val>
                                            <p:strVal val="1+#ppt_h/2"/>
                                          </p:val>
                                        </p:tav>
                                        <p:tav tm="100000">
                                          <p:val>
                                            <p:strVal val="#ppt_y"/>
                                          </p:val>
                                        </p:tav>
                                      </p:tavLst>
                                    </p:anim>
                                  </p:childTnLst>
                                </p:cTn>
                              </p:par>
                              <p:par>
                                <p:cTn id="114" presetID="2" presetClass="entr" presetSubtype="4" fill="hold" grpId="0" nodeType="withEffect">
                                  <p:stCondLst>
                                    <p:cond delay="0"/>
                                  </p:stCondLst>
                                  <p:childTnLst>
                                    <p:set>
                                      <p:cBhvr>
                                        <p:cTn id="115" dur="1" fill="hold">
                                          <p:stCondLst>
                                            <p:cond delay="0"/>
                                          </p:stCondLst>
                                        </p:cTn>
                                        <p:tgtEl>
                                          <p:spTgt spid="70"/>
                                        </p:tgtEl>
                                        <p:attrNameLst>
                                          <p:attrName>style.visibility</p:attrName>
                                        </p:attrNameLst>
                                      </p:cBhvr>
                                      <p:to>
                                        <p:strVal val="visible"/>
                                      </p:to>
                                    </p:set>
                                    <p:anim calcmode="lin" valueType="num">
                                      <p:cBhvr additive="base">
                                        <p:cTn id="116" dur="500" fill="hold"/>
                                        <p:tgtEl>
                                          <p:spTgt spid="70"/>
                                        </p:tgtEl>
                                        <p:attrNameLst>
                                          <p:attrName>ppt_x</p:attrName>
                                        </p:attrNameLst>
                                      </p:cBhvr>
                                      <p:tavLst>
                                        <p:tav tm="0">
                                          <p:val>
                                            <p:strVal val="#ppt_x"/>
                                          </p:val>
                                        </p:tav>
                                        <p:tav tm="100000">
                                          <p:val>
                                            <p:strVal val="#ppt_x"/>
                                          </p:val>
                                        </p:tav>
                                      </p:tavLst>
                                    </p:anim>
                                    <p:anim calcmode="lin" valueType="num">
                                      <p:cBhvr additive="base">
                                        <p:cTn id="117" dur="500" fill="hold"/>
                                        <p:tgtEl>
                                          <p:spTgt spid="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9" grpId="0"/>
      <p:bldP spid="70" grpId="0"/>
      <p:bldP spid="37" grpId="0" animBg="1"/>
      <p:bldP spid="38" grpId="0" animBg="1"/>
      <p:bldP spid="39" grpId="0" animBg="1"/>
      <p:bldP spid="48"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100" grpId="0"/>
      <p:bldP spid="101" grpId="0"/>
      <p:bldP spid="102" grpId="0"/>
      <p:bldP spid="10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769876" y="189165"/>
            <a:ext cx="2622658" cy="483235"/>
          </a:xfrm>
          <a:prstGeom prst="rect">
            <a:avLst/>
          </a:prstGeom>
          <a:noFill/>
        </p:spPr>
        <p:txBody>
          <a:bodyPr wrap="square" rtlCol="0">
            <a:spAutoFit/>
          </a:bodyPr>
          <a:lstStyle/>
          <a:p>
            <a:pPr algn="ctr"/>
            <a:r>
              <a:rPr lang="zh-CN" altLang="en-US" sz="2400" b="1" dirty="0">
                <a:solidFill>
                  <a:schemeClr val="tx1">
                    <a:lumMod val="75000"/>
                    <a:lumOff val="25000"/>
                  </a:schemeClr>
                </a:solidFill>
                <a:latin typeface="微软雅黑" panose="020B0503020204020204" charset="-122"/>
                <a:ea typeface="微软雅黑" panose="020B0503020204020204" charset="-122"/>
              </a:rPr>
              <a:t>单击此处添加标题</a:t>
            </a:r>
          </a:p>
        </p:txBody>
      </p:sp>
      <p:cxnSp>
        <p:nvCxnSpPr>
          <p:cNvPr id="6" name="直接连接符 5"/>
          <p:cNvCxnSpPr/>
          <p:nvPr/>
        </p:nvCxnSpPr>
        <p:spPr>
          <a:xfrm>
            <a:off x="7392534" y="477150"/>
            <a:ext cx="4463773"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36892" y="481504"/>
            <a:ext cx="439177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1" name="Group 20"/>
          <p:cNvGrpSpPr/>
          <p:nvPr/>
        </p:nvGrpSpPr>
        <p:grpSpPr>
          <a:xfrm>
            <a:off x="8500248" y="1241230"/>
            <a:ext cx="2568435" cy="4281739"/>
            <a:chOff x="15324197" y="2802388"/>
            <a:chExt cx="5136870" cy="8563478"/>
          </a:xfrm>
        </p:grpSpPr>
        <p:sp>
          <p:nvSpPr>
            <p:cNvPr id="155" name="Freeform 166"/>
            <p:cNvSpPr>
              <a:spLocks noChangeArrowheads="1"/>
            </p:cNvSpPr>
            <p:nvPr/>
          </p:nvSpPr>
          <p:spPr bwMode="auto">
            <a:xfrm>
              <a:off x="15328428" y="4587856"/>
              <a:ext cx="2767309" cy="2767053"/>
            </a:xfrm>
            <a:custGeom>
              <a:avLst/>
              <a:gdLst>
                <a:gd name="T0" fmla="*/ 2886 w 2887"/>
                <a:gd name="T1" fmla="*/ 1444 h 2890"/>
                <a:gd name="T2" fmla="*/ 2886 w 2887"/>
                <a:gd name="T3" fmla="*/ 1444 h 2890"/>
                <a:gd name="T4" fmla="*/ 1444 w 2887"/>
                <a:gd name="T5" fmla="*/ 0 h 2890"/>
                <a:gd name="T6" fmla="*/ 0 w 2887"/>
                <a:gd name="T7" fmla="*/ 1444 h 2890"/>
                <a:gd name="T8" fmla="*/ 1444 w 2887"/>
                <a:gd name="T9" fmla="*/ 2889 h 2890"/>
                <a:gd name="T10" fmla="*/ 2886 w 2887"/>
                <a:gd name="T11" fmla="*/ 1444 h 2890"/>
              </a:gdLst>
              <a:ahLst/>
              <a:cxnLst>
                <a:cxn ang="0">
                  <a:pos x="T0" y="T1"/>
                </a:cxn>
                <a:cxn ang="0">
                  <a:pos x="T2" y="T3"/>
                </a:cxn>
                <a:cxn ang="0">
                  <a:pos x="T4" y="T5"/>
                </a:cxn>
                <a:cxn ang="0">
                  <a:pos x="T6" y="T7"/>
                </a:cxn>
                <a:cxn ang="0">
                  <a:pos x="T8" y="T9"/>
                </a:cxn>
                <a:cxn ang="0">
                  <a:pos x="T10" y="T11"/>
                </a:cxn>
              </a:cxnLst>
              <a:rect l="0" t="0" r="r" b="b"/>
              <a:pathLst>
                <a:path w="2887" h="2890">
                  <a:moveTo>
                    <a:pt x="2886" y="1444"/>
                  </a:moveTo>
                  <a:lnTo>
                    <a:pt x="2886" y="1444"/>
                  </a:lnTo>
                  <a:cubicBezTo>
                    <a:pt x="2886" y="647"/>
                    <a:pt x="2241" y="0"/>
                    <a:pt x="1444" y="0"/>
                  </a:cubicBezTo>
                  <a:cubicBezTo>
                    <a:pt x="647" y="0"/>
                    <a:pt x="0" y="647"/>
                    <a:pt x="0" y="1444"/>
                  </a:cubicBezTo>
                  <a:cubicBezTo>
                    <a:pt x="0" y="2241"/>
                    <a:pt x="647" y="2889"/>
                    <a:pt x="1444" y="2889"/>
                  </a:cubicBezTo>
                  <a:cubicBezTo>
                    <a:pt x="2241" y="2889"/>
                    <a:pt x="2886" y="2241"/>
                    <a:pt x="2886" y="1444"/>
                  </a:cubicBezTo>
                </a:path>
              </a:pathLst>
            </a:custGeom>
            <a:solidFill>
              <a:srgbClr val="6A5C50"/>
            </a:solidFill>
            <a:ln>
              <a:noFill/>
            </a:ln>
            <a:effectLst/>
          </p:spPr>
          <p:txBody>
            <a:bodyPr wrap="none" anchor="ctr"/>
            <a:lstStyle/>
            <a:p>
              <a:pPr>
                <a:defRPr/>
              </a:pPr>
              <a:endParaRPr lang="en-US" sz="1800" dirty="0">
                <a:latin typeface="微软雅黑" panose="020B0503020204020204" charset="-122"/>
              </a:endParaRPr>
            </a:p>
          </p:txBody>
        </p:sp>
        <p:sp>
          <p:nvSpPr>
            <p:cNvPr id="157" name="Freeform 168"/>
            <p:cNvSpPr>
              <a:spLocks noChangeArrowheads="1"/>
            </p:cNvSpPr>
            <p:nvPr/>
          </p:nvSpPr>
          <p:spPr bwMode="auto">
            <a:xfrm>
              <a:off x="16758628" y="10240429"/>
              <a:ext cx="2090291" cy="1125437"/>
            </a:xfrm>
            <a:custGeom>
              <a:avLst/>
              <a:gdLst>
                <a:gd name="T0" fmla="*/ 0 w 2184"/>
                <a:gd name="T1" fmla="*/ 177 h 1178"/>
                <a:gd name="T2" fmla="*/ 0 w 2184"/>
                <a:gd name="T3" fmla="*/ 177 h 1178"/>
                <a:gd name="T4" fmla="*/ 265 w 2184"/>
                <a:gd name="T5" fmla="*/ 552 h 1178"/>
                <a:gd name="T6" fmla="*/ 958 w 2184"/>
                <a:gd name="T7" fmla="*/ 1062 h 1178"/>
                <a:gd name="T8" fmla="*/ 1273 w 2184"/>
                <a:gd name="T9" fmla="*/ 1062 h 1178"/>
                <a:gd name="T10" fmla="*/ 1624 w 2184"/>
                <a:gd name="T11" fmla="*/ 787 h 1178"/>
                <a:gd name="T12" fmla="*/ 2183 w 2184"/>
                <a:gd name="T13" fmla="*/ 204 h 1178"/>
                <a:gd name="T14" fmla="*/ 0 w 2184"/>
                <a:gd name="T15" fmla="*/ 177 h 11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84" h="1178">
                  <a:moveTo>
                    <a:pt x="0" y="177"/>
                  </a:moveTo>
                  <a:lnTo>
                    <a:pt x="0" y="177"/>
                  </a:lnTo>
                  <a:cubicBezTo>
                    <a:pt x="5" y="193"/>
                    <a:pt x="40" y="397"/>
                    <a:pt x="265" y="552"/>
                  </a:cubicBezTo>
                  <a:cubicBezTo>
                    <a:pt x="490" y="709"/>
                    <a:pt x="797" y="947"/>
                    <a:pt x="958" y="1062"/>
                  </a:cubicBezTo>
                  <a:cubicBezTo>
                    <a:pt x="1121" y="1177"/>
                    <a:pt x="1241" y="1092"/>
                    <a:pt x="1273" y="1062"/>
                  </a:cubicBezTo>
                  <a:cubicBezTo>
                    <a:pt x="1305" y="1030"/>
                    <a:pt x="1407" y="929"/>
                    <a:pt x="1624" y="787"/>
                  </a:cubicBezTo>
                  <a:cubicBezTo>
                    <a:pt x="1840" y="645"/>
                    <a:pt x="2183" y="407"/>
                    <a:pt x="2183" y="204"/>
                  </a:cubicBezTo>
                  <a:cubicBezTo>
                    <a:pt x="2183" y="0"/>
                    <a:pt x="0" y="177"/>
                    <a:pt x="0" y="177"/>
                  </a:cubicBezTo>
                </a:path>
              </a:pathLst>
            </a:custGeom>
            <a:solidFill>
              <a:srgbClr val="C59C6D"/>
            </a:solidFill>
            <a:ln>
              <a:noFill/>
            </a:ln>
            <a:effectLst/>
          </p:spPr>
          <p:txBody>
            <a:bodyPr wrap="none" anchor="ctr"/>
            <a:lstStyle/>
            <a:p>
              <a:pPr>
                <a:defRPr/>
              </a:pPr>
              <a:endParaRPr lang="en-US" sz="1800" dirty="0">
                <a:latin typeface="微软雅黑" panose="020B0503020204020204" charset="-122"/>
              </a:endParaRPr>
            </a:p>
          </p:txBody>
        </p:sp>
        <p:sp>
          <p:nvSpPr>
            <p:cNvPr id="158" name="Freeform 169"/>
            <p:cNvSpPr>
              <a:spLocks noChangeArrowheads="1"/>
            </p:cNvSpPr>
            <p:nvPr/>
          </p:nvSpPr>
          <p:spPr bwMode="auto">
            <a:xfrm>
              <a:off x="16754396" y="9318078"/>
              <a:ext cx="2141068" cy="1256597"/>
            </a:xfrm>
            <a:custGeom>
              <a:avLst/>
              <a:gdLst>
                <a:gd name="T0" fmla="*/ 2236 w 2237"/>
                <a:gd name="T1" fmla="*/ 1102 h 1315"/>
                <a:gd name="T2" fmla="*/ 2236 w 2237"/>
                <a:gd name="T3" fmla="*/ 1102 h 1315"/>
                <a:gd name="T4" fmla="*/ 1969 w 2237"/>
                <a:gd name="T5" fmla="*/ 1314 h 1315"/>
                <a:gd name="T6" fmla="*/ 254 w 2237"/>
                <a:gd name="T7" fmla="*/ 1314 h 1315"/>
                <a:gd name="T8" fmla="*/ 0 w 2237"/>
                <a:gd name="T9" fmla="*/ 1102 h 1315"/>
                <a:gd name="T10" fmla="*/ 0 w 2237"/>
                <a:gd name="T11" fmla="*/ 220 h 1315"/>
                <a:gd name="T12" fmla="*/ 254 w 2237"/>
                <a:gd name="T13" fmla="*/ 0 h 1315"/>
                <a:gd name="T14" fmla="*/ 1969 w 2237"/>
                <a:gd name="T15" fmla="*/ 0 h 1315"/>
                <a:gd name="T16" fmla="*/ 2236 w 2237"/>
                <a:gd name="T17" fmla="*/ 220 h 1315"/>
                <a:gd name="T18" fmla="*/ 2236 w 2237"/>
                <a:gd name="T19" fmla="*/ 1102 h 1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37" h="1315">
                  <a:moveTo>
                    <a:pt x="2236" y="1102"/>
                  </a:moveTo>
                  <a:lnTo>
                    <a:pt x="2236" y="1102"/>
                  </a:lnTo>
                  <a:cubicBezTo>
                    <a:pt x="2236" y="1223"/>
                    <a:pt x="2108" y="1314"/>
                    <a:pt x="1969" y="1314"/>
                  </a:cubicBezTo>
                  <a:cubicBezTo>
                    <a:pt x="254" y="1314"/>
                    <a:pt x="254" y="1314"/>
                    <a:pt x="254" y="1314"/>
                  </a:cubicBezTo>
                  <a:cubicBezTo>
                    <a:pt x="115" y="1314"/>
                    <a:pt x="0" y="1223"/>
                    <a:pt x="0" y="1102"/>
                  </a:cubicBezTo>
                  <a:cubicBezTo>
                    <a:pt x="0" y="220"/>
                    <a:pt x="0" y="220"/>
                    <a:pt x="0" y="220"/>
                  </a:cubicBezTo>
                  <a:cubicBezTo>
                    <a:pt x="0" y="99"/>
                    <a:pt x="115" y="0"/>
                    <a:pt x="254" y="0"/>
                  </a:cubicBezTo>
                  <a:cubicBezTo>
                    <a:pt x="1969" y="0"/>
                    <a:pt x="1969" y="0"/>
                    <a:pt x="1969" y="0"/>
                  </a:cubicBezTo>
                  <a:cubicBezTo>
                    <a:pt x="2108" y="0"/>
                    <a:pt x="2236" y="99"/>
                    <a:pt x="2236" y="220"/>
                  </a:cubicBezTo>
                  <a:lnTo>
                    <a:pt x="2236" y="1102"/>
                  </a:lnTo>
                </a:path>
              </a:pathLst>
            </a:custGeom>
            <a:solidFill>
              <a:srgbClr val="C59C6D"/>
            </a:solidFill>
            <a:ln>
              <a:noFill/>
            </a:ln>
            <a:effectLst/>
          </p:spPr>
          <p:txBody>
            <a:bodyPr wrap="none" anchor="ctr"/>
            <a:lstStyle/>
            <a:p>
              <a:pPr>
                <a:defRPr/>
              </a:pPr>
              <a:endParaRPr lang="en-US" sz="1800" dirty="0">
                <a:latin typeface="微软雅黑" panose="020B0503020204020204" charset="-122"/>
              </a:endParaRPr>
            </a:p>
          </p:txBody>
        </p:sp>
        <p:sp>
          <p:nvSpPr>
            <p:cNvPr id="159" name="Freeform 170"/>
            <p:cNvSpPr>
              <a:spLocks noChangeArrowheads="1"/>
            </p:cNvSpPr>
            <p:nvPr/>
          </p:nvSpPr>
          <p:spPr bwMode="auto">
            <a:xfrm>
              <a:off x="16585142" y="8975370"/>
              <a:ext cx="2509196" cy="554257"/>
            </a:xfrm>
            <a:custGeom>
              <a:avLst/>
              <a:gdLst>
                <a:gd name="T0" fmla="*/ 2544 w 2620"/>
                <a:gd name="T1" fmla="*/ 0 h 582"/>
                <a:gd name="T2" fmla="*/ 2544 w 2620"/>
                <a:gd name="T3" fmla="*/ 0 h 582"/>
                <a:gd name="T4" fmla="*/ 1306 w 2620"/>
                <a:gd name="T5" fmla="*/ 94 h 582"/>
                <a:gd name="T6" fmla="*/ 72 w 2620"/>
                <a:gd name="T7" fmla="*/ 0 h 582"/>
                <a:gd name="T8" fmla="*/ 54 w 2620"/>
                <a:gd name="T9" fmla="*/ 96 h 582"/>
                <a:gd name="T10" fmla="*/ 105 w 2620"/>
                <a:gd name="T11" fmla="*/ 262 h 582"/>
                <a:gd name="T12" fmla="*/ 129 w 2620"/>
                <a:gd name="T13" fmla="*/ 581 h 582"/>
                <a:gd name="T14" fmla="*/ 1231 w 2620"/>
                <a:gd name="T15" fmla="*/ 581 h 582"/>
                <a:gd name="T16" fmla="*/ 1381 w 2620"/>
                <a:gd name="T17" fmla="*/ 581 h 582"/>
                <a:gd name="T18" fmla="*/ 2493 w 2620"/>
                <a:gd name="T19" fmla="*/ 581 h 582"/>
                <a:gd name="T20" fmla="*/ 2517 w 2620"/>
                <a:gd name="T21" fmla="*/ 262 h 582"/>
                <a:gd name="T22" fmla="*/ 2565 w 2620"/>
                <a:gd name="T23" fmla="*/ 99 h 582"/>
                <a:gd name="T24" fmla="*/ 2544 w 2620"/>
                <a:gd name="T25" fmla="*/ 0 h 5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20" h="582">
                  <a:moveTo>
                    <a:pt x="2544" y="0"/>
                  </a:moveTo>
                  <a:lnTo>
                    <a:pt x="2544" y="0"/>
                  </a:lnTo>
                  <a:cubicBezTo>
                    <a:pt x="2306" y="62"/>
                    <a:pt x="1546" y="86"/>
                    <a:pt x="1306" y="94"/>
                  </a:cubicBezTo>
                  <a:cubicBezTo>
                    <a:pt x="1068" y="86"/>
                    <a:pt x="310" y="62"/>
                    <a:pt x="72" y="0"/>
                  </a:cubicBezTo>
                  <a:cubicBezTo>
                    <a:pt x="72" y="0"/>
                    <a:pt x="0" y="11"/>
                    <a:pt x="54" y="96"/>
                  </a:cubicBezTo>
                  <a:cubicBezTo>
                    <a:pt x="54" y="96"/>
                    <a:pt x="94" y="115"/>
                    <a:pt x="105" y="262"/>
                  </a:cubicBezTo>
                  <a:cubicBezTo>
                    <a:pt x="115" y="409"/>
                    <a:pt x="72" y="508"/>
                    <a:pt x="129" y="581"/>
                  </a:cubicBezTo>
                  <a:cubicBezTo>
                    <a:pt x="1231" y="581"/>
                    <a:pt x="1231" y="581"/>
                    <a:pt x="1231" y="581"/>
                  </a:cubicBezTo>
                  <a:cubicBezTo>
                    <a:pt x="1381" y="581"/>
                    <a:pt x="1381" y="581"/>
                    <a:pt x="1381" y="581"/>
                  </a:cubicBezTo>
                  <a:cubicBezTo>
                    <a:pt x="2493" y="581"/>
                    <a:pt x="2493" y="581"/>
                    <a:pt x="2493" y="581"/>
                  </a:cubicBezTo>
                  <a:cubicBezTo>
                    <a:pt x="2549" y="508"/>
                    <a:pt x="2507" y="409"/>
                    <a:pt x="2517" y="262"/>
                  </a:cubicBezTo>
                  <a:cubicBezTo>
                    <a:pt x="2528" y="115"/>
                    <a:pt x="2565" y="99"/>
                    <a:pt x="2565" y="99"/>
                  </a:cubicBezTo>
                  <a:cubicBezTo>
                    <a:pt x="2619" y="14"/>
                    <a:pt x="2544" y="0"/>
                    <a:pt x="2544" y="0"/>
                  </a:cubicBezTo>
                </a:path>
              </a:pathLst>
            </a:custGeom>
            <a:solidFill>
              <a:srgbClr val="FFF9D6"/>
            </a:solidFill>
            <a:ln>
              <a:noFill/>
            </a:ln>
            <a:effectLst/>
          </p:spPr>
          <p:txBody>
            <a:bodyPr wrap="none" anchor="ctr"/>
            <a:lstStyle/>
            <a:p>
              <a:pPr>
                <a:defRPr/>
              </a:pPr>
              <a:endParaRPr lang="en-US" sz="1800" dirty="0">
                <a:latin typeface="微软雅黑" panose="020B0503020204020204" charset="-122"/>
              </a:endParaRPr>
            </a:p>
          </p:txBody>
        </p:sp>
        <p:sp>
          <p:nvSpPr>
            <p:cNvPr id="160" name="Freeform 171"/>
            <p:cNvSpPr>
              <a:spLocks noChangeArrowheads="1"/>
            </p:cNvSpPr>
            <p:nvPr/>
          </p:nvSpPr>
          <p:spPr bwMode="auto">
            <a:xfrm>
              <a:off x="16644381" y="9648094"/>
              <a:ext cx="2318785" cy="139622"/>
            </a:xfrm>
            <a:custGeom>
              <a:avLst/>
              <a:gdLst>
                <a:gd name="T0" fmla="*/ 2418 w 2419"/>
                <a:gd name="T1" fmla="*/ 75 h 148"/>
                <a:gd name="T2" fmla="*/ 2418 w 2419"/>
                <a:gd name="T3" fmla="*/ 75 h 148"/>
                <a:gd name="T4" fmla="*/ 2322 w 2419"/>
                <a:gd name="T5" fmla="*/ 147 h 148"/>
                <a:gd name="T6" fmla="*/ 96 w 2419"/>
                <a:gd name="T7" fmla="*/ 147 h 148"/>
                <a:gd name="T8" fmla="*/ 0 w 2419"/>
                <a:gd name="T9" fmla="*/ 75 h 148"/>
                <a:gd name="T10" fmla="*/ 0 w 2419"/>
                <a:gd name="T11" fmla="*/ 75 h 148"/>
                <a:gd name="T12" fmla="*/ 96 w 2419"/>
                <a:gd name="T13" fmla="*/ 0 h 148"/>
                <a:gd name="T14" fmla="*/ 2322 w 2419"/>
                <a:gd name="T15" fmla="*/ 0 h 148"/>
                <a:gd name="T16" fmla="*/ 2418 w 2419"/>
                <a:gd name="T17" fmla="*/ 7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19" h="148">
                  <a:moveTo>
                    <a:pt x="2418" y="75"/>
                  </a:moveTo>
                  <a:lnTo>
                    <a:pt x="2418" y="75"/>
                  </a:lnTo>
                  <a:cubicBezTo>
                    <a:pt x="2418" y="118"/>
                    <a:pt x="2375" y="147"/>
                    <a:pt x="2322" y="147"/>
                  </a:cubicBezTo>
                  <a:cubicBezTo>
                    <a:pt x="96" y="147"/>
                    <a:pt x="96" y="147"/>
                    <a:pt x="96" y="147"/>
                  </a:cubicBezTo>
                  <a:cubicBezTo>
                    <a:pt x="43" y="147"/>
                    <a:pt x="0" y="118"/>
                    <a:pt x="0" y="75"/>
                  </a:cubicBezTo>
                  <a:lnTo>
                    <a:pt x="0" y="75"/>
                  </a:lnTo>
                  <a:cubicBezTo>
                    <a:pt x="0" y="29"/>
                    <a:pt x="43" y="0"/>
                    <a:pt x="96" y="0"/>
                  </a:cubicBezTo>
                  <a:cubicBezTo>
                    <a:pt x="2322" y="0"/>
                    <a:pt x="2322" y="0"/>
                    <a:pt x="2322" y="0"/>
                  </a:cubicBezTo>
                  <a:cubicBezTo>
                    <a:pt x="2375" y="0"/>
                    <a:pt x="2418" y="29"/>
                    <a:pt x="2418" y="75"/>
                  </a:cubicBezTo>
                </a:path>
              </a:pathLst>
            </a:custGeom>
            <a:solidFill>
              <a:srgbClr val="FFF9D6"/>
            </a:solidFill>
            <a:ln>
              <a:noFill/>
            </a:ln>
            <a:effectLst/>
          </p:spPr>
          <p:txBody>
            <a:bodyPr wrap="none" anchor="ctr"/>
            <a:lstStyle/>
            <a:p>
              <a:pPr>
                <a:defRPr/>
              </a:pPr>
              <a:endParaRPr lang="en-US" sz="1800" dirty="0">
                <a:latin typeface="微软雅黑" panose="020B0503020204020204" charset="-122"/>
              </a:endParaRPr>
            </a:p>
          </p:txBody>
        </p:sp>
        <p:sp>
          <p:nvSpPr>
            <p:cNvPr id="161" name="Freeform 172"/>
            <p:cNvSpPr>
              <a:spLocks noChangeArrowheads="1"/>
            </p:cNvSpPr>
            <p:nvPr/>
          </p:nvSpPr>
          <p:spPr bwMode="auto">
            <a:xfrm>
              <a:off x="16644381" y="9901952"/>
              <a:ext cx="2318785" cy="160777"/>
            </a:xfrm>
            <a:custGeom>
              <a:avLst/>
              <a:gdLst>
                <a:gd name="T0" fmla="*/ 2418 w 2419"/>
                <a:gd name="T1" fmla="*/ 86 h 173"/>
                <a:gd name="T2" fmla="*/ 2418 w 2419"/>
                <a:gd name="T3" fmla="*/ 86 h 173"/>
                <a:gd name="T4" fmla="*/ 2322 w 2419"/>
                <a:gd name="T5" fmla="*/ 172 h 173"/>
                <a:gd name="T6" fmla="*/ 96 w 2419"/>
                <a:gd name="T7" fmla="*/ 172 h 173"/>
                <a:gd name="T8" fmla="*/ 0 w 2419"/>
                <a:gd name="T9" fmla="*/ 86 h 173"/>
                <a:gd name="T10" fmla="*/ 0 w 2419"/>
                <a:gd name="T11" fmla="*/ 86 h 173"/>
                <a:gd name="T12" fmla="*/ 96 w 2419"/>
                <a:gd name="T13" fmla="*/ 0 h 173"/>
                <a:gd name="T14" fmla="*/ 2322 w 2419"/>
                <a:gd name="T15" fmla="*/ 0 h 173"/>
                <a:gd name="T16" fmla="*/ 2418 w 2419"/>
                <a:gd name="T17" fmla="*/ 86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19" h="173">
                  <a:moveTo>
                    <a:pt x="2418" y="86"/>
                  </a:moveTo>
                  <a:lnTo>
                    <a:pt x="2418" y="86"/>
                  </a:lnTo>
                  <a:cubicBezTo>
                    <a:pt x="2418" y="132"/>
                    <a:pt x="2375" y="172"/>
                    <a:pt x="2322" y="172"/>
                  </a:cubicBezTo>
                  <a:cubicBezTo>
                    <a:pt x="96" y="172"/>
                    <a:pt x="96" y="172"/>
                    <a:pt x="96" y="172"/>
                  </a:cubicBezTo>
                  <a:cubicBezTo>
                    <a:pt x="43" y="172"/>
                    <a:pt x="0" y="132"/>
                    <a:pt x="0" y="86"/>
                  </a:cubicBezTo>
                  <a:lnTo>
                    <a:pt x="0" y="86"/>
                  </a:lnTo>
                  <a:cubicBezTo>
                    <a:pt x="0" y="40"/>
                    <a:pt x="43" y="0"/>
                    <a:pt x="96" y="0"/>
                  </a:cubicBezTo>
                  <a:cubicBezTo>
                    <a:pt x="2322" y="0"/>
                    <a:pt x="2322" y="0"/>
                    <a:pt x="2322" y="0"/>
                  </a:cubicBezTo>
                  <a:cubicBezTo>
                    <a:pt x="2375" y="0"/>
                    <a:pt x="2418" y="40"/>
                    <a:pt x="2418" y="86"/>
                  </a:cubicBezTo>
                </a:path>
              </a:pathLst>
            </a:custGeom>
            <a:solidFill>
              <a:srgbClr val="FFF9D6"/>
            </a:solidFill>
            <a:ln>
              <a:noFill/>
            </a:ln>
            <a:effectLst/>
          </p:spPr>
          <p:txBody>
            <a:bodyPr wrap="none" anchor="ctr"/>
            <a:lstStyle/>
            <a:p>
              <a:pPr>
                <a:defRPr/>
              </a:pPr>
              <a:endParaRPr lang="en-US" sz="1800" dirty="0">
                <a:latin typeface="微软雅黑" panose="020B0503020204020204" charset="-122"/>
              </a:endParaRPr>
            </a:p>
          </p:txBody>
        </p:sp>
        <p:sp>
          <p:nvSpPr>
            <p:cNvPr id="162" name="Freeform 173"/>
            <p:cNvSpPr>
              <a:spLocks noChangeArrowheads="1"/>
            </p:cNvSpPr>
            <p:nvPr/>
          </p:nvSpPr>
          <p:spPr bwMode="auto">
            <a:xfrm>
              <a:off x="16648612" y="10206581"/>
              <a:ext cx="2310322" cy="139622"/>
            </a:xfrm>
            <a:custGeom>
              <a:avLst/>
              <a:gdLst>
                <a:gd name="T0" fmla="*/ 2413 w 2414"/>
                <a:gd name="T1" fmla="*/ 75 h 148"/>
                <a:gd name="T2" fmla="*/ 2413 w 2414"/>
                <a:gd name="T3" fmla="*/ 75 h 148"/>
                <a:gd name="T4" fmla="*/ 2319 w 2414"/>
                <a:gd name="T5" fmla="*/ 147 h 148"/>
                <a:gd name="T6" fmla="*/ 97 w 2414"/>
                <a:gd name="T7" fmla="*/ 147 h 148"/>
                <a:gd name="T8" fmla="*/ 0 w 2414"/>
                <a:gd name="T9" fmla="*/ 75 h 148"/>
                <a:gd name="T10" fmla="*/ 0 w 2414"/>
                <a:gd name="T11" fmla="*/ 75 h 148"/>
                <a:gd name="T12" fmla="*/ 97 w 2414"/>
                <a:gd name="T13" fmla="*/ 0 h 148"/>
                <a:gd name="T14" fmla="*/ 2319 w 2414"/>
                <a:gd name="T15" fmla="*/ 0 h 148"/>
                <a:gd name="T16" fmla="*/ 2413 w 2414"/>
                <a:gd name="T17" fmla="*/ 7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14" h="148">
                  <a:moveTo>
                    <a:pt x="2413" y="75"/>
                  </a:moveTo>
                  <a:lnTo>
                    <a:pt x="2413" y="75"/>
                  </a:lnTo>
                  <a:cubicBezTo>
                    <a:pt x="2413" y="118"/>
                    <a:pt x="2370" y="147"/>
                    <a:pt x="2319" y="147"/>
                  </a:cubicBezTo>
                  <a:cubicBezTo>
                    <a:pt x="97" y="147"/>
                    <a:pt x="97" y="147"/>
                    <a:pt x="97" y="147"/>
                  </a:cubicBezTo>
                  <a:cubicBezTo>
                    <a:pt x="43" y="147"/>
                    <a:pt x="0" y="118"/>
                    <a:pt x="0" y="75"/>
                  </a:cubicBezTo>
                  <a:lnTo>
                    <a:pt x="0" y="75"/>
                  </a:lnTo>
                  <a:cubicBezTo>
                    <a:pt x="0" y="30"/>
                    <a:pt x="43" y="0"/>
                    <a:pt x="97" y="0"/>
                  </a:cubicBezTo>
                  <a:cubicBezTo>
                    <a:pt x="2319" y="0"/>
                    <a:pt x="2319" y="0"/>
                    <a:pt x="2319" y="0"/>
                  </a:cubicBezTo>
                  <a:cubicBezTo>
                    <a:pt x="2370" y="0"/>
                    <a:pt x="2413" y="30"/>
                    <a:pt x="2413" y="75"/>
                  </a:cubicBezTo>
                </a:path>
              </a:pathLst>
            </a:custGeom>
            <a:solidFill>
              <a:srgbClr val="FFF9D6"/>
            </a:solidFill>
            <a:ln>
              <a:noFill/>
            </a:ln>
            <a:effectLst/>
          </p:spPr>
          <p:txBody>
            <a:bodyPr wrap="none" anchor="ctr"/>
            <a:lstStyle/>
            <a:p>
              <a:pPr>
                <a:defRPr/>
              </a:pPr>
              <a:endParaRPr lang="en-US" sz="1800" dirty="0">
                <a:latin typeface="微软雅黑" panose="020B0503020204020204" charset="-122"/>
              </a:endParaRPr>
            </a:p>
          </p:txBody>
        </p:sp>
        <p:sp>
          <p:nvSpPr>
            <p:cNvPr id="163" name="Freeform 174"/>
            <p:cNvSpPr>
              <a:spLocks noChangeArrowheads="1"/>
            </p:cNvSpPr>
            <p:nvPr/>
          </p:nvSpPr>
          <p:spPr bwMode="auto">
            <a:xfrm>
              <a:off x="16648612" y="10460440"/>
              <a:ext cx="2310322" cy="160777"/>
            </a:xfrm>
            <a:custGeom>
              <a:avLst/>
              <a:gdLst>
                <a:gd name="T0" fmla="*/ 2413 w 2414"/>
                <a:gd name="T1" fmla="*/ 86 h 173"/>
                <a:gd name="T2" fmla="*/ 2413 w 2414"/>
                <a:gd name="T3" fmla="*/ 86 h 173"/>
                <a:gd name="T4" fmla="*/ 2319 w 2414"/>
                <a:gd name="T5" fmla="*/ 172 h 173"/>
                <a:gd name="T6" fmla="*/ 97 w 2414"/>
                <a:gd name="T7" fmla="*/ 172 h 173"/>
                <a:gd name="T8" fmla="*/ 0 w 2414"/>
                <a:gd name="T9" fmla="*/ 86 h 173"/>
                <a:gd name="T10" fmla="*/ 0 w 2414"/>
                <a:gd name="T11" fmla="*/ 86 h 173"/>
                <a:gd name="T12" fmla="*/ 97 w 2414"/>
                <a:gd name="T13" fmla="*/ 0 h 173"/>
                <a:gd name="T14" fmla="*/ 2319 w 2414"/>
                <a:gd name="T15" fmla="*/ 0 h 173"/>
                <a:gd name="T16" fmla="*/ 2413 w 2414"/>
                <a:gd name="T17" fmla="*/ 86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14" h="173">
                  <a:moveTo>
                    <a:pt x="2413" y="86"/>
                  </a:moveTo>
                  <a:lnTo>
                    <a:pt x="2413" y="86"/>
                  </a:lnTo>
                  <a:cubicBezTo>
                    <a:pt x="2413" y="132"/>
                    <a:pt x="2370" y="172"/>
                    <a:pt x="2319" y="172"/>
                  </a:cubicBezTo>
                  <a:cubicBezTo>
                    <a:pt x="97" y="172"/>
                    <a:pt x="97" y="172"/>
                    <a:pt x="97" y="172"/>
                  </a:cubicBezTo>
                  <a:cubicBezTo>
                    <a:pt x="43" y="172"/>
                    <a:pt x="0" y="132"/>
                    <a:pt x="0" y="86"/>
                  </a:cubicBezTo>
                  <a:lnTo>
                    <a:pt x="0" y="86"/>
                  </a:lnTo>
                  <a:cubicBezTo>
                    <a:pt x="0" y="43"/>
                    <a:pt x="43" y="0"/>
                    <a:pt x="97" y="0"/>
                  </a:cubicBezTo>
                  <a:cubicBezTo>
                    <a:pt x="2319" y="0"/>
                    <a:pt x="2319" y="0"/>
                    <a:pt x="2319" y="0"/>
                  </a:cubicBezTo>
                  <a:cubicBezTo>
                    <a:pt x="2370" y="0"/>
                    <a:pt x="2413" y="43"/>
                    <a:pt x="2413" y="86"/>
                  </a:cubicBezTo>
                </a:path>
              </a:pathLst>
            </a:custGeom>
            <a:solidFill>
              <a:srgbClr val="FFF9D6"/>
            </a:solidFill>
            <a:ln>
              <a:noFill/>
            </a:ln>
            <a:effectLst/>
          </p:spPr>
          <p:txBody>
            <a:bodyPr wrap="none" anchor="ctr"/>
            <a:lstStyle/>
            <a:p>
              <a:pPr>
                <a:defRPr/>
              </a:pPr>
              <a:endParaRPr lang="en-US" sz="1800" dirty="0">
                <a:latin typeface="微软雅黑" panose="020B0503020204020204" charset="-122"/>
              </a:endParaRPr>
            </a:p>
          </p:txBody>
        </p:sp>
        <p:sp>
          <p:nvSpPr>
            <p:cNvPr id="164" name="Freeform 175"/>
            <p:cNvSpPr>
              <a:spLocks noChangeArrowheads="1"/>
            </p:cNvSpPr>
            <p:nvPr/>
          </p:nvSpPr>
          <p:spPr bwMode="auto">
            <a:xfrm>
              <a:off x="17253697" y="10947001"/>
              <a:ext cx="1138236" cy="380787"/>
            </a:xfrm>
            <a:custGeom>
              <a:avLst/>
              <a:gdLst>
                <a:gd name="T0" fmla="*/ 8 w 1191"/>
                <a:gd name="T1" fmla="*/ 8 h 402"/>
                <a:gd name="T2" fmla="*/ 8 w 1191"/>
                <a:gd name="T3" fmla="*/ 8 h 402"/>
                <a:gd name="T4" fmla="*/ 1190 w 1191"/>
                <a:gd name="T5" fmla="*/ 0 h 402"/>
                <a:gd name="T6" fmla="*/ 626 w 1191"/>
                <a:gd name="T7" fmla="*/ 391 h 402"/>
                <a:gd name="T8" fmla="*/ 8 w 1191"/>
                <a:gd name="T9" fmla="*/ 8 h 402"/>
              </a:gdLst>
              <a:ahLst/>
              <a:cxnLst>
                <a:cxn ang="0">
                  <a:pos x="T0" y="T1"/>
                </a:cxn>
                <a:cxn ang="0">
                  <a:pos x="T2" y="T3"/>
                </a:cxn>
                <a:cxn ang="0">
                  <a:pos x="T4" y="T5"/>
                </a:cxn>
                <a:cxn ang="0">
                  <a:pos x="T6" y="T7"/>
                </a:cxn>
                <a:cxn ang="0">
                  <a:pos x="T8" y="T9"/>
                </a:cxn>
              </a:cxnLst>
              <a:rect l="0" t="0" r="r" b="b"/>
              <a:pathLst>
                <a:path w="1191" h="402">
                  <a:moveTo>
                    <a:pt x="8" y="8"/>
                  </a:moveTo>
                  <a:lnTo>
                    <a:pt x="8" y="8"/>
                  </a:lnTo>
                  <a:cubicBezTo>
                    <a:pt x="0" y="0"/>
                    <a:pt x="679" y="107"/>
                    <a:pt x="1190" y="0"/>
                  </a:cubicBezTo>
                  <a:cubicBezTo>
                    <a:pt x="1190" y="0"/>
                    <a:pt x="784" y="377"/>
                    <a:pt x="626" y="391"/>
                  </a:cubicBezTo>
                  <a:cubicBezTo>
                    <a:pt x="468" y="401"/>
                    <a:pt x="136" y="105"/>
                    <a:pt x="8" y="8"/>
                  </a:cubicBezTo>
                </a:path>
              </a:pathLst>
            </a:custGeom>
            <a:solidFill>
              <a:srgbClr val="4E4E4E"/>
            </a:solidFill>
            <a:ln>
              <a:noFill/>
            </a:ln>
            <a:effectLst/>
          </p:spPr>
          <p:txBody>
            <a:bodyPr wrap="none" anchor="ctr"/>
            <a:lstStyle/>
            <a:p>
              <a:pPr>
                <a:defRPr/>
              </a:pPr>
              <a:endParaRPr lang="en-US" sz="1800" dirty="0">
                <a:latin typeface="微软雅黑" panose="020B0503020204020204" charset="-122"/>
              </a:endParaRPr>
            </a:p>
          </p:txBody>
        </p:sp>
        <p:grpSp>
          <p:nvGrpSpPr>
            <p:cNvPr id="18" name="Group 17"/>
            <p:cNvGrpSpPr/>
            <p:nvPr/>
          </p:nvGrpSpPr>
          <p:grpSpPr>
            <a:xfrm>
              <a:off x="16331260" y="7824547"/>
              <a:ext cx="1163624" cy="1180440"/>
              <a:chOff x="16331260" y="7824547"/>
              <a:chExt cx="1163624" cy="1180440"/>
            </a:xfrm>
            <a:solidFill>
              <a:schemeClr val="accent5"/>
            </a:solidFill>
          </p:grpSpPr>
          <p:sp>
            <p:nvSpPr>
              <p:cNvPr id="165" name="Freeform 176"/>
              <p:cNvSpPr>
                <a:spLocks noChangeArrowheads="1"/>
              </p:cNvSpPr>
              <p:nvPr/>
            </p:nvSpPr>
            <p:spPr bwMode="auto">
              <a:xfrm>
                <a:off x="16572448" y="8074174"/>
                <a:ext cx="689712" cy="689648"/>
              </a:xfrm>
              <a:custGeom>
                <a:avLst/>
                <a:gdLst>
                  <a:gd name="T0" fmla="*/ 361 w 723"/>
                  <a:gd name="T1" fmla="*/ 0 h 724"/>
                  <a:gd name="T2" fmla="*/ 361 w 723"/>
                  <a:gd name="T3" fmla="*/ 0 h 724"/>
                  <a:gd name="T4" fmla="*/ 0 w 723"/>
                  <a:gd name="T5" fmla="*/ 361 h 724"/>
                  <a:gd name="T6" fmla="*/ 361 w 723"/>
                  <a:gd name="T7" fmla="*/ 723 h 724"/>
                  <a:gd name="T8" fmla="*/ 722 w 723"/>
                  <a:gd name="T9" fmla="*/ 361 h 724"/>
                  <a:gd name="T10" fmla="*/ 361 w 723"/>
                  <a:gd name="T11" fmla="*/ 0 h 724"/>
                </a:gdLst>
                <a:ahLst/>
                <a:cxnLst>
                  <a:cxn ang="0">
                    <a:pos x="T0" y="T1"/>
                  </a:cxn>
                  <a:cxn ang="0">
                    <a:pos x="T2" y="T3"/>
                  </a:cxn>
                  <a:cxn ang="0">
                    <a:pos x="T4" y="T5"/>
                  </a:cxn>
                  <a:cxn ang="0">
                    <a:pos x="T6" y="T7"/>
                  </a:cxn>
                  <a:cxn ang="0">
                    <a:pos x="T8" y="T9"/>
                  </a:cxn>
                  <a:cxn ang="0">
                    <a:pos x="T10" y="T11"/>
                  </a:cxn>
                </a:cxnLst>
                <a:rect l="0" t="0" r="r" b="b"/>
                <a:pathLst>
                  <a:path w="723" h="724">
                    <a:moveTo>
                      <a:pt x="361" y="0"/>
                    </a:moveTo>
                    <a:lnTo>
                      <a:pt x="361" y="0"/>
                    </a:lnTo>
                    <a:cubicBezTo>
                      <a:pt x="160" y="0"/>
                      <a:pt x="0" y="161"/>
                      <a:pt x="0" y="361"/>
                    </a:cubicBezTo>
                    <a:cubicBezTo>
                      <a:pt x="0" y="559"/>
                      <a:pt x="160" y="723"/>
                      <a:pt x="361" y="723"/>
                    </a:cubicBezTo>
                    <a:cubicBezTo>
                      <a:pt x="559" y="723"/>
                      <a:pt x="722" y="559"/>
                      <a:pt x="722" y="361"/>
                    </a:cubicBezTo>
                    <a:cubicBezTo>
                      <a:pt x="722" y="161"/>
                      <a:pt x="559" y="0"/>
                      <a:pt x="361" y="0"/>
                    </a:cubicBezTo>
                  </a:path>
                </a:pathLst>
              </a:custGeom>
              <a:grpFill/>
              <a:ln>
                <a:noFill/>
              </a:ln>
              <a:effectLst/>
            </p:spPr>
            <p:txBody>
              <a:bodyPr wrap="none" anchor="ctr"/>
              <a:lstStyle/>
              <a:p>
                <a:pPr>
                  <a:defRPr/>
                </a:pPr>
                <a:endParaRPr lang="en-US" sz="1800" dirty="0">
                  <a:latin typeface="微软雅黑" panose="020B0503020204020204" charset="-122"/>
                </a:endParaRPr>
              </a:p>
            </p:txBody>
          </p:sp>
          <p:sp>
            <p:nvSpPr>
              <p:cNvPr id="166" name="Freeform 177"/>
              <p:cNvSpPr>
                <a:spLocks noChangeArrowheads="1"/>
              </p:cNvSpPr>
              <p:nvPr/>
            </p:nvSpPr>
            <p:spPr bwMode="auto">
              <a:xfrm>
                <a:off x="16331260" y="7824547"/>
                <a:ext cx="1163624" cy="1180440"/>
              </a:xfrm>
              <a:custGeom>
                <a:avLst/>
                <a:gdLst>
                  <a:gd name="T0" fmla="*/ 746 w 1215"/>
                  <a:gd name="T1" fmla="*/ 137 h 1235"/>
                  <a:gd name="T2" fmla="*/ 668 w 1215"/>
                  <a:gd name="T3" fmla="*/ 118 h 1235"/>
                  <a:gd name="T4" fmla="*/ 513 w 1215"/>
                  <a:gd name="T5" fmla="*/ 9 h 1235"/>
                  <a:gd name="T6" fmla="*/ 422 w 1215"/>
                  <a:gd name="T7" fmla="*/ 158 h 1235"/>
                  <a:gd name="T8" fmla="*/ 339 w 1215"/>
                  <a:gd name="T9" fmla="*/ 67 h 1235"/>
                  <a:gd name="T10" fmla="*/ 281 w 1215"/>
                  <a:gd name="T11" fmla="*/ 249 h 1235"/>
                  <a:gd name="T12" fmla="*/ 222 w 1215"/>
                  <a:gd name="T13" fmla="*/ 305 h 1235"/>
                  <a:gd name="T14" fmla="*/ 48 w 1215"/>
                  <a:gd name="T15" fmla="*/ 375 h 1235"/>
                  <a:gd name="T16" fmla="*/ 123 w 1215"/>
                  <a:gd name="T17" fmla="*/ 535 h 1235"/>
                  <a:gd name="T18" fmla="*/ 0 w 1215"/>
                  <a:gd name="T19" fmla="*/ 554 h 1235"/>
                  <a:gd name="T20" fmla="*/ 123 w 1215"/>
                  <a:gd name="T21" fmla="*/ 701 h 1235"/>
                  <a:gd name="T22" fmla="*/ 149 w 1215"/>
                  <a:gd name="T23" fmla="*/ 806 h 1235"/>
                  <a:gd name="T24" fmla="*/ 125 w 1215"/>
                  <a:gd name="T25" fmla="*/ 990 h 1235"/>
                  <a:gd name="T26" fmla="*/ 332 w 1215"/>
                  <a:gd name="T27" fmla="*/ 1027 h 1235"/>
                  <a:gd name="T28" fmla="*/ 299 w 1215"/>
                  <a:gd name="T29" fmla="*/ 1148 h 1235"/>
                  <a:gd name="T30" fmla="*/ 484 w 1215"/>
                  <a:gd name="T31" fmla="*/ 1100 h 1235"/>
                  <a:gd name="T32" fmla="*/ 564 w 1215"/>
                  <a:gd name="T33" fmla="*/ 1113 h 1235"/>
                  <a:gd name="T34" fmla="*/ 591 w 1215"/>
                  <a:gd name="T35" fmla="*/ 1234 h 1235"/>
                  <a:gd name="T36" fmla="*/ 733 w 1215"/>
                  <a:gd name="T37" fmla="*/ 1102 h 1235"/>
                  <a:gd name="T38" fmla="*/ 807 w 1215"/>
                  <a:gd name="T39" fmla="*/ 1076 h 1235"/>
                  <a:gd name="T40" fmla="*/ 891 w 1215"/>
                  <a:gd name="T41" fmla="*/ 1170 h 1235"/>
                  <a:gd name="T42" fmla="*/ 949 w 1215"/>
                  <a:gd name="T43" fmla="*/ 987 h 1235"/>
                  <a:gd name="T44" fmla="*/ 1003 w 1215"/>
                  <a:gd name="T45" fmla="*/ 926 h 1235"/>
                  <a:gd name="T46" fmla="*/ 1123 w 1215"/>
                  <a:gd name="T47" fmla="*/ 969 h 1235"/>
                  <a:gd name="T48" fmla="*/ 1086 w 1215"/>
                  <a:gd name="T49" fmla="*/ 779 h 1235"/>
                  <a:gd name="T50" fmla="*/ 1105 w 1215"/>
                  <a:gd name="T51" fmla="*/ 691 h 1235"/>
                  <a:gd name="T52" fmla="*/ 1214 w 1215"/>
                  <a:gd name="T53" fmla="*/ 682 h 1235"/>
                  <a:gd name="T54" fmla="*/ 1099 w 1215"/>
                  <a:gd name="T55" fmla="*/ 533 h 1235"/>
                  <a:gd name="T56" fmla="*/ 1075 w 1215"/>
                  <a:gd name="T57" fmla="*/ 434 h 1235"/>
                  <a:gd name="T58" fmla="*/ 1171 w 1215"/>
                  <a:gd name="T59" fmla="*/ 351 h 1235"/>
                  <a:gd name="T60" fmla="*/ 990 w 1215"/>
                  <a:gd name="T61" fmla="*/ 289 h 1235"/>
                  <a:gd name="T62" fmla="*/ 899 w 1215"/>
                  <a:gd name="T63" fmla="*/ 209 h 1235"/>
                  <a:gd name="T64" fmla="*/ 933 w 1215"/>
                  <a:gd name="T65" fmla="*/ 89 h 1235"/>
                  <a:gd name="T66" fmla="*/ 746 w 1215"/>
                  <a:gd name="T67" fmla="*/ 137 h 1235"/>
                  <a:gd name="T68" fmla="*/ 1027 w 1215"/>
                  <a:gd name="T69" fmla="*/ 618 h 1235"/>
                  <a:gd name="T70" fmla="*/ 200 w 1215"/>
                  <a:gd name="T71" fmla="*/ 618 h 1235"/>
                  <a:gd name="T72" fmla="*/ 1027 w 1215"/>
                  <a:gd name="T73" fmla="*/ 618 h 1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15" h="1235">
                    <a:moveTo>
                      <a:pt x="746" y="137"/>
                    </a:moveTo>
                    <a:lnTo>
                      <a:pt x="746" y="137"/>
                    </a:lnTo>
                    <a:cubicBezTo>
                      <a:pt x="719" y="132"/>
                      <a:pt x="695" y="126"/>
                      <a:pt x="668" y="121"/>
                    </a:cubicBezTo>
                    <a:cubicBezTo>
                      <a:pt x="668" y="118"/>
                      <a:pt x="668" y="118"/>
                      <a:pt x="668" y="118"/>
                    </a:cubicBezTo>
                    <a:cubicBezTo>
                      <a:pt x="639" y="0"/>
                      <a:pt x="639" y="0"/>
                      <a:pt x="639" y="0"/>
                    </a:cubicBezTo>
                    <a:cubicBezTo>
                      <a:pt x="513" y="9"/>
                      <a:pt x="513" y="9"/>
                      <a:pt x="513" y="9"/>
                    </a:cubicBezTo>
                    <a:cubicBezTo>
                      <a:pt x="500" y="134"/>
                      <a:pt x="500" y="134"/>
                      <a:pt x="500" y="134"/>
                    </a:cubicBezTo>
                    <a:cubicBezTo>
                      <a:pt x="473" y="139"/>
                      <a:pt x="447" y="148"/>
                      <a:pt x="422" y="158"/>
                    </a:cubicBezTo>
                    <a:cubicBezTo>
                      <a:pt x="420" y="155"/>
                      <a:pt x="420" y="155"/>
                      <a:pt x="420" y="155"/>
                    </a:cubicBezTo>
                    <a:cubicBezTo>
                      <a:pt x="339" y="67"/>
                      <a:pt x="339" y="67"/>
                      <a:pt x="339" y="67"/>
                    </a:cubicBezTo>
                    <a:cubicBezTo>
                      <a:pt x="235" y="134"/>
                      <a:pt x="235" y="134"/>
                      <a:pt x="235" y="134"/>
                    </a:cubicBezTo>
                    <a:cubicBezTo>
                      <a:pt x="281" y="249"/>
                      <a:pt x="281" y="249"/>
                      <a:pt x="281" y="249"/>
                    </a:cubicBezTo>
                    <a:cubicBezTo>
                      <a:pt x="259" y="265"/>
                      <a:pt x="241" y="287"/>
                      <a:pt x="224" y="308"/>
                    </a:cubicBezTo>
                    <a:cubicBezTo>
                      <a:pt x="222" y="305"/>
                      <a:pt x="222" y="305"/>
                      <a:pt x="222" y="305"/>
                    </a:cubicBezTo>
                    <a:cubicBezTo>
                      <a:pt x="109" y="268"/>
                      <a:pt x="109" y="268"/>
                      <a:pt x="109" y="268"/>
                    </a:cubicBezTo>
                    <a:cubicBezTo>
                      <a:pt x="48" y="375"/>
                      <a:pt x="48" y="375"/>
                      <a:pt x="48" y="375"/>
                    </a:cubicBezTo>
                    <a:cubicBezTo>
                      <a:pt x="144" y="455"/>
                      <a:pt x="144" y="455"/>
                      <a:pt x="144" y="455"/>
                    </a:cubicBezTo>
                    <a:cubicBezTo>
                      <a:pt x="134" y="482"/>
                      <a:pt x="128" y="498"/>
                      <a:pt x="123" y="535"/>
                    </a:cubicBezTo>
                    <a:cubicBezTo>
                      <a:pt x="120" y="535"/>
                      <a:pt x="120" y="535"/>
                      <a:pt x="120" y="535"/>
                    </a:cubicBezTo>
                    <a:cubicBezTo>
                      <a:pt x="0" y="554"/>
                      <a:pt x="0" y="554"/>
                      <a:pt x="0" y="554"/>
                    </a:cubicBezTo>
                    <a:cubicBezTo>
                      <a:pt x="0" y="677"/>
                      <a:pt x="0" y="677"/>
                      <a:pt x="0" y="677"/>
                    </a:cubicBezTo>
                    <a:cubicBezTo>
                      <a:pt x="123" y="701"/>
                      <a:pt x="123" y="701"/>
                      <a:pt x="123" y="701"/>
                    </a:cubicBezTo>
                    <a:cubicBezTo>
                      <a:pt x="128" y="736"/>
                      <a:pt x="139" y="771"/>
                      <a:pt x="152" y="803"/>
                    </a:cubicBezTo>
                    <a:cubicBezTo>
                      <a:pt x="149" y="806"/>
                      <a:pt x="149" y="806"/>
                      <a:pt x="149" y="806"/>
                    </a:cubicBezTo>
                    <a:cubicBezTo>
                      <a:pt x="59" y="886"/>
                      <a:pt x="59" y="886"/>
                      <a:pt x="59" y="886"/>
                    </a:cubicBezTo>
                    <a:cubicBezTo>
                      <a:pt x="125" y="990"/>
                      <a:pt x="125" y="990"/>
                      <a:pt x="125" y="990"/>
                    </a:cubicBezTo>
                    <a:cubicBezTo>
                      <a:pt x="241" y="947"/>
                      <a:pt x="241" y="947"/>
                      <a:pt x="241" y="947"/>
                    </a:cubicBezTo>
                    <a:cubicBezTo>
                      <a:pt x="267" y="977"/>
                      <a:pt x="297" y="1003"/>
                      <a:pt x="332" y="1027"/>
                    </a:cubicBezTo>
                    <a:cubicBezTo>
                      <a:pt x="329" y="1030"/>
                      <a:pt x="329" y="1030"/>
                      <a:pt x="329" y="1030"/>
                    </a:cubicBezTo>
                    <a:cubicBezTo>
                      <a:pt x="299" y="1148"/>
                      <a:pt x="299" y="1148"/>
                      <a:pt x="299" y="1148"/>
                    </a:cubicBezTo>
                    <a:cubicBezTo>
                      <a:pt x="412" y="1199"/>
                      <a:pt x="412" y="1199"/>
                      <a:pt x="412" y="1199"/>
                    </a:cubicBezTo>
                    <a:cubicBezTo>
                      <a:pt x="484" y="1100"/>
                      <a:pt x="484" y="1100"/>
                      <a:pt x="484" y="1100"/>
                    </a:cubicBezTo>
                    <a:cubicBezTo>
                      <a:pt x="484" y="1097"/>
                      <a:pt x="484" y="1097"/>
                      <a:pt x="484" y="1097"/>
                    </a:cubicBezTo>
                    <a:cubicBezTo>
                      <a:pt x="511" y="1105"/>
                      <a:pt x="537" y="1111"/>
                      <a:pt x="564" y="1113"/>
                    </a:cubicBezTo>
                    <a:cubicBezTo>
                      <a:pt x="564" y="1116"/>
                      <a:pt x="564" y="1116"/>
                      <a:pt x="564" y="1116"/>
                    </a:cubicBezTo>
                    <a:cubicBezTo>
                      <a:pt x="591" y="1234"/>
                      <a:pt x="591" y="1234"/>
                      <a:pt x="591" y="1234"/>
                    </a:cubicBezTo>
                    <a:cubicBezTo>
                      <a:pt x="717" y="1226"/>
                      <a:pt x="717" y="1226"/>
                      <a:pt x="717" y="1226"/>
                    </a:cubicBezTo>
                    <a:cubicBezTo>
                      <a:pt x="733" y="1102"/>
                      <a:pt x="733" y="1102"/>
                      <a:pt x="733" y="1102"/>
                    </a:cubicBezTo>
                    <a:lnTo>
                      <a:pt x="733" y="1102"/>
                    </a:lnTo>
                    <a:cubicBezTo>
                      <a:pt x="757" y="1095"/>
                      <a:pt x="783" y="1086"/>
                      <a:pt x="807" y="1076"/>
                    </a:cubicBezTo>
                    <a:cubicBezTo>
                      <a:pt x="810" y="1081"/>
                      <a:pt x="810" y="1081"/>
                      <a:pt x="810" y="1081"/>
                    </a:cubicBezTo>
                    <a:cubicBezTo>
                      <a:pt x="891" y="1170"/>
                      <a:pt x="891" y="1170"/>
                      <a:pt x="891" y="1170"/>
                    </a:cubicBezTo>
                    <a:cubicBezTo>
                      <a:pt x="995" y="1102"/>
                      <a:pt x="995" y="1102"/>
                      <a:pt x="995" y="1102"/>
                    </a:cubicBezTo>
                    <a:cubicBezTo>
                      <a:pt x="949" y="987"/>
                      <a:pt x="949" y="987"/>
                      <a:pt x="949" y="987"/>
                    </a:cubicBezTo>
                    <a:cubicBezTo>
                      <a:pt x="949" y="985"/>
                      <a:pt x="949" y="985"/>
                      <a:pt x="949" y="985"/>
                    </a:cubicBezTo>
                    <a:cubicBezTo>
                      <a:pt x="968" y="966"/>
                      <a:pt x="987" y="947"/>
                      <a:pt x="1003" y="926"/>
                    </a:cubicBezTo>
                    <a:cubicBezTo>
                      <a:pt x="1008" y="929"/>
                      <a:pt x="1008" y="929"/>
                      <a:pt x="1008" y="929"/>
                    </a:cubicBezTo>
                    <a:cubicBezTo>
                      <a:pt x="1123" y="969"/>
                      <a:pt x="1123" y="969"/>
                      <a:pt x="1123" y="969"/>
                    </a:cubicBezTo>
                    <a:cubicBezTo>
                      <a:pt x="1182" y="859"/>
                      <a:pt x="1182" y="859"/>
                      <a:pt x="1182" y="859"/>
                    </a:cubicBezTo>
                    <a:cubicBezTo>
                      <a:pt x="1086" y="779"/>
                      <a:pt x="1086" y="779"/>
                      <a:pt x="1086" y="779"/>
                    </a:cubicBezTo>
                    <a:cubicBezTo>
                      <a:pt x="1086" y="773"/>
                      <a:pt x="1086" y="773"/>
                      <a:pt x="1086" y="773"/>
                    </a:cubicBezTo>
                    <a:cubicBezTo>
                      <a:pt x="1094" y="747"/>
                      <a:pt x="1099" y="725"/>
                      <a:pt x="1105" y="691"/>
                    </a:cubicBezTo>
                    <a:cubicBezTo>
                      <a:pt x="1110" y="691"/>
                      <a:pt x="1110" y="691"/>
                      <a:pt x="1110" y="691"/>
                    </a:cubicBezTo>
                    <a:cubicBezTo>
                      <a:pt x="1214" y="682"/>
                      <a:pt x="1214" y="682"/>
                      <a:pt x="1214" y="682"/>
                    </a:cubicBezTo>
                    <a:cubicBezTo>
                      <a:pt x="1214" y="557"/>
                      <a:pt x="1214" y="557"/>
                      <a:pt x="1214" y="557"/>
                    </a:cubicBezTo>
                    <a:cubicBezTo>
                      <a:pt x="1099" y="533"/>
                      <a:pt x="1099" y="533"/>
                      <a:pt x="1099" y="533"/>
                    </a:cubicBezTo>
                    <a:cubicBezTo>
                      <a:pt x="1102" y="533"/>
                      <a:pt x="1102" y="533"/>
                      <a:pt x="1102" y="533"/>
                    </a:cubicBezTo>
                    <a:cubicBezTo>
                      <a:pt x="1096" y="498"/>
                      <a:pt x="1089" y="466"/>
                      <a:pt x="1075" y="434"/>
                    </a:cubicBezTo>
                    <a:cubicBezTo>
                      <a:pt x="1080" y="431"/>
                      <a:pt x="1080" y="431"/>
                      <a:pt x="1080" y="431"/>
                    </a:cubicBezTo>
                    <a:cubicBezTo>
                      <a:pt x="1171" y="351"/>
                      <a:pt x="1171" y="351"/>
                      <a:pt x="1171" y="351"/>
                    </a:cubicBezTo>
                    <a:cubicBezTo>
                      <a:pt x="1107" y="244"/>
                      <a:pt x="1107" y="244"/>
                      <a:pt x="1107" y="244"/>
                    </a:cubicBezTo>
                    <a:cubicBezTo>
                      <a:pt x="990" y="289"/>
                      <a:pt x="990" y="289"/>
                      <a:pt x="990" y="289"/>
                    </a:cubicBezTo>
                    <a:lnTo>
                      <a:pt x="990" y="289"/>
                    </a:lnTo>
                    <a:cubicBezTo>
                      <a:pt x="963" y="260"/>
                      <a:pt x="933" y="233"/>
                      <a:pt x="899" y="209"/>
                    </a:cubicBezTo>
                    <a:cubicBezTo>
                      <a:pt x="901" y="206"/>
                      <a:pt x="901" y="206"/>
                      <a:pt x="901" y="206"/>
                    </a:cubicBezTo>
                    <a:cubicBezTo>
                      <a:pt x="933" y="89"/>
                      <a:pt x="933" y="89"/>
                      <a:pt x="933" y="89"/>
                    </a:cubicBezTo>
                    <a:cubicBezTo>
                      <a:pt x="818" y="35"/>
                      <a:pt x="818" y="35"/>
                      <a:pt x="818" y="35"/>
                    </a:cubicBezTo>
                    <a:cubicBezTo>
                      <a:pt x="746" y="137"/>
                      <a:pt x="746" y="137"/>
                      <a:pt x="746" y="137"/>
                    </a:cubicBezTo>
                    <a:close/>
                    <a:moveTo>
                      <a:pt x="1027" y="618"/>
                    </a:moveTo>
                    <a:lnTo>
                      <a:pt x="1027" y="618"/>
                    </a:lnTo>
                    <a:cubicBezTo>
                      <a:pt x="1027" y="846"/>
                      <a:pt x="842" y="1030"/>
                      <a:pt x="615" y="1030"/>
                    </a:cubicBezTo>
                    <a:cubicBezTo>
                      <a:pt x="385" y="1030"/>
                      <a:pt x="200" y="846"/>
                      <a:pt x="200" y="618"/>
                    </a:cubicBezTo>
                    <a:cubicBezTo>
                      <a:pt x="200" y="388"/>
                      <a:pt x="385" y="204"/>
                      <a:pt x="615" y="204"/>
                    </a:cubicBezTo>
                    <a:cubicBezTo>
                      <a:pt x="842" y="204"/>
                      <a:pt x="1027" y="388"/>
                      <a:pt x="1027" y="618"/>
                    </a:cubicBezTo>
                    <a:close/>
                  </a:path>
                </a:pathLst>
              </a:custGeom>
              <a:grpFill/>
              <a:ln>
                <a:noFill/>
              </a:ln>
              <a:effectLst/>
            </p:spPr>
            <p:txBody>
              <a:bodyPr wrap="none" anchor="ctr"/>
              <a:lstStyle/>
              <a:p>
                <a:pPr>
                  <a:defRPr/>
                </a:pPr>
                <a:endParaRPr lang="en-US" sz="1800" dirty="0">
                  <a:latin typeface="微软雅黑" panose="020B0503020204020204" charset="-122"/>
                </a:endParaRPr>
              </a:p>
            </p:txBody>
          </p:sp>
        </p:grpSp>
        <p:grpSp>
          <p:nvGrpSpPr>
            <p:cNvPr id="19" name="Group 18"/>
            <p:cNvGrpSpPr/>
            <p:nvPr/>
          </p:nvGrpSpPr>
          <p:grpSpPr>
            <a:xfrm>
              <a:off x="17545661" y="8480347"/>
              <a:ext cx="588159" cy="600797"/>
              <a:chOff x="17545661" y="8480347"/>
              <a:chExt cx="588159" cy="600797"/>
            </a:xfrm>
            <a:solidFill>
              <a:schemeClr val="accent1"/>
            </a:solidFill>
          </p:grpSpPr>
          <p:sp>
            <p:nvSpPr>
              <p:cNvPr id="169" name="Freeform 180"/>
              <p:cNvSpPr>
                <a:spLocks noChangeArrowheads="1"/>
              </p:cNvSpPr>
              <p:nvPr/>
            </p:nvSpPr>
            <p:spPr bwMode="auto">
              <a:xfrm>
                <a:off x="17668370" y="8603045"/>
                <a:ext cx="351203" cy="351170"/>
              </a:xfrm>
              <a:custGeom>
                <a:avLst/>
                <a:gdLst>
                  <a:gd name="T0" fmla="*/ 184 w 370"/>
                  <a:gd name="T1" fmla="*/ 0 h 370"/>
                  <a:gd name="T2" fmla="*/ 184 w 370"/>
                  <a:gd name="T3" fmla="*/ 0 h 370"/>
                  <a:gd name="T4" fmla="*/ 0 w 370"/>
                  <a:gd name="T5" fmla="*/ 185 h 370"/>
                  <a:gd name="T6" fmla="*/ 184 w 370"/>
                  <a:gd name="T7" fmla="*/ 369 h 370"/>
                  <a:gd name="T8" fmla="*/ 369 w 370"/>
                  <a:gd name="T9" fmla="*/ 185 h 370"/>
                  <a:gd name="T10" fmla="*/ 184 w 370"/>
                  <a:gd name="T11" fmla="*/ 0 h 370"/>
                </a:gdLst>
                <a:ahLst/>
                <a:cxnLst>
                  <a:cxn ang="0">
                    <a:pos x="T0" y="T1"/>
                  </a:cxn>
                  <a:cxn ang="0">
                    <a:pos x="T2" y="T3"/>
                  </a:cxn>
                  <a:cxn ang="0">
                    <a:pos x="T4" y="T5"/>
                  </a:cxn>
                  <a:cxn ang="0">
                    <a:pos x="T6" y="T7"/>
                  </a:cxn>
                  <a:cxn ang="0">
                    <a:pos x="T8" y="T9"/>
                  </a:cxn>
                  <a:cxn ang="0">
                    <a:pos x="T10" y="T11"/>
                  </a:cxn>
                </a:cxnLst>
                <a:rect l="0" t="0" r="r" b="b"/>
                <a:pathLst>
                  <a:path w="370" h="370">
                    <a:moveTo>
                      <a:pt x="184" y="0"/>
                    </a:moveTo>
                    <a:lnTo>
                      <a:pt x="184" y="0"/>
                    </a:lnTo>
                    <a:cubicBezTo>
                      <a:pt x="83" y="0"/>
                      <a:pt x="0" y="83"/>
                      <a:pt x="0" y="185"/>
                    </a:cubicBezTo>
                    <a:cubicBezTo>
                      <a:pt x="0" y="286"/>
                      <a:pt x="83" y="369"/>
                      <a:pt x="184" y="369"/>
                    </a:cubicBezTo>
                    <a:cubicBezTo>
                      <a:pt x="286" y="369"/>
                      <a:pt x="369" y="286"/>
                      <a:pt x="369" y="185"/>
                    </a:cubicBezTo>
                    <a:cubicBezTo>
                      <a:pt x="369" y="83"/>
                      <a:pt x="286" y="0"/>
                      <a:pt x="184" y="0"/>
                    </a:cubicBezTo>
                  </a:path>
                </a:pathLst>
              </a:custGeom>
              <a:grpFill/>
              <a:ln>
                <a:noFill/>
              </a:ln>
              <a:effectLst/>
            </p:spPr>
            <p:txBody>
              <a:bodyPr wrap="none" anchor="ctr"/>
              <a:lstStyle/>
              <a:p>
                <a:pPr>
                  <a:defRPr/>
                </a:pPr>
                <a:endParaRPr lang="en-US" sz="1800" dirty="0">
                  <a:latin typeface="微软雅黑" panose="020B0503020204020204" charset="-122"/>
                </a:endParaRPr>
              </a:p>
            </p:txBody>
          </p:sp>
          <p:sp>
            <p:nvSpPr>
              <p:cNvPr id="170" name="Freeform 181"/>
              <p:cNvSpPr>
                <a:spLocks noChangeArrowheads="1"/>
              </p:cNvSpPr>
              <p:nvPr/>
            </p:nvSpPr>
            <p:spPr bwMode="auto">
              <a:xfrm>
                <a:off x="17545661" y="8480347"/>
                <a:ext cx="588159" cy="600797"/>
              </a:xfrm>
              <a:custGeom>
                <a:avLst/>
                <a:gdLst>
                  <a:gd name="T0" fmla="*/ 380 w 619"/>
                  <a:gd name="T1" fmla="*/ 70 h 630"/>
                  <a:gd name="T2" fmla="*/ 340 w 619"/>
                  <a:gd name="T3" fmla="*/ 60 h 630"/>
                  <a:gd name="T4" fmla="*/ 262 w 619"/>
                  <a:gd name="T5" fmla="*/ 3 h 630"/>
                  <a:gd name="T6" fmla="*/ 214 w 619"/>
                  <a:gd name="T7" fmla="*/ 78 h 630"/>
                  <a:gd name="T8" fmla="*/ 171 w 619"/>
                  <a:gd name="T9" fmla="*/ 33 h 630"/>
                  <a:gd name="T10" fmla="*/ 141 w 619"/>
                  <a:gd name="T11" fmla="*/ 126 h 630"/>
                  <a:gd name="T12" fmla="*/ 112 w 619"/>
                  <a:gd name="T13" fmla="*/ 156 h 630"/>
                  <a:gd name="T14" fmla="*/ 24 w 619"/>
                  <a:gd name="T15" fmla="*/ 190 h 630"/>
                  <a:gd name="T16" fmla="*/ 61 w 619"/>
                  <a:gd name="T17" fmla="*/ 271 h 630"/>
                  <a:gd name="T18" fmla="*/ 0 w 619"/>
                  <a:gd name="T19" fmla="*/ 281 h 630"/>
                  <a:gd name="T20" fmla="*/ 61 w 619"/>
                  <a:gd name="T21" fmla="*/ 356 h 630"/>
                  <a:gd name="T22" fmla="*/ 75 w 619"/>
                  <a:gd name="T23" fmla="*/ 410 h 630"/>
                  <a:gd name="T24" fmla="*/ 61 w 619"/>
                  <a:gd name="T25" fmla="*/ 503 h 630"/>
                  <a:gd name="T26" fmla="*/ 168 w 619"/>
                  <a:gd name="T27" fmla="*/ 525 h 630"/>
                  <a:gd name="T28" fmla="*/ 150 w 619"/>
                  <a:gd name="T29" fmla="*/ 584 h 630"/>
                  <a:gd name="T30" fmla="*/ 246 w 619"/>
                  <a:gd name="T31" fmla="*/ 559 h 630"/>
                  <a:gd name="T32" fmla="*/ 286 w 619"/>
                  <a:gd name="T33" fmla="*/ 568 h 630"/>
                  <a:gd name="T34" fmla="*/ 299 w 619"/>
                  <a:gd name="T35" fmla="*/ 629 h 630"/>
                  <a:gd name="T36" fmla="*/ 371 w 619"/>
                  <a:gd name="T37" fmla="*/ 562 h 630"/>
                  <a:gd name="T38" fmla="*/ 411 w 619"/>
                  <a:gd name="T39" fmla="*/ 549 h 630"/>
                  <a:gd name="T40" fmla="*/ 454 w 619"/>
                  <a:gd name="T41" fmla="*/ 597 h 630"/>
                  <a:gd name="T42" fmla="*/ 484 w 619"/>
                  <a:gd name="T43" fmla="*/ 503 h 630"/>
                  <a:gd name="T44" fmla="*/ 511 w 619"/>
                  <a:gd name="T45" fmla="*/ 471 h 630"/>
                  <a:gd name="T46" fmla="*/ 572 w 619"/>
                  <a:gd name="T47" fmla="*/ 493 h 630"/>
                  <a:gd name="T48" fmla="*/ 553 w 619"/>
                  <a:gd name="T49" fmla="*/ 396 h 630"/>
                  <a:gd name="T50" fmla="*/ 561 w 619"/>
                  <a:gd name="T51" fmla="*/ 351 h 630"/>
                  <a:gd name="T52" fmla="*/ 618 w 619"/>
                  <a:gd name="T53" fmla="*/ 345 h 630"/>
                  <a:gd name="T54" fmla="*/ 559 w 619"/>
                  <a:gd name="T55" fmla="*/ 271 h 630"/>
                  <a:gd name="T56" fmla="*/ 548 w 619"/>
                  <a:gd name="T57" fmla="*/ 220 h 630"/>
                  <a:gd name="T58" fmla="*/ 596 w 619"/>
                  <a:gd name="T59" fmla="*/ 177 h 630"/>
                  <a:gd name="T60" fmla="*/ 502 w 619"/>
                  <a:gd name="T61" fmla="*/ 145 h 630"/>
                  <a:gd name="T62" fmla="*/ 457 w 619"/>
                  <a:gd name="T63" fmla="*/ 105 h 630"/>
                  <a:gd name="T64" fmla="*/ 473 w 619"/>
                  <a:gd name="T65" fmla="*/ 43 h 630"/>
                  <a:gd name="T66" fmla="*/ 380 w 619"/>
                  <a:gd name="T67" fmla="*/ 70 h 630"/>
                  <a:gd name="T68" fmla="*/ 521 w 619"/>
                  <a:gd name="T69" fmla="*/ 314 h 630"/>
                  <a:gd name="T70" fmla="*/ 101 w 619"/>
                  <a:gd name="T71" fmla="*/ 314 h 630"/>
                  <a:gd name="T72" fmla="*/ 521 w 619"/>
                  <a:gd name="T73" fmla="*/ 314 h 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19" h="630">
                    <a:moveTo>
                      <a:pt x="380" y="70"/>
                    </a:moveTo>
                    <a:lnTo>
                      <a:pt x="380" y="70"/>
                    </a:lnTo>
                    <a:cubicBezTo>
                      <a:pt x="366" y="65"/>
                      <a:pt x="353" y="62"/>
                      <a:pt x="340" y="62"/>
                    </a:cubicBezTo>
                    <a:cubicBezTo>
                      <a:pt x="340" y="60"/>
                      <a:pt x="340" y="60"/>
                      <a:pt x="340" y="60"/>
                    </a:cubicBezTo>
                    <a:cubicBezTo>
                      <a:pt x="323" y="0"/>
                      <a:pt x="323" y="0"/>
                      <a:pt x="323" y="0"/>
                    </a:cubicBezTo>
                    <a:cubicBezTo>
                      <a:pt x="262" y="3"/>
                      <a:pt x="262" y="3"/>
                      <a:pt x="262" y="3"/>
                    </a:cubicBezTo>
                    <a:cubicBezTo>
                      <a:pt x="254" y="67"/>
                      <a:pt x="254" y="67"/>
                      <a:pt x="254" y="67"/>
                    </a:cubicBezTo>
                    <a:cubicBezTo>
                      <a:pt x="240" y="70"/>
                      <a:pt x="227" y="73"/>
                      <a:pt x="214" y="78"/>
                    </a:cubicBezTo>
                    <a:lnTo>
                      <a:pt x="214" y="78"/>
                    </a:lnTo>
                    <a:cubicBezTo>
                      <a:pt x="171" y="33"/>
                      <a:pt x="171" y="33"/>
                      <a:pt x="171" y="33"/>
                    </a:cubicBezTo>
                    <a:cubicBezTo>
                      <a:pt x="117" y="67"/>
                      <a:pt x="117" y="67"/>
                      <a:pt x="117" y="67"/>
                    </a:cubicBezTo>
                    <a:cubicBezTo>
                      <a:pt x="141" y="126"/>
                      <a:pt x="141" y="126"/>
                      <a:pt x="141" y="126"/>
                    </a:cubicBezTo>
                    <a:cubicBezTo>
                      <a:pt x="131" y="134"/>
                      <a:pt x="120" y="145"/>
                      <a:pt x="112" y="156"/>
                    </a:cubicBezTo>
                    <a:lnTo>
                      <a:pt x="112" y="156"/>
                    </a:lnTo>
                    <a:cubicBezTo>
                      <a:pt x="53" y="134"/>
                      <a:pt x="53" y="134"/>
                      <a:pt x="53" y="134"/>
                    </a:cubicBezTo>
                    <a:cubicBezTo>
                      <a:pt x="24" y="190"/>
                      <a:pt x="24" y="190"/>
                      <a:pt x="24" y="190"/>
                    </a:cubicBezTo>
                    <a:cubicBezTo>
                      <a:pt x="72" y="231"/>
                      <a:pt x="72" y="231"/>
                      <a:pt x="72" y="231"/>
                    </a:cubicBezTo>
                    <a:cubicBezTo>
                      <a:pt x="67" y="244"/>
                      <a:pt x="64" y="255"/>
                      <a:pt x="61" y="271"/>
                    </a:cubicBezTo>
                    <a:lnTo>
                      <a:pt x="61" y="271"/>
                    </a:lnTo>
                    <a:cubicBezTo>
                      <a:pt x="0" y="281"/>
                      <a:pt x="0" y="281"/>
                      <a:pt x="0" y="281"/>
                    </a:cubicBezTo>
                    <a:cubicBezTo>
                      <a:pt x="0" y="345"/>
                      <a:pt x="0" y="345"/>
                      <a:pt x="0" y="345"/>
                    </a:cubicBezTo>
                    <a:cubicBezTo>
                      <a:pt x="61" y="356"/>
                      <a:pt x="61" y="356"/>
                      <a:pt x="61" y="356"/>
                    </a:cubicBezTo>
                    <a:cubicBezTo>
                      <a:pt x="64" y="375"/>
                      <a:pt x="69" y="394"/>
                      <a:pt x="75" y="410"/>
                    </a:cubicBezTo>
                    <a:lnTo>
                      <a:pt x="75" y="410"/>
                    </a:lnTo>
                    <a:cubicBezTo>
                      <a:pt x="29" y="450"/>
                      <a:pt x="29" y="450"/>
                      <a:pt x="29" y="450"/>
                    </a:cubicBezTo>
                    <a:cubicBezTo>
                      <a:pt x="61" y="503"/>
                      <a:pt x="61" y="503"/>
                      <a:pt x="61" y="503"/>
                    </a:cubicBezTo>
                    <a:cubicBezTo>
                      <a:pt x="120" y="482"/>
                      <a:pt x="120" y="482"/>
                      <a:pt x="120" y="482"/>
                    </a:cubicBezTo>
                    <a:cubicBezTo>
                      <a:pt x="133" y="498"/>
                      <a:pt x="150" y="512"/>
                      <a:pt x="168" y="525"/>
                    </a:cubicBezTo>
                    <a:cubicBezTo>
                      <a:pt x="166" y="525"/>
                      <a:pt x="166" y="525"/>
                      <a:pt x="166" y="525"/>
                    </a:cubicBezTo>
                    <a:cubicBezTo>
                      <a:pt x="150" y="584"/>
                      <a:pt x="150" y="584"/>
                      <a:pt x="150" y="584"/>
                    </a:cubicBezTo>
                    <a:cubicBezTo>
                      <a:pt x="208" y="610"/>
                      <a:pt x="208" y="610"/>
                      <a:pt x="208" y="610"/>
                    </a:cubicBezTo>
                    <a:cubicBezTo>
                      <a:pt x="246" y="559"/>
                      <a:pt x="246" y="559"/>
                      <a:pt x="246" y="559"/>
                    </a:cubicBezTo>
                    <a:lnTo>
                      <a:pt x="246" y="559"/>
                    </a:lnTo>
                    <a:cubicBezTo>
                      <a:pt x="259" y="562"/>
                      <a:pt x="272" y="565"/>
                      <a:pt x="286" y="568"/>
                    </a:cubicBezTo>
                    <a:lnTo>
                      <a:pt x="286" y="568"/>
                    </a:lnTo>
                    <a:cubicBezTo>
                      <a:pt x="299" y="629"/>
                      <a:pt x="299" y="629"/>
                      <a:pt x="299" y="629"/>
                    </a:cubicBezTo>
                    <a:cubicBezTo>
                      <a:pt x="363" y="624"/>
                      <a:pt x="363" y="624"/>
                      <a:pt x="363" y="624"/>
                    </a:cubicBezTo>
                    <a:cubicBezTo>
                      <a:pt x="371" y="562"/>
                      <a:pt x="371" y="562"/>
                      <a:pt x="371" y="562"/>
                    </a:cubicBezTo>
                    <a:lnTo>
                      <a:pt x="371" y="562"/>
                    </a:lnTo>
                    <a:cubicBezTo>
                      <a:pt x="385" y="557"/>
                      <a:pt x="398" y="554"/>
                      <a:pt x="411" y="549"/>
                    </a:cubicBezTo>
                    <a:cubicBezTo>
                      <a:pt x="411" y="552"/>
                      <a:pt x="411" y="552"/>
                      <a:pt x="411" y="552"/>
                    </a:cubicBezTo>
                    <a:cubicBezTo>
                      <a:pt x="454" y="597"/>
                      <a:pt x="454" y="597"/>
                      <a:pt x="454" y="597"/>
                    </a:cubicBezTo>
                    <a:cubicBezTo>
                      <a:pt x="508" y="562"/>
                      <a:pt x="508" y="562"/>
                      <a:pt x="508" y="562"/>
                    </a:cubicBezTo>
                    <a:cubicBezTo>
                      <a:pt x="484" y="503"/>
                      <a:pt x="484" y="503"/>
                      <a:pt x="484" y="503"/>
                    </a:cubicBezTo>
                    <a:cubicBezTo>
                      <a:pt x="484" y="501"/>
                      <a:pt x="484" y="501"/>
                      <a:pt x="484" y="501"/>
                    </a:cubicBezTo>
                    <a:cubicBezTo>
                      <a:pt x="492" y="493"/>
                      <a:pt x="502" y="482"/>
                      <a:pt x="511" y="471"/>
                    </a:cubicBezTo>
                    <a:cubicBezTo>
                      <a:pt x="513" y="474"/>
                      <a:pt x="513" y="474"/>
                      <a:pt x="513" y="474"/>
                    </a:cubicBezTo>
                    <a:cubicBezTo>
                      <a:pt x="572" y="493"/>
                      <a:pt x="572" y="493"/>
                      <a:pt x="572" y="493"/>
                    </a:cubicBezTo>
                    <a:cubicBezTo>
                      <a:pt x="601" y="437"/>
                      <a:pt x="601" y="437"/>
                      <a:pt x="601" y="437"/>
                    </a:cubicBezTo>
                    <a:cubicBezTo>
                      <a:pt x="553" y="396"/>
                      <a:pt x="553" y="396"/>
                      <a:pt x="553" y="396"/>
                    </a:cubicBezTo>
                    <a:cubicBezTo>
                      <a:pt x="553" y="394"/>
                      <a:pt x="553" y="394"/>
                      <a:pt x="553" y="394"/>
                    </a:cubicBezTo>
                    <a:cubicBezTo>
                      <a:pt x="556" y="380"/>
                      <a:pt x="559" y="370"/>
                      <a:pt x="561" y="351"/>
                    </a:cubicBezTo>
                    <a:cubicBezTo>
                      <a:pt x="564" y="351"/>
                      <a:pt x="564" y="351"/>
                      <a:pt x="564" y="351"/>
                    </a:cubicBezTo>
                    <a:cubicBezTo>
                      <a:pt x="618" y="345"/>
                      <a:pt x="618" y="345"/>
                      <a:pt x="618" y="345"/>
                    </a:cubicBezTo>
                    <a:cubicBezTo>
                      <a:pt x="618" y="284"/>
                      <a:pt x="618" y="284"/>
                      <a:pt x="618" y="284"/>
                    </a:cubicBezTo>
                    <a:cubicBezTo>
                      <a:pt x="559" y="271"/>
                      <a:pt x="559" y="271"/>
                      <a:pt x="559" y="271"/>
                    </a:cubicBezTo>
                    <a:cubicBezTo>
                      <a:pt x="561" y="271"/>
                      <a:pt x="561" y="271"/>
                      <a:pt x="561" y="271"/>
                    </a:cubicBezTo>
                    <a:cubicBezTo>
                      <a:pt x="556" y="255"/>
                      <a:pt x="553" y="236"/>
                      <a:pt x="548" y="220"/>
                    </a:cubicBezTo>
                    <a:cubicBezTo>
                      <a:pt x="551" y="220"/>
                      <a:pt x="551" y="220"/>
                      <a:pt x="551" y="220"/>
                    </a:cubicBezTo>
                    <a:cubicBezTo>
                      <a:pt x="596" y="177"/>
                      <a:pt x="596" y="177"/>
                      <a:pt x="596" y="177"/>
                    </a:cubicBezTo>
                    <a:cubicBezTo>
                      <a:pt x="564" y="124"/>
                      <a:pt x="564" y="124"/>
                      <a:pt x="564" y="124"/>
                    </a:cubicBezTo>
                    <a:cubicBezTo>
                      <a:pt x="502" y="145"/>
                      <a:pt x="502" y="145"/>
                      <a:pt x="502" y="145"/>
                    </a:cubicBezTo>
                    <a:cubicBezTo>
                      <a:pt x="502" y="148"/>
                      <a:pt x="502" y="148"/>
                      <a:pt x="502" y="148"/>
                    </a:cubicBezTo>
                    <a:cubicBezTo>
                      <a:pt x="489" y="131"/>
                      <a:pt x="473" y="118"/>
                      <a:pt x="457" y="105"/>
                    </a:cubicBezTo>
                    <a:lnTo>
                      <a:pt x="457" y="105"/>
                    </a:lnTo>
                    <a:cubicBezTo>
                      <a:pt x="473" y="43"/>
                      <a:pt x="473" y="43"/>
                      <a:pt x="473" y="43"/>
                    </a:cubicBezTo>
                    <a:cubicBezTo>
                      <a:pt x="417" y="17"/>
                      <a:pt x="417" y="17"/>
                      <a:pt x="417" y="17"/>
                    </a:cubicBezTo>
                    <a:cubicBezTo>
                      <a:pt x="380" y="70"/>
                      <a:pt x="380" y="70"/>
                      <a:pt x="380" y="70"/>
                    </a:cubicBezTo>
                    <a:close/>
                    <a:moveTo>
                      <a:pt x="521" y="314"/>
                    </a:moveTo>
                    <a:lnTo>
                      <a:pt x="521" y="314"/>
                    </a:lnTo>
                    <a:cubicBezTo>
                      <a:pt x="521" y="431"/>
                      <a:pt x="428" y="525"/>
                      <a:pt x="312" y="525"/>
                    </a:cubicBezTo>
                    <a:cubicBezTo>
                      <a:pt x="195" y="525"/>
                      <a:pt x="101" y="431"/>
                      <a:pt x="101" y="314"/>
                    </a:cubicBezTo>
                    <a:cubicBezTo>
                      <a:pt x="101" y="199"/>
                      <a:pt x="195" y="102"/>
                      <a:pt x="312" y="102"/>
                    </a:cubicBezTo>
                    <a:cubicBezTo>
                      <a:pt x="428" y="102"/>
                      <a:pt x="521" y="199"/>
                      <a:pt x="521" y="314"/>
                    </a:cubicBezTo>
                    <a:close/>
                  </a:path>
                </a:pathLst>
              </a:custGeom>
              <a:grpFill/>
              <a:ln>
                <a:noFill/>
              </a:ln>
              <a:effectLst/>
            </p:spPr>
            <p:txBody>
              <a:bodyPr wrap="none" anchor="ctr"/>
              <a:lstStyle/>
              <a:p>
                <a:pPr>
                  <a:defRPr/>
                </a:pPr>
                <a:endParaRPr lang="en-US" sz="1800" dirty="0">
                  <a:latin typeface="微软雅黑" panose="020B0503020204020204" charset="-122"/>
                </a:endParaRPr>
              </a:p>
            </p:txBody>
          </p:sp>
        </p:grpSp>
        <p:grpSp>
          <p:nvGrpSpPr>
            <p:cNvPr id="3" name="Group 6"/>
            <p:cNvGrpSpPr/>
            <p:nvPr/>
          </p:nvGrpSpPr>
          <p:grpSpPr>
            <a:xfrm>
              <a:off x="17812236" y="7168747"/>
              <a:ext cx="1595222" cy="1590844"/>
              <a:chOff x="17812236" y="7168747"/>
              <a:chExt cx="1595222" cy="1590844"/>
            </a:xfrm>
            <a:solidFill>
              <a:schemeClr val="accent2"/>
            </a:solidFill>
          </p:grpSpPr>
          <p:sp>
            <p:nvSpPr>
              <p:cNvPr id="185" name="Freeform 196"/>
              <p:cNvSpPr>
                <a:spLocks noChangeArrowheads="1"/>
              </p:cNvSpPr>
              <p:nvPr/>
            </p:nvSpPr>
            <p:spPr bwMode="auto">
              <a:xfrm>
                <a:off x="18078812" y="7435298"/>
                <a:ext cx="1057840" cy="1057742"/>
              </a:xfrm>
              <a:custGeom>
                <a:avLst/>
                <a:gdLst>
                  <a:gd name="T0" fmla="*/ 262 w 1108"/>
                  <a:gd name="T1" fmla="*/ 163 h 1109"/>
                  <a:gd name="T2" fmla="*/ 262 w 1108"/>
                  <a:gd name="T3" fmla="*/ 163 h 1109"/>
                  <a:gd name="T4" fmla="*/ 160 w 1108"/>
                  <a:gd name="T5" fmla="*/ 846 h 1109"/>
                  <a:gd name="T6" fmla="*/ 845 w 1108"/>
                  <a:gd name="T7" fmla="*/ 947 h 1109"/>
                  <a:gd name="T8" fmla="*/ 947 w 1108"/>
                  <a:gd name="T9" fmla="*/ 263 h 1109"/>
                  <a:gd name="T10" fmla="*/ 262 w 1108"/>
                  <a:gd name="T11" fmla="*/ 163 h 1109"/>
                </a:gdLst>
                <a:ahLst/>
                <a:cxnLst>
                  <a:cxn ang="0">
                    <a:pos x="T0" y="T1"/>
                  </a:cxn>
                  <a:cxn ang="0">
                    <a:pos x="T2" y="T3"/>
                  </a:cxn>
                  <a:cxn ang="0">
                    <a:pos x="T4" y="T5"/>
                  </a:cxn>
                  <a:cxn ang="0">
                    <a:pos x="T6" y="T7"/>
                  </a:cxn>
                  <a:cxn ang="0">
                    <a:pos x="T8" y="T9"/>
                  </a:cxn>
                  <a:cxn ang="0">
                    <a:pos x="T10" y="T11"/>
                  </a:cxn>
                </a:cxnLst>
                <a:rect l="0" t="0" r="r" b="b"/>
                <a:pathLst>
                  <a:path w="1108" h="1109">
                    <a:moveTo>
                      <a:pt x="262" y="163"/>
                    </a:moveTo>
                    <a:lnTo>
                      <a:pt x="262" y="163"/>
                    </a:lnTo>
                    <a:cubicBezTo>
                      <a:pt x="45" y="324"/>
                      <a:pt x="0" y="632"/>
                      <a:pt x="160" y="846"/>
                    </a:cubicBezTo>
                    <a:cubicBezTo>
                      <a:pt x="324" y="1062"/>
                      <a:pt x="629" y="1108"/>
                      <a:pt x="845" y="947"/>
                    </a:cubicBezTo>
                    <a:cubicBezTo>
                      <a:pt x="1062" y="787"/>
                      <a:pt x="1107" y="479"/>
                      <a:pt x="947" y="263"/>
                    </a:cubicBezTo>
                    <a:cubicBezTo>
                      <a:pt x="784" y="45"/>
                      <a:pt x="479" y="0"/>
                      <a:pt x="262" y="163"/>
                    </a:cubicBezTo>
                  </a:path>
                </a:pathLst>
              </a:custGeom>
              <a:grpFill/>
              <a:ln>
                <a:noFill/>
              </a:ln>
              <a:effectLst/>
            </p:spPr>
            <p:txBody>
              <a:bodyPr wrap="none" anchor="ctr"/>
              <a:lstStyle/>
              <a:p>
                <a:pPr>
                  <a:defRPr/>
                </a:pPr>
                <a:endParaRPr lang="en-US" sz="1800" dirty="0">
                  <a:latin typeface="微软雅黑" panose="020B0503020204020204" charset="-122"/>
                </a:endParaRPr>
              </a:p>
            </p:txBody>
          </p:sp>
          <p:sp>
            <p:nvSpPr>
              <p:cNvPr id="186" name="Freeform 197"/>
              <p:cNvSpPr>
                <a:spLocks noChangeArrowheads="1"/>
              </p:cNvSpPr>
              <p:nvPr/>
            </p:nvSpPr>
            <p:spPr bwMode="auto">
              <a:xfrm>
                <a:off x="17812236" y="7168747"/>
                <a:ext cx="1595222" cy="1590844"/>
              </a:xfrm>
              <a:custGeom>
                <a:avLst/>
                <a:gdLst>
                  <a:gd name="T0" fmla="*/ 586 w 1667"/>
                  <a:gd name="T1" fmla="*/ 203 h 1662"/>
                  <a:gd name="T2" fmla="*/ 487 w 1667"/>
                  <a:gd name="T3" fmla="*/ 246 h 1662"/>
                  <a:gd name="T4" fmla="*/ 233 w 1667"/>
                  <a:gd name="T5" fmla="*/ 251 h 1662"/>
                  <a:gd name="T6" fmla="*/ 251 w 1667"/>
                  <a:gd name="T7" fmla="*/ 487 h 1662"/>
                  <a:gd name="T8" fmla="*/ 88 w 1667"/>
                  <a:gd name="T9" fmla="*/ 454 h 1662"/>
                  <a:gd name="T10" fmla="*/ 171 w 1667"/>
                  <a:gd name="T11" fmla="*/ 700 h 1662"/>
                  <a:gd name="T12" fmla="*/ 155 w 1667"/>
                  <a:gd name="T13" fmla="*/ 808 h 1662"/>
                  <a:gd name="T14" fmla="*/ 21 w 1667"/>
                  <a:gd name="T15" fmla="*/ 1024 h 1662"/>
                  <a:gd name="T16" fmla="*/ 233 w 1667"/>
                  <a:gd name="T17" fmla="*/ 1137 h 1662"/>
                  <a:gd name="T18" fmla="*/ 120 w 1667"/>
                  <a:gd name="T19" fmla="*/ 1254 h 1662"/>
                  <a:gd name="T20" fmla="*/ 369 w 1667"/>
                  <a:gd name="T21" fmla="*/ 1318 h 1662"/>
                  <a:gd name="T22" fmla="*/ 479 w 1667"/>
                  <a:gd name="T23" fmla="*/ 1407 h 1662"/>
                  <a:gd name="T24" fmla="*/ 602 w 1667"/>
                  <a:gd name="T25" fmla="*/ 1631 h 1662"/>
                  <a:gd name="T26" fmla="*/ 856 w 1667"/>
                  <a:gd name="T27" fmla="*/ 1503 h 1662"/>
                  <a:gd name="T28" fmla="*/ 917 w 1667"/>
                  <a:gd name="T29" fmla="*/ 1661 h 1662"/>
                  <a:gd name="T30" fmla="*/ 1080 w 1667"/>
                  <a:gd name="T31" fmla="*/ 1457 h 1662"/>
                  <a:gd name="T32" fmla="*/ 1177 w 1667"/>
                  <a:gd name="T33" fmla="*/ 1409 h 1662"/>
                  <a:gd name="T34" fmla="*/ 1305 w 1667"/>
                  <a:gd name="T35" fmla="*/ 1516 h 1662"/>
                  <a:gd name="T36" fmla="*/ 1350 w 1667"/>
                  <a:gd name="T37" fmla="*/ 1260 h 1662"/>
                  <a:gd name="T38" fmla="*/ 1412 w 1667"/>
                  <a:gd name="T39" fmla="*/ 1171 h 1662"/>
                  <a:gd name="T40" fmla="*/ 1578 w 1667"/>
                  <a:gd name="T41" fmla="*/ 1206 h 1662"/>
                  <a:gd name="T42" fmla="*/ 1495 w 1667"/>
                  <a:gd name="T43" fmla="*/ 957 h 1662"/>
                  <a:gd name="T44" fmla="*/ 1506 w 1667"/>
                  <a:gd name="T45" fmla="*/ 850 h 1662"/>
                  <a:gd name="T46" fmla="*/ 1666 w 1667"/>
                  <a:gd name="T47" fmla="*/ 799 h 1662"/>
                  <a:gd name="T48" fmla="*/ 1476 w 1667"/>
                  <a:gd name="T49" fmla="*/ 623 h 1662"/>
                  <a:gd name="T50" fmla="*/ 1418 w 1667"/>
                  <a:gd name="T51" fmla="*/ 505 h 1662"/>
                  <a:gd name="T52" fmla="*/ 1535 w 1667"/>
                  <a:gd name="T53" fmla="*/ 414 h 1662"/>
                  <a:gd name="T54" fmla="*/ 1289 w 1667"/>
                  <a:gd name="T55" fmla="*/ 348 h 1662"/>
                  <a:gd name="T56" fmla="*/ 1182 w 1667"/>
                  <a:gd name="T57" fmla="*/ 256 h 1662"/>
                  <a:gd name="T58" fmla="*/ 1220 w 1667"/>
                  <a:gd name="T59" fmla="*/ 91 h 1662"/>
                  <a:gd name="T60" fmla="*/ 974 w 1667"/>
                  <a:gd name="T61" fmla="*/ 168 h 1662"/>
                  <a:gd name="T62" fmla="*/ 810 w 1667"/>
                  <a:gd name="T63" fmla="*/ 155 h 1662"/>
                  <a:gd name="T64" fmla="*/ 749 w 1667"/>
                  <a:gd name="T65" fmla="*/ 0 h 1662"/>
                  <a:gd name="T66" fmla="*/ 586 w 1667"/>
                  <a:gd name="T67" fmla="*/ 200 h 1662"/>
                  <a:gd name="T68" fmla="*/ 1281 w 1667"/>
                  <a:gd name="T69" fmla="*/ 495 h 1662"/>
                  <a:gd name="T70" fmla="*/ 1166 w 1667"/>
                  <a:gd name="T71" fmla="*/ 1278 h 1662"/>
                  <a:gd name="T72" fmla="*/ 497 w 1667"/>
                  <a:gd name="T73" fmla="*/ 382 h 1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667" h="1662">
                    <a:moveTo>
                      <a:pt x="586" y="203"/>
                    </a:moveTo>
                    <a:lnTo>
                      <a:pt x="586" y="203"/>
                    </a:lnTo>
                    <a:cubicBezTo>
                      <a:pt x="553" y="214"/>
                      <a:pt x="521" y="230"/>
                      <a:pt x="489" y="249"/>
                    </a:cubicBezTo>
                    <a:cubicBezTo>
                      <a:pt x="487" y="246"/>
                      <a:pt x="487" y="246"/>
                      <a:pt x="487" y="246"/>
                    </a:cubicBezTo>
                    <a:cubicBezTo>
                      <a:pt x="361" y="141"/>
                      <a:pt x="361" y="141"/>
                      <a:pt x="361" y="141"/>
                    </a:cubicBezTo>
                    <a:cubicBezTo>
                      <a:pt x="233" y="251"/>
                      <a:pt x="233" y="251"/>
                      <a:pt x="233" y="251"/>
                    </a:cubicBezTo>
                    <a:cubicBezTo>
                      <a:pt x="316" y="398"/>
                      <a:pt x="316" y="398"/>
                      <a:pt x="316" y="398"/>
                    </a:cubicBezTo>
                    <a:cubicBezTo>
                      <a:pt x="291" y="425"/>
                      <a:pt x="270" y="454"/>
                      <a:pt x="251" y="487"/>
                    </a:cubicBezTo>
                    <a:cubicBezTo>
                      <a:pt x="248" y="484"/>
                      <a:pt x="248" y="484"/>
                      <a:pt x="248" y="484"/>
                    </a:cubicBezTo>
                    <a:cubicBezTo>
                      <a:pt x="88" y="454"/>
                      <a:pt x="88" y="454"/>
                      <a:pt x="88" y="454"/>
                    </a:cubicBezTo>
                    <a:cubicBezTo>
                      <a:pt x="29" y="609"/>
                      <a:pt x="29" y="609"/>
                      <a:pt x="29" y="609"/>
                    </a:cubicBezTo>
                    <a:cubicBezTo>
                      <a:pt x="171" y="700"/>
                      <a:pt x="171" y="700"/>
                      <a:pt x="171" y="700"/>
                    </a:cubicBezTo>
                    <a:cubicBezTo>
                      <a:pt x="163" y="735"/>
                      <a:pt x="160" y="770"/>
                      <a:pt x="158" y="808"/>
                    </a:cubicBezTo>
                    <a:cubicBezTo>
                      <a:pt x="155" y="808"/>
                      <a:pt x="155" y="808"/>
                      <a:pt x="155" y="808"/>
                    </a:cubicBezTo>
                    <a:cubicBezTo>
                      <a:pt x="0" y="858"/>
                      <a:pt x="0" y="858"/>
                      <a:pt x="0" y="858"/>
                    </a:cubicBezTo>
                    <a:cubicBezTo>
                      <a:pt x="21" y="1024"/>
                      <a:pt x="21" y="1024"/>
                      <a:pt x="21" y="1024"/>
                    </a:cubicBezTo>
                    <a:cubicBezTo>
                      <a:pt x="190" y="1035"/>
                      <a:pt x="190" y="1035"/>
                      <a:pt x="190" y="1035"/>
                    </a:cubicBezTo>
                    <a:cubicBezTo>
                      <a:pt x="201" y="1070"/>
                      <a:pt x="206" y="1088"/>
                      <a:pt x="233" y="1137"/>
                    </a:cubicBezTo>
                    <a:cubicBezTo>
                      <a:pt x="230" y="1139"/>
                      <a:pt x="230" y="1139"/>
                      <a:pt x="230" y="1139"/>
                    </a:cubicBezTo>
                    <a:cubicBezTo>
                      <a:pt x="120" y="1254"/>
                      <a:pt x="120" y="1254"/>
                      <a:pt x="120" y="1254"/>
                    </a:cubicBezTo>
                    <a:cubicBezTo>
                      <a:pt x="219" y="1388"/>
                      <a:pt x="219" y="1388"/>
                      <a:pt x="219" y="1388"/>
                    </a:cubicBezTo>
                    <a:cubicBezTo>
                      <a:pt x="369" y="1318"/>
                      <a:pt x="369" y="1318"/>
                      <a:pt x="369" y="1318"/>
                    </a:cubicBezTo>
                    <a:cubicBezTo>
                      <a:pt x="404" y="1351"/>
                      <a:pt x="441" y="1380"/>
                      <a:pt x="481" y="1404"/>
                    </a:cubicBezTo>
                    <a:cubicBezTo>
                      <a:pt x="479" y="1407"/>
                      <a:pt x="479" y="1407"/>
                      <a:pt x="479" y="1407"/>
                    </a:cubicBezTo>
                    <a:cubicBezTo>
                      <a:pt x="447" y="1567"/>
                      <a:pt x="447" y="1567"/>
                      <a:pt x="447" y="1567"/>
                    </a:cubicBezTo>
                    <a:cubicBezTo>
                      <a:pt x="602" y="1631"/>
                      <a:pt x="602" y="1631"/>
                      <a:pt x="602" y="1631"/>
                    </a:cubicBezTo>
                    <a:cubicBezTo>
                      <a:pt x="693" y="1490"/>
                      <a:pt x="693" y="1490"/>
                      <a:pt x="693" y="1490"/>
                    </a:cubicBezTo>
                    <a:cubicBezTo>
                      <a:pt x="746" y="1500"/>
                      <a:pt x="802" y="1506"/>
                      <a:pt x="856" y="1503"/>
                    </a:cubicBezTo>
                    <a:cubicBezTo>
                      <a:pt x="856" y="1508"/>
                      <a:pt x="856" y="1508"/>
                      <a:pt x="856" y="1508"/>
                    </a:cubicBezTo>
                    <a:cubicBezTo>
                      <a:pt x="917" y="1661"/>
                      <a:pt x="917" y="1661"/>
                      <a:pt x="917" y="1661"/>
                    </a:cubicBezTo>
                    <a:cubicBezTo>
                      <a:pt x="1080" y="1626"/>
                      <a:pt x="1080" y="1626"/>
                      <a:pt x="1080" y="1626"/>
                    </a:cubicBezTo>
                    <a:cubicBezTo>
                      <a:pt x="1080" y="1457"/>
                      <a:pt x="1080" y="1457"/>
                      <a:pt x="1080" y="1457"/>
                    </a:cubicBezTo>
                    <a:lnTo>
                      <a:pt x="1080" y="1457"/>
                    </a:lnTo>
                    <a:cubicBezTo>
                      <a:pt x="1113" y="1444"/>
                      <a:pt x="1145" y="1428"/>
                      <a:pt x="1177" y="1409"/>
                    </a:cubicBezTo>
                    <a:cubicBezTo>
                      <a:pt x="1179" y="1412"/>
                      <a:pt x="1179" y="1412"/>
                      <a:pt x="1179" y="1412"/>
                    </a:cubicBezTo>
                    <a:cubicBezTo>
                      <a:pt x="1305" y="1516"/>
                      <a:pt x="1305" y="1516"/>
                      <a:pt x="1305" y="1516"/>
                    </a:cubicBezTo>
                    <a:cubicBezTo>
                      <a:pt x="1434" y="1407"/>
                      <a:pt x="1434" y="1407"/>
                      <a:pt x="1434" y="1407"/>
                    </a:cubicBezTo>
                    <a:cubicBezTo>
                      <a:pt x="1350" y="1260"/>
                      <a:pt x="1350" y="1260"/>
                      <a:pt x="1350" y="1260"/>
                    </a:cubicBezTo>
                    <a:lnTo>
                      <a:pt x="1350" y="1260"/>
                    </a:lnTo>
                    <a:cubicBezTo>
                      <a:pt x="1375" y="1233"/>
                      <a:pt x="1396" y="1203"/>
                      <a:pt x="1412" y="1171"/>
                    </a:cubicBezTo>
                    <a:cubicBezTo>
                      <a:pt x="1418" y="1174"/>
                      <a:pt x="1418" y="1174"/>
                      <a:pt x="1418" y="1174"/>
                    </a:cubicBezTo>
                    <a:cubicBezTo>
                      <a:pt x="1578" y="1206"/>
                      <a:pt x="1578" y="1206"/>
                      <a:pt x="1578" y="1206"/>
                    </a:cubicBezTo>
                    <a:cubicBezTo>
                      <a:pt x="1639" y="1048"/>
                      <a:pt x="1639" y="1048"/>
                      <a:pt x="1639" y="1048"/>
                    </a:cubicBezTo>
                    <a:cubicBezTo>
                      <a:pt x="1495" y="957"/>
                      <a:pt x="1495" y="957"/>
                      <a:pt x="1495" y="957"/>
                    </a:cubicBezTo>
                    <a:cubicBezTo>
                      <a:pt x="1492" y="957"/>
                      <a:pt x="1492" y="957"/>
                      <a:pt x="1492" y="957"/>
                    </a:cubicBezTo>
                    <a:cubicBezTo>
                      <a:pt x="1500" y="923"/>
                      <a:pt x="1503" y="888"/>
                      <a:pt x="1506" y="850"/>
                    </a:cubicBezTo>
                    <a:cubicBezTo>
                      <a:pt x="1511" y="850"/>
                      <a:pt x="1511" y="850"/>
                      <a:pt x="1511" y="850"/>
                    </a:cubicBezTo>
                    <a:cubicBezTo>
                      <a:pt x="1666" y="799"/>
                      <a:pt x="1666" y="799"/>
                      <a:pt x="1666" y="799"/>
                    </a:cubicBezTo>
                    <a:cubicBezTo>
                      <a:pt x="1645" y="634"/>
                      <a:pt x="1645" y="634"/>
                      <a:pt x="1645" y="634"/>
                    </a:cubicBezTo>
                    <a:cubicBezTo>
                      <a:pt x="1476" y="623"/>
                      <a:pt x="1476" y="623"/>
                      <a:pt x="1476" y="623"/>
                    </a:cubicBezTo>
                    <a:cubicBezTo>
                      <a:pt x="1465" y="615"/>
                      <a:pt x="1465" y="615"/>
                      <a:pt x="1465" y="615"/>
                    </a:cubicBezTo>
                    <a:cubicBezTo>
                      <a:pt x="1455" y="580"/>
                      <a:pt x="1447" y="553"/>
                      <a:pt x="1418" y="505"/>
                    </a:cubicBezTo>
                    <a:cubicBezTo>
                      <a:pt x="1423" y="503"/>
                      <a:pt x="1423" y="503"/>
                      <a:pt x="1423" y="503"/>
                    </a:cubicBezTo>
                    <a:cubicBezTo>
                      <a:pt x="1535" y="414"/>
                      <a:pt x="1535" y="414"/>
                      <a:pt x="1535" y="414"/>
                    </a:cubicBezTo>
                    <a:cubicBezTo>
                      <a:pt x="1434" y="280"/>
                      <a:pt x="1434" y="280"/>
                      <a:pt x="1434" y="280"/>
                    </a:cubicBezTo>
                    <a:cubicBezTo>
                      <a:pt x="1289" y="348"/>
                      <a:pt x="1289" y="348"/>
                      <a:pt x="1289" y="348"/>
                    </a:cubicBezTo>
                    <a:cubicBezTo>
                      <a:pt x="1292" y="345"/>
                      <a:pt x="1292" y="345"/>
                      <a:pt x="1292" y="345"/>
                    </a:cubicBezTo>
                    <a:cubicBezTo>
                      <a:pt x="1257" y="313"/>
                      <a:pt x="1222" y="280"/>
                      <a:pt x="1182" y="256"/>
                    </a:cubicBezTo>
                    <a:cubicBezTo>
                      <a:pt x="1188" y="251"/>
                      <a:pt x="1188" y="251"/>
                      <a:pt x="1188" y="251"/>
                    </a:cubicBezTo>
                    <a:cubicBezTo>
                      <a:pt x="1220" y="91"/>
                      <a:pt x="1220" y="91"/>
                      <a:pt x="1220" y="91"/>
                    </a:cubicBezTo>
                    <a:cubicBezTo>
                      <a:pt x="1064" y="26"/>
                      <a:pt x="1064" y="26"/>
                      <a:pt x="1064" y="26"/>
                    </a:cubicBezTo>
                    <a:cubicBezTo>
                      <a:pt x="974" y="168"/>
                      <a:pt x="974" y="168"/>
                      <a:pt x="974" y="168"/>
                    </a:cubicBezTo>
                    <a:cubicBezTo>
                      <a:pt x="974" y="171"/>
                      <a:pt x="974" y="171"/>
                      <a:pt x="974" y="171"/>
                    </a:cubicBezTo>
                    <a:cubicBezTo>
                      <a:pt x="920" y="160"/>
                      <a:pt x="866" y="155"/>
                      <a:pt x="810" y="155"/>
                    </a:cubicBezTo>
                    <a:cubicBezTo>
                      <a:pt x="810" y="149"/>
                      <a:pt x="810" y="149"/>
                      <a:pt x="810" y="149"/>
                    </a:cubicBezTo>
                    <a:cubicBezTo>
                      <a:pt x="749" y="0"/>
                      <a:pt x="749" y="0"/>
                      <a:pt x="749" y="0"/>
                    </a:cubicBezTo>
                    <a:cubicBezTo>
                      <a:pt x="586" y="32"/>
                      <a:pt x="586" y="32"/>
                      <a:pt x="586" y="32"/>
                    </a:cubicBezTo>
                    <a:cubicBezTo>
                      <a:pt x="586" y="200"/>
                      <a:pt x="586" y="200"/>
                      <a:pt x="586" y="200"/>
                    </a:cubicBezTo>
                    <a:lnTo>
                      <a:pt x="586" y="203"/>
                    </a:lnTo>
                    <a:close/>
                    <a:moveTo>
                      <a:pt x="1281" y="495"/>
                    </a:moveTo>
                    <a:lnTo>
                      <a:pt x="1281" y="495"/>
                    </a:lnTo>
                    <a:cubicBezTo>
                      <a:pt x="1465" y="743"/>
                      <a:pt x="1412" y="1094"/>
                      <a:pt x="1166" y="1278"/>
                    </a:cubicBezTo>
                    <a:cubicBezTo>
                      <a:pt x="917" y="1463"/>
                      <a:pt x="567" y="1412"/>
                      <a:pt x="382" y="1163"/>
                    </a:cubicBezTo>
                    <a:cubicBezTo>
                      <a:pt x="198" y="917"/>
                      <a:pt x="248" y="567"/>
                      <a:pt x="497" y="382"/>
                    </a:cubicBezTo>
                    <a:cubicBezTo>
                      <a:pt x="746" y="198"/>
                      <a:pt x="1096" y="249"/>
                      <a:pt x="1281" y="495"/>
                    </a:cubicBezTo>
                    <a:close/>
                  </a:path>
                </a:pathLst>
              </a:custGeom>
              <a:grpFill/>
              <a:ln>
                <a:noFill/>
              </a:ln>
              <a:effectLst/>
            </p:spPr>
            <p:txBody>
              <a:bodyPr wrap="none" anchor="ctr"/>
              <a:lstStyle/>
              <a:p>
                <a:pPr>
                  <a:defRPr/>
                </a:pPr>
                <a:endParaRPr lang="en-US" sz="1800" dirty="0">
                  <a:latin typeface="微软雅黑" panose="020B0503020204020204" charset="-122"/>
                </a:endParaRPr>
              </a:p>
            </p:txBody>
          </p:sp>
        </p:grpSp>
        <p:sp>
          <p:nvSpPr>
            <p:cNvPr id="248" name="Freeform 157"/>
            <p:cNvSpPr>
              <a:spLocks noChangeArrowheads="1"/>
            </p:cNvSpPr>
            <p:nvPr/>
          </p:nvSpPr>
          <p:spPr bwMode="auto">
            <a:xfrm>
              <a:off x="15374973" y="4638628"/>
              <a:ext cx="2767309" cy="2767053"/>
            </a:xfrm>
            <a:custGeom>
              <a:avLst/>
              <a:gdLst>
                <a:gd name="T0" fmla="*/ 2889 w 2890"/>
                <a:gd name="T1" fmla="*/ 1445 h 2888"/>
                <a:gd name="T2" fmla="*/ 2889 w 2890"/>
                <a:gd name="T3" fmla="*/ 1445 h 2888"/>
                <a:gd name="T4" fmla="*/ 1445 w 2890"/>
                <a:gd name="T5" fmla="*/ 0 h 2888"/>
                <a:gd name="T6" fmla="*/ 0 w 2890"/>
                <a:gd name="T7" fmla="*/ 1445 h 2888"/>
                <a:gd name="T8" fmla="*/ 1445 w 2890"/>
                <a:gd name="T9" fmla="*/ 2887 h 2888"/>
                <a:gd name="T10" fmla="*/ 2889 w 2890"/>
                <a:gd name="T11" fmla="*/ 1445 h 2888"/>
              </a:gdLst>
              <a:ahLst/>
              <a:cxnLst>
                <a:cxn ang="0">
                  <a:pos x="T0" y="T1"/>
                </a:cxn>
                <a:cxn ang="0">
                  <a:pos x="T2" y="T3"/>
                </a:cxn>
                <a:cxn ang="0">
                  <a:pos x="T4" y="T5"/>
                </a:cxn>
                <a:cxn ang="0">
                  <a:pos x="T6" y="T7"/>
                </a:cxn>
                <a:cxn ang="0">
                  <a:pos x="T8" y="T9"/>
                </a:cxn>
                <a:cxn ang="0">
                  <a:pos x="T10" y="T11"/>
                </a:cxn>
              </a:cxnLst>
              <a:rect l="0" t="0" r="r" b="b"/>
              <a:pathLst>
                <a:path w="2890" h="2888">
                  <a:moveTo>
                    <a:pt x="2889" y="1445"/>
                  </a:moveTo>
                  <a:lnTo>
                    <a:pt x="2889" y="1445"/>
                  </a:lnTo>
                  <a:cubicBezTo>
                    <a:pt x="2889" y="648"/>
                    <a:pt x="2242" y="0"/>
                    <a:pt x="1445" y="0"/>
                  </a:cubicBezTo>
                  <a:cubicBezTo>
                    <a:pt x="648" y="0"/>
                    <a:pt x="0" y="648"/>
                    <a:pt x="0" y="1445"/>
                  </a:cubicBezTo>
                  <a:cubicBezTo>
                    <a:pt x="0" y="2242"/>
                    <a:pt x="648" y="2887"/>
                    <a:pt x="1445" y="2887"/>
                  </a:cubicBezTo>
                  <a:cubicBezTo>
                    <a:pt x="2242" y="2887"/>
                    <a:pt x="2889" y="2242"/>
                    <a:pt x="2889" y="1445"/>
                  </a:cubicBezTo>
                </a:path>
              </a:pathLst>
            </a:custGeom>
            <a:solidFill>
              <a:srgbClr val="6F6154"/>
            </a:solidFill>
            <a:ln>
              <a:noFill/>
            </a:ln>
            <a:effectLst/>
          </p:spPr>
          <p:txBody>
            <a:bodyPr wrap="none" anchor="ctr"/>
            <a:lstStyle/>
            <a:p>
              <a:pPr>
                <a:defRPr/>
              </a:pPr>
              <a:endParaRPr lang="en-US" sz="1800" dirty="0">
                <a:latin typeface="微软雅黑" panose="020B0503020204020204" charset="-122"/>
              </a:endParaRPr>
            </a:p>
          </p:txBody>
        </p:sp>
        <p:sp>
          <p:nvSpPr>
            <p:cNvPr id="249" name="Freeform 204"/>
            <p:cNvSpPr>
              <a:spLocks noChangeArrowheads="1"/>
            </p:cNvSpPr>
            <p:nvPr/>
          </p:nvSpPr>
          <p:spPr bwMode="auto">
            <a:xfrm>
              <a:off x="15324197" y="4583625"/>
              <a:ext cx="2767309" cy="2767053"/>
            </a:xfrm>
            <a:custGeom>
              <a:avLst/>
              <a:gdLst>
                <a:gd name="T0" fmla="*/ 2886 w 2887"/>
                <a:gd name="T1" fmla="*/ 1445 h 2888"/>
                <a:gd name="T2" fmla="*/ 2886 w 2887"/>
                <a:gd name="T3" fmla="*/ 1445 h 2888"/>
                <a:gd name="T4" fmla="*/ 1442 w 2887"/>
                <a:gd name="T5" fmla="*/ 0 h 2888"/>
                <a:gd name="T6" fmla="*/ 0 w 2887"/>
                <a:gd name="T7" fmla="*/ 1445 h 2888"/>
                <a:gd name="T8" fmla="*/ 1442 w 2887"/>
                <a:gd name="T9" fmla="*/ 2887 h 2888"/>
                <a:gd name="T10" fmla="*/ 2886 w 2887"/>
                <a:gd name="T11" fmla="*/ 1445 h 2888"/>
              </a:gdLst>
              <a:ahLst/>
              <a:cxnLst>
                <a:cxn ang="0">
                  <a:pos x="T0" y="T1"/>
                </a:cxn>
                <a:cxn ang="0">
                  <a:pos x="T2" y="T3"/>
                </a:cxn>
                <a:cxn ang="0">
                  <a:pos x="T4" y="T5"/>
                </a:cxn>
                <a:cxn ang="0">
                  <a:pos x="T6" y="T7"/>
                </a:cxn>
                <a:cxn ang="0">
                  <a:pos x="T8" y="T9"/>
                </a:cxn>
                <a:cxn ang="0">
                  <a:pos x="T10" y="T11"/>
                </a:cxn>
              </a:cxnLst>
              <a:rect l="0" t="0" r="r" b="b"/>
              <a:pathLst>
                <a:path w="2887" h="2888">
                  <a:moveTo>
                    <a:pt x="2886" y="1445"/>
                  </a:moveTo>
                  <a:lnTo>
                    <a:pt x="2886" y="1445"/>
                  </a:lnTo>
                  <a:cubicBezTo>
                    <a:pt x="2886" y="648"/>
                    <a:pt x="2239" y="0"/>
                    <a:pt x="1442" y="0"/>
                  </a:cubicBezTo>
                  <a:cubicBezTo>
                    <a:pt x="645" y="0"/>
                    <a:pt x="0" y="648"/>
                    <a:pt x="0" y="1445"/>
                  </a:cubicBezTo>
                  <a:cubicBezTo>
                    <a:pt x="0" y="2242"/>
                    <a:pt x="645" y="2887"/>
                    <a:pt x="1442" y="2887"/>
                  </a:cubicBezTo>
                  <a:cubicBezTo>
                    <a:pt x="2239" y="2887"/>
                    <a:pt x="2886" y="2242"/>
                    <a:pt x="2886" y="1445"/>
                  </a:cubicBezTo>
                </a:path>
              </a:pathLst>
            </a:custGeom>
            <a:solidFill>
              <a:schemeClr val="accent1"/>
            </a:solidFill>
            <a:ln>
              <a:noFill/>
            </a:ln>
            <a:effectLst/>
          </p:spPr>
          <p:txBody>
            <a:bodyPr wrap="none" anchor="ctr"/>
            <a:lstStyle/>
            <a:p>
              <a:pPr>
                <a:defRPr/>
              </a:pPr>
              <a:endParaRPr lang="en-US" sz="1800" dirty="0">
                <a:latin typeface="微软雅黑" panose="020B0503020204020204" charset="-122"/>
              </a:endParaRPr>
            </a:p>
          </p:txBody>
        </p:sp>
        <p:sp>
          <p:nvSpPr>
            <p:cNvPr id="250" name="Freeform 205"/>
            <p:cNvSpPr>
              <a:spLocks noChangeArrowheads="1"/>
            </p:cNvSpPr>
            <p:nvPr/>
          </p:nvSpPr>
          <p:spPr bwMode="auto">
            <a:xfrm>
              <a:off x="15895430" y="5264811"/>
              <a:ext cx="2191844" cy="2081636"/>
            </a:xfrm>
            <a:custGeom>
              <a:avLst/>
              <a:gdLst>
                <a:gd name="T0" fmla="*/ 2287 w 2288"/>
                <a:gd name="T1" fmla="*/ 733 h 2176"/>
                <a:gd name="T2" fmla="*/ 2287 w 2288"/>
                <a:gd name="T3" fmla="*/ 733 h 2176"/>
                <a:gd name="T4" fmla="*/ 2279 w 2288"/>
                <a:gd name="T5" fmla="*/ 583 h 2176"/>
                <a:gd name="T6" fmla="*/ 1696 w 2288"/>
                <a:gd name="T7" fmla="*/ 0 h 2176"/>
                <a:gd name="T8" fmla="*/ 0 w 2288"/>
                <a:gd name="T9" fmla="*/ 1477 h 2176"/>
                <a:gd name="T10" fmla="*/ 688 w 2288"/>
                <a:gd name="T11" fmla="*/ 2166 h 2176"/>
                <a:gd name="T12" fmla="*/ 843 w 2288"/>
                <a:gd name="T13" fmla="*/ 2175 h 2176"/>
                <a:gd name="T14" fmla="*/ 2287 w 2288"/>
                <a:gd name="T15" fmla="*/ 733 h 21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88" h="2176">
                  <a:moveTo>
                    <a:pt x="2287" y="733"/>
                  </a:moveTo>
                  <a:lnTo>
                    <a:pt x="2287" y="733"/>
                  </a:lnTo>
                  <a:cubicBezTo>
                    <a:pt x="2287" y="682"/>
                    <a:pt x="2285" y="631"/>
                    <a:pt x="2279" y="583"/>
                  </a:cubicBezTo>
                  <a:cubicBezTo>
                    <a:pt x="1696" y="0"/>
                    <a:pt x="1696" y="0"/>
                    <a:pt x="1696" y="0"/>
                  </a:cubicBezTo>
                  <a:cubicBezTo>
                    <a:pt x="0" y="1477"/>
                    <a:pt x="0" y="1477"/>
                    <a:pt x="0" y="1477"/>
                  </a:cubicBezTo>
                  <a:cubicBezTo>
                    <a:pt x="688" y="2166"/>
                    <a:pt x="688" y="2166"/>
                    <a:pt x="688" y="2166"/>
                  </a:cubicBezTo>
                  <a:cubicBezTo>
                    <a:pt x="739" y="2172"/>
                    <a:pt x="792" y="2175"/>
                    <a:pt x="843" y="2175"/>
                  </a:cubicBezTo>
                  <a:cubicBezTo>
                    <a:pt x="1640" y="2175"/>
                    <a:pt x="2287" y="1530"/>
                    <a:pt x="2287" y="733"/>
                  </a:cubicBezTo>
                </a:path>
              </a:pathLst>
            </a:custGeom>
            <a:solidFill>
              <a:schemeClr val="accent1">
                <a:lumMod val="75000"/>
              </a:schemeClr>
            </a:solidFill>
            <a:ln>
              <a:noFill/>
            </a:ln>
            <a:effectLst/>
          </p:spPr>
          <p:txBody>
            <a:bodyPr wrap="none" anchor="ctr"/>
            <a:lstStyle/>
            <a:p>
              <a:pPr>
                <a:defRPr/>
              </a:pPr>
              <a:endParaRPr lang="en-US" sz="1800" dirty="0">
                <a:latin typeface="微软雅黑" panose="020B0503020204020204" charset="-122"/>
              </a:endParaRPr>
            </a:p>
          </p:txBody>
        </p:sp>
        <p:sp>
          <p:nvSpPr>
            <p:cNvPr id="251" name="Freeform 85"/>
            <p:cNvSpPr>
              <a:spLocks noChangeArrowheads="1"/>
            </p:cNvSpPr>
            <p:nvPr/>
          </p:nvSpPr>
          <p:spPr bwMode="auto">
            <a:xfrm>
              <a:off x="19056256" y="3534345"/>
              <a:ext cx="207337" cy="389249"/>
            </a:xfrm>
            <a:custGeom>
              <a:avLst/>
              <a:gdLst>
                <a:gd name="T0" fmla="*/ 220 w 221"/>
                <a:gd name="T1" fmla="*/ 271 h 408"/>
                <a:gd name="T2" fmla="*/ 220 w 221"/>
                <a:gd name="T3" fmla="*/ 271 h 408"/>
                <a:gd name="T4" fmla="*/ 212 w 221"/>
                <a:gd name="T5" fmla="*/ 303 h 408"/>
                <a:gd name="T6" fmla="*/ 196 w 221"/>
                <a:gd name="T7" fmla="*/ 329 h 408"/>
                <a:gd name="T8" fmla="*/ 166 w 221"/>
                <a:gd name="T9" fmla="*/ 353 h 408"/>
                <a:gd name="T10" fmla="*/ 129 w 221"/>
                <a:gd name="T11" fmla="*/ 369 h 408"/>
                <a:gd name="T12" fmla="*/ 129 w 221"/>
                <a:gd name="T13" fmla="*/ 407 h 408"/>
                <a:gd name="T14" fmla="*/ 99 w 221"/>
                <a:gd name="T15" fmla="*/ 407 h 408"/>
                <a:gd name="T16" fmla="*/ 99 w 221"/>
                <a:gd name="T17" fmla="*/ 372 h 408"/>
                <a:gd name="T18" fmla="*/ 97 w 221"/>
                <a:gd name="T19" fmla="*/ 372 h 408"/>
                <a:gd name="T20" fmla="*/ 94 w 221"/>
                <a:gd name="T21" fmla="*/ 372 h 408"/>
                <a:gd name="T22" fmla="*/ 67 w 221"/>
                <a:gd name="T23" fmla="*/ 369 h 408"/>
                <a:gd name="T24" fmla="*/ 43 w 221"/>
                <a:gd name="T25" fmla="*/ 367 h 408"/>
                <a:gd name="T26" fmla="*/ 22 w 221"/>
                <a:gd name="T27" fmla="*/ 359 h 408"/>
                <a:gd name="T28" fmla="*/ 0 w 221"/>
                <a:gd name="T29" fmla="*/ 348 h 408"/>
                <a:gd name="T30" fmla="*/ 16 w 221"/>
                <a:gd name="T31" fmla="*/ 300 h 408"/>
                <a:gd name="T32" fmla="*/ 33 w 221"/>
                <a:gd name="T33" fmla="*/ 308 h 408"/>
                <a:gd name="T34" fmla="*/ 54 w 221"/>
                <a:gd name="T35" fmla="*/ 319 h 408"/>
                <a:gd name="T36" fmla="*/ 78 w 221"/>
                <a:gd name="T37" fmla="*/ 327 h 408"/>
                <a:gd name="T38" fmla="*/ 99 w 221"/>
                <a:gd name="T39" fmla="*/ 329 h 408"/>
                <a:gd name="T40" fmla="*/ 99 w 221"/>
                <a:gd name="T41" fmla="*/ 228 h 408"/>
                <a:gd name="T42" fmla="*/ 70 w 221"/>
                <a:gd name="T43" fmla="*/ 214 h 408"/>
                <a:gd name="T44" fmla="*/ 41 w 221"/>
                <a:gd name="T45" fmla="*/ 193 h 408"/>
                <a:gd name="T46" fmla="*/ 19 w 221"/>
                <a:gd name="T47" fmla="*/ 166 h 408"/>
                <a:gd name="T48" fmla="*/ 11 w 221"/>
                <a:gd name="T49" fmla="*/ 123 h 408"/>
                <a:gd name="T50" fmla="*/ 16 w 221"/>
                <a:gd name="T51" fmla="*/ 97 h 408"/>
                <a:gd name="T52" fmla="*/ 35 w 221"/>
                <a:gd name="T53" fmla="*/ 70 h 408"/>
                <a:gd name="T54" fmla="*/ 62 w 221"/>
                <a:gd name="T55" fmla="*/ 48 h 408"/>
                <a:gd name="T56" fmla="*/ 99 w 221"/>
                <a:gd name="T57" fmla="*/ 35 h 408"/>
                <a:gd name="T58" fmla="*/ 99 w 221"/>
                <a:gd name="T59" fmla="*/ 0 h 408"/>
                <a:gd name="T60" fmla="*/ 129 w 221"/>
                <a:gd name="T61" fmla="*/ 0 h 408"/>
                <a:gd name="T62" fmla="*/ 129 w 221"/>
                <a:gd name="T63" fmla="*/ 32 h 408"/>
                <a:gd name="T64" fmla="*/ 129 w 221"/>
                <a:gd name="T65" fmla="*/ 32 h 408"/>
                <a:gd name="T66" fmla="*/ 169 w 221"/>
                <a:gd name="T67" fmla="*/ 35 h 408"/>
                <a:gd name="T68" fmla="*/ 204 w 221"/>
                <a:gd name="T69" fmla="*/ 40 h 408"/>
                <a:gd name="T70" fmla="*/ 196 w 221"/>
                <a:gd name="T71" fmla="*/ 88 h 408"/>
                <a:gd name="T72" fmla="*/ 161 w 221"/>
                <a:gd name="T73" fmla="*/ 78 h 408"/>
                <a:gd name="T74" fmla="*/ 129 w 221"/>
                <a:gd name="T75" fmla="*/ 75 h 408"/>
                <a:gd name="T76" fmla="*/ 129 w 221"/>
                <a:gd name="T77" fmla="*/ 163 h 408"/>
                <a:gd name="T78" fmla="*/ 158 w 221"/>
                <a:gd name="T79" fmla="*/ 179 h 408"/>
                <a:gd name="T80" fmla="*/ 190 w 221"/>
                <a:gd name="T81" fmla="*/ 198 h 408"/>
                <a:gd name="T82" fmla="*/ 212 w 221"/>
                <a:gd name="T83" fmla="*/ 228 h 408"/>
                <a:gd name="T84" fmla="*/ 220 w 221"/>
                <a:gd name="T85" fmla="*/ 271 h 408"/>
                <a:gd name="T86" fmla="*/ 67 w 221"/>
                <a:gd name="T87" fmla="*/ 113 h 408"/>
                <a:gd name="T88" fmla="*/ 67 w 221"/>
                <a:gd name="T89" fmla="*/ 113 h 408"/>
                <a:gd name="T90" fmla="*/ 78 w 221"/>
                <a:gd name="T91" fmla="*/ 137 h 408"/>
                <a:gd name="T92" fmla="*/ 99 w 221"/>
                <a:gd name="T93" fmla="*/ 153 h 408"/>
                <a:gd name="T94" fmla="*/ 99 w 221"/>
                <a:gd name="T95" fmla="*/ 75 h 408"/>
                <a:gd name="T96" fmla="*/ 81 w 221"/>
                <a:gd name="T97" fmla="*/ 81 h 408"/>
                <a:gd name="T98" fmla="*/ 70 w 221"/>
                <a:gd name="T99" fmla="*/ 91 h 408"/>
                <a:gd name="T100" fmla="*/ 67 w 221"/>
                <a:gd name="T101" fmla="*/ 113 h 408"/>
                <a:gd name="T102" fmla="*/ 161 w 221"/>
                <a:gd name="T103" fmla="*/ 278 h 408"/>
                <a:gd name="T104" fmla="*/ 161 w 221"/>
                <a:gd name="T105" fmla="*/ 278 h 408"/>
                <a:gd name="T106" fmla="*/ 153 w 221"/>
                <a:gd name="T107" fmla="*/ 254 h 408"/>
                <a:gd name="T108" fmla="*/ 129 w 221"/>
                <a:gd name="T109" fmla="*/ 238 h 408"/>
                <a:gd name="T110" fmla="*/ 129 w 221"/>
                <a:gd name="T111" fmla="*/ 327 h 408"/>
                <a:gd name="T112" fmla="*/ 137 w 221"/>
                <a:gd name="T113" fmla="*/ 327 h 408"/>
                <a:gd name="T114" fmla="*/ 145 w 221"/>
                <a:gd name="T115" fmla="*/ 324 h 408"/>
                <a:gd name="T116" fmla="*/ 158 w 221"/>
                <a:gd name="T117" fmla="*/ 308 h 408"/>
                <a:gd name="T118" fmla="*/ 161 w 221"/>
                <a:gd name="T119" fmla="*/ 278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21" h="408">
                  <a:moveTo>
                    <a:pt x="220" y="271"/>
                  </a:moveTo>
                  <a:lnTo>
                    <a:pt x="220" y="271"/>
                  </a:lnTo>
                  <a:cubicBezTo>
                    <a:pt x="220" y="281"/>
                    <a:pt x="217" y="292"/>
                    <a:pt x="212" y="303"/>
                  </a:cubicBezTo>
                  <a:cubicBezTo>
                    <a:pt x="209" y="311"/>
                    <a:pt x="201" y="321"/>
                    <a:pt x="196" y="329"/>
                  </a:cubicBezTo>
                  <a:cubicBezTo>
                    <a:pt x="188" y="340"/>
                    <a:pt x="177" y="348"/>
                    <a:pt x="166" y="353"/>
                  </a:cubicBezTo>
                  <a:cubicBezTo>
                    <a:pt x="155" y="362"/>
                    <a:pt x="142" y="367"/>
                    <a:pt x="129" y="369"/>
                  </a:cubicBezTo>
                  <a:cubicBezTo>
                    <a:pt x="129" y="407"/>
                    <a:pt x="129" y="407"/>
                    <a:pt x="129" y="407"/>
                  </a:cubicBezTo>
                  <a:cubicBezTo>
                    <a:pt x="99" y="407"/>
                    <a:pt x="99" y="407"/>
                    <a:pt x="99" y="407"/>
                  </a:cubicBezTo>
                  <a:cubicBezTo>
                    <a:pt x="99" y="372"/>
                    <a:pt x="99" y="372"/>
                    <a:pt x="99" y="372"/>
                  </a:cubicBezTo>
                  <a:cubicBezTo>
                    <a:pt x="99" y="372"/>
                    <a:pt x="99" y="372"/>
                    <a:pt x="97" y="372"/>
                  </a:cubicBezTo>
                  <a:cubicBezTo>
                    <a:pt x="97" y="372"/>
                    <a:pt x="97" y="372"/>
                    <a:pt x="94" y="372"/>
                  </a:cubicBezTo>
                  <a:cubicBezTo>
                    <a:pt x="86" y="372"/>
                    <a:pt x="75" y="372"/>
                    <a:pt x="67" y="369"/>
                  </a:cubicBezTo>
                  <a:cubicBezTo>
                    <a:pt x="59" y="369"/>
                    <a:pt x="51" y="367"/>
                    <a:pt x="43" y="367"/>
                  </a:cubicBezTo>
                  <a:cubicBezTo>
                    <a:pt x="35" y="364"/>
                    <a:pt x="27" y="362"/>
                    <a:pt x="22" y="359"/>
                  </a:cubicBezTo>
                  <a:cubicBezTo>
                    <a:pt x="14" y="356"/>
                    <a:pt x="9" y="351"/>
                    <a:pt x="0" y="348"/>
                  </a:cubicBezTo>
                  <a:cubicBezTo>
                    <a:pt x="16" y="300"/>
                    <a:pt x="16" y="300"/>
                    <a:pt x="16" y="300"/>
                  </a:cubicBezTo>
                  <a:cubicBezTo>
                    <a:pt x="19" y="303"/>
                    <a:pt x="27" y="305"/>
                    <a:pt x="33" y="308"/>
                  </a:cubicBezTo>
                  <a:cubicBezTo>
                    <a:pt x="38" y="311"/>
                    <a:pt x="46" y="316"/>
                    <a:pt x="54" y="319"/>
                  </a:cubicBezTo>
                  <a:cubicBezTo>
                    <a:pt x="62" y="321"/>
                    <a:pt x="70" y="324"/>
                    <a:pt x="78" y="327"/>
                  </a:cubicBezTo>
                  <a:cubicBezTo>
                    <a:pt x="86" y="327"/>
                    <a:pt x="94" y="329"/>
                    <a:pt x="99" y="329"/>
                  </a:cubicBezTo>
                  <a:cubicBezTo>
                    <a:pt x="99" y="228"/>
                    <a:pt x="99" y="228"/>
                    <a:pt x="99" y="228"/>
                  </a:cubicBezTo>
                  <a:cubicBezTo>
                    <a:pt x="89" y="222"/>
                    <a:pt x="81" y="217"/>
                    <a:pt x="70" y="214"/>
                  </a:cubicBezTo>
                  <a:cubicBezTo>
                    <a:pt x="59" y="209"/>
                    <a:pt x="49" y="201"/>
                    <a:pt x="41" y="193"/>
                  </a:cubicBezTo>
                  <a:cubicBezTo>
                    <a:pt x="33" y="188"/>
                    <a:pt x="25" y="177"/>
                    <a:pt x="19" y="166"/>
                  </a:cubicBezTo>
                  <a:cubicBezTo>
                    <a:pt x="14" y="156"/>
                    <a:pt x="11" y="139"/>
                    <a:pt x="11" y="123"/>
                  </a:cubicBezTo>
                  <a:cubicBezTo>
                    <a:pt x="11" y="115"/>
                    <a:pt x="14" y="105"/>
                    <a:pt x="16" y="97"/>
                  </a:cubicBezTo>
                  <a:cubicBezTo>
                    <a:pt x="22" y="88"/>
                    <a:pt x="27" y="78"/>
                    <a:pt x="35" y="70"/>
                  </a:cubicBezTo>
                  <a:cubicBezTo>
                    <a:pt x="43" y="62"/>
                    <a:pt x="51" y="54"/>
                    <a:pt x="62" y="48"/>
                  </a:cubicBezTo>
                  <a:cubicBezTo>
                    <a:pt x="73" y="43"/>
                    <a:pt x="86" y="38"/>
                    <a:pt x="99" y="35"/>
                  </a:cubicBezTo>
                  <a:cubicBezTo>
                    <a:pt x="99" y="0"/>
                    <a:pt x="99" y="0"/>
                    <a:pt x="99" y="0"/>
                  </a:cubicBezTo>
                  <a:cubicBezTo>
                    <a:pt x="129" y="0"/>
                    <a:pt x="129" y="0"/>
                    <a:pt x="129" y="0"/>
                  </a:cubicBezTo>
                  <a:cubicBezTo>
                    <a:pt x="129" y="32"/>
                    <a:pt x="129" y="32"/>
                    <a:pt x="129" y="32"/>
                  </a:cubicBezTo>
                  <a:lnTo>
                    <a:pt x="129" y="32"/>
                  </a:lnTo>
                  <a:cubicBezTo>
                    <a:pt x="142" y="32"/>
                    <a:pt x="155" y="32"/>
                    <a:pt x="169" y="35"/>
                  </a:cubicBezTo>
                  <a:cubicBezTo>
                    <a:pt x="180" y="35"/>
                    <a:pt x="193" y="38"/>
                    <a:pt x="204" y="40"/>
                  </a:cubicBezTo>
                  <a:cubicBezTo>
                    <a:pt x="196" y="88"/>
                    <a:pt x="196" y="88"/>
                    <a:pt x="196" y="88"/>
                  </a:cubicBezTo>
                  <a:cubicBezTo>
                    <a:pt x="185" y="86"/>
                    <a:pt x="171" y="83"/>
                    <a:pt x="161" y="78"/>
                  </a:cubicBezTo>
                  <a:cubicBezTo>
                    <a:pt x="150" y="75"/>
                    <a:pt x="140" y="75"/>
                    <a:pt x="129" y="75"/>
                  </a:cubicBezTo>
                  <a:cubicBezTo>
                    <a:pt x="129" y="163"/>
                    <a:pt x="129" y="163"/>
                    <a:pt x="129" y="163"/>
                  </a:cubicBezTo>
                  <a:cubicBezTo>
                    <a:pt x="140" y="169"/>
                    <a:pt x="148" y="174"/>
                    <a:pt x="158" y="179"/>
                  </a:cubicBezTo>
                  <a:cubicBezTo>
                    <a:pt x="171" y="182"/>
                    <a:pt x="180" y="190"/>
                    <a:pt x="190" y="198"/>
                  </a:cubicBezTo>
                  <a:cubicBezTo>
                    <a:pt x="198" y="206"/>
                    <a:pt x="204" y="214"/>
                    <a:pt x="212" y="228"/>
                  </a:cubicBezTo>
                  <a:cubicBezTo>
                    <a:pt x="217" y="238"/>
                    <a:pt x="220" y="252"/>
                    <a:pt x="220" y="271"/>
                  </a:cubicBezTo>
                  <a:close/>
                  <a:moveTo>
                    <a:pt x="67" y="113"/>
                  </a:moveTo>
                  <a:lnTo>
                    <a:pt x="67" y="113"/>
                  </a:lnTo>
                  <a:cubicBezTo>
                    <a:pt x="67" y="123"/>
                    <a:pt x="70" y="131"/>
                    <a:pt x="78" y="137"/>
                  </a:cubicBezTo>
                  <a:cubicBezTo>
                    <a:pt x="84" y="142"/>
                    <a:pt x="91" y="147"/>
                    <a:pt x="99" y="153"/>
                  </a:cubicBezTo>
                  <a:cubicBezTo>
                    <a:pt x="99" y="75"/>
                    <a:pt x="99" y="75"/>
                    <a:pt x="99" y="75"/>
                  </a:cubicBezTo>
                  <a:cubicBezTo>
                    <a:pt x="91" y="75"/>
                    <a:pt x="86" y="78"/>
                    <a:pt x="81" y="81"/>
                  </a:cubicBezTo>
                  <a:cubicBezTo>
                    <a:pt x="75" y="83"/>
                    <a:pt x="73" y="86"/>
                    <a:pt x="70" y="91"/>
                  </a:cubicBezTo>
                  <a:cubicBezTo>
                    <a:pt x="70" y="99"/>
                    <a:pt x="67" y="105"/>
                    <a:pt x="67" y="113"/>
                  </a:cubicBezTo>
                  <a:close/>
                  <a:moveTo>
                    <a:pt x="161" y="278"/>
                  </a:moveTo>
                  <a:lnTo>
                    <a:pt x="161" y="278"/>
                  </a:lnTo>
                  <a:cubicBezTo>
                    <a:pt x="161" y="268"/>
                    <a:pt x="158" y="260"/>
                    <a:pt x="153" y="254"/>
                  </a:cubicBezTo>
                  <a:cubicBezTo>
                    <a:pt x="145" y="249"/>
                    <a:pt x="137" y="244"/>
                    <a:pt x="129" y="238"/>
                  </a:cubicBezTo>
                  <a:cubicBezTo>
                    <a:pt x="129" y="327"/>
                    <a:pt x="129" y="327"/>
                    <a:pt x="129" y="327"/>
                  </a:cubicBezTo>
                  <a:cubicBezTo>
                    <a:pt x="131" y="327"/>
                    <a:pt x="134" y="327"/>
                    <a:pt x="137" y="327"/>
                  </a:cubicBezTo>
                  <a:cubicBezTo>
                    <a:pt x="140" y="324"/>
                    <a:pt x="142" y="324"/>
                    <a:pt x="145" y="324"/>
                  </a:cubicBezTo>
                  <a:cubicBezTo>
                    <a:pt x="150" y="321"/>
                    <a:pt x="155" y="316"/>
                    <a:pt x="158" y="308"/>
                  </a:cubicBezTo>
                  <a:cubicBezTo>
                    <a:pt x="161" y="303"/>
                    <a:pt x="161" y="292"/>
                    <a:pt x="161" y="278"/>
                  </a:cubicBezTo>
                  <a:close/>
                </a:path>
              </a:pathLst>
            </a:custGeom>
            <a:solidFill>
              <a:srgbClr val="FFF9D6"/>
            </a:solidFill>
            <a:ln>
              <a:noFill/>
            </a:ln>
            <a:effectLst/>
          </p:spPr>
          <p:txBody>
            <a:bodyPr wrap="none" anchor="ctr"/>
            <a:lstStyle/>
            <a:p>
              <a:pPr>
                <a:defRPr/>
              </a:pPr>
              <a:endParaRPr lang="en-US" sz="1800" dirty="0">
                <a:latin typeface="微软雅黑" panose="020B0503020204020204" charset="-122"/>
              </a:endParaRPr>
            </a:p>
          </p:txBody>
        </p:sp>
        <p:grpSp>
          <p:nvGrpSpPr>
            <p:cNvPr id="252" name="Group 251"/>
            <p:cNvGrpSpPr/>
            <p:nvPr/>
          </p:nvGrpSpPr>
          <p:grpSpPr>
            <a:xfrm>
              <a:off x="18705053" y="5789451"/>
              <a:ext cx="1404811" cy="1430067"/>
              <a:chOff x="18705053" y="5789451"/>
              <a:chExt cx="1404811" cy="1430067"/>
            </a:xfrm>
            <a:solidFill>
              <a:schemeClr val="accent1"/>
            </a:solidFill>
          </p:grpSpPr>
          <p:sp>
            <p:nvSpPr>
              <p:cNvPr id="253" name="Freeform 178"/>
              <p:cNvSpPr>
                <a:spLocks noChangeArrowheads="1"/>
              </p:cNvSpPr>
              <p:nvPr/>
            </p:nvSpPr>
            <p:spPr bwMode="auto">
              <a:xfrm>
                <a:off x="18997017" y="6089850"/>
                <a:ext cx="837809" cy="833501"/>
              </a:xfrm>
              <a:custGeom>
                <a:avLst/>
                <a:gdLst>
                  <a:gd name="T0" fmla="*/ 439 w 876"/>
                  <a:gd name="T1" fmla="*/ 0 h 875"/>
                  <a:gd name="T2" fmla="*/ 439 w 876"/>
                  <a:gd name="T3" fmla="*/ 0 h 875"/>
                  <a:gd name="T4" fmla="*/ 0 w 876"/>
                  <a:gd name="T5" fmla="*/ 435 h 875"/>
                  <a:gd name="T6" fmla="*/ 439 w 876"/>
                  <a:gd name="T7" fmla="*/ 874 h 875"/>
                  <a:gd name="T8" fmla="*/ 875 w 876"/>
                  <a:gd name="T9" fmla="*/ 435 h 875"/>
                  <a:gd name="T10" fmla="*/ 439 w 876"/>
                  <a:gd name="T11" fmla="*/ 0 h 875"/>
                </a:gdLst>
                <a:ahLst/>
                <a:cxnLst>
                  <a:cxn ang="0">
                    <a:pos x="T0" y="T1"/>
                  </a:cxn>
                  <a:cxn ang="0">
                    <a:pos x="T2" y="T3"/>
                  </a:cxn>
                  <a:cxn ang="0">
                    <a:pos x="T4" y="T5"/>
                  </a:cxn>
                  <a:cxn ang="0">
                    <a:pos x="T6" y="T7"/>
                  </a:cxn>
                  <a:cxn ang="0">
                    <a:pos x="T8" y="T9"/>
                  </a:cxn>
                  <a:cxn ang="0">
                    <a:pos x="T10" y="T11"/>
                  </a:cxn>
                </a:cxnLst>
                <a:rect l="0" t="0" r="r" b="b"/>
                <a:pathLst>
                  <a:path w="876" h="875">
                    <a:moveTo>
                      <a:pt x="439" y="0"/>
                    </a:moveTo>
                    <a:lnTo>
                      <a:pt x="439" y="0"/>
                    </a:lnTo>
                    <a:cubicBezTo>
                      <a:pt x="196" y="0"/>
                      <a:pt x="0" y="195"/>
                      <a:pt x="0" y="435"/>
                    </a:cubicBezTo>
                    <a:cubicBezTo>
                      <a:pt x="0" y="679"/>
                      <a:pt x="196" y="874"/>
                      <a:pt x="439" y="874"/>
                    </a:cubicBezTo>
                    <a:cubicBezTo>
                      <a:pt x="680" y="874"/>
                      <a:pt x="875" y="679"/>
                      <a:pt x="875" y="435"/>
                    </a:cubicBezTo>
                    <a:cubicBezTo>
                      <a:pt x="875" y="195"/>
                      <a:pt x="680" y="0"/>
                      <a:pt x="439" y="0"/>
                    </a:cubicBezTo>
                  </a:path>
                </a:pathLst>
              </a:custGeom>
              <a:grpFill/>
              <a:ln>
                <a:noFill/>
              </a:ln>
              <a:effectLst/>
            </p:spPr>
            <p:txBody>
              <a:bodyPr wrap="none" anchor="ctr"/>
              <a:lstStyle/>
              <a:p>
                <a:pPr>
                  <a:defRPr/>
                </a:pPr>
                <a:endParaRPr lang="en-US" sz="1800" dirty="0">
                  <a:latin typeface="微软雅黑" panose="020B0503020204020204" charset="-122"/>
                </a:endParaRPr>
              </a:p>
            </p:txBody>
          </p:sp>
          <p:sp>
            <p:nvSpPr>
              <p:cNvPr id="254" name="Freeform 179"/>
              <p:cNvSpPr>
                <a:spLocks noChangeArrowheads="1"/>
              </p:cNvSpPr>
              <p:nvPr/>
            </p:nvSpPr>
            <p:spPr bwMode="auto">
              <a:xfrm>
                <a:off x="18705053" y="5789451"/>
                <a:ext cx="1404811" cy="1430067"/>
              </a:xfrm>
              <a:custGeom>
                <a:avLst/>
                <a:gdLst>
                  <a:gd name="T0" fmla="*/ 901 w 1469"/>
                  <a:gd name="T1" fmla="*/ 166 h 1494"/>
                  <a:gd name="T2" fmla="*/ 807 w 1469"/>
                  <a:gd name="T3" fmla="*/ 145 h 1494"/>
                  <a:gd name="T4" fmla="*/ 623 w 1469"/>
                  <a:gd name="T5" fmla="*/ 11 h 1494"/>
                  <a:gd name="T6" fmla="*/ 511 w 1469"/>
                  <a:gd name="T7" fmla="*/ 190 h 1494"/>
                  <a:gd name="T8" fmla="*/ 409 w 1469"/>
                  <a:gd name="T9" fmla="*/ 81 h 1494"/>
                  <a:gd name="T10" fmla="*/ 337 w 1469"/>
                  <a:gd name="T11" fmla="*/ 300 h 1494"/>
                  <a:gd name="T12" fmla="*/ 267 w 1469"/>
                  <a:gd name="T13" fmla="*/ 370 h 1494"/>
                  <a:gd name="T14" fmla="*/ 59 w 1469"/>
                  <a:gd name="T15" fmla="*/ 455 h 1494"/>
                  <a:gd name="T16" fmla="*/ 147 w 1469"/>
                  <a:gd name="T17" fmla="*/ 648 h 1494"/>
                  <a:gd name="T18" fmla="*/ 0 w 1469"/>
                  <a:gd name="T19" fmla="*/ 672 h 1494"/>
                  <a:gd name="T20" fmla="*/ 147 w 1469"/>
                  <a:gd name="T21" fmla="*/ 851 h 1494"/>
                  <a:gd name="T22" fmla="*/ 182 w 1469"/>
                  <a:gd name="T23" fmla="*/ 974 h 1494"/>
                  <a:gd name="T24" fmla="*/ 149 w 1469"/>
                  <a:gd name="T25" fmla="*/ 1199 h 1494"/>
                  <a:gd name="T26" fmla="*/ 401 w 1469"/>
                  <a:gd name="T27" fmla="*/ 1244 h 1494"/>
                  <a:gd name="T28" fmla="*/ 361 w 1469"/>
                  <a:gd name="T29" fmla="*/ 1388 h 1494"/>
                  <a:gd name="T30" fmla="*/ 586 w 1469"/>
                  <a:gd name="T31" fmla="*/ 1330 h 1494"/>
                  <a:gd name="T32" fmla="*/ 682 w 1469"/>
                  <a:gd name="T33" fmla="*/ 1348 h 1494"/>
                  <a:gd name="T34" fmla="*/ 717 w 1469"/>
                  <a:gd name="T35" fmla="*/ 1493 h 1494"/>
                  <a:gd name="T36" fmla="*/ 885 w 1469"/>
                  <a:gd name="T37" fmla="*/ 1335 h 1494"/>
                  <a:gd name="T38" fmla="*/ 976 w 1469"/>
                  <a:gd name="T39" fmla="*/ 1303 h 1494"/>
                  <a:gd name="T40" fmla="*/ 1078 w 1469"/>
                  <a:gd name="T41" fmla="*/ 1415 h 1494"/>
                  <a:gd name="T42" fmla="*/ 1150 w 1469"/>
                  <a:gd name="T43" fmla="*/ 1193 h 1494"/>
                  <a:gd name="T44" fmla="*/ 1214 w 1469"/>
                  <a:gd name="T45" fmla="*/ 1124 h 1494"/>
                  <a:gd name="T46" fmla="*/ 1359 w 1469"/>
                  <a:gd name="T47" fmla="*/ 1172 h 1494"/>
                  <a:gd name="T48" fmla="*/ 1316 w 1469"/>
                  <a:gd name="T49" fmla="*/ 944 h 1494"/>
                  <a:gd name="T50" fmla="*/ 1337 w 1469"/>
                  <a:gd name="T51" fmla="*/ 835 h 1494"/>
                  <a:gd name="T52" fmla="*/ 1468 w 1469"/>
                  <a:gd name="T53" fmla="*/ 824 h 1494"/>
                  <a:gd name="T54" fmla="*/ 1329 w 1469"/>
                  <a:gd name="T55" fmla="*/ 645 h 1494"/>
                  <a:gd name="T56" fmla="*/ 1300 w 1469"/>
                  <a:gd name="T57" fmla="*/ 525 h 1494"/>
                  <a:gd name="T58" fmla="*/ 1417 w 1469"/>
                  <a:gd name="T59" fmla="*/ 426 h 1494"/>
                  <a:gd name="T60" fmla="*/ 1198 w 1469"/>
                  <a:gd name="T61" fmla="*/ 348 h 1494"/>
                  <a:gd name="T62" fmla="*/ 1088 w 1469"/>
                  <a:gd name="T63" fmla="*/ 252 h 1494"/>
                  <a:gd name="T64" fmla="*/ 1128 w 1469"/>
                  <a:gd name="T65" fmla="*/ 107 h 1494"/>
                  <a:gd name="T66" fmla="*/ 901 w 1469"/>
                  <a:gd name="T67" fmla="*/ 166 h 1494"/>
                  <a:gd name="T68" fmla="*/ 1244 w 1469"/>
                  <a:gd name="T69" fmla="*/ 746 h 1494"/>
                  <a:gd name="T70" fmla="*/ 243 w 1469"/>
                  <a:gd name="T71" fmla="*/ 746 h 1494"/>
                  <a:gd name="T72" fmla="*/ 1244 w 1469"/>
                  <a:gd name="T73" fmla="*/ 746 h 1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69" h="1494">
                    <a:moveTo>
                      <a:pt x="901" y="166"/>
                    </a:moveTo>
                    <a:lnTo>
                      <a:pt x="901" y="166"/>
                    </a:lnTo>
                    <a:cubicBezTo>
                      <a:pt x="872" y="158"/>
                      <a:pt x="840" y="150"/>
                      <a:pt x="807" y="147"/>
                    </a:cubicBezTo>
                    <a:cubicBezTo>
                      <a:pt x="807" y="145"/>
                      <a:pt x="807" y="145"/>
                      <a:pt x="807" y="145"/>
                    </a:cubicBezTo>
                    <a:cubicBezTo>
                      <a:pt x="773" y="0"/>
                      <a:pt x="773" y="0"/>
                      <a:pt x="773" y="0"/>
                    </a:cubicBezTo>
                    <a:cubicBezTo>
                      <a:pt x="623" y="11"/>
                      <a:pt x="623" y="11"/>
                      <a:pt x="623" y="11"/>
                    </a:cubicBezTo>
                    <a:cubicBezTo>
                      <a:pt x="602" y="161"/>
                      <a:pt x="602" y="161"/>
                      <a:pt x="602" y="161"/>
                    </a:cubicBezTo>
                    <a:cubicBezTo>
                      <a:pt x="572" y="169"/>
                      <a:pt x="540" y="177"/>
                      <a:pt x="511" y="190"/>
                    </a:cubicBezTo>
                    <a:cubicBezTo>
                      <a:pt x="508" y="187"/>
                      <a:pt x="508" y="187"/>
                      <a:pt x="508" y="187"/>
                    </a:cubicBezTo>
                    <a:cubicBezTo>
                      <a:pt x="409" y="81"/>
                      <a:pt x="409" y="81"/>
                      <a:pt x="409" y="81"/>
                    </a:cubicBezTo>
                    <a:cubicBezTo>
                      <a:pt x="283" y="161"/>
                      <a:pt x="283" y="161"/>
                      <a:pt x="283" y="161"/>
                    </a:cubicBezTo>
                    <a:cubicBezTo>
                      <a:pt x="337" y="300"/>
                      <a:pt x="337" y="300"/>
                      <a:pt x="337" y="300"/>
                    </a:cubicBezTo>
                    <a:cubicBezTo>
                      <a:pt x="313" y="321"/>
                      <a:pt x="291" y="345"/>
                      <a:pt x="270" y="372"/>
                    </a:cubicBezTo>
                    <a:cubicBezTo>
                      <a:pt x="267" y="370"/>
                      <a:pt x="267" y="370"/>
                      <a:pt x="267" y="370"/>
                    </a:cubicBezTo>
                    <a:cubicBezTo>
                      <a:pt x="131" y="324"/>
                      <a:pt x="131" y="324"/>
                      <a:pt x="131" y="324"/>
                    </a:cubicBezTo>
                    <a:cubicBezTo>
                      <a:pt x="59" y="455"/>
                      <a:pt x="59" y="455"/>
                      <a:pt x="59" y="455"/>
                    </a:cubicBezTo>
                    <a:cubicBezTo>
                      <a:pt x="174" y="551"/>
                      <a:pt x="174" y="551"/>
                      <a:pt x="174" y="551"/>
                    </a:cubicBezTo>
                    <a:cubicBezTo>
                      <a:pt x="163" y="581"/>
                      <a:pt x="155" y="605"/>
                      <a:pt x="147" y="648"/>
                    </a:cubicBezTo>
                    <a:cubicBezTo>
                      <a:pt x="144" y="648"/>
                      <a:pt x="144" y="648"/>
                      <a:pt x="144" y="648"/>
                    </a:cubicBezTo>
                    <a:cubicBezTo>
                      <a:pt x="0" y="672"/>
                      <a:pt x="0" y="672"/>
                      <a:pt x="0" y="672"/>
                    </a:cubicBezTo>
                    <a:cubicBezTo>
                      <a:pt x="0" y="821"/>
                      <a:pt x="0" y="821"/>
                      <a:pt x="0" y="821"/>
                    </a:cubicBezTo>
                    <a:cubicBezTo>
                      <a:pt x="147" y="851"/>
                      <a:pt x="147" y="851"/>
                      <a:pt x="147" y="851"/>
                    </a:cubicBezTo>
                    <a:cubicBezTo>
                      <a:pt x="155" y="894"/>
                      <a:pt x="165" y="934"/>
                      <a:pt x="182" y="971"/>
                    </a:cubicBezTo>
                    <a:cubicBezTo>
                      <a:pt x="182" y="974"/>
                      <a:pt x="182" y="974"/>
                      <a:pt x="182" y="974"/>
                    </a:cubicBezTo>
                    <a:cubicBezTo>
                      <a:pt x="72" y="1070"/>
                      <a:pt x="72" y="1070"/>
                      <a:pt x="72" y="1070"/>
                    </a:cubicBezTo>
                    <a:cubicBezTo>
                      <a:pt x="149" y="1199"/>
                      <a:pt x="149" y="1199"/>
                      <a:pt x="149" y="1199"/>
                    </a:cubicBezTo>
                    <a:cubicBezTo>
                      <a:pt x="291" y="1148"/>
                      <a:pt x="291" y="1148"/>
                      <a:pt x="291" y="1148"/>
                    </a:cubicBezTo>
                    <a:cubicBezTo>
                      <a:pt x="323" y="1183"/>
                      <a:pt x="358" y="1217"/>
                      <a:pt x="401" y="1244"/>
                    </a:cubicBezTo>
                    <a:cubicBezTo>
                      <a:pt x="398" y="1247"/>
                      <a:pt x="398" y="1247"/>
                      <a:pt x="398" y="1247"/>
                    </a:cubicBezTo>
                    <a:cubicBezTo>
                      <a:pt x="361" y="1388"/>
                      <a:pt x="361" y="1388"/>
                      <a:pt x="361" y="1388"/>
                    </a:cubicBezTo>
                    <a:cubicBezTo>
                      <a:pt x="497" y="1453"/>
                      <a:pt x="497" y="1453"/>
                      <a:pt x="497" y="1453"/>
                    </a:cubicBezTo>
                    <a:cubicBezTo>
                      <a:pt x="586" y="1330"/>
                      <a:pt x="586" y="1330"/>
                      <a:pt x="586" y="1330"/>
                    </a:cubicBezTo>
                    <a:lnTo>
                      <a:pt x="586" y="1330"/>
                    </a:lnTo>
                    <a:cubicBezTo>
                      <a:pt x="618" y="1338"/>
                      <a:pt x="647" y="1346"/>
                      <a:pt x="682" y="1348"/>
                    </a:cubicBezTo>
                    <a:cubicBezTo>
                      <a:pt x="682" y="1351"/>
                      <a:pt x="682" y="1351"/>
                      <a:pt x="682" y="1351"/>
                    </a:cubicBezTo>
                    <a:cubicBezTo>
                      <a:pt x="717" y="1493"/>
                      <a:pt x="717" y="1493"/>
                      <a:pt x="717" y="1493"/>
                    </a:cubicBezTo>
                    <a:cubicBezTo>
                      <a:pt x="866" y="1485"/>
                      <a:pt x="866" y="1485"/>
                      <a:pt x="866" y="1485"/>
                    </a:cubicBezTo>
                    <a:cubicBezTo>
                      <a:pt x="885" y="1335"/>
                      <a:pt x="885" y="1335"/>
                      <a:pt x="885" y="1335"/>
                    </a:cubicBezTo>
                    <a:cubicBezTo>
                      <a:pt x="885" y="1332"/>
                      <a:pt x="885" y="1332"/>
                      <a:pt x="885" y="1332"/>
                    </a:cubicBezTo>
                    <a:cubicBezTo>
                      <a:pt x="917" y="1324"/>
                      <a:pt x="947" y="1316"/>
                      <a:pt x="976" y="1303"/>
                    </a:cubicBezTo>
                    <a:cubicBezTo>
                      <a:pt x="979" y="1308"/>
                      <a:pt x="979" y="1308"/>
                      <a:pt x="979" y="1308"/>
                    </a:cubicBezTo>
                    <a:cubicBezTo>
                      <a:pt x="1078" y="1415"/>
                      <a:pt x="1078" y="1415"/>
                      <a:pt x="1078" y="1415"/>
                    </a:cubicBezTo>
                    <a:cubicBezTo>
                      <a:pt x="1206" y="1335"/>
                      <a:pt x="1206" y="1335"/>
                      <a:pt x="1206" y="1335"/>
                    </a:cubicBezTo>
                    <a:cubicBezTo>
                      <a:pt x="1150" y="1193"/>
                      <a:pt x="1150" y="1193"/>
                      <a:pt x="1150" y="1193"/>
                    </a:cubicBezTo>
                    <a:lnTo>
                      <a:pt x="1150" y="1193"/>
                    </a:lnTo>
                    <a:cubicBezTo>
                      <a:pt x="1171" y="1172"/>
                      <a:pt x="1195" y="1148"/>
                      <a:pt x="1214" y="1124"/>
                    </a:cubicBezTo>
                    <a:cubicBezTo>
                      <a:pt x="1220" y="1126"/>
                      <a:pt x="1220" y="1126"/>
                      <a:pt x="1220" y="1126"/>
                    </a:cubicBezTo>
                    <a:cubicBezTo>
                      <a:pt x="1359" y="1172"/>
                      <a:pt x="1359" y="1172"/>
                      <a:pt x="1359" y="1172"/>
                    </a:cubicBezTo>
                    <a:cubicBezTo>
                      <a:pt x="1431" y="1041"/>
                      <a:pt x="1431" y="1041"/>
                      <a:pt x="1431" y="1041"/>
                    </a:cubicBezTo>
                    <a:cubicBezTo>
                      <a:pt x="1316" y="944"/>
                      <a:pt x="1316" y="944"/>
                      <a:pt x="1316" y="944"/>
                    </a:cubicBezTo>
                    <a:cubicBezTo>
                      <a:pt x="1313" y="936"/>
                      <a:pt x="1313" y="936"/>
                      <a:pt x="1313" y="936"/>
                    </a:cubicBezTo>
                    <a:cubicBezTo>
                      <a:pt x="1324" y="904"/>
                      <a:pt x="1332" y="878"/>
                      <a:pt x="1337" y="835"/>
                    </a:cubicBezTo>
                    <a:cubicBezTo>
                      <a:pt x="1342" y="835"/>
                      <a:pt x="1342" y="835"/>
                      <a:pt x="1342" y="835"/>
                    </a:cubicBezTo>
                    <a:cubicBezTo>
                      <a:pt x="1468" y="824"/>
                      <a:pt x="1468" y="824"/>
                      <a:pt x="1468" y="824"/>
                    </a:cubicBezTo>
                    <a:cubicBezTo>
                      <a:pt x="1468" y="674"/>
                      <a:pt x="1468" y="674"/>
                      <a:pt x="1468" y="674"/>
                    </a:cubicBezTo>
                    <a:cubicBezTo>
                      <a:pt x="1329" y="645"/>
                      <a:pt x="1329" y="645"/>
                      <a:pt x="1329" y="645"/>
                    </a:cubicBezTo>
                    <a:cubicBezTo>
                      <a:pt x="1332" y="645"/>
                      <a:pt x="1332" y="645"/>
                      <a:pt x="1332" y="645"/>
                    </a:cubicBezTo>
                    <a:cubicBezTo>
                      <a:pt x="1324" y="602"/>
                      <a:pt x="1316" y="562"/>
                      <a:pt x="1300" y="525"/>
                    </a:cubicBezTo>
                    <a:cubicBezTo>
                      <a:pt x="1308" y="522"/>
                      <a:pt x="1308" y="522"/>
                      <a:pt x="1308" y="522"/>
                    </a:cubicBezTo>
                    <a:cubicBezTo>
                      <a:pt x="1417" y="426"/>
                      <a:pt x="1417" y="426"/>
                      <a:pt x="1417" y="426"/>
                    </a:cubicBezTo>
                    <a:cubicBezTo>
                      <a:pt x="1337" y="297"/>
                      <a:pt x="1337" y="297"/>
                      <a:pt x="1337" y="297"/>
                    </a:cubicBezTo>
                    <a:cubicBezTo>
                      <a:pt x="1198" y="348"/>
                      <a:pt x="1198" y="348"/>
                      <a:pt x="1198" y="348"/>
                    </a:cubicBezTo>
                    <a:cubicBezTo>
                      <a:pt x="1195" y="351"/>
                      <a:pt x="1195" y="351"/>
                      <a:pt x="1195" y="351"/>
                    </a:cubicBezTo>
                    <a:cubicBezTo>
                      <a:pt x="1163" y="313"/>
                      <a:pt x="1128" y="281"/>
                      <a:pt x="1088" y="252"/>
                    </a:cubicBezTo>
                    <a:cubicBezTo>
                      <a:pt x="1088" y="249"/>
                      <a:pt x="1088" y="249"/>
                      <a:pt x="1088" y="249"/>
                    </a:cubicBezTo>
                    <a:cubicBezTo>
                      <a:pt x="1128" y="107"/>
                      <a:pt x="1128" y="107"/>
                      <a:pt x="1128" y="107"/>
                    </a:cubicBezTo>
                    <a:cubicBezTo>
                      <a:pt x="992" y="43"/>
                      <a:pt x="992" y="43"/>
                      <a:pt x="992" y="43"/>
                    </a:cubicBezTo>
                    <a:cubicBezTo>
                      <a:pt x="901" y="166"/>
                      <a:pt x="901" y="166"/>
                      <a:pt x="901" y="166"/>
                    </a:cubicBezTo>
                    <a:close/>
                    <a:moveTo>
                      <a:pt x="1244" y="746"/>
                    </a:moveTo>
                    <a:lnTo>
                      <a:pt x="1244" y="746"/>
                    </a:lnTo>
                    <a:cubicBezTo>
                      <a:pt x="1244" y="1025"/>
                      <a:pt x="1019" y="1247"/>
                      <a:pt x="743" y="1247"/>
                    </a:cubicBezTo>
                    <a:cubicBezTo>
                      <a:pt x="465" y="1247"/>
                      <a:pt x="243" y="1025"/>
                      <a:pt x="243" y="746"/>
                    </a:cubicBezTo>
                    <a:cubicBezTo>
                      <a:pt x="243" y="471"/>
                      <a:pt x="465" y="246"/>
                      <a:pt x="743" y="246"/>
                    </a:cubicBezTo>
                    <a:cubicBezTo>
                      <a:pt x="1019" y="246"/>
                      <a:pt x="1244" y="471"/>
                      <a:pt x="1244" y="746"/>
                    </a:cubicBezTo>
                    <a:close/>
                  </a:path>
                </a:pathLst>
              </a:custGeom>
              <a:grpFill/>
              <a:ln>
                <a:noFill/>
              </a:ln>
              <a:effectLst/>
            </p:spPr>
            <p:txBody>
              <a:bodyPr wrap="none" anchor="ctr"/>
              <a:lstStyle/>
              <a:p>
                <a:pPr>
                  <a:defRPr/>
                </a:pPr>
                <a:endParaRPr lang="en-US" sz="1800" dirty="0">
                  <a:latin typeface="微软雅黑" panose="020B0503020204020204" charset="-122"/>
                </a:endParaRPr>
              </a:p>
            </p:txBody>
          </p:sp>
        </p:grpSp>
        <p:grpSp>
          <p:nvGrpSpPr>
            <p:cNvPr id="255" name="Group 254"/>
            <p:cNvGrpSpPr/>
            <p:nvPr/>
          </p:nvGrpSpPr>
          <p:grpSpPr>
            <a:xfrm>
              <a:off x="18019573" y="6559487"/>
              <a:ext cx="592390" cy="600797"/>
              <a:chOff x="18019573" y="6559487"/>
              <a:chExt cx="592390" cy="600797"/>
            </a:xfrm>
            <a:solidFill>
              <a:schemeClr val="accent1"/>
            </a:solidFill>
          </p:grpSpPr>
          <p:sp>
            <p:nvSpPr>
              <p:cNvPr id="256" name="Freeform 182"/>
              <p:cNvSpPr>
                <a:spLocks noChangeArrowheads="1"/>
              </p:cNvSpPr>
              <p:nvPr/>
            </p:nvSpPr>
            <p:spPr bwMode="auto">
              <a:xfrm>
                <a:off x="18142282" y="6686416"/>
                <a:ext cx="351203" cy="351170"/>
              </a:xfrm>
              <a:custGeom>
                <a:avLst/>
                <a:gdLst>
                  <a:gd name="T0" fmla="*/ 185 w 370"/>
                  <a:gd name="T1" fmla="*/ 0 h 370"/>
                  <a:gd name="T2" fmla="*/ 185 w 370"/>
                  <a:gd name="T3" fmla="*/ 0 h 370"/>
                  <a:gd name="T4" fmla="*/ 0 w 370"/>
                  <a:gd name="T5" fmla="*/ 184 h 370"/>
                  <a:gd name="T6" fmla="*/ 185 w 370"/>
                  <a:gd name="T7" fmla="*/ 369 h 370"/>
                  <a:gd name="T8" fmla="*/ 369 w 370"/>
                  <a:gd name="T9" fmla="*/ 184 h 370"/>
                  <a:gd name="T10" fmla="*/ 185 w 370"/>
                  <a:gd name="T11" fmla="*/ 0 h 370"/>
                </a:gdLst>
                <a:ahLst/>
                <a:cxnLst>
                  <a:cxn ang="0">
                    <a:pos x="T0" y="T1"/>
                  </a:cxn>
                  <a:cxn ang="0">
                    <a:pos x="T2" y="T3"/>
                  </a:cxn>
                  <a:cxn ang="0">
                    <a:pos x="T4" y="T5"/>
                  </a:cxn>
                  <a:cxn ang="0">
                    <a:pos x="T6" y="T7"/>
                  </a:cxn>
                  <a:cxn ang="0">
                    <a:pos x="T8" y="T9"/>
                  </a:cxn>
                  <a:cxn ang="0">
                    <a:pos x="T10" y="T11"/>
                  </a:cxn>
                </a:cxnLst>
                <a:rect l="0" t="0" r="r" b="b"/>
                <a:pathLst>
                  <a:path w="370" h="370">
                    <a:moveTo>
                      <a:pt x="185" y="0"/>
                    </a:moveTo>
                    <a:lnTo>
                      <a:pt x="185" y="0"/>
                    </a:lnTo>
                    <a:cubicBezTo>
                      <a:pt x="83" y="0"/>
                      <a:pt x="0" y="83"/>
                      <a:pt x="0" y="184"/>
                    </a:cubicBezTo>
                    <a:cubicBezTo>
                      <a:pt x="0" y="286"/>
                      <a:pt x="83" y="369"/>
                      <a:pt x="185" y="369"/>
                    </a:cubicBezTo>
                    <a:cubicBezTo>
                      <a:pt x="286" y="369"/>
                      <a:pt x="369" y="286"/>
                      <a:pt x="369" y="184"/>
                    </a:cubicBezTo>
                    <a:cubicBezTo>
                      <a:pt x="369" y="83"/>
                      <a:pt x="286" y="0"/>
                      <a:pt x="185" y="0"/>
                    </a:cubicBezTo>
                  </a:path>
                </a:pathLst>
              </a:custGeom>
              <a:grpFill/>
              <a:ln>
                <a:noFill/>
              </a:ln>
              <a:effectLst/>
            </p:spPr>
            <p:txBody>
              <a:bodyPr wrap="none" anchor="ctr"/>
              <a:lstStyle/>
              <a:p>
                <a:pPr>
                  <a:defRPr/>
                </a:pPr>
                <a:endParaRPr lang="en-US" sz="1800" dirty="0">
                  <a:latin typeface="微软雅黑" panose="020B0503020204020204" charset="-122"/>
                </a:endParaRPr>
              </a:p>
            </p:txBody>
          </p:sp>
          <p:sp>
            <p:nvSpPr>
              <p:cNvPr id="257" name="Freeform 183"/>
              <p:cNvSpPr>
                <a:spLocks noChangeArrowheads="1"/>
              </p:cNvSpPr>
              <p:nvPr/>
            </p:nvSpPr>
            <p:spPr bwMode="auto">
              <a:xfrm>
                <a:off x="18019573" y="6559487"/>
                <a:ext cx="592390" cy="600797"/>
              </a:xfrm>
              <a:custGeom>
                <a:avLst/>
                <a:gdLst>
                  <a:gd name="T0" fmla="*/ 380 w 622"/>
                  <a:gd name="T1" fmla="*/ 69 h 629"/>
                  <a:gd name="T2" fmla="*/ 339 w 622"/>
                  <a:gd name="T3" fmla="*/ 61 h 629"/>
                  <a:gd name="T4" fmla="*/ 262 w 622"/>
                  <a:gd name="T5" fmla="*/ 5 h 629"/>
                  <a:gd name="T6" fmla="*/ 217 w 622"/>
                  <a:gd name="T7" fmla="*/ 80 h 629"/>
                  <a:gd name="T8" fmla="*/ 174 w 622"/>
                  <a:gd name="T9" fmla="*/ 35 h 629"/>
                  <a:gd name="T10" fmla="*/ 142 w 622"/>
                  <a:gd name="T11" fmla="*/ 126 h 629"/>
                  <a:gd name="T12" fmla="*/ 115 w 622"/>
                  <a:gd name="T13" fmla="*/ 155 h 629"/>
                  <a:gd name="T14" fmla="*/ 24 w 622"/>
                  <a:gd name="T15" fmla="*/ 192 h 629"/>
                  <a:gd name="T16" fmla="*/ 64 w 622"/>
                  <a:gd name="T17" fmla="*/ 272 h 629"/>
                  <a:gd name="T18" fmla="*/ 0 w 622"/>
                  <a:gd name="T19" fmla="*/ 283 h 629"/>
                  <a:gd name="T20" fmla="*/ 64 w 622"/>
                  <a:gd name="T21" fmla="*/ 358 h 629"/>
                  <a:gd name="T22" fmla="*/ 77 w 622"/>
                  <a:gd name="T23" fmla="*/ 409 h 629"/>
                  <a:gd name="T24" fmla="*/ 64 w 622"/>
                  <a:gd name="T25" fmla="*/ 505 h 629"/>
                  <a:gd name="T26" fmla="*/ 168 w 622"/>
                  <a:gd name="T27" fmla="*/ 524 h 629"/>
                  <a:gd name="T28" fmla="*/ 152 w 622"/>
                  <a:gd name="T29" fmla="*/ 585 h 629"/>
                  <a:gd name="T30" fmla="*/ 248 w 622"/>
                  <a:gd name="T31" fmla="*/ 561 h 629"/>
                  <a:gd name="T32" fmla="*/ 289 w 622"/>
                  <a:gd name="T33" fmla="*/ 567 h 629"/>
                  <a:gd name="T34" fmla="*/ 302 w 622"/>
                  <a:gd name="T35" fmla="*/ 628 h 629"/>
                  <a:gd name="T36" fmla="*/ 374 w 622"/>
                  <a:gd name="T37" fmla="*/ 561 h 629"/>
                  <a:gd name="T38" fmla="*/ 412 w 622"/>
                  <a:gd name="T39" fmla="*/ 548 h 629"/>
                  <a:gd name="T40" fmla="*/ 455 w 622"/>
                  <a:gd name="T41" fmla="*/ 596 h 629"/>
                  <a:gd name="T42" fmla="*/ 487 w 622"/>
                  <a:gd name="T43" fmla="*/ 503 h 629"/>
                  <a:gd name="T44" fmla="*/ 513 w 622"/>
                  <a:gd name="T45" fmla="*/ 473 h 629"/>
                  <a:gd name="T46" fmla="*/ 572 w 622"/>
                  <a:gd name="T47" fmla="*/ 495 h 629"/>
                  <a:gd name="T48" fmla="*/ 553 w 622"/>
                  <a:gd name="T49" fmla="*/ 398 h 629"/>
                  <a:gd name="T50" fmla="*/ 564 w 622"/>
                  <a:gd name="T51" fmla="*/ 350 h 629"/>
                  <a:gd name="T52" fmla="*/ 621 w 622"/>
                  <a:gd name="T53" fmla="*/ 347 h 629"/>
                  <a:gd name="T54" fmla="*/ 562 w 622"/>
                  <a:gd name="T55" fmla="*/ 272 h 629"/>
                  <a:gd name="T56" fmla="*/ 548 w 622"/>
                  <a:gd name="T57" fmla="*/ 222 h 629"/>
                  <a:gd name="T58" fmla="*/ 599 w 622"/>
                  <a:gd name="T59" fmla="*/ 179 h 629"/>
                  <a:gd name="T60" fmla="*/ 506 w 622"/>
                  <a:gd name="T61" fmla="*/ 147 h 629"/>
                  <a:gd name="T62" fmla="*/ 460 w 622"/>
                  <a:gd name="T63" fmla="*/ 107 h 629"/>
                  <a:gd name="T64" fmla="*/ 476 w 622"/>
                  <a:gd name="T65" fmla="*/ 45 h 629"/>
                  <a:gd name="T66" fmla="*/ 380 w 622"/>
                  <a:gd name="T67" fmla="*/ 69 h 629"/>
                  <a:gd name="T68" fmla="*/ 524 w 622"/>
                  <a:gd name="T69" fmla="*/ 315 h 629"/>
                  <a:gd name="T70" fmla="*/ 102 w 622"/>
                  <a:gd name="T71" fmla="*/ 315 h 629"/>
                  <a:gd name="T72" fmla="*/ 524 w 622"/>
                  <a:gd name="T73" fmla="*/ 315 h 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22" h="629">
                    <a:moveTo>
                      <a:pt x="380" y="69"/>
                    </a:moveTo>
                    <a:lnTo>
                      <a:pt x="380" y="69"/>
                    </a:lnTo>
                    <a:cubicBezTo>
                      <a:pt x="369" y="67"/>
                      <a:pt x="356" y="64"/>
                      <a:pt x="339" y="61"/>
                    </a:cubicBezTo>
                    <a:lnTo>
                      <a:pt x="339" y="61"/>
                    </a:lnTo>
                    <a:cubicBezTo>
                      <a:pt x="326" y="0"/>
                      <a:pt x="326" y="0"/>
                      <a:pt x="326" y="0"/>
                    </a:cubicBezTo>
                    <a:cubicBezTo>
                      <a:pt x="262" y="5"/>
                      <a:pt x="262" y="5"/>
                      <a:pt x="262" y="5"/>
                    </a:cubicBezTo>
                    <a:cubicBezTo>
                      <a:pt x="254" y="67"/>
                      <a:pt x="254" y="67"/>
                      <a:pt x="254" y="67"/>
                    </a:cubicBezTo>
                    <a:cubicBezTo>
                      <a:pt x="241" y="72"/>
                      <a:pt x="227" y="75"/>
                      <a:pt x="217" y="80"/>
                    </a:cubicBezTo>
                    <a:cubicBezTo>
                      <a:pt x="214" y="80"/>
                      <a:pt x="214" y="80"/>
                      <a:pt x="214" y="80"/>
                    </a:cubicBezTo>
                    <a:cubicBezTo>
                      <a:pt x="174" y="35"/>
                      <a:pt x="174" y="35"/>
                      <a:pt x="174" y="35"/>
                    </a:cubicBezTo>
                    <a:cubicBezTo>
                      <a:pt x="120" y="67"/>
                      <a:pt x="120" y="67"/>
                      <a:pt x="120" y="67"/>
                    </a:cubicBezTo>
                    <a:cubicBezTo>
                      <a:pt x="142" y="126"/>
                      <a:pt x="142" y="126"/>
                      <a:pt x="142" y="126"/>
                    </a:cubicBezTo>
                    <a:cubicBezTo>
                      <a:pt x="133" y="136"/>
                      <a:pt x="123" y="147"/>
                      <a:pt x="115" y="157"/>
                    </a:cubicBezTo>
                    <a:cubicBezTo>
                      <a:pt x="115" y="155"/>
                      <a:pt x="115" y="155"/>
                      <a:pt x="115" y="155"/>
                    </a:cubicBezTo>
                    <a:cubicBezTo>
                      <a:pt x="56" y="136"/>
                      <a:pt x="56" y="136"/>
                      <a:pt x="56" y="136"/>
                    </a:cubicBezTo>
                    <a:cubicBezTo>
                      <a:pt x="24" y="192"/>
                      <a:pt x="24" y="192"/>
                      <a:pt x="24" y="192"/>
                    </a:cubicBezTo>
                    <a:cubicBezTo>
                      <a:pt x="72" y="232"/>
                      <a:pt x="72" y="232"/>
                      <a:pt x="72" y="232"/>
                    </a:cubicBezTo>
                    <a:cubicBezTo>
                      <a:pt x="69" y="246"/>
                      <a:pt x="64" y="254"/>
                      <a:pt x="64" y="272"/>
                    </a:cubicBezTo>
                    <a:cubicBezTo>
                      <a:pt x="61" y="272"/>
                      <a:pt x="61" y="272"/>
                      <a:pt x="61" y="272"/>
                    </a:cubicBezTo>
                    <a:cubicBezTo>
                      <a:pt x="0" y="283"/>
                      <a:pt x="0" y="283"/>
                      <a:pt x="0" y="283"/>
                    </a:cubicBezTo>
                    <a:cubicBezTo>
                      <a:pt x="0" y="345"/>
                      <a:pt x="0" y="345"/>
                      <a:pt x="0" y="345"/>
                    </a:cubicBezTo>
                    <a:cubicBezTo>
                      <a:pt x="64" y="358"/>
                      <a:pt x="64" y="358"/>
                      <a:pt x="64" y="358"/>
                    </a:cubicBezTo>
                    <a:cubicBezTo>
                      <a:pt x="67" y="377"/>
                      <a:pt x="72" y="393"/>
                      <a:pt x="77" y="409"/>
                    </a:cubicBezTo>
                    <a:lnTo>
                      <a:pt x="77" y="409"/>
                    </a:lnTo>
                    <a:cubicBezTo>
                      <a:pt x="29" y="452"/>
                      <a:pt x="29" y="452"/>
                      <a:pt x="29" y="452"/>
                    </a:cubicBezTo>
                    <a:cubicBezTo>
                      <a:pt x="64" y="505"/>
                      <a:pt x="64" y="505"/>
                      <a:pt x="64" y="505"/>
                    </a:cubicBezTo>
                    <a:cubicBezTo>
                      <a:pt x="123" y="484"/>
                      <a:pt x="123" y="484"/>
                      <a:pt x="123" y="484"/>
                    </a:cubicBezTo>
                    <a:cubicBezTo>
                      <a:pt x="136" y="497"/>
                      <a:pt x="152" y="513"/>
                      <a:pt x="168" y="524"/>
                    </a:cubicBezTo>
                    <a:cubicBezTo>
                      <a:pt x="168" y="527"/>
                      <a:pt x="168" y="527"/>
                      <a:pt x="168" y="527"/>
                    </a:cubicBezTo>
                    <a:cubicBezTo>
                      <a:pt x="152" y="585"/>
                      <a:pt x="152" y="585"/>
                      <a:pt x="152" y="585"/>
                    </a:cubicBezTo>
                    <a:cubicBezTo>
                      <a:pt x="211" y="612"/>
                      <a:pt x="211" y="612"/>
                      <a:pt x="211" y="612"/>
                    </a:cubicBezTo>
                    <a:cubicBezTo>
                      <a:pt x="248" y="561"/>
                      <a:pt x="248" y="561"/>
                      <a:pt x="248" y="561"/>
                    </a:cubicBezTo>
                    <a:lnTo>
                      <a:pt x="248" y="561"/>
                    </a:lnTo>
                    <a:cubicBezTo>
                      <a:pt x="259" y="564"/>
                      <a:pt x="273" y="567"/>
                      <a:pt x="289" y="567"/>
                    </a:cubicBezTo>
                    <a:cubicBezTo>
                      <a:pt x="289" y="569"/>
                      <a:pt x="289" y="569"/>
                      <a:pt x="289" y="569"/>
                    </a:cubicBezTo>
                    <a:cubicBezTo>
                      <a:pt x="302" y="628"/>
                      <a:pt x="302" y="628"/>
                      <a:pt x="302" y="628"/>
                    </a:cubicBezTo>
                    <a:cubicBezTo>
                      <a:pt x="366" y="626"/>
                      <a:pt x="366" y="626"/>
                      <a:pt x="366" y="626"/>
                    </a:cubicBezTo>
                    <a:cubicBezTo>
                      <a:pt x="374" y="561"/>
                      <a:pt x="374" y="561"/>
                      <a:pt x="374" y="561"/>
                    </a:cubicBezTo>
                    <a:lnTo>
                      <a:pt x="374" y="561"/>
                    </a:lnTo>
                    <a:cubicBezTo>
                      <a:pt x="388" y="559"/>
                      <a:pt x="401" y="554"/>
                      <a:pt x="412" y="548"/>
                    </a:cubicBezTo>
                    <a:cubicBezTo>
                      <a:pt x="414" y="551"/>
                      <a:pt x="414" y="551"/>
                      <a:pt x="414" y="551"/>
                    </a:cubicBezTo>
                    <a:cubicBezTo>
                      <a:pt x="455" y="596"/>
                      <a:pt x="455" y="596"/>
                      <a:pt x="455" y="596"/>
                    </a:cubicBezTo>
                    <a:cubicBezTo>
                      <a:pt x="508" y="561"/>
                      <a:pt x="508" y="561"/>
                      <a:pt x="508" y="561"/>
                    </a:cubicBezTo>
                    <a:cubicBezTo>
                      <a:pt x="487" y="503"/>
                      <a:pt x="487" y="503"/>
                      <a:pt x="487" y="503"/>
                    </a:cubicBezTo>
                    <a:cubicBezTo>
                      <a:pt x="484" y="503"/>
                      <a:pt x="484" y="503"/>
                      <a:pt x="484" y="503"/>
                    </a:cubicBezTo>
                    <a:cubicBezTo>
                      <a:pt x="495" y="495"/>
                      <a:pt x="506" y="484"/>
                      <a:pt x="513" y="473"/>
                    </a:cubicBezTo>
                    <a:lnTo>
                      <a:pt x="513" y="473"/>
                    </a:lnTo>
                    <a:cubicBezTo>
                      <a:pt x="572" y="495"/>
                      <a:pt x="572" y="495"/>
                      <a:pt x="572" y="495"/>
                    </a:cubicBezTo>
                    <a:cubicBezTo>
                      <a:pt x="604" y="439"/>
                      <a:pt x="604" y="439"/>
                      <a:pt x="604" y="439"/>
                    </a:cubicBezTo>
                    <a:cubicBezTo>
                      <a:pt x="553" y="398"/>
                      <a:pt x="553" y="398"/>
                      <a:pt x="553" y="398"/>
                    </a:cubicBezTo>
                    <a:cubicBezTo>
                      <a:pt x="553" y="393"/>
                      <a:pt x="553" y="393"/>
                      <a:pt x="553" y="393"/>
                    </a:cubicBezTo>
                    <a:cubicBezTo>
                      <a:pt x="559" y="382"/>
                      <a:pt x="562" y="369"/>
                      <a:pt x="564" y="350"/>
                    </a:cubicBezTo>
                    <a:cubicBezTo>
                      <a:pt x="567" y="350"/>
                      <a:pt x="567" y="350"/>
                      <a:pt x="567" y="350"/>
                    </a:cubicBezTo>
                    <a:cubicBezTo>
                      <a:pt x="621" y="347"/>
                      <a:pt x="621" y="347"/>
                      <a:pt x="621" y="347"/>
                    </a:cubicBezTo>
                    <a:cubicBezTo>
                      <a:pt x="621" y="283"/>
                      <a:pt x="621" y="283"/>
                      <a:pt x="621" y="283"/>
                    </a:cubicBezTo>
                    <a:cubicBezTo>
                      <a:pt x="562" y="272"/>
                      <a:pt x="562" y="272"/>
                      <a:pt x="562" y="272"/>
                    </a:cubicBezTo>
                    <a:lnTo>
                      <a:pt x="562" y="272"/>
                    </a:lnTo>
                    <a:cubicBezTo>
                      <a:pt x="559" y="254"/>
                      <a:pt x="556" y="238"/>
                      <a:pt x="548" y="222"/>
                    </a:cubicBezTo>
                    <a:cubicBezTo>
                      <a:pt x="551" y="219"/>
                      <a:pt x="551" y="219"/>
                      <a:pt x="551" y="219"/>
                    </a:cubicBezTo>
                    <a:cubicBezTo>
                      <a:pt x="599" y="179"/>
                      <a:pt x="599" y="179"/>
                      <a:pt x="599" y="179"/>
                    </a:cubicBezTo>
                    <a:cubicBezTo>
                      <a:pt x="564" y="126"/>
                      <a:pt x="564" y="126"/>
                      <a:pt x="564" y="126"/>
                    </a:cubicBezTo>
                    <a:cubicBezTo>
                      <a:pt x="506" y="147"/>
                      <a:pt x="506" y="147"/>
                      <a:pt x="506" y="147"/>
                    </a:cubicBezTo>
                    <a:lnTo>
                      <a:pt x="506" y="147"/>
                    </a:lnTo>
                    <a:cubicBezTo>
                      <a:pt x="492" y="131"/>
                      <a:pt x="476" y="117"/>
                      <a:pt x="460" y="107"/>
                    </a:cubicBezTo>
                    <a:cubicBezTo>
                      <a:pt x="460" y="104"/>
                      <a:pt x="460" y="104"/>
                      <a:pt x="460" y="104"/>
                    </a:cubicBezTo>
                    <a:cubicBezTo>
                      <a:pt x="476" y="45"/>
                      <a:pt x="476" y="45"/>
                      <a:pt x="476" y="45"/>
                    </a:cubicBezTo>
                    <a:cubicBezTo>
                      <a:pt x="417" y="18"/>
                      <a:pt x="417" y="18"/>
                      <a:pt x="417" y="18"/>
                    </a:cubicBezTo>
                    <a:cubicBezTo>
                      <a:pt x="380" y="69"/>
                      <a:pt x="380" y="69"/>
                      <a:pt x="380" y="69"/>
                    </a:cubicBezTo>
                    <a:close/>
                    <a:moveTo>
                      <a:pt x="524" y="315"/>
                    </a:moveTo>
                    <a:lnTo>
                      <a:pt x="524" y="315"/>
                    </a:lnTo>
                    <a:cubicBezTo>
                      <a:pt x="524" y="430"/>
                      <a:pt x="431" y="527"/>
                      <a:pt x="313" y="527"/>
                    </a:cubicBezTo>
                    <a:cubicBezTo>
                      <a:pt x="198" y="527"/>
                      <a:pt x="102" y="430"/>
                      <a:pt x="102" y="315"/>
                    </a:cubicBezTo>
                    <a:cubicBezTo>
                      <a:pt x="102" y="198"/>
                      <a:pt x="198" y="104"/>
                      <a:pt x="313" y="104"/>
                    </a:cubicBezTo>
                    <a:cubicBezTo>
                      <a:pt x="431" y="104"/>
                      <a:pt x="524" y="198"/>
                      <a:pt x="524" y="315"/>
                    </a:cubicBezTo>
                    <a:close/>
                  </a:path>
                </a:pathLst>
              </a:custGeom>
              <a:grpFill/>
              <a:ln>
                <a:noFill/>
              </a:ln>
              <a:effectLst/>
            </p:spPr>
            <p:txBody>
              <a:bodyPr wrap="none" anchor="ctr"/>
              <a:lstStyle/>
              <a:p>
                <a:pPr>
                  <a:defRPr/>
                </a:pPr>
                <a:endParaRPr lang="en-US" sz="1800" dirty="0">
                  <a:latin typeface="微软雅黑" panose="020B0503020204020204" charset="-122"/>
                </a:endParaRPr>
              </a:p>
            </p:txBody>
          </p:sp>
        </p:grpSp>
        <p:grpSp>
          <p:nvGrpSpPr>
            <p:cNvPr id="258" name="Group 257"/>
            <p:cNvGrpSpPr/>
            <p:nvPr/>
          </p:nvGrpSpPr>
          <p:grpSpPr>
            <a:xfrm>
              <a:off x="15336891" y="4283227"/>
              <a:ext cx="588159" cy="600797"/>
              <a:chOff x="15336891" y="4283227"/>
              <a:chExt cx="588159" cy="600797"/>
            </a:xfrm>
            <a:solidFill>
              <a:schemeClr val="accent2"/>
            </a:solidFill>
          </p:grpSpPr>
          <p:sp>
            <p:nvSpPr>
              <p:cNvPr id="259" name="Freeform 186"/>
              <p:cNvSpPr>
                <a:spLocks noChangeArrowheads="1"/>
              </p:cNvSpPr>
              <p:nvPr/>
            </p:nvSpPr>
            <p:spPr bwMode="auto">
              <a:xfrm>
                <a:off x="15463832" y="4405925"/>
                <a:ext cx="351203" cy="351170"/>
              </a:xfrm>
              <a:custGeom>
                <a:avLst/>
                <a:gdLst>
                  <a:gd name="T0" fmla="*/ 184 w 370"/>
                  <a:gd name="T1" fmla="*/ 0 h 371"/>
                  <a:gd name="T2" fmla="*/ 184 w 370"/>
                  <a:gd name="T3" fmla="*/ 0 h 371"/>
                  <a:gd name="T4" fmla="*/ 0 w 370"/>
                  <a:gd name="T5" fmla="*/ 185 h 371"/>
                  <a:gd name="T6" fmla="*/ 184 w 370"/>
                  <a:gd name="T7" fmla="*/ 370 h 371"/>
                  <a:gd name="T8" fmla="*/ 369 w 370"/>
                  <a:gd name="T9" fmla="*/ 185 h 371"/>
                  <a:gd name="T10" fmla="*/ 184 w 370"/>
                  <a:gd name="T11" fmla="*/ 0 h 371"/>
                </a:gdLst>
                <a:ahLst/>
                <a:cxnLst>
                  <a:cxn ang="0">
                    <a:pos x="T0" y="T1"/>
                  </a:cxn>
                  <a:cxn ang="0">
                    <a:pos x="T2" y="T3"/>
                  </a:cxn>
                  <a:cxn ang="0">
                    <a:pos x="T4" y="T5"/>
                  </a:cxn>
                  <a:cxn ang="0">
                    <a:pos x="T6" y="T7"/>
                  </a:cxn>
                  <a:cxn ang="0">
                    <a:pos x="T8" y="T9"/>
                  </a:cxn>
                  <a:cxn ang="0">
                    <a:pos x="T10" y="T11"/>
                  </a:cxn>
                </a:cxnLst>
                <a:rect l="0" t="0" r="r" b="b"/>
                <a:pathLst>
                  <a:path w="370" h="371">
                    <a:moveTo>
                      <a:pt x="184" y="0"/>
                    </a:moveTo>
                    <a:lnTo>
                      <a:pt x="184" y="0"/>
                    </a:lnTo>
                    <a:cubicBezTo>
                      <a:pt x="83" y="0"/>
                      <a:pt x="0" y="83"/>
                      <a:pt x="0" y="185"/>
                    </a:cubicBezTo>
                    <a:cubicBezTo>
                      <a:pt x="0" y="287"/>
                      <a:pt x="83" y="370"/>
                      <a:pt x="184" y="370"/>
                    </a:cubicBezTo>
                    <a:cubicBezTo>
                      <a:pt x="286" y="370"/>
                      <a:pt x="369" y="287"/>
                      <a:pt x="369" y="185"/>
                    </a:cubicBezTo>
                    <a:cubicBezTo>
                      <a:pt x="369" y="81"/>
                      <a:pt x="286" y="0"/>
                      <a:pt x="184" y="0"/>
                    </a:cubicBezTo>
                  </a:path>
                </a:pathLst>
              </a:custGeom>
              <a:grpFill/>
              <a:ln>
                <a:noFill/>
              </a:ln>
              <a:effectLst/>
            </p:spPr>
            <p:txBody>
              <a:bodyPr wrap="none" anchor="ctr"/>
              <a:lstStyle/>
              <a:p>
                <a:pPr>
                  <a:defRPr/>
                </a:pPr>
                <a:endParaRPr lang="en-US" sz="1800" dirty="0">
                  <a:latin typeface="微软雅黑" panose="020B0503020204020204" charset="-122"/>
                </a:endParaRPr>
              </a:p>
            </p:txBody>
          </p:sp>
          <p:sp>
            <p:nvSpPr>
              <p:cNvPr id="260" name="Freeform 187"/>
              <p:cNvSpPr>
                <a:spLocks noChangeArrowheads="1"/>
              </p:cNvSpPr>
              <p:nvPr/>
            </p:nvSpPr>
            <p:spPr bwMode="auto">
              <a:xfrm>
                <a:off x="15336891" y="4283227"/>
                <a:ext cx="588159" cy="600797"/>
              </a:xfrm>
              <a:custGeom>
                <a:avLst/>
                <a:gdLst>
                  <a:gd name="T0" fmla="*/ 380 w 619"/>
                  <a:gd name="T1" fmla="*/ 70 h 630"/>
                  <a:gd name="T2" fmla="*/ 340 w 619"/>
                  <a:gd name="T3" fmla="*/ 59 h 630"/>
                  <a:gd name="T4" fmla="*/ 263 w 619"/>
                  <a:gd name="T5" fmla="*/ 6 h 630"/>
                  <a:gd name="T6" fmla="*/ 214 w 619"/>
                  <a:gd name="T7" fmla="*/ 81 h 630"/>
                  <a:gd name="T8" fmla="*/ 172 w 619"/>
                  <a:gd name="T9" fmla="*/ 33 h 630"/>
                  <a:gd name="T10" fmla="*/ 142 w 619"/>
                  <a:gd name="T11" fmla="*/ 126 h 630"/>
                  <a:gd name="T12" fmla="*/ 113 w 619"/>
                  <a:gd name="T13" fmla="*/ 155 h 630"/>
                  <a:gd name="T14" fmla="*/ 24 w 619"/>
                  <a:gd name="T15" fmla="*/ 190 h 630"/>
                  <a:gd name="T16" fmla="*/ 62 w 619"/>
                  <a:gd name="T17" fmla="*/ 273 h 630"/>
                  <a:gd name="T18" fmla="*/ 0 w 619"/>
                  <a:gd name="T19" fmla="*/ 281 h 630"/>
                  <a:gd name="T20" fmla="*/ 62 w 619"/>
                  <a:gd name="T21" fmla="*/ 359 h 630"/>
                  <a:gd name="T22" fmla="*/ 75 w 619"/>
                  <a:gd name="T23" fmla="*/ 409 h 630"/>
                  <a:gd name="T24" fmla="*/ 62 w 619"/>
                  <a:gd name="T25" fmla="*/ 506 h 630"/>
                  <a:gd name="T26" fmla="*/ 169 w 619"/>
                  <a:gd name="T27" fmla="*/ 525 h 630"/>
                  <a:gd name="T28" fmla="*/ 153 w 619"/>
                  <a:gd name="T29" fmla="*/ 586 h 630"/>
                  <a:gd name="T30" fmla="*/ 246 w 619"/>
                  <a:gd name="T31" fmla="*/ 559 h 630"/>
                  <a:gd name="T32" fmla="*/ 287 w 619"/>
                  <a:gd name="T33" fmla="*/ 568 h 630"/>
                  <a:gd name="T34" fmla="*/ 303 w 619"/>
                  <a:gd name="T35" fmla="*/ 629 h 630"/>
                  <a:gd name="T36" fmla="*/ 372 w 619"/>
                  <a:gd name="T37" fmla="*/ 562 h 630"/>
                  <a:gd name="T38" fmla="*/ 412 w 619"/>
                  <a:gd name="T39" fmla="*/ 549 h 630"/>
                  <a:gd name="T40" fmla="*/ 455 w 619"/>
                  <a:gd name="T41" fmla="*/ 597 h 630"/>
                  <a:gd name="T42" fmla="*/ 484 w 619"/>
                  <a:gd name="T43" fmla="*/ 503 h 630"/>
                  <a:gd name="T44" fmla="*/ 511 w 619"/>
                  <a:gd name="T45" fmla="*/ 474 h 630"/>
                  <a:gd name="T46" fmla="*/ 573 w 619"/>
                  <a:gd name="T47" fmla="*/ 495 h 630"/>
                  <a:gd name="T48" fmla="*/ 554 w 619"/>
                  <a:gd name="T49" fmla="*/ 399 h 630"/>
                  <a:gd name="T50" fmla="*/ 562 w 619"/>
                  <a:gd name="T51" fmla="*/ 351 h 630"/>
                  <a:gd name="T52" fmla="*/ 618 w 619"/>
                  <a:gd name="T53" fmla="*/ 348 h 630"/>
                  <a:gd name="T54" fmla="*/ 559 w 619"/>
                  <a:gd name="T55" fmla="*/ 270 h 630"/>
                  <a:gd name="T56" fmla="*/ 549 w 619"/>
                  <a:gd name="T57" fmla="*/ 220 h 630"/>
                  <a:gd name="T58" fmla="*/ 597 w 619"/>
                  <a:gd name="T59" fmla="*/ 180 h 630"/>
                  <a:gd name="T60" fmla="*/ 503 w 619"/>
                  <a:gd name="T61" fmla="*/ 148 h 630"/>
                  <a:gd name="T62" fmla="*/ 458 w 619"/>
                  <a:gd name="T63" fmla="*/ 108 h 630"/>
                  <a:gd name="T64" fmla="*/ 474 w 619"/>
                  <a:gd name="T65" fmla="*/ 46 h 630"/>
                  <a:gd name="T66" fmla="*/ 380 w 619"/>
                  <a:gd name="T67" fmla="*/ 70 h 630"/>
                  <a:gd name="T68" fmla="*/ 524 w 619"/>
                  <a:gd name="T69" fmla="*/ 316 h 630"/>
                  <a:gd name="T70" fmla="*/ 102 w 619"/>
                  <a:gd name="T71" fmla="*/ 316 h 630"/>
                  <a:gd name="T72" fmla="*/ 524 w 619"/>
                  <a:gd name="T73" fmla="*/ 316 h 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19" h="630">
                    <a:moveTo>
                      <a:pt x="380" y="70"/>
                    </a:moveTo>
                    <a:lnTo>
                      <a:pt x="380" y="70"/>
                    </a:lnTo>
                    <a:cubicBezTo>
                      <a:pt x="367" y="67"/>
                      <a:pt x="353" y="65"/>
                      <a:pt x="340" y="62"/>
                    </a:cubicBezTo>
                    <a:cubicBezTo>
                      <a:pt x="340" y="59"/>
                      <a:pt x="340" y="59"/>
                      <a:pt x="340" y="59"/>
                    </a:cubicBezTo>
                    <a:cubicBezTo>
                      <a:pt x="324" y="0"/>
                      <a:pt x="324" y="0"/>
                      <a:pt x="324" y="0"/>
                    </a:cubicBezTo>
                    <a:cubicBezTo>
                      <a:pt x="263" y="6"/>
                      <a:pt x="263" y="6"/>
                      <a:pt x="263" y="6"/>
                    </a:cubicBezTo>
                    <a:cubicBezTo>
                      <a:pt x="254" y="67"/>
                      <a:pt x="254" y="67"/>
                      <a:pt x="254" y="67"/>
                    </a:cubicBezTo>
                    <a:cubicBezTo>
                      <a:pt x="241" y="70"/>
                      <a:pt x="228" y="75"/>
                      <a:pt x="214" y="81"/>
                    </a:cubicBezTo>
                    <a:cubicBezTo>
                      <a:pt x="214" y="78"/>
                      <a:pt x="214" y="78"/>
                      <a:pt x="214" y="78"/>
                    </a:cubicBezTo>
                    <a:cubicBezTo>
                      <a:pt x="172" y="33"/>
                      <a:pt x="172" y="33"/>
                      <a:pt x="172" y="33"/>
                    </a:cubicBezTo>
                    <a:cubicBezTo>
                      <a:pt x="118" y="67"/>
                      <a:pt x="118" y="67"/>
                      <a:pt x="118" y="67"/>
                    </a:cubicBezTo>
                    <a:cubicBezTo>
                      <a:pt x="142" y="126"/>
                      <a:pt x="142" y="126"/>
                      <a:pt x="142" y="126"/>
                    </a:cubicBezTo>
                    <a:cubicBezTo>
                      <a:pt x="131" y="137"/>
                      <a:pt x="123" y="145"/>
                      <a:pt x="113" y="155"/>
                    </a:cubicBezTo>
                    <a:lnTo>
                      <a:pt x="113" y="155"/>
                    </a:lnTo>
                    <a:cubicBezTo>
                      <a:pt x="54" y="137"/>
                      <a:pt x="54" y="137"/>
                      <a:pt x="54" y="137"/>
                    </a:cubicBezTo>
                    <a:cubicBezTo>
                      <a:pt x="24" y="190"/>
                      <a:pt x="24" y="190"/>
                      <a:pt x="24" y="190"/>
                    </a:cubicBezTo>
                    <a:cubicBezTo>
                      <a:pt x="73" y="233"/>
                      <a:pt x="73" y="233"/>
                      <a:pt x="73" y="233"/>
                    </a:cubicBezTo>
                    <a:cubicBezTo>
                      <a:pt x="67" y="244"/>
                      <a:pt x="65" y="254"/>
                      <a:pt x="62" y="273"/>
                    </a:cubicBezTo>
                    <a:lnTo>
                      <a:pt x="62" y="273"/>
                    </a:lnTo>
                    <a:cubicBezTo>
                      <a:pt x="0" y="281"/>
                      <a:pt x="0" y="281"/>
                      <a:pt x="0" y="281"/>
                    </a:cubicBezTo>
                    <a:cubicBezTo>
                      <a:pt x="0" y="345"/>
                      <a:pt x="0" y="345"/>
                      <a:pt x="0" y="345"/>
                    </a:cubicBezTo>
                    <a:cubicBezTo>
                      <a:pt x="62" y="359"/>
                      <a:pt x="62" y="359"/>
                      <a:pt x="62" y="359"/>
                    </a:cubicBezTo>
                    <a:cubicBezTo>
                      <a:pt x="65" y="375"/>
                      <a:pt x="70" y="394"/>
                      <a:pt x="75" y="409"/>
                    </a:cubicBezTo>
                    <a:lnTo>
                      <a:pt x="75" y="409"/>
                    </a:lnTo>
                    <a:cubicBezTo>
                      <a:pt x="30" y="453"/>
                      <a:pt x="30" y="453"/>
                      <a:pt x="30" y="453"/>
                    </a:cubicBezTo>
                    <a:cubicBezTo>
                      <a:pt x="62" y="506"/>
                      <a:pt x="62" y="506"/>
                      <a:pt x="62" y="506"/>
                    </a:cubicBezTo>
                    <a:cubicBezTo>
                      <a:pt x="123" y="482"/>
                      <a:pt x="123" y="482"/>
                      <a:pt x="123" y="482"/>
                    </a:cubicBezTo>
                    <a:cubicBezTo>
                      <a:pt x="137" y="498"/>
                      <a:pt x="150" y="511"/>
                      <a:pt x="169" y="525"/>
                    </a:cubicBezTo>
                    <a:lnTo>
                      <a:pt x="169" y="525"/>
                    </a:lnTo>
                    <a:cubicBezTo>
                      <a:pt x="153" y="586"/>
                      <a:pt x="153" y="586"/>
                      <a:pt x="153" y="586"/>
                    </a:cubicBezTo>
                    <a:cubicBezTo>
                      <a:pt x="209" y="613"/>
                      <a:pt x="209" y="613"/>
                      <a:pt x="209" y="613"/>
                    </a:cubicBezTo>
                    <a:cubicBezTo>
                      <a:pt x="246" y="559"/>
                      <a:pt x="246" y="559"/>
                      <a:pt x="246" y="559"/>
                    </a:cubicBezTo>
                    <a:lnTo>
                      <a:pt x="246" y="559"/>
                    </a:lnTo>
                    <a:cubicBezTo>
                      <a:pt x="260" y="565"/>
                      <a:pt x="273" y="568"/>
                      <a:pt x="287" y="568"/>
                    </a:cubicBezTo>
                    <a:cubicBezTo>
                      <a:pt x="287" y="570"/>
                      <a:pt x="287" y="570"/>
                      <a:pt x="287" y="570"/>
                    </a:cubicBezTo>
                    <a:cubicBezTo>
                      <a:pt x="303" y="629"/>
                      <a:pt x="303" y="629"/>
                      <a:pt x="303" y="629"/>
                    </a:cubicBezTo>
                    <a:cubicBezTo>
                      <a:pt x="364" y="627"/>
                      <a:pt x="364" y="627"/>
                      <a:pt x="364" y="627"/>
                    </a:cubicBezTo>
                    <a:cubicBezTo>
                      <a:pt x="372" y="562"/>
                      <a:pt x="372" y="562"/>
                      <a:pt x="372" y="562"/>
                    </a:cubicBezTo>
                    <a:lnTo>
                      <a:pt x="372" y="562"/>
                    </a:lnTo>
                    <a:cubicBezTo>
                      <a:pt x="385" y="559"/>
                      <a:pt x="399" y="554"/>
                      <a:pt x="412" y="549"/>
                    </a:cubicBezTo>
                    <a:cubicBezTo>
                      <a:pt x="412" y="552"/>
                      <a:pt x="412" y="552"/>
                      <a:pt x="412" y="552"/>
                    </a:cubicBezTo>
                    <a:cubicBezTo>
                      <a:pt x="455" y="597"/>
                      <a:pt x="455" y="597"/>
                      <a:pt x="455" y="597"/>
                    </a:cubicBezTo>
                    <a:cubicBezTo>
                      <a:pt x="508" y="562"/>
                      <a:pt x="508" y="562"/>
                      <a:pt x="508" y="562"/>
                    </a:cubicBezTo>
                    <a:cubicBezTo>
                      <a:pt x="484" y="503"/>
                      <a:pt x="484" y="503"/>
                      <a:pt x="484" y="503"/>
                    </a:cubicBezTo>
                    <a:lnTo>
                      <a:pt x="484" y="503"/>
                    </a:lnTo>
                    <a:cubicBezTo>
                      <a:pt x="495" y="493"/>
                      <a:pt x="503" y="484"/>
                      <a:pt x="511" y="474"/>
                    </a:cubicBezTo>
                    <a:cubicBezTo>
                      <a:pt x="514" y="474"/>
                      <a:pt x="514" y="474"/>
                      <a:pt x="514" y="474"/>
                    </a:cubicBezTo>
                    <a:cubicBezTo>
                      <a:pt x="573" y="495"/>
                      <a:pt x="573" y="495"/>
                      <a:pt x="573" y="495"/>
                    </a:cubicBezTo>
                    <a:cubicBezTo>
                      <a:pt x="602" y="439"/>
                      <a:pt x="602" y="439"/>
                      <a:pt x="602" y="439"/>
                    </a:cubicBezTo>
                    <a:cubicBezTo>
                      <a:pt x="554" y="399"/>
                      <a:pt x="554" y="399"/>
                      <a:pt x="554" y="399"/>
                    </a:cubicBezTo>
                    <a:cubicBezTo>
                      <a:pt x="554" y="394"/>
                      <a:pt x="554" y="394"/>
                      <a:pt x="554" y="394"/>
                    </a:cubicBezTo>
                    <a:cubicBezTo>
                      <a:pt x="557" y="380"/>
                      <a:pt x="562" y="369"/>
                      <a:pt x="562" y="351"/>
                    </a:cubicBezTo>
                    <a:cubicBezTo>
                      <a:pt x="565" y="351"/>
                      <a:pt x="565" y="351"/>
                      <a:pt x="565" y="351"/>
                    </a:cubicBezTo>
                    <a:cubicBezTo>
                      <a:pt x="618" y="348"/>
                      <a:pt x="618" y="348"/>
                      <a:pt x="618" y="348"/>
                    </a:cubicBezTo>
                    <a:cubicBezTo>
                      <a:pt x="618" y="284"/>
                      <a:pt x="618" y="284"/>
                      <a:pt x="618" y="284"/>
                    </a:cubicBezTo>
                    <a:cubicBezTo>
                      <a:pt x="559" y="270"/>
                      <a:pt x="559" y="270"/>
                      <a:pt x="559" y="270"/>
                    </a:cubicBezTo>
                    <a:cubicBezTo>
                      <a:pt x="562" y="270"/>
                      <a:pt x="562" y="270"/>
                      <a:pt x="562" y="270"/>
                    </a:cubicBezTo>
                    <a:cubicBezTo>
                      <a:pt x="559" y="254"/>
                      <a:pt x="554" y="236"/>
                      <a:pt x="549" y="220"/>
                    </a:cubicBezTo>
                    <a:cubicBezTo>
                      <a:pt x="551" y="220"/>
                      <a:pt x="551" y="220"/>
                      <a:pt x="551" y="220"/>
                    </a:cubicBezTo>
                    <a:cubicBezTo>
                      <a:pt x="597" y="180"/>
                      <a:pt x="597" y="180"/>
                      <a:pt x="597" y="180"/>
                    </a:cubicBezTo>
                    <a:cubicBezTo>
                      <a:pt x="565" y="124"/>
                      <a:pt x="565" y="124"/>
                      <a:pt x="565" y="124"/>
                    </a:cubicBezTo>
                    <a:cubicBezTo>
                      <a:pt x="503" y="148"/>
                      <a:pt x="503" y="148"/>
                      <a:pt x="503" y="148"/>
                    </a:cubicBezTo>
                    <a:lnTo>
                      <a:pt x="503" y="148"/>
                    </a:lnTo>
                    <a:cubicBezTo>
                      <a:pt x="490" y="131"/>
                      <a:pt x="474" y="118"/>
                      <a:pt x="458" y="108"/>
                    </a:cubicBezTo>
                    <a:cubicBezTo>
                      <a:pt x="458" y="105"/>
                      <a:pt x="458" y="105"/>
                      <a:pt x="458" y="105"/>
                    </a:cubicBezTo>
                    <a:cubicBezTo>
                      <a:pt x="474" y="46"/>
                      <a:pt x="474" y="46"/>
                      <a:pt x="474" y="46"/>
                    </a:cubicBezTo>
                    <a:cubicBezTo>
                      <a:pt x="418" y="19"/>
                      <a:pt x="418" y="19"/>
                      <a:pt x="418" y="19"/>
                    </a:cubicBezTo>
                    <a:cubicBezTo>
                      <a:pt x="380" y="70"/>
                      <a:pt x="380" y="70"/>
                      <a:pt x="380" y="70"/>
                    </a:cubicBezTo>
                    <a:close/>
                    <a:moveTo>
                      <a:pt x="524" y="316"/>
                    </a:moveTo>
                    <a:lnTo>
                      <a:pt x="524" y="316"/>
                    </a:lnTo>
                    <a:cubicBezTo>
                      <a:pt x="524" y="431"/>
                      <a:pt x="428" y="525"/>
                      <a:pt x="313" y="525"/>
                    </a:cubicBezTo>
                    <a:cubicBezTo>
                      <a:pt x="195" y="525"/>
                      <a:pt x="102" y="431"/>
                      <a:pt x="102" y="316"/>
                    </a:cubicBezTo>
                    <a:cubicBezTo>
                      <a:pt x="102" y="198"/>
                      <a:pt x="195" y="105"/>
                      <a:pt x="313" y="105"/>
                    </a:cubicBezTo>
                    <a:cubicBezTo>
                      <a:pt x="428" y="105"/>
                      <a:pt x="524" y="198"/>
                      <a:pt x="524" y="316"/>
                    </a:cubicBezTo>
                    <a:close/>
                  </a:path>
                </a:pathLst>
              </a:custGeom>
              <a:grpFill/>
              <a:ln>
                <a:noFill/>
              </a:ln>
              <a:effectLst/>
            </p:spPr>
            <p:txBody>
              <a:bodyPr wrap="none" anchor="ctr"/>
              <a:lstStyle/>
              <a:p>
                <a:pPr>
                  <a:defRPr/>
                </a:pPr>
                <a:endParaRPr lang="en-US" sz="1800" dirty="0">
                  <a:latin typeface="微软雅黑" panose="020B0503020204020204" charset="-122"/>
                </a:endParaRPr>
              </a:p>
            </p:txBody>
          </p:sp>
        </p:grpSp>
        <p:grpSp>
          <p:nvGrpSpPr>
            <p:cNvPr id="261" name="Group 260"/>
            <p:cNvGrpSpPr/>
            <p:nvPr/>
          </p:nvGrpSpPr>
          <p:grpSpPr>
            <a:xfrm>
              <a:off x="19868677" y="5459436"/>
              <a:ext cx="592390" cy="600797"/>
              <a:chOff x="19868677" y="5459436"/>
              <a:chExt cx="592390" cy="600797"/>
            </a:xfrm>
            <a:solidFill>
              <a:schemeClr val="accent1"/>
            </a:solidFill>
          </p:grpSpPr>
          <p:sp>
            <p:nvSpPr>
              <p:cNvPr id="262" name="Freeform 188"/>
              <p:cNvSpPr>
                <a:spLocks noChangeArrowheads="1"/>
              </p:cNvSpPr>
              <p:nvPr/>
            </p:nvSpPr>
            <p:spPr bwMode="auto">
              <a:xfrm>
                <a:off x="19991386" y="5582134"/>
                <a:ext cx="351203" cy="346939"/>
              </a:xfrm>
              <a:custGeom>
                <a:avLst/>
                <a:gdLst>
                  <a:gd name="T0" fmla="*/ 184 w 370"/>
                  <a:gd name="T1" fmla="*/ 0 h 368"/>
                  <a:gd name="T2" fmla="*/ 184 w 370"/>
                  <a:gd name="T3" fmla="*/ 0 h 368"/>
                  <a:gd name="T4" fmla="*/ 0 w 370"/>
                  <a:gd name="T5" fmla="*/ 183 h 368"/>
                  <a:gd name="T6" fmla="*/ 184 w 370"/>
                  <a:gd name="T7" fmla="*/ 367 h 368"/>
                  <a:gd name="T8" fmla="*/ 369 w 370"/>
                  <a:gd name="T9" fmla="*/ 183 h 368"/>
                  <a:gd name="T10" fmla="*/ 184 w 370"/>
                  <a:gd name="T11" fmla="*/ 0 h 368"/>
                </a:gdLst>
                <a:ahLst/>
                <a:cxnLst>
                  <a:cxn ang="0">
                    <a:pos x="T0" y="T1"/>
                  </a:cxn>
                  <a:cxn ang="0">
                    <a:pos x="T2" y="T3"/>
                  </a:cxn>
                  <a:cxn ang="0">
                    <a:pos x="T4" y="T5"/>
                  </a:cxn>
                  <a:cxn ang="0">
                    <a:pos x="T6" y="T7"/>
                  </a:cxn>
                  <a:cxn ang="0">
                    <a:pos x="T8" y="T9"/>
                  </a:cxn>
                  <a:cxn ang="0">
                    <a:pos x="T10" y="T11"/>
                  </a:cxn>
                </a:cxnLst>
                <a:rect l="0" t="0" r="r" b="b"/>
                <a:pathLst>
                  <a:path w="370" h="368">
                    <a:moveTo>
                      <a:pt x="184" y="0"/>
                    </a:moveTo>
                    <a:lnTo>
                      <a:pt x="184" y="0"/>
                    </a:lnTo>
                    <a:cubicBezTo>
                      <a:pt x="83" y="0"/>
                      <a:pt x="0" y="81"/>
                      <a:pt x="0" y="183"/>
                    </a:cubicBezTo>
                    <a:cubicBezTo>
                      <a:pt x="0" y="287"/>
                      <a:pt x="83" y="367"/>
                      <a:pt x="184" y="367"/>
                    </a:cubicBezTo>
                    <a:cubicBezTo>
                      <a:pt x="286" y="367"/>
                      <a:pt x="369" y="287"/>
                      <a:pt x="369" y="183"/>
                    </a:cubicBezTo>
                    <a:cubicBezTo>
                      <a:pt x="369" y="81"/>
                      <a:pt x="286" y="0"/>
                      <a:pt x="184" y="0"/>
                    </a:cubicBezTo>
                  </a:path>
                </a:pathLst>
              </a:custGeom>
              <a:grpFill/>
              <a:ln>
                <a:noFill/>
              </a:ln>
              <a:effectLst/>
            </p:spPr>
            <p:txBody>
              <a:bodyPr wrap="none" anchor="ctr"/>
              <a:lstStyle/>
              <a:p>
                <a:pPr>
                  <a:defRPr/>
                </a:pPr>
                <a:endParaRPr lang="en-US" sz="1800" dirty="0">
                  <a:latin typeface="微软雅黑" panose="020B0503020204020204" charset="-122"/>
                </a:endParaRPr>
              </a:p>
            </p:txBody>
          </p:sp>
          <p:sp>
            <p:nvSpPr>
              <p:cNvPr id="263" name="Freeform 189"/>
              <p:cNvSpPr>
                <a:spLocks noChangeArrowheads="1"/>
              </p:cNvSpPr>
              <p:nvPr/>
            </p:nvSpPr>
            <p:spPr bwMode="auto">
              <a:xfrm>
                <a:off x="19868677" y="5459436"/>
                <a:ext cx="592390" cy="600797"/>
              </a:xfrm>
              <a:custGeom>
                <a:avLst/>
                <a:gdLst>
                  <a:gd name="T0" fmla="*/ 380 w 622"/>
                  <a:gd name="T1" fmla="*/ 69 h 629"/>
                  <a:gd name="T2" fmla="*/ 340 w 622"/>
                  <a:gd name="T3" fmla="*/ 58 h 629"/>
                  <a:gd name="T4" fmla="*/ 263 w 622"/>
                  <a:gd name="T5" fmla="*/ 2 h 629"/>
                  <a:gd name="T6" fmla="*/ 217 w 622"/>
                  <a:gd name="T7" fmla="*/ 80 h 629"/>
                  <a:gd name="T8" fmla="*/ 174 w 622"/>
                  <a:gd name="T9" fmla="*/ 31 h 629"/>
                  <a:gd name="T10" fmla="*/ 142 w 622"/>
                  <a:gd name="T11" fmla="*/ 125 h 629"/>
                  <a:gd name="T12" fmla="*/ 113 w 622"/>
                  <a:gd name="T13" fmla="*/ 155 h 629"/>
                  <a:gd name="T14" fmla="*/ 24 w 622"/>
                  <a:gd name="T15" fmla="*/ 189 h 629"/>
                  <a:gd name="T16" fmla="*/ 62 w 622"/>
                  <a:gd name="T17" fmla="*/ 273 h 629"/>
                  <a:gd name="T18" fmla="*/ 0 w 622"/>
                  <a:gd name="T19" fmla="*/ 280 h 629"/>
                  <a:gd name="T20" fmla="*/ 62 w 622"/>
                  <a:gd name="T21" fmla="*/ 358 h 629"/>
                  <a:gd name="T22" fmla="*/ 78 w 622"/>
                  <a:gd name="T23" fmla="*/ 409 h 629"/>
                  <a:gd name="T24" fmla="*/ 65 w 622"/>
                  <a:gd name="T25" fmla="*/ 505 h 629"/>
                  <a:gd name="T26" fmla="*/ 169 w 622"/>
                  <a:gd name="T27" fmla="*/ 524 h 629"/>
                  <a:gd name="T28" fmla="*/ 153 w 622"/>
                  <a:gd name="T29" fmla="*/ 585 h 629"/>
                  <a:gd name="T30" fmla="*/ 246 w 622"/>
                  <a:gd name="T31" fmla="*/ 559 h 629"/>
                  <a:gd name="T32" fmla="*/ 287 w 622"/>
                  <a:gd name="T33" fmla="*/ 567 h 629"/>
                  <a:gd name="T34" fmla="*/ 303 w 622"/>
                  <a:gd name="T35" fmla="*/ 628 h 629"/>
                  <a:gd name="T36" fmla="*/ 375 w 622"/>
                  <a:gd name="T37" fmla="*/ 561 h 629"/>
                  <a:gd name="T38" fmla="*/ 412 w 622"/>
                  <a:gd name="T39" fmla="*/ 548 h 629"/>
                  <a:gd name="T40" fmla="*/ 455 w 622"/>
                  <a:gd name="T41" fmla="*/ 596 h 629"/>
                  <a:gd name="T42" fmla="*/ 484 w 622"/>
                  <a:gd name="T43" fmla="*/ 503 h 629"/>
                  <a:gd name="T44" fmla="*/ 514 w 622"/>
                  <a:gd name="T45" fmla="*/ 473 h 629"/>
                  <a:gd name="T46" fmla="*/ 573 w 622"/>
                  <a:gd name="T47" fmla="*/ 492 h 629"/>
                  <a:gd name="T48" fmla="*/ 554 w 622"/>
                  <a:gd name="T49" fmla="*/ 395 h 629"/>
                  <a:gd name="T50" fmla="*/ 565 w 622"/>
                  <a:gd name="T51" fmla="*/ 350 h 629"/>
                  <a:gd name="T52" fmla="*/ 621 w 622"/>
                  <a:gd name="T53" fmla="*/ 347 h 629"/>
                  <a:gd name="T54" fmla="*/ 562 w 622"/>
                  <a:gd name="T55" fmla="*/ 270 h 629"/>
                  <a:gd name="T56" fmla="*/ 549 w 622"/>
                  <a:gd name="T57" fmla="*/ 219 h 629"/>
                  <a:gd name="T58" fmla="*/ 597 w 622"/>
                  <a:gd name="T59" fmla="*/ 179 h 629"/>
                  <a:gd name="T60" fmla="*/ 506 w 622"/>
                  <a:gd name="T61" fmla="*/ 147 h 629"/>
                  <a:gd name="T62" fmla="*/ 460 w 622"/>
                  <a:gd name="T63" fmla="*/ 104 h 629"/>
                  <a:gd name="T64" fmla="*/ 477 w 622"/>
                  <a:gd name="T65" fmla="*/ 45 h 629"/>
                  <a:gd name="T66" fmla="*/ 380 w 622"/>
                  <a:gd name="T67" fmla="*/ 69 h 629"/>
                  <a:gd name="T68" fmla="*/ 524 w 622"/>
                  <a:gd name="T69" fmla="*/ 313 h 629"/>
                  <a:gd name="T70" fmla="*/ 102 w 622"/>
                  <a:gd name="T71" fmla="*/ 313 h 629"/>
                  <a:gd name="T72" fmla="*/ 524 w 622"/>
                  <a:gd name="T73" fmla="*/ 313 h 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22" h="629">
                    <a:moveTo>
                      <a:pt x="380" y="69"/>
                    </a:moveTo>
                    <a:lnTo>
                      <a:pt x="380" y="69"/>
                    </a:lnTo>
                    <a:cubicBezTo>
                      <a:pt x="367" y="64"/>
                      <a:pt x="353" y="61"/>
                      <a:pt x="340" y="61"/>
                    </a:cubicBezTo>
                    <a:cubicBezTo>
                      <a:pt x="340" y="58"/>
                      <a:pt x="340" y="58"/>
                      <a:pt x="340" y="58"/>
                    </a:cubicBezTo>
                    <a:cubicBezTo>
                      <a:pt x="327" y="0"/>
                      <a:pt x="327" y="0"/>
                      <a:pt x="327" y="0"/>
                    </a:cubicBezTo>
                    <a:cubicBezTo>
                      <a:pt x="263" y="2"/>
                      <a:pt x="263" y="2"/>
                      <a:pt x="263" y="2"/>
                    </a:cubicBezTo>
                    <a:cubicBezTo>
                      <a:pt x="254" y="66"/>
                      <a:pt x="254" y="66"/>
                      <a:pt x="254" y="66"/>
                    </a:cubicBezTo>
                    <a:cubicBezTo>
                      <a:pt x="241" y="69"/>
                      <a:pt x="228" y="74"/>
                      <a:pt x="217" y="80"/>
                    </a:cubicBezTo>
                    <a:cubicBezTo>
                      <a:pt x="214" y="77"/>
                      <a:pt x="214" y="77"/>
                      <a:pt x="214" y="77"/>
                    </a:cubicBezTo>
                    <a:cubicBezTo>
                      <a:pt x="174" y="31"/>
                      <a:pt x="174" y="31"/>
                      <a:pt x="174" y="31"/>
                    </a:cubicBezTo>
                    <a:cubicBezTo>
                      <a:pt x="121" y="66"/>
                      <a:pt x="121" y="66"/>
                      <a:pt x="121" y="66"/>
                    </a:cubicBezTo>
                    <a:cubicBezTo>
                      <a:pt x="142" y="125"/>
                      <a:pt x="142" y="125"/>
                      <a:pt x="142" y="125"/>
                    </a:cubicBezTo>
                    <a:cubicBezTo>
                      <a:pt x="134" y="133"/>
                      <a:pt x="124" y="144"/>
                      <a:pt x="115" y="155"/>
                    </a:cubicBezTo>
                    <a:cubicBezTo>
                      <a:pt x="113" y="155"/>
                      <a:pt x="113" y="155"/>
                      <a:pt x="113" y="155"/>
                    </a:cubicBezTo>
                    <a:cubicBezTo>
                      <a:pt x="56" y="136"/>
                      <a:pt x="56" y="136"/>
                      <a:pt x="56" y="136"/>
                    </a:cubicBezTo>
                    <a:cubicBezTo>
                      <a:pt x="24" y="189"/>
                      <a:pt x="24" y="189"/>
                      <a:pt x="24" y="189"/>
                    </a:cubicBezTo>
                    <a:cubicBezTo>
                      <a:pt x="73" y="232"/>
                      <a:pt x="73" y="232"/>
                      <a:pt x="73" y="232"/>
                    </a:cubicBezTo>
                    <a:cubicBezTo>
                      <a:pt x="70" y="243"/>
                      <a:pt x="65" y="254"/>
                      <a:pt x="62" y="273"/>
                    </a:cubicBezTo>
                    <a:lnTo>
                      <a:pt x="62" y="273"/>
                    </a:lnTo>
                    <a:cubicBezTo>
                      <a:pt x="0" y="280"/>
                      <a:pt x="0" y="280"/>
                      <a:pt x="0" y="280"/>
                    </a:cubicBezTo>
                    <a:cubicBezTo>
                      <a:pt x="0" y="345"/>
                      <a:pt x="0" y="345"/>
                      <a:pt x="0" y="345"/>
                    </a:cubicBezTo>
                    <a:cubicBezTo>
                      <a:pt x="62" y="358"/>
                      <a:pt x="62" y="358"/>
                      <a:pt x="62" y="358"/>
                    </a:cubicBezTo>
                    <a:cubicBezTo>
                      <a:pt x="67" y="374"/>
                      <a:pt x="70" y="393"/>
                      <a:pt x="78" y="409"/>
                    </a:cubicBezTo>
                    <a:lnTo>
                      <a:pt x="78" y="409"/>
                    </a:lnTo>
                    <a:cubicBezTo>
                      <a:pt x="30" y="449"/>
                      <a:pt x="30" y="449"/>
                      <a:pt x="30" y="449"/>
                    </a:cubicBezTo>
                    <a:cubicBezTo>
                      <a:pt x="65" y="505"/>
                      <a:pt x="65" y="505"/>
                      <a:pt x="65" y="505"/>
                    </a:cubicBezTo>
                    <a:cubicBezTo>
                      <a:pt x="124" y="481"/>
                      <a:pt x="124" y="481"/>
                      <a:pt x="124" y="481"/>
                    </a:cubicBezTo>
                    <a:cubicBezTo>
                      <a:pt x="137" y="497"/>
                      <a:pt x="153" y="510"/>
                      <a:pt x="169" y="524"/>
                    </a:cubicBezTo>
                    <a:lnTo>
                      <a:pt x="169" y="524"/>
                    </a:lnTo>
                    <a:cubicBezTo>
                      <a:pt x="153" y="585"/>
                      <a:pt x="153" y="585"/>
                      <a:pt x="153" y="585"/>
                    </a:cubicBezTo>
                    <a:cubicBezTo>
                      <a:pt x="209" y="612"/>
                      <a:pt x="209" y="612"/>
                      <a:pt x="209" y="612"/>
                    </a:cubicBezTo>
                    <a:cubicBezTo>
                      <a:pt x="246" y="559"/>
                      <a:pt x="246" y="559"/>
                      <a:pt x="246" y="559"/>
                    </a:cubicBezTo>
                    <a:lnTo>
                      <a:pt x="246" y="559"/>
                    </a:lnTo>
                    <a:cubicBezTo>
                      <a:pt x="260" y="564"/>
                      <a:pt x="273" y="567"/>
                      <a:pt x="287" y="567"/>
                    </a:cubicBezTo>
                    <a:cubicBezTo>
                      <a:pt x="287" y="569"/>
                      <a:pt x="287" y="569"/>
                      <a:pt x="287" y="569"/>
                    </a:cubicBezTo>
                    <a:cubicBezTo>
                      <a:pt x="303" y="628"/>
                      <a:pt x="303" y="628"/>
                      <a:pt x="303" y="628"/>
                    </a:cubicBezTo>
                    <a:cubicBezTo>
                      <a:pt x="367" y="625"/>
                      <a:pt x="367" y="625"/>
                      <a:pt x="367" y="625"/>
                    </a:cubicBezTo>
                    <a:cubicBezTo>
                      <a:pt x="375" y="561"/>
                      <a:pt x="375" y="561"/>
                      <a:pt x="375" y="561"/>
                    </a:cubicBezTo>
                    <a:lnTo>
                      <a:pt x="375" y="561"/>
                    </a:lnTo>
                    <a:cubicBezTo>
                      <a:pt x="388" y="559"/>
                      <a:pt x="399" y="553"/>
                      <a:pt x="412" y="548"/>
                    </a:cubicBezTo>
                    <a:cubicBezTo>
                      <a:pt x="412" y="550"/>
                      <a:pt x="412" y="550"/>
                      <a:pt x="412" y="550"/>
                    </a:cubicBezTo>
                    <a:cubicBezTo>
                      <a:pt x="455" y="596"/>
                      <a:pt x="455" y="596"/>
                      <a:pt x="455" y="596"/>
                    </a:cubicBezTo>
                    <a:cubicBezTo>
                      <a:pt x="509" y="561"/>
                      <a:pt x="509" y="561"/>
                      <a:pt x="509" y="561"/>
                    </a:cubicBezTo>
                    <a:cubicBezTo>
                      <a:pt x="484" y="503"/>
                      <a:pt x="484" y="503"/>
                      <a:pt x="484" y="503"/>
                    </a:cubicBezTo>
                    <a:lnTo>
                      <a:pt x="484" y="503"/>
                    </a:lnTo>
                    <a:cubicBezTo>
                      <a:pt x="495" y="492"/>
                      <a:pt x="503" y="484"/>
                      <a:pt x="514" y="473"/>
                    </a:cubicBezTo>
                    <a:lnTo>
                      <a:pt x="514" y="473"/>
                    </a:lnTo>
                    <a:cubicBezTo>
                      <a:pt x="573" y="492"/>
                      <a:pt x="573" y="492"/>
                      <a:pt x="573" y="492"/>
                    </a:cubicBezTo>
                    <a:cubicBezTo>
                      <a:pt x="605" y="438"/>
                      <a:pt x="605" y="438"/>
                      <a:pt x="605" y="438"/>
                    </a:cubicBezTo>
                    <a:cubicBezTo>
                      <a:pt x="554" y="395"/>
                      <a:pt x="554" y="395"/>
                      <a:pt x="554" y="395"/>
                    </a:cubicBezTo>
                    <a:cubicBezTo>
                      <a:pt x="554" y="393"/>
                      <a:pt x="554" y="393"/>
                      <a:pt x="554" y="393"/>
                    </a:cubicBezTo>
                    <a:cubicBezTo>
                      <a:pt x="559" y="379"/>
                      <a:pt x="562" y="369"/>
                      <a:pt x="565" y="350"/>
                    </a:cubicBezTo>
                    <a:cubicBezTo>
                      <a:pt x="567" y="350"/>
                      <a:pt x="567" y="350"/>
                      <a:pt x="567" y="350"/>
                    </a:cubicBezTo>
                    <a:cubicBezTo>
                      <a:pt x="621" y="347"/>
                      <a:pt x="621" y="347"/>
                      <a:pt x="621" y="347"/>
                    </a:cubicBezTo>
                    <a:cubicBezTo>
                      <a:pt x="621" y="283"/>
                      <a:pt x="621" y="283"/>
                      <a:pt x="621" y="283"/>
                    </a:cubicBezTo>
                    <a:cubicBezTo>
                      <a:pt x="562" y="270"/>
                      <a:pt x="562" y="270"/>
                      <a:pt x="562" y="270"/>
                    </a:cubicBezTo>
                    <a:lnTo>
                      <a:pt x="562" y="270"/>
                    </a:lnTo>
                    <a:cubicBezTo>
                      <a:pt x="559" y="254"/>
                      <a:pt x="557" y="235"/>
                      <a:pt x="549" y="219"/>
                    </a:cubicBezTo>
                    <a:cubicBezTo>
                      <a:pt x="552" y="219"/>
                      <a:pt x="552" y="219"/>
                      <a:pt x="552" y="219"/>
                    </a:cubicBezTo>
                    <a:cubicBezTo>
                      <a:pt x="597" y="179"/>
                      <a:pt x="597" y="179"/>
                      <a:pt x="597" y="179"/>
                    </a:cubicBezTo>
                    <a:cubicBezTo>
                      <a:pt x="565" y="123"/>
                      <a:pt x="565" y="123"/>
                      <a:pt x="565" y="123"/>
                    </a:cubicBezTo>
                    <a:cubicBezTo>
                      <a:pt x="506" y="147"/>
                      <a:pt x="506" y="147"/>
                      <a:pt x="506" y="147"/>
                    </a:cubicBezTo>
                    <a:lnTo>
                      <a:pt x="506" y="147"/>
                    </a:lnTo>
                    <a:cubicBezTo>
                      <a:pt x="493" y="130"/>
                      <a:pt x="477" y="117"/>
                      <a:pt x="460" y="104"/>
                    </a:cubicBezTo>
                    <a:lnTo>
                      <a:pt x="460" y="104"/>
                    </a:lnTo>
                    <a:cubicBezTo>
                      <a:pt x="477" y="45"/>
                      <a:pt x="477" y="45"/>
                      <a:pt x="477" y="45"/>
                    </a:cubicBezTo>
                    <a:cubicBezTo>
                      <a:pt x="418" y="18"/>
                      <a:pt x="418" y="18"/>
                      <a:pt x="418" y="18"/>
                    </a:cubicBezTo>
                    <a:cubicBezTo>
                      <a:pt x="380" y="69"/>
                      <a:pt x="380" y="69"/>
                      <a:pt x="380" y="69"/>
                    </a:cubicBezTo>
                    <a:close/>
                    <a:moveTo>
                      <a:pt x="524" y="313"/>
                    </a:moveTo>
                    <a:lnTo>
                      <a:pt x="524" y="313"/>
                    </a:lnTo>
                    <a:cubicBezTo>
                      <a:pt x="524" y="430"/>
                      <a:pt x="431" y="524"/>
                      <a:pt x="313" y="524"/>
                    </a:cubicBezTo>
                    <a:cubicBezTo>
                      <a:pt x="198" y="524"/>
                      <a:pt x="102" y="430"/>
                      <a:pt x="102" y="313"/>
                    </a:cubicBezTo>
                    <a:cubicBezTo>
                      <a:pt x="102" y="198"/>
                      <a:pt x="198" y="104"/>
                      <a:pt x="313" y="104"/>
                    </a:cubicBezTo>
                    <a:cubicBezTo>
                      <a:pt x="431" y="104"/>
                      <a:pt x="524" y="198"/>
                      <a:pt x="524" y="313"/>
                    </a:cubicBezTo>
                    <a:close/>
                  </a:path>
                </a:pathLst>
              </a:custGeom>
              <a:grpFill/>
              <a:ln>
                <a:noFill/>
              </a:ln>
              <a:effectLst/>
            </p:spPr>
            <p:txBody>
              <a:bodyPr wrap="none" anchor="ctr"/>
              <a:lstStyle/>
              <a:p>
                <a:pPr>
                  <a:defRPr/>
                </a:pPr>
                <a:endParaRPr lang="en-US" sz="1800" dirty="0">
                  <a:latin typeface="微软雅黑" panose="020B0503020204020204" charset="-122"/>
                </a:endParaRPr>
              </a:p>
            </p:txBody>
          </p:sp>
        </p:grpSp>
        <p:grpSp>
          <p:nvGrpSpPr>
            <p:cNvPr id="264" name="Group 263"/>
            <p:cNvGrpSpPr/>
            <p:nvPr/>
          </p:nvGrpSpPr>
          <p:grpSpPr>
            <a:xfrm>
              <a:off x="18730441" y="3293180"/>
              <a:ext cx="875891" cy="888503"/>
              <a:chOff x="18730441" y="3293180"/>
              <a:chExt cx="875891" cy="888503"/>
            </a:xfrm>
            <a:solidFill>
              <a:schemeClr val="accent2"/>
            </a:solidFill>
          </p:grpSpPr>
          <p:sp>
            <p:nvSpPr>
              <p:cNvPr id="265" name="Freeform 190"/>
              <p:cNvSpPr>
                <a:spLocks noChangeArrowheads="1"/>
              </p:cNvSpPr>
              <p:nvPr/>
            </p:nvSpPr>
            <p:spPr bwMode="auto">
              <a:xfrm>
                <a:off x="18912390" y="3475112"/>
                <a:ext cx="520457" cy="520409"/>
              </a:xfrm>
              <a:custGeom>
                <a:avLst/>
                <a:gdLst>
                  <a:gd name="T0" fmla="*/ 273 w 547"/>
                  <a:gd name="T1" fmla="*/ 0 h 546"/>
                  <a:gd name="T2" fmla="*/ 273 w 547"/>
                  <a:gd name="T3" fmla="*/ 0 h 546"/>
                  <a:gd name="T4" fmla="*/ 0 w 547"/>
                  <a:gd name="T5" fmla="*/ 272 h 546"/>
                  <a:gd name="T6" fmla="*/ 273 w 547"/>
                  <a:gd name="T7" fmla="*/ 545 h 546"/>
                  <a:gd name="T8" fmla="*/ 546 w 547"/>
                  <a:gd name="T9" fmla="*/ 272 h 546"/>
                  <a:gd name="T10" fmla="*/ 273 w 547"/>
                  <a:gd name="T11" fmla="*/ 0 h 546"/>
                </a:gdLst>
                <a:ahLst/>
                <a:cxnLst>
                  <a:cxn ang="0">
                    <a:pos x="T0" y="T1"/>
                  </a:cxn>
                  <a:cxn ang="0">
                    <a:pos x="T2" y="T3"/>
                  </a:cxn>
                  <a:cxn ang="0">
                    <a:pos x="T4" y="T5"/>
                  </a:cxn>
                  <a:cxn ang="0">
                    <a:pos x="T6" y="T7"/>
                  </a:cxn>
                  <a:cxn ang="0">
                    <a:pos x="T8" y="T9"/>
                  </a:cxn>
                  <a:cxn ang="0">
                    <a:pos x="T10" y="T11"/>
                  </a:cxn>
                </a:cxnLst>
                <a:rect l="0" t="0" r="r" b="b"/>
                <a:pathLst>
                  <a:path w="547" h="546">
                    <a:moveTo>
                      <a:pt x="273" y="0"/>
                    </a:moveTo>
                    <a:lnTo>
                      <a:pt x="273" y="0"/>
                    </a:lnTo>
                    <a:cubicBezTo>
                      <a:pt x="121" y="0"/>
                      <a:pt x="0" y="122"/>
                      <a:pt x="0" y="272"/>
                    </a:cubicBezTo>
                    <a:cubicBezTo>
                      <a:pt x="0" y="422"/>
                      <a:pt x="123" y="545"/>
                      <a:pt x="273" y="545"/>
                    </a:cubicBezTo>
                    <a:cubicBezTo>
                      <a:pt x="423" y="545"/>
                      <a:pt x="546" y="422"/>
                      <a:pt x="546" y="272"/>
                    </a:cubicBezTo>
                    <a:cubicBezTo>
                      <a:pt x="543" y="122"/>
                      <a:pt x="423" y="0"/>
                      <a:pt x="273" y="0"/>
                    </a:cubicBezTo>
                  </a:path>
                </a:pathLst>
              </a:custGeom>
              <a:grpFill/>
              <a:ln>
                <a:noFill/>
              </a:ln>
              <a:effectLst/>
            </p:spPr>
            <p:txBody>
              <a:bodyPr wrap="none" anchor="ctr"/>
              <a:lstStyle/>
              <a:p>
                <a:pPr>
                  <a:defRPr/>
                </a:pPr>
                <a:endParaRPr lang="en-US" sz="1800" dirty="0">
                  <a:latin typeface="微软雅黑" panose="020B0503020204020204" charset="-122"/>
                </a:endParaRPr>
              </a:p>
            </p:txBody>
          </p:sp>
          <p:sp>
            <p:nvSpPr>
              <p:cNvPr id="266" name="Freeform 191"/>
              <p:cNvSpPr>
                <a:spLocks noChangeArrowheads="1"/>
              </p:cNvSpPr>
              <p:nvPr/>
            </p:nvSpPr>
            <p:spPr bwMode="auto">
              <a:xfrm>
                <a:off x="18730441" y="3293180"/>
                <a:ext cx="875891" cy="888503"/>
              </a:xfrm>
              <a:custGeom>
                <a:avLst/>
                <a:gdLst>
                  <a:gd name="T0" fmla="*/ 562 w 916"/>
                  <a:gd name="T1" fmla="*/ 104 h 932"/>
                  <a:gd name="T2" fmla="*/ 503 w 916"/>
                  <a:gd name="T3" fmla="*/ 88 h 932"/>
                  <a:gd name="T4" fmla="*/ 388 w 916"/>
                  <a:gd name="T5" fmla="*/ 8 h 932"/>
                  <a:gd name="T6" fmla="*/ 319 w 916"/>
                  <a:gd name="T7" fmla="*/ 118 h 932"/>
                  <a:gd name="T8" fmla="*/ 254 w 916"/>
                  <a:gd name="T9" fmla="*/ 51 h 932"/>
                  <a:gd name="T10" fmla="*/ 212 w 916"/>
                  <a:gd name="T11" fmla="*/ 187 h 932"/>
                  <a:gd name="T12" fmla="*/ 166 w 916"/>
                  <a:gd name="T13" fmla="*/ 230 h 932"/>
                  <a:gd name="T14" fmla="*/ 35 w 916"/>
                  <a:gd name="T15" fmla="*/ 283 h 932"/>
                  <a:gd name="T16" fmla="*/ 92 w 916"/>
                  <a:gd name="T17" fmla="*/ 401 h 932"/>
                  <a:gd name="T18" fmla="*/ 0 w 916"/>
                  <a:gd name="T19" fmla="*/ 417 h 932"/>
                  <a:gd name="T20" fmla="*/ 92 w 916"/>
                  <a:gd name="T21" fmla="*/ 529 h 932"/>
                  <a:gd name="T22" fmla="*/ 113 w 916"/>
                  <a:gd name="T23" fmla="*/ 607 h 932"/>
                  <a:gd name="T24" fmla="*/ 94 w 916"/>
                  <a:gd name="T25" fmla="*/ 746 h 932"/>
                  <a:gd name="T26" fmla="*/ 249 w 916"/>
                  <a:gd name="T27" fmla="*/ 773 h 932"/>
                  <a:gd name="T28" fmla="*/ 225 w 916"/>
                  <a:gd name="T29" fmla="*/ 864 h 932"/>
                  <a:gd name="T30" fmla="*/ 364 w 916"/>
                  <a:gd name="T31" fmla="*/ 827 h 932"/>
                  <a:gd name="T32" fmla="*/ 423 w 916"/>
                  <a:gd name="T33" fmla="*/ 840 h 932"/>
                  <a:gd name="T34" fmla="*/ 447 w 916"/>
                  <a:gd name="T35" fmla="*/ 931 h 932"/>
                  <a:gd name="T36" fmla="*/ 551 w 916"/>
                  <a:gd name="T37" fmla="*/ 829 h 932"/>
                  <a:gd name="T38" fmla="*/ 607 w 916"/>
                  <a:gd name="T39" fmla="*/ 811 h 932"/>
                  <a:gd name="T40" fmla="*/ 672 w 916"/>
                  <a:gd name="T41" fmla="*/ 880 h 932"/>
                  <a:gd name="T42" fmla="*/ 717 w 916"/>
                  <a:gd name="T43" fmla="*/ 743 h 932"/>
                  <a:gd name="T44" fmla="*/ 757 w 916"/>
                  <a:gd name="T45" fmla="*/ 698 h 932"/>
                  <a:gd name="T46" fmla="*/ 846 w 916"/>
                  <a:gd name="T47" fmla="*/ 730 h 932"/>
                  <a:gd name="T48" fmla="*/ 819 w 916"/>
                  <a:gd name="T49" fmla="*/ 588 h 932"/>
                  <a:gd name="T50" fmla="*/ 832 w 916"/>
                  <a:gd name="T51" fmla="*/ 519 h 932"/>
                  <a:gd name="T52" fmla="*/ 915 w 916"/>
                  <a:gd name="T53" fmla="*/ 514 h 932"/>
                  <a:gd name="T54" fmla="*/ 827 w 916"/>
                  <a:gd name="T55" fmla="*/ 401 h 932"/>
                  <a:gd name="T56" fmla="*/ 811 w 916"/>
                  <a:gd name="T57" fmla="*/ 326 h 932"/>
                  <a:gd name="T58" fmla="*/ 883 w 916"/>
                  <a:gd name="T59" fmla="*/ 265 h 932"/>
                  <a:gd name="T60" fmla="*/ 744 w 916"/>
                  <a:gd name="T61" fmla="*/ 217 h 932"/>
                  <a:gd name="T62" fmla="*/ 677 w 916"/>
                  <a:gd name="T63" fmla="*/ 158 h 932"/>
                  <a:gd name="T64" fmla="*/ 701 w 916"/>
                  <a:gd name="T65" fmla="*/ 67 h 932"/>
                  <a:gd name="T66" fmla="*/ 562 w 916"/>
                  <a:gd name="T67" fmla="*/ 101 h 932"/>
                  <a:gd name="T68" fmla="*/ 773 w 916"/>
                  <a:gd name="T69" fmla="*/ 465 h 932"/>
                  <a:gd name="T70" fmla="*/ 463 w 916"/>
                  <a:gd name="T71" fmla="*/ 776 h 932"/>
                  <a:gd name="T72" fmla="*/ 463 w 916"/>
                  <a:gd name="T73" fmla="*/ 152 h 9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16" h="932">
                    <a:moveTo>
                      <a:pt x="562" y="104"/>
                    </a:moveTo>
                    <a:lnTo>
                      <a:pt x="562" y="104"/>
                    </a:lnTo>
                    <a:cubicBezTo>
                      <a:pt x="543" y="99"/>
                      <a:pt x="522" y="94"/>
                      <a:pt x="503" y="91"/>
                    </a:cubicBezTo>
                    <a:cubicBezTo>
                      <a:pt x="503" y="88"/>
                      <a:pt x="503" y="88"/>
                      <a:pt x="503" y="88"/>
                    </a:cubicBezTo>
                    <a:cubicBezTo>
                      <a:pt x="482" y="0"/>
                      <a:pt x="482" y="0"/>
                      <a:pt x="482" y="0"/>
                    </a:cubicBezTo>
                    <a:cubicBezTo>
                      <a:pt x="388" y="8"/>
                      <a:pt x="388" y="8"/>
                      <a:pt x="388" y="8"/>
                    </a:cubicBezTo>
                    <a:cubicBezTo>
                      <a:pt x="375" y="99"/>
                      <a:pt x="375" y="99"/>
                      <a:pt x="375" y="99"/>
                    </a:cubicBezTo>
                    <a:cubicBezTo>
                      <a:pt x="356" y="104"/>
                      <a:pt x="337" y="110"/>
                      <a:pt x="319" y="118"/>
                    </a:cubicBezTo>
                    <a:cubicBezTo>
                      <a:pt x="316" y="118"/>
                      <a:pt x="316" y="118"/>
                      <a:pt x="316" y="118"/>
                    </a:cubicBezTo>
                    <a:cubicBezTo>
                      <a:pt x="254" y="51"/>
                      <a:pt x="254" y="51"/>
                      <a:pt x="254" y="51"/>
                    </a:cubicBezTo>
                    <a:cubicBezTo>
                      <a:pt x="177" y="99"/>
                      <a:pt x="177" y="99"/>
                      <a:pt x="177" y="99"/>
                    </a:cubicBezTo>
                    <a:cubicBezTo>
                      <a:pt x="212" y="187"/>
                      <a:pt x="212" y="187"/>
                      <a:pt x="212" y="187"/>
                    </a:cubicBezTo>
                    <a:cubicBezTo>
                      <a:pt x="196" y="200"/>
                      <a:pt x="182" y="214"/>
                      <a:pt x="169" y="230"/>
                    </a:cubicBezTo>
                    <a:cubicBezTo>
                      <a:pt x="166" y="230"/>
                      <a:pt x="166" y="230"/>
                      <a:pt x="166" y="230"/>
                    </a:cubicBezTo>
                    <a:cubicBezTo>
                      <a:pt x="81" y="200"/>
                      <a:pt x="81" y="200"/>
                      <a:pt x="81" y="200"/>
                    </a:cubicBezTo>
                    <a:cubicBezTo>
                      <a:pt x="35" y="283"/>
                      <a:pt x="35" y="283"/>
                      <a:pt x="35" y="283"/>
                    </a:cubicBezTo>
                    <a:cubicBezTo>
                      <a:pt x="107" y="342"/>
                      <a:pt x="107" y="342"/>
                      <a:pt x="107" y="342"/>
                    </a:cubicBezTo>
                    <a:cubicBezTo>
                      <a:pt x="102" y="361"/>
                      <a:pt x="97" y="374"/>
                      <a:pt x="92" y="401"/>
                    </a:cubicBezTo>
                    <a:lnTo>
                      <a:pt x="92" y="401"/>
                    </a:lnTo>
                    <a:cubicBezTo>
                      <a:pt x="0" y="417"/>
                      <a:pt x="0" y="417"/>
                      <a:pt x="0" y="417"/>
                    </a:cubicBezTo>
                    <a:cubicBezTo>
                      <a:pt x="0" y="511"/>
                      <a:pt x="0" y="511"/>
                      <a:pt x="0" y="511"/>
                    </a:cubicBezTo>
                    <a:cubicBezTo>
                      <a:pt x="92" y="529"/>
                      <a:pt x="92" y="529"/>
                      <a:pt x="92" y="529"/>
                    </a:cubicBezTo>
                    <a:cubicBezTo>
                      <a:pt x="97" y="556"/>
                      <a:pt x="105" y="580"/>
                      <a:pt x="113" y="604"/>
                    </a:cubicBezTo>
                    <a:cubicBezTo>
                      <a:pt x="113" y="607"/>
                      <a:pt x="113" y="607"/>
                      <a:pt x="113" y="607"/>
                    </a:cubicBezTo>
                    <a:cubicBezTo>
                      <a:pt x="43" y="666"/>
                      <a:pt x="43" y="666"/>
                      <a:pt x="43" y="666"/>
                    </a:cubicBezTo>
                    <a:cubicBezTo>
                      <a:pt x="94" y="746"/>
                      <a:pt x="94" y="746"/>
                      <a:pt x="94" y="746"/>
                    </a:cubicBezTo>
                    <a:cubicBezTo>
                      <a:pt x="182" y="714"/>
                      <a:pt x="182" y="714"/>
                      <a:pt x="182" y="714"/>
                    </a:cubicBezTo>
                    <a:cubicBezTo>
                      <a:pt x="201" y="736"/>
                      <a:pt x="225" y="757"/>
                      <a:pt x="249" y="773"/>
                    </a:cubicBezTo>
                    <a:cubicBezTo>
                      <a:pt x="249" y="776"/>
                      <a:pt x="249" y="776"/>
                      <a:pt x="249" y="776"/>
                    </a:cubicBezTo>
                    <a:cubicBezTo>
                      <a:pt x="225" y="864"/>
                      <a:pt x="225" y="864"/>
                      <a:pt x="225" y="864"/>
                    </a:cubicBezTo>
                    <a:cubicBezTo>
                      <a:pt x="311" y="904"/>
                      <a:pt x="311" y="904"/>
                      <a:pt x="311" y="904"/>
                    </a:cubicBezTo>
                    <a:cubicBezTo>
                      <a:pt x="364" y="827"/>
                      <a:pt x="364" y="827"/>
                      <a:pt x="364" y="827"/>
                    </a:cubicBezTo>
                    <a:lnTo>
                      <a:pt x="364" y="827"/>
                    </a:lnTo>
                    <a:cubicBezTo>
                      <a:pt x="383" y="832"/>
                      <a:pt x="404" y="837"/>
                      <a:pt x="423" y="840"/>
                    </a:cubicBezTo>
                    <a:lnTo>
                      <a:pt x="423" y="840"/>
                    </a:lnTo>
                    <a:cubicBezTo>
                      <a:pt x="447" y="931"/>
                      <a:pt x="447" y="931"/>
                      <a:pt x="447" y="931"/>
                    </a:cubicBezTo>
                    <a:cubicBezTo>
                      <a:pt x="538" y="923"/>
                      <a:pt x="538" y="923"/>
                      <a:pt x="538" y="923"/>
                    </a:cubicBezTo>
                    <a:cubicBezTo>
                      <a:pt x="551" y="829"/>
                      <a:pt x="551" y="829"/>
                      <a:pt x="551" y="829"/>
                    </a:cubicBezTo>
                    <a:lnTo>
                      <a:pt x="551" y="829"/>
                    </a:lnTo>
                    <a:cubicBezTo>
                      <a:pt x="570" y="824"/>
                      <a:pt x="589" y="818"/>
                      <a:pt x="607" y="811"/>
                    </a:cubicBezTo>
                    <a:cubicBezTo>
                      <a:pt x="610" y="813"/>
                      <a:pt x="610" y="813"/>
                      <a:pt x="610" y="813"/>
                    </a:cubicBezTo>
                    <a:cubicBezTo>
                      <a:pt x="672" y="880"/>
                      <a:pt x="672" y="880"/>
                      <a:pt x="672" y="880"/>
                    </a:cubicBezTo>
                    <a:cubicBezTo>
                      <a:pt x="750" y="832"/>
                      <a:pt x="750" y="832"/>
                      <a:pt x="750" y="832"/>
                    </a:cubicBezTo>
                    <a:cubicBezTo>
                      <a:pt x="717" y="743"/>
                      <a:pt x="717" y="743"/>
                      <a:pt x="717" y="743"/>
                    </a:cubicBezTo>
                    <a:cubicBezTo>
                      <a:pt x="715" y="741"/>
                      <a:pt x="715" y="741"/>
                      <a:pt x="715" y="741"/>
                    </a:cubicBezTo>
                    <a:cubicBezTo>
                      <a:pt x="731" y="728"/>
                      <a:pt x="744" y="714"/>
                      <a:pt x="757" y="698"/>
                    </a:cubicBezTo>
                    <a:cubicBezTo>
                      <a:pt x="760" y="701"/>
                      <a:pt x="760" y="701"/>
                      <a:pt x="760" y="701"/>
                    </a:cubicBezTo>
                    <a:cubicBezTo>
                      <a:pt x="846" y="730"/>
                      <a:pt x="846" y="730"/>
                      <a:pt x="846" y="730"/>
                    </a:cubicBezTo>
                    <a:cubicBezTo>
                      <a:pt x="891" y="647"/>
                      <a:pt x="891" y="647"/>
                      <a:pt x="891" y="647"/>
                    </a:cubicBezTo>
                    <a:cubicBezTo>
                      <a:pt x="819" y="588"/>
                      <a:pt x="819" y="588"/>
                      <a:pt x="819" y="588"/>
                    </a:cubicBezTo>
                    <a:cubicBezTo>
                      <a:pt x="816" y="583"/>
                      <a:pt x="816" y="583"/>
                      <a:pt x="816" y="583"/>
                    </a:cubicBezTo>
                    <a:cubicBezTo>
                      <a:pt x="824" y="564"/>
                      <a:pt x="830" y="546"/>
                      <a:pt x="832" y="519"/>
                    </a:cubicBezTo>
                    <a:cubicBezTo>
                      <a:pt x="835" y="519"/>
                      <a:pt x="835" y="519"/>
                      <a:pt x="835" y="519"/>
                    </a:cubicBezTo>
                    <a:cubicBezTo>
                      <a:pt x="915" y="514"/>
                      <a:pt x="915" y="514"/>
                      <a:pt x="915" y="514"/>
                    </a:cubicBezTo>
                    <a:cubicBezTo>
                      <a:pt x="915" y="420"/>
                      <a:pt x="915" y="420"/>
                      <a:pt x="915" y="420"/>
                    </a:cubicBezTo>
                    <a:cubicBezTo>
                      <a:pt x="827" y="401"/>
                      <a:pt x="827" y="401"/>
                      <a:pt x="827" y="401"/>
                    </a:cubicBezTo>
                    <a:cubicBezTo>
                      <a:pt x="830" y="401"/>
                      <a:pt x="830" y="401"/>
                      <a:pt x="830" y="401"/>
                    </a:cubicBezTo>
                    <a:cubicBezTo>
                      <a:pt x="824" y="374"/>
                      <a:pt x="819" y="350"/>
                      <a:pt x="811" y="326"/>
                    </a:cubicBezTo>
                    <a:cubicBezTo>
                      <a:pt x="814" y="324"/>
                      <a:pt x="814" y="324"/>
                      <a:pt x="814" y="324"/>
                    </a:cubicBezTo>
                    <a:cubicBezTo>
                      <a:pt x="883" y="265"/>
                      <a:pt x="883" y="265"/>
                      <a:pt x="883" y="265"/>
                    </a:cubicBezTo>
                    <a:cubicBezTo>
                      <a:pt x="832" y="184"/>
                      <a:pt x="832" y="184"/>
                      <a:pt x="832" y="184"/>
                    </a:cubicBezTo>
                    <a:cubicBezTo>
                      <a:pt x="744" y="217"/>
                      <a:pt x="744" y="217"/>
                      <a:pt x="744" y="217"/>
                    </a:cubicBezTo>
                    <a:lnTo>
                      <a:pt x="744" y="217"/>
                    </a:lnTo>
                    <a:cubicBezTo>
                      <a:pt x="725" y="195"/>
                      <a:pt x="701" y="174"/>
                      <a:pt x="677" y="158"/>
                    </a:cubicBezTo>
                    <a:cubicBezTo>
                      <a:pt x="677" y="155"/>
                      <a:pt x="677" y="155"/>
                      <a:pt x="677" y="155"/>
                    </a:cubicBezTo>
                    <a:cubicBezTo>
                      <a:pt x="701" y="67"/>
                      <a:pt x="701" y="67"/>
                      <a:pt x="701" y="67"/>
                    </a:cubicBezTo>
                    <a:cubicBezTo>
                      <a:pt x="618" y="27"/>
                      <a:pt x="618" y="27"/>
                      <a:pt x="618" y="27"/>
                    </a:cubicBezTo>
                    <a:cubicBezTo>
                      <a:pt x="562" y="101"/>
                      <a:pt x="562" y="101"/>
                      <a:pt x="562" y="101"/>
                    </a:cubicBezTo>
                    <a:lnTo>
                      <a:pt x="562" y="104"/>
                    </a:lnTo>
                    <a:close/>
                    <a:moveTo>
                      <a:pt x="773" y="465"/>
                    </a:moveTo>
                    <a:lnTo>
                      <a:pt x="773" y="465"/>
                    </a:lnTo>
                    <a:cubicBezTo>
                      <a:pt x="773" y="637"/>
                      <a:pt x="634" y="776"/>
                      <a:pt x="463" y="776"/>
                    </a:cubicBezTo>
                    <a:cubicBezTo>
                      <a:pt x="289" y="776"/>
                      <a:pt x="150" y="637"/>
                      <a:pt x="150" y="465"/>
                    </a:cubicBezTo>
                    <a:cubicBezTo>
                      <a:pt x="150" y="294"/>
                      <a:pt x="289" y="152"/>
                      <a:pt x="463" y="152"/>
                    </a:cubicBezTo>
                    <a:cubicBezTo>
                      <a:pt x="634" y="152"/>
                      <a:pt x="773" y="294"/>
                      <a:pt x="773" y="465"/>
                    </a:cubicBezTo>
                    <a:close/>
                  </a:path>
                </a:pathLst>
              </a:custGeom>
              <a:grpFill/>
              <a:ln>
                <a:noFill/>
              </a:ln>
              <a:effectLst/>
            </p:spPr>
            <p:txBody>
              <a:bodyPr wrap="none" anchor="ctr"/>
              <a:lstStyle/>
              <a:p>
                <a:pPr>
                  <a:defRPr/>
                </a:pPr>
                <a:endParaRPr lang="en-US" sz="1800" dirty="0">
                  <a:latin typeface="微软雅黑" panose="020B0503020204020204" charset="-122"/>
                </a:endParaRPr>
              </a:p>
            </p:txBody>
          </p:sp>
        </p:grpSp>
        <p:grpSp>
          <p:nvGrpSpPr>
            <p:cNvPr id="267" name="Group 266"/>
            <p:cNvGrpSpPr/>
            <p:nvPr/>
          </p:nvGrpSpPr>
          <p:grpSpPr>
            <a:xfrm>
              <a:off x="18231141" y="5400202"/>
              <a:ext cx="723562" cy="731957"/>
              <a:chOff x="18231141" y="5400202"/>
              <a:chExt cx="723562" cy="731957"/>
            </a:xfrm>
            <a:solidFill>
              <a:schemeClr val="accent5"/>
            </a:solidFill>
          </p:grpSpPr>
          <p:sp>
            <p:nvSpPr>
              <p:cNvPr id="268" name="Freeform 192"/>
              <p:cNvSpPr>
                <a:spLocks noChangeArrowheads="1"/>
              </p:cNvSpPr>
              <p:nvPr/>
            </p:nvSpPr>
            <p:spPr bwMode="auto">
              <a:xfrm>
                <a:off x="18383470" y="5548286"/>
                <a:ext cx="427367" cy="431559"/>
              </a:xfrm>
              <a:custGeom>
                <a:avLst/>
                <a:gdLst>
                  <a:gd name="T0" fmla="*/ 224 w 450"/>
                  <a:gd name="T1" fmla="*/ 0 h 453"/>
                  <a:gd name="T2" fmla="*/ 224 w 450"/>
                  <a:gd name="T3" fmla="*/ 0 h 453"/>
                  <a:gd name="T4" fmla="*/ 0 w 450"/>
                  <a:gd name="T5" fmla="*/ 227 h 453"/>
                  <a:gd name="T6" fmla="*/ 224 w 450"/>
                  <a:gd name="T7" fmla="*/ 452 h 453"/>
                  <a:gd name="T8" fmla="*/ 449 w 450"/>
                  <a:gd name="T9" fmla="*/ 227 h 453"/>
                  <a:gd name="T10" fmla="*/ 224 w 450"/>
                  <a:gd name="T11" fmla="*/ 0 h 453"/>
                </a:gdLst>
                <a:ahLst/>
                <a:cxnLst>
                  <a:cxn ang="0">
                    <a:pos x="T0" y="T1"/>
                  </a:cxn>
                  <a:cxn ang="0">
                    <a:pos x="T2" y="T3"/>
                  </a:cxn>
                  <a:cxn ang="0">
                    <a:pos x="T4" y="T5"/>
                  </a:cxn>
                  <a:cxn ang="0">
                    <a:pos x="T6" y="T7"/>
                  </a:cxn>
                  <a:cxn ang="0">
                    <a:pos x="T8" y="T9"/>
                  </a:cxn>
                  <a:cxn ang="0">
                    <a:pos x="T10" y="T11"/>
                  </a:cxn>
                </a:cxnLst>
                <a:rect l="0" t="0" r="r" b="b"/>
                <a:pathLst>
                  <a:path w="450" h="453">
                    <a:moveTo>
                      <a:pt x="224" y="0"/>
                    </a:moveTo>
                    <a:lnTo>
                      <a:pt x="224" y="0"/>
                    </a:lnTo>
                    <a:cubicBezTo>
                      <a:pt x="99" y="0"/>
                      <a:pt x="0" y="102"/>
                      <a:pt x="0" y="227"/>
                    </a:cubicBezTo>
                    <a:cubicBezTo>
                      <a:pt x="0" y="350"/>
                      <a:pt x="101" y="452"/>
                      <a:pt x="224" y="452"/>
                    </a:cubicBezTo>
                    <a:cubicBezTo>
                      <a:pt x="350" y="452"/>
                      <a:pt x="449" y="350"/>
                      <a:pt x="449" y="227"/>
                    </a:cubicBezTo>
                    <a:cubicBezTo>
                      <a:pt x="449" y="102"/>
                      <a:pt x="350" y="0"/>
                      <a:pt x="224" y="0"/>
                    </a:cubicBezTo>
                  </a:path>
                </a:pathLst>
              </a:custGeom>
              <a:grpFill/>
              <a:ln>
                <a:noFill/>
              </a:ln>
              <a:effectLst/>
            </p:spPr>
            <p:txBody>
              <a:bodyPr wrap="none" anchor="ctr"/>
              <a:lstStyle/>
              <a:p>
                <a:pPr>
                  <a:defRPr/>
                </a:pPr>
                <a:endParaRPr lang="en-US" sz="1800" dirty="0">
                  <a:latin typeface="微软雅黑" panose="020B0503020204020204" charset="-122"/>
                </a:endParaRPr>
              </a:p>
            </p:txBody>
          </p:sp>
          <p:sp>
            <p:nvSpPr>
              <p:cNvPr id="269" name="Freeform 193"/>
              <p:cNvSpPr>
                <a:spLocks noChangeArrowheads="1"/>
              </p:cNvSpPr>
              <p:nvPr/>
            </p:nvSpPr>
            <p:spPr bwMode="auto">
              <a:xfrm>
                <a:off x="18231141" y="5400202"/>
                <a:ext cx="723562" cy="731957"/>
              </a:xfrm>
              <a:custGeom>
                <a:avLst/>
                <a:gdLst>
                  <a:gd name="T0" fmla="*/ 465 w 758"/>
                  <a:gd name="T1" fmla="*/ 86 h 769"/>
                  <a:gd name="T2" fmla="*/ 414 w 758"/>
                  <a:gd name="T3" fmla="*/ 72 h 769"/>
                  <a:gd name="T4" fmla="*/ 321 w 758"/>
                  <a:gd name="T5" fmla="*/ 5 h 769"/>
                  <a:gd name="T6" fmla="*/ 262 w 758"/>
                  <a:gd name="T7" fmla="*/ 96 h 769"/>
                  <a:gd name="T8" fmla="*/ 211 w 758"/>
                  <a:gd name="T9" fmla="*/ 40 h 769"/>
                  <a:gd name="T10" fmla="*/ 174 w 758"/>
                  <a:gd name="T11" fmla="*/ 155 h 769"/>
                  <a:gd name="T12" fmla="*/ 139 w 758"/>
                  <a:gd name="T13" fmla="*/ 190 h 769"/>
                  <a:gd name="T14" fmla="*/ 29 w 758"/>
                  <a:gd name="T15" fmla="*/ 233 h 769"/>
                  <a:gd name="T16" fmla="*/ 77 w 758"/>
                  <a:gd name="T17" fmla="*/ 332 h 769"/>
                  <a:gd name="T18" fmla="*/ 0 w 758"/>
                  <a:gd name="T19" fmla="*/ 345 h 769"/>
                  <a:gd name="T20" fmla="*/ 75 w 758"/>
                  <a:gd name="T21" fmla="*/ 436 h 769"/>
                  <a:gd name="T22" fmla="*/ 94 w 758"/>
                  <a:gd name="T23" fmla="*/ 500 h 769"/>
                  <a:gd name="T24" fmla="*/ 77 w 758"/>
                  <a:gd name="T25" fmla="*/ 618 h 769"/>
                  <a:gd name="T26" fmla="*/ 206 w 758"/>
                  <a:gd name="T27" fmla="*/ 639 h 769"/>
                  <a:gd name="T28" fmla="*/ 185 w 758"/>
                  <a:gd name="T29" fmla="*/ 714 h 769"/>
                  <a:gd name="T30" fmla="*/ 302 w 758"/>
                  <a:gd name="T31" fmla="*/ 685 h 769"/>
                  <a:gd name="T32" fmla="*/ 350 w 758"/>
                  <a:gd name="T33" fmla="*/ 693 h 769"/>
                  <a:gd name="T34" fmla="*/ 369 w 758"/>
                  <a:gd name="T35" fmla="*/ 768 h 769"/>
                  <a:gd name="T36" fmla="*/ 457 w 758"/>
                  <a:gd name="T37" fmla="*/ 687 h 769"/>
                  <a:gd name="T38" fmla="*/ 503 w 758"/>
                  <a:gd name="T39" fmla="*/ 671 h 769"/>
                  <a:gd name="T40" fmla="*/ 556 w 758"/>
                  <a:gd name="T41" fmla="*/ 728 h 769"/>
                  <a:gd name="T42" fmla="*/ 594 w 758"/>
                  <a:gd name="T43" fmla="*/ 615 h 769"/>
                  <a:gd name="T44" fmla="*/ 626 w 758"/>
                  <a:gd name="T45" fmla="*/ 578 h 769"/>
                  <a:gd name="T46" fmla="*/ 701 w 758"/>
                  <a:gd name="T47" fmla="*/ 605 h 769"/>
                  <a:gd name="T48" fmla="*/ 677 w 758"/>
                  <a:gd name="T49" fmla="*/ 484 h 769"/>
                  <a:gd name="T50" fmla="*/ 690 w 758"/>
                  <a:gd name="T51" fmla="*/ 428 h 769"/>
                  <a:gd name="T52" fmla="*/ 757 w 758"/>
                  <a:gd name="T53" fmla="*/ 425 h 769"/>
                  <a:gd name="T54" fmla="*/ 685 w 758"/>
                  <a:gd name="T55" fmla="*/ 332 h 769"/>
                  <a:gd name="T56" fmla="*/ 671 w 758"/>
                  <a:gd name="T57" fmla="*/ 270 h 769"/>
                  <a:gd name="T58" fmla="*/ 730 w 758"/>
                  <a:gd name="T59" fmla="*/ 217 h 769"/>
                  <a:gd name="T60" fmla="*/ 618 w 758"/>
                  <a:gd name="T61" fmla="*/ 179 h 769"/>
                  <a:gd name="T62" fmla="*/ 562 w 758"/>
                  <a:gd name="T63" fmla="*/ 128 h 769"/>
                  <a:gd name="T64" fmla="*/ 580 w 758"/>
                  <a:gd name="T65" fmla="*/ 53 h 769"/>
                  <a:gd name="T66" fmla="*/ 465 w 758"/>
                  <a:gd name="T67" fmla="*/ 86 h 769"/>
                  <a:gd name="T68" fmla="*/ 639 w 758"/>
                  <a:gd name="T69" fmla="*/ 385 h 769"/>
                  <a:gd name="T70" fmla="*/ 125 w 758"/>
                  <a:gd name="T71" fmla="*/ 385 h 769"/>
                  <a:gd name="T72" fmla="*/ 639 w 758"/>
                  <a:gd name="T73" fmla="*/ 385 h 7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58" h="769">
                    <a:moveTo>
                      <a:pt x="465" y="86"/>
                    </a:moveTo>
                    <a:lnTo>
                      <a:pt x="465" y="86"/>
                    </a:lnTo>
                    <a:cubicBezTo>
                      <a:pt x="449" y="80"/>
                      <a:pt x="433" y="77"/>
                      <a:pt x="417" y="75"/>
                    </a:cubicBezTo>
                    <a:cubicBezTo>
                      <a:pt x="414" y="72"/>
                      <a:pt x="414" y="72"/>
                      <a:pt x="414" y="72"/>
                    </a:cubicBezTo>
                    <a:cubicBezTo>
                      <a:pt x="399" y="0"/>
                      <a:pt x="399" y="0"/>
                      <a:pt x="399" y="0"/>
                    </a:cubicBezTo>
                    <a:cubicBezTo>
                      <a:pt x="321" y="5"/>
                      <a:pt x="321" y="5"/>
                      <a:pt x="321" y="5"/>
                    </a:cubicBezTo>
                    <a:cubicBezTo>
                      <a:pt x="310" y="83"/>
                      <a:pt x="310" y="83"/>
                      <a:pt x="310" y="83"/>
                    </a:cubicBezTo>
                    <a:cubicBezTo>
                      <a:pt x="294" y="86"/>
                      <a:pt x="278" y="91"/>
                      <a:pt x="262" y="96"/>
                    </a:cubicBezTo>
                    <a:lnTo>
                      <a:pt x="262" y="96"/>
                    </a:lnTo>
                    <a:cubicBezTo>
                      <a:pt x="211" y="40"/>
                      <a:pt x="211" y="40"/>
                      <a:pt x="211" y="40"/>
                    </a:cubicBezTo>
                    <a:cubicBezTo>
                      <a:pt x="147" y="83"/>
                      <a:pt x="147" y="83"/>
                      <a:pt x="147" y="83"/>
                    </a:cubicBezTo>
                    <a:cubicBezTo>
                      <a:pt x="174" y="155"/>
                      <a:pt x="174" y="155"/>
                      <a:pt x="174" y="155"/>
                    </a:cubicBezTo>
                    <a:cubicBezTo>
                      <a:pt x="160" y="166"/>
                      <a:pt x="150" y="176"/>
                      <a:pt x="139" y="190"/>
                    </a:cubicBezTo>
                    <a:lnTo>
                      <a:pt x="139" y="190"/>
                    </a:lnTo>
                    <a:cubicBezTo>
                      <a:pt x="67" y="166"/>
                      <a:pt x="67" y="166"/>
                      <a:pt x="67" y="166"/>
                    </a:cubicBezTo>
                    <a:cubicBezTo>
                      <a:pt x="29" y="233"/>
                      <a:pt x="29" y="233"/>
                      <a:pt x="29" y="233"/>
                    </a:cubicBezTo>
                    <a:cubicBezTo>
                      <a:pt x="88" y="283"/>
                      <a:pt x="88" y="283"/>
                      <a:pt x="88" y="283"/>
                    </a:cubicBezTo>
                    <a:cubicBezTo>
                      <a:pt x="83" y="300"/>
                      <a:pt x="80" y="310"/>
                      <a:pt x="77" y="332"/>
                    </a:cubicBezTo>
                    <a:cubicBezTo>
                      <a:pt x="75" y="332"/>
                      <a:pt x="75" y="332"/>
                      <a:pt x="75" y="332"/>
                    </a:cubicBezTo>
                    <a:cubicBezTo>
                      <a:pt x="0" y="345"/>
                      <a:pt x="0" y="345"/>
                      <a:pt x="0" y="345"/>
                    </a:cubicBezTo>
                    <a:cubicBezTo>
                      <a:pt x="0" y="422"/>
                      <a:pt x="0" y="422"/>
                      <a:pt x="0" y="422"/>
                    </a:cubicBezTo>
                    <a:cubicBezTo>
                      <a:pt x="75" y="436"/>
                      <a:pt x="75" y="436"/>
                      <a:pt x="75" y="436"/>
                    </a:cubicBezTo>
                    <a:cubicBezTo>
                      <a:pt x="80" y="460"/>
                      <a:pt x="85" y="479"/>
                      <a:pt x="94" y="500"/>
                    </a:cubicBezTo>
                    <a:lnTo>
                      <a:pt x="94" y="500"/>
                    </a:lnTo>
                    <a:cubicBezTo>
                      <a:pt x="37" y="551"/>
                      <a:pt x="37" y="551"/>
                      <a:pt x="37" y="551"/>
                    </a:cubicBezTo>
                    <a:cubicBezTo>
                      <a:pt x="77" y="618"/>
                      <a:pt x="77" y="618"/>
                      <a:pt x="77" y="618"/>
                    </a:cubicBezTo>
                    <a:cubicBezTo>
                      <a:pt x="150" y="591"/>
                      <a:pt x="150" y="591"/>
                      <a:pt x="150" y="591"/>
                    </a:cubicBezTo>
                    <a:cubicBezTo>
                      <a:pt x="166" y="610"/>
                      <a:pt x="185" y="626"/>
                      <a:pt x="206" y="639"/>
                    </a:cubicBezTo>
                    <a:cubicBezTo>
                      <a:pt x="206" y="642"/>
                      <a:pt x="206" y="642"/>
                      <a:pt x="206" y="642"/>
                    </a:cubicBezTo>
                    <a:cubicBezTo>
                      <a:pt x="185" y="714"/>
                      <a:pt x="185" y="714"/>
                      <a:pt x="185" y="714"/>
                    </a:cubicBezTo>
                    <a:cubicBezTo>
                      <a:pt x="257" y="746"/>
                      <a:pt x="257" y="746"/>
                      <a:pt x="257" y="746"/>
                    </a:cubicBezTo>
                    <a:cubicBezTo>
                      <a:pt x="302" y="685"/>
                      <a:pt x="302" y="685"/>
                      <a:pt x="302" y="685"/>
                    </a:cubicBezTo>
                    <a:lnTo>
                      <a:pt x="302" y="685"/>
                    </a:lnTo>
                    <a:cubicBezTo>
                      <a:pt x="318" y="687"/>
                      <a:pt x="334" y="693"/>
                      <a:pt x="350" y="693"/>
                    </a:cubicBezTo>
                    <a:cubicBezTo>
                      <a:pt x="350" y="695"/>
                      <a:pt x="350" y="695"/>
                      <a:pt x="350" y="695"/>
                    </a:cubicBezTo>
                    <a:cubicBezTo>
                      <a:pt x="369" y="768"/>
                      <a:pt x="369" y="768"/>
                      <a:pt x="369" y="768"/>
                    </a:cubicBezTo>
                    <a:cubicBezTo>
                      <a:pt x="446" y="765"/>
                      <a:pt x="446" y="765"/>
                      <a:pt x="446" y="765"/>
                    </a:cubicBezTo>
                    <a:cubicBezTo>
                      <a:pt x="457" y="687"/>
                      <a:pt x="457" y="687"/>
                      <a:pt x="457" y="687"/>
                    </a:cubicBezTo>
                    <a:cubicBezTo>
                      <a:pt x="457" y="685"/>
                      <a:pt x="457" y="685"/>
                      <a:pt x="457" y="685"/>
                    </a:cubicBezTo>
                    <a:cubicBezTo>
                      <a:pt x="473" y="682"/>
                      <a:pt x="489" y="677"/>
                      <a:pt x="503" y="671"/>
                    </a:cubicBezTo>
                    <a:cubicBezTo>
                      <a:pt x="505" y="674"/>
                      <a:pt x="505" y="674"/>
                      <a:pt x="505" y="674"/>
                    </a:cubicBezTo>
                    <a:cubicBezTo>
                      <a:pt x="556" y="728"/>
                      <a:pt x="556" y="728"/>
                      <a:pt x="556" y="728"/>
                    </a:cubicBezTo>
                    <a:cubicBezTo>
                      <a:pt x="620" y="687"/>
                      <a:pt x="620" y="687"/>
                      <a:pt x="620" y="687"/>
                    </a:cubicBezTo>
                    <a:cubicBezTo>
                      <a:pt x="594" y="615"/>
                      <a:pt x="594" y="615"/>
                      <a:pt x="594" y="615"/>
                    </a:cubicBezTo>
                    <a:cubicBezTo>
                      <a:pt x="591" y="612"/>
                      <a:pt x="591" y="612"/>
                      <a:pt x="591" y="612"/>
                    </a:cubicBezTo>
                    <a:cubicBezTo>
                      <a:pt x="604" y="602"/>
                      <a:pt x="615" y="591"/>
                      <a:pt x="626" y="578"/>
                    </a:cubicBezTo>
                    <a:cubicBezTo>
                      <a:pt x="628" y="578"/>
                      <a:pt x="628" y="578"/>
                      <a:pt x="628" y="578"/>
                    </a:cubicBezTo>
                    <a:cubicBezTo>
                      <a:pt x="701" y="605"/>
                      <a:pt x="701" y="605"/>
                      <a:pt x="701" y="605"/>
                    </a:cubicBezTo>
                    <a:cubicBezTo>
                      <a:pt x="738" y="535"/>
                      <a:pt x="738" y="535"/>
                      <a:pt x="738" y="535"/>
                    </a:cubicBezTo>
                    <a:cubicBezTo>
                      <a:pt x="677" y="484"/>
                      <a:pt x="677" y="484"/>
                      <a:pt x="677" y="484"/>
                    </a:cubicBezTo>
                    <a:cubicBezTo>
                      <a:pt x="677" y="481"/>
                      <a:pt x="677" y="481"/>
                      <a:pt x="677" y="481"/>
                    </a:cubicBezTo>
                    <a:cubicBezTo>
                      <a:pt x="682" y="465"/>
                      <a:pt x="685" y="452"/>
                      <a:pt x="690" y="428"/>
                    </a:cubicBezTo>
                    <a:cubicBezTo>
                      <a:pt x="693" y="428"/>
                      <a:pt x="693" y="428"/>
                      <a:pt x="693" y="428"/>
                    </a:cubicBezTo>
                    <a:cubicBezTo>
                      <a:pt x="757" y="425"/>
                      <a:pt x="757" y="425"/>
                      <a:pt x="757" y="425"/>
                    </a:cubicBezTo>
                    <a:cubicBezTo>
                      <a:pt x="757" y="348"/>
                      <a:pt x="757" y="348"/>
                      <a:pt x="757" y="348"/>
                    </a:cubicBezTo>
                    <a:cubicBezTo>
                      <a:pt x="685" y="332"/>
                      <a:pt x="685" y="332"/>
                      <a:pt x="685" y="332"/>
                    </a:cubicBezTo>
                    <a:cubicBezTo>
                      <a:pt x="687" y="332"/>
                      <a:pt x="687" y="332"/>
                      <a:pt x="687" y="332"/>
                    </a:cubicBezTo>
                    <a:cubicBezTo>
                      <a:pt x="682" y="310"/>
                      <a:pt x="679" y="289"/>
                      <a:pt x="671" y="270"/>
                    </a:cubicBezTo>
                    <a:cubicBezTo>
                      <a:pt x="674" y="267"/>
                      <a:pt x="674" y="267"/>
                      <a:pt x="674" y="267"/>
                    </a:cubicBezTo>
                    <a:cubicBezTo>
                      <a:pt x="730" y="217"/>
                      <a:pt x="730" y="217"/>
                      <a:pt x="730" y="217"/>
                    </a:cubicBezTo>
                    <a:cubicBezTo>
                      <a:pt x="690" y="152"/>
                      <a:pt x="690" y="152"/>
                      <a:pt x="690" y="152"/>
                    </a:cubicBezTo>
                    <a:cubicBezTo>
                      <a:pt x="618" y="179"/>
                      <a:pt x="618" y="179"/>
                      <a:pt x="618" y="179"/>
                    </a:cubicBezTo>
                    <a:cubicBezTo>
                      <a:pt x="615" y="179"/>
                      <a:pt x="615" y="179"/>
                      <a:pt x="615" y="179"/>
                    </a:cubicBezTo>
                    <a:cubicBezTo>
                      <a:pt x="599" y="161"/>
                      <a:pt x="580" y="144"/>
                      <a:pt x="562" y="128"/>
                    </a:cubicBezTo>
                    <a:cubicBezTo>
                      <a:pt x="562" y="126"/>
                      <a:pt x="562" y="126"/>
                      <a:pt x="562" y="126"/>
                    </a:cubicBezTo>
                    <a:cubicBezTo>
                      <a:pt x="580" y="53"/>
                      <a:pt x="580" y="53"/>
                      <a:pt x="580" y="53"/>
                    </a:cubicBezTo>
                    <a:cubicBezTo>
                      <a:pt x="511" y="21"/>
                      <a:pt x="511" y="21"/>
                      <a:pt x="511" y="21"/>
                    </a:cubicBezTo>
                    <a:cubicBezTo>
                      <a:pt x="465" y="86"/>
                      <a:pt x="465" y="86"/>
                      <a:pt x="465" y="86"/>
                    </a:cubicBezTo>
                    <a:close/>
                    <a:moveTo>
                      <a:pt x="639" y="385"/>
                    </a:moveTo>
                    <a:lnTo>
                      <a:pt x="639" y="385"/>
                    </a:lnTo>
                    <a:cubicBezTo>
                      <a:pt x="639" y="527"/>
                      <a:pt x="524" y="642"/>
                      <a:pt x="382" y="642"/>
                    </a:cubicBezTo>
                    <a:cubicBezTo>
                      <a:pt x="241" y="642"/>
                      <a:pt x="125" y="527"/>
                      <a:pt x="125" y="385"/>
                    </a:cubicBezTo>
                    <a:cubicBezTo>
                      <a:pt x="125" y="241"/>
                      <a:pt x="241" y="126"/>
                      <a:pt x="382" y="126"/>
                    </a:cubicBezTo>
                    <a:cubicBezTo>
                      <a:pt x="524" y="126"/>
                      <a:pt x="639" y="241"/>
                      <a:pt x="639" y="385"/>
                    </a:cubicBezTo>
                    <a:close/>
                  </a:path>
                </a:pathLst>
              </a:custGeom>
              <a:grpFill/>
              <a:ln>
                <a:noFill/>
              </a:ln>
              <a:effectLst/>
            </p:spPr>
            <p:txBody>
              <a:bodyPr wrap="none" anchor="ctr"/>
              <a:lstStyle/>
              <a:p>
                <a:pPr>
                  <a:defRPr/>
                </a:pPr>
                <a:endParaRPr lang="en-US" sz="1800" dirty="0">
                  <a:latin typeface="微软雅黑" panose="020B0503020204020204" charset="-122"/>
                </a:endParaRPr>
              </a:p>
            </p:txBody>
          </p:sp>
        </p:grpSp>
        <p:grpSp>
          <p:nvGrpSpPr>
            <p:cNvPr id="270" name="Group 269"/>
            <p:cNvGrpSpPr/>
            <p:nvPr/>
          </p:nvGrpSpPr>
          <p:grpSpPr>
            <a:xfrm>
              <a:off x="16982890" y="2802388"/>
              <a:ext cx="1633305" cy="1645846"/>
              <a:chOff x="16982890" y="2802388"/>
              <a:chExt cx="1633305" cy="1645846"/>
            </a:xfrm>
            <a:solidFill>
              <a:schemeClr val="accent5"/>
            </a:solidFill>
          </p:grpSpPr>
          <p:sp>
            <p:nvSpPr>
              <p:cNvPr id="271" name="Freeform 194"/>
              <p:cNvSpPr>
                <a:spLocks noChangeArrowheads="1"/>
              </p:cNvSpPr>
              <p:nvPr/>
            </p:nvSpPr>
            <p:spPr bwMode="auto">
              <a:xfrm>
                <a:off x="17262159" y="3090094"/>
                <a:ext cx="1070534" cy="1070435"/>
              </a:xfrm>
              <a:custGeom>
                <a:avLst/>
                <a:gdLst>
                  <a:gd name="T0" fmla="*/ 433 w 1122"/>
                  <a:gd name="T1" fmla="*/ 72 h 1121"/>
                  <a:gd name="T2" fmla="*/ 433 w 1122"/>
                  <a:gd name="T3" fmla="*/ 72 h 1121"/>
                  <a:gd name="T4" fmla="*/ 72 w 1122"/>
                  <a:gd name="T5" fmla="*/ 687 h 1121"/>
                  <a:gd name="T6" fmla="*/ 687 w 1122"/>
                  <a:gd name="T7" fmla="*/ 1051 h 1121"/>
                  <a:gd name="T8" fmla="*/ 1051 w 1122"/>
                  <a:gd name="T9" fmla="*/ 433 h 1121"/>
                  <a:gd name="T10" fmla="*/ 433 w 1122"/>
                  <a:gd name="T11" fmla="*/ 72 h 1121"/>
                </a:gdLst>
                <a:ahLst/>
                <a:cxnLst>
                  <a:cxn ang="0">
                    <a:pos x="T0" y="T1"/>
                  </a:cxn>
                  <a:cxn ang="0">
                    <a:pos x="T2" y="T3"/>
                  </a:cxn>
                  <a:cxn ang="0">
                    <a:pos x="T4" y="T5"/>
                  </a:cxn>
                  <a:cxn ang="0">
                    <a:pos x="T6" y="T7"/>
                  </a:cxn>
                  <a:cxn ang="0">
                    <a:pos x="T8" y="T9"/>
                  </a:cxn>
                  <a:cxn ang="0">
                    <a:pos x="T10" y="T11"/>
                  </a:cxn>
                </a:cxnLst>
                <a:rect l="0" t="0" r="r" b="b"/>
                <a:pathLst>
                  <a:path w="1122" h="1121">
                    <a:moveTo>
                      <a:pt x="433" y="72"/>
                    </a:moveTo>
                    <a:lnTo>
                      <a:pt x="433" y="72"/>
                    </a:lnTo>
                    <a:cubicBezTo>
                      <a:pt x="163" y="141"/>
                      <a:pt x="0" y="417"/>
                      <a:pt x="72" y="687"/>
                    </a:cubicBezTo>
                    <a:cubicBezTo>
                      <a:pt x="141" y="957"/>
                      <a:pt x="417" y="1120"/>
                      <a:pt x="687" y="1051"/>
                    </a:cubicBezTo>
                    <a:cubicBezTo>
                      <a:pt x="957" y="981"/>
                      <a:pt x="1121" y="703"/>
                      <a:pt x="1051" y="433"/>
                    </a:cubicBezTo>
                    <a:cubicBezTo>
                      <a:pt x="979" y="163"/>
                      <a:pt x="703" y="0"/>
                      <a:pt x="433" y="72"/>
                    </a:cubicBezTo>
                  </a:path>
                </a:pathLst>
              </a:custGeom>
              <a:grpFill/>
              <a:ln>
                <a:noFill/>
              </a:ln>
              <a:effectLst/>
            </p:spPr>
            <p:txBody>
              <a:bodyPr wrap="none" anchor="ctr"/>
              <a:lstStyle/>
              <a:p>
                <a:pPr>
                  <a:defRPr/>
                </a:pPr>
                <a:endParaRPr lang="en-US" sz="1800" dirty="0">
                  <a:latin typeface="微软雅黑" panose="020B0503020204020204" charset="-122"/>
                </a:endParaRPr>
              </a:p>
            </p:txBody>
          </p:sp>
          <p:sp>
            <p:nvSpPr>
              <p:cNvPr id="272" name="Freeform 195"/>
              <p:cNvSpPr>
                <a:spLocks noChangeArrowheads="1"/>
              </p:cNvSpPr>
              <p:nvPr/>
            </p:nvSpPr>
            <p:spPr bwMode="auto">
              <a:xfrm>
                <a:off x="16982890" y="2802388"/>
                <a:ext cx="1633305" cy="1645846"/>
              </a:xfrm>
              <a:custGeom>
                <a:avLst/>
                <a:gdLst>
                  <a:gd name="T0" fmla="*/ 861 w 1708"/>
                  <a:gd name="T1" fmla="*/ 163 h 1721"/>
                  <a:gd name="T2" fmla="*/ 749 w 1708"/>
                  <a:gd name="T3" fmla="*/ 166 h 1721"/>
                  <a:gd name="T4" fmla="*/ 503 w 1708"/>
                  <a:gd name="T5" fmla="*/ 72 h 1721"/>
                  <a:gd name="T6" fmla="*/ 431 w 1708"/>
                  <a:gd name="T7" fmla="*/ 305 h 1721"/>
                  <a:gd name="T8" fmla="*/ 286 w 1708"/>
                  <a:gd name="T9" fmla="*/ 208 h 1721"/>
                  <a:gd name="T10" fmla="*/ 270 w 1708"/>
                  <a:gd name="T11" fmla="*/ 479 h 1721"/>
                  <a:gd name="T12" fmla="*/ 212 w 1708"/>
                  <a:gd name="T13" fmla="*/ 575 h 1721"/>
                  <a:gd name="T14" fmla="*/ 0 w 1708"/>
                  <a:gd name="T15" fmla="*/ 733 h 1721"/>
                  <a:gd name="T16" fmla="*/ 158 w 1708"/>
                  <a:gd name="T17" fmla="*/ 920 h 1721"/>
                  <a:gd name="T18" fmla="*/ 6 w 1708"/>
                  <a:gd name="T19" fmla="*/ 990 h 1721"/>
                  <a:gd name="T20" fmla="*/ 220 w 1708"/>
                  <a:gd name="T21" fmla="*/ 1148 h 1721"/>
                  <a:gd name="T22" fmla="*/ 289 w 1708"/>
                  <a:gd name="T23" fmla="*/ 1276 h 1721"/>
                  <a:gd name="T24" fmla="*/ 321 w 1708"/>
                  <a:gd name="T25" fmla="*/ 1538 h 1721"/>
                  <a:gd name="T26" fmla="*/ 613 w 1708"/>
                  <a:gd name="T27" fmla="*/ 1517 h 1721"/>
                  <a:gd name="T28" fmla="*/ 610 w 1708"/>
                  <a:gd name="T29" fmla="*/ 1688 h 1721"/>
                  <a:gd name="T30" fmla="*/ 845 w 1708"/>
                  <a:gd name="T31" fmla="*/ 1557 h 1721"/>
                  <a:gd name="T32" fmla="*/ 958 w 1708"/>
                  <a:gd name="T33" fmla="*/ 1552 h 1721"/>
                  <a:gd name="T34" fmla="*/ 1038 w 1708"/>
                  <a:gd name="T35" fmla="*/ 1704 h 1721"/>
                  <a:gd name="T36" fmla="*/ 1183 w 1708"/>
                  <a:gd name="T37" fmla="*/ 1477 h 1721"/>
                  <a:gd name="T38" fmla="*/ 1276 w 1708"/>
                  <a:gd name="T39" fmla="*/ 1415 h 1721"/>
                  <a:gd name="T40" fmla="*/ 1423 w 1708"/>
                  <a:gd name="T41" fmla="*/ 1511 h 1721"/>
                  <a:gd name="T42" fmla="*/ 1439 w 1708"/>
                  <a:gd name="T43" fmla="*/ 1241 h 1721"/>
                  <a:gd name="T44" fmla="*/ 1490 w 1708"/>
                  <a:gd name="T45" fmla="*/ 1142 h 1721"/>
                  <a:gd name="T46" fmla="*/ 1664 w 1708"/>
                  <a:gd name="T47" fmla="*/ 1158 h 1721"/>
                  <a:gd name="T48" fmla="*/ 1549 w 1708"/>
                  <a:gd name="T49" fmla="*/ 915 h 1721"/>
                  <a:gd name="T50" fmla="*/ 1541 w 1708"/>
                  <a:gd name="T51" fmla="*/ 779 h 1721"/>
                  <a:gd name="T52" fmla="*/ 1688 w 1708"/>
                  <a:gd name="T53" fmla="*/ 736 h 1721"/>
                  <a:gd name="T54" fmla="*/ 1479 w 1708"/>
                  <a:gd name="T55" fmla="*/ 575 h 1721"/>
                  <a:gd name="T56" fmla="*/ 1413 w 1708"/>
                  <a:gd name="T57" fmla="*/ 450 h 1721"/>
                  <a:gd name="T58" fmla="*/ 1514 w 1708"/>
                  <a:gd name="T59" fmla="*/ 302 h 1721"/>
                  <a:gd name="T60" fmla="*/ 1247 w 1708"/>
                  <a:gd name="T61" fmla="*/ 283 h 1721"/>
                  <a:gd name="T62" fmla="*/ 1094 w 1708"/>
                  <a:gd name="T63" fmla="*/ 206 h 1721"/>
                  <a:gd name="T64" fmla="*/ 1097 w 1708"/>
                  <a:gd name="T65" fmla="*/ 32 h 1721"/>
                  <a:gd name="T66" fmla="*/ 861 w 1708"/>
                  <a:gd name="T67" fmla="*/ 163 h 1721"/>
                  <a:gd name="T68" fmla="*/ 1413 w 1708"/>
                  <a:gd name="T69" fmla="*/ 714 h 1721"/>
                  <a:gd name="T70" fmla="*/ 292 w 1708"/>
                  <a:gd name="T71" fmla="*/ 1006 h 1721"/>
                  <a:gd name="T72" fmla="*/ 1413 w 1708"/>
                  <a:gd name="T73" fmla="*/ 714 h 1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708" h="1721">
                    <a:moveTo>
                      <a:pt x="861" y="163"/>
                    </a:moveTo>
                    <a:lnTo>
                      <a:pt x="861" y="163"/>
                    </a:lnTo>
                    <a:cubicBezTo>
                      <a:pt x="827" y="163"/>
                      <a:pt x="789" y="166"/>
                      <a:pt x="752" y="171"/>
                    </a:cubicBezTo>
                    <a:cubicBezTo>
                      <a:pt x="749" y="166"/>
                      <a:pt x="749" y="166"/>
                      <a:pt x="749" y="166"/>
                    </a:cubicBezTo>
                    <a:cubicBezTo>
                      <a:pt x="669" y="16"/>
                      <a:pt x="669" y="16"/>
                      <a:pt x="669" y="16"/>
                    </a:cubicBezTo>
                    <a:cubicBezTo>
                      <a:pt x="503" y="72"/>
                      <a:pt x="503" y="72"/>
                      <a:pt x="503" y="72"/>
                    </a:cubicBezTo>
                    <a:cubicBezTo>
                      <a:pt x="527" y="243"/>
                      <a:pt x="527" y="243"/>
                      <a:pt x="527" y="243"/>
                    </a:cubicBezTo>
                    <a:cubicBezTo>
                      <a:pt x="492" y="262"/>
                      <a:pt x="460" y="281"/>
                      <a:pt x="431" y="305"/>
                    </a:cubicBezTo>
                    <a:cubicBezTo>
                      <a:pt x="428" y="302"/>
                      <a:pt x="428" y="302"/>
                      <a:pt x="428" y="302"/>
                    </a:cubicBezTo>
                    <a:cubicBezTo>
                      <a:pt x="286" y="208"/>
                      <a:pt x="286" y="208"/>
                      <a:pt x="286" y="208"/>
                    </a:cubicBezTo>
                    <a:cubicBezTo>
                      <a:pt x="169" y="337"/>
                      <a:pt x="169" y="337"/>
                      <a:pt x="169" y="337"/>
                    </a:cubicBezTo>
                    <a:cubicBezTo>
                      <a:pt x="270" y="479"/>
                      <a:pt x="270" y="479"/>
                      <a:pt x="270" y="479"/>
                    </a:cubicBezTo>
                    <a:cubicBezTo>
                      <a:pt x="249" y="508"/>
                      <a:pt x="230" y="543"/>
                      <a:pt x="214" y="578"/>
                    </a:cubicBezTo>
                    <a:cubicBezTo>
                      <a:pt x="212" y="575"/>
                      <a:pt x="212" y="575"/>
                      <a:pt x="212" y="575"/>
                    </a:cubicBezTo>
                    <a:cubicBezTo>
                      <a:pt x="43" y="562"/>
                      <a:pt x="43" y="562"/>
                      <a:pt x="43" y="562"/>
                    </a:cubicBezTo>
                    <a:cubicBezTo>
                      <a:pt x="0" y="733"/>
                      <a:pt x="0" y="733"/>
                      <a:pt x="0" y="733"/>
                    </a:cubicBezTo>
                    <a:cubicBezTo>
                      <a:pt x="158" y="808"/>
                      <a:pt x="158" y="808"/>
                      <a:pt x="158" y="808"/>
                    </a:cubicBezTo>
                    <a:cubicBezTo>
                      <a:pt x="155" y="845"/>
                      <a:pt x="150" y="864"/>
                      <a:pt x="158" y="920"/>
                    </a:cubicBezTo>
                    <a:cubicBezTo>
                      <a:pt x="155" y="923"/>
                      <a:pt x="155" y="923"/>
                      <a:pt x="155" y="923"/>
                    </a:cubicBezTo>
                    <a:cubicBezTo>
                      <a:pt x="6" y="990"/>
                      <a:pt x="6" y="990"/>
                      <a:pt x="6" y="990"/>
                    </a:cubicBezTo>
                    <a:cubicBezTo>
                      <a:pt x="48" y="1158"/>
                      <a:pt x="48" y="1158"/>
                      <a:pt x="48" y="1158"/>
                    </a:cubicBezTo>
                    <a:cubicBezTo>
                      <a:pt x="220" y="1148"/>
                      <a:pt x="220" y="1148"/>
                      <a:pt x="220" y="1148"/>
                    </a:cubicBezTo>
                    <a:cubicBezTo>
                      <a:pt x="241" y="1193"/>
                      <a:pt x="262" y="1236"/>
                      <a:pt x="292" y="1276"/>
                    </a:cubicBezTo>
                    <a:cubicBezTo>
                      <a:pt x="289" y="1276"/>
                      <a:pt x="289" y="1276"/>
                      <a:pt x="289" y="1276"/>
                    </a:cubicBezTo>
                    <a:cubicBezTo>
                      <a:pt x="196" y="1418"/>
                      <a:pt x="196" y="1418"/>
                      <a:pt x="196" y="1418"/>
                    </a:cubicBezTo>
                    <a:cubicBezTo>
                      <a:pt x="321" y="1538"/>
                      <a:pt x="321" y="1538"/>
                      <a:pt x="321" y="1538"/>
                    </a:cubicBezTo>
                    <a:cubicBezTo>
                      <a:pt x="463" y="1439"/>
                      <a:pt x="463" y="1439"/>
                      <a:pt x="463" y="1439"/>
                    </a:cubicBezTo>
                    <a:cubicBezTo>
                      <a:pt x="508" y="1471"/>
                      <a:pt x="559" y="1495"/>
                      <a:pt x="613" y="1517"/>
                    </a:cubicBezTo>
                    <a:cubicBezTo>
                      <a:pt x="613" y="1519"/>
                      <a:pt x="613" y="1519"/>
                      <a:pt x="613" y="1519"/>
                    </a:cubicBezTo>
                    <a:cubicBezTo>
                      <a:pt x="610" y="1688"/>
                      <a:pt x="610" y="1688"/>
                      <a:pt x="610" y="1688"/>
                    </a:cubicBezTo>
                    <a:cubicBezTo>
                      <a:pt x="781" y="1720"/>
                      <a:pt x="781" y="1720"/>
                      <a:pt x="781" y="1720"/>
                    </a:cubicBezTo>
                    <a:cubicBezTo>
                      <a:pt x="845" y="1557"/>
                      <a:pt x="845" y="1557"/>
                      <a:pt x="845" y="1557"/>
                    </a:cubicBezTo>
                    <a:lnTo>
                      <a:pt x="845" y="1557"/>
                    </a:lnTo>
                    <a:cubicBezTo>
                      <a:pt x="883" y="1557"/>
                      <a:pt x="920" y="1557"/>
                      <a:pt x="958" y="1552"/>
                    </a:cubicBezTo>
                    <a:cubicBezTo>
                      <a:pt x="960" y="1554"/>
                      <a:pt x="960" y="1554"/>
                      <a:pt x="960" y="1554"/>
                    </a:cubicBezTo>
                    <a:cubicBezTo>
                      <a:pt x="1038" y="1704"/>
                      <a:pt x="1038" y="1704"/>
                      <a:pt x="1038" y="1704"/>
                    </a:cubicBezTo>
                    <a:cubicBezTo>
                      <a:pt x="1204" y="1651"/>
                      <a:pt x="1204" y="1651"/>
                      <a:pt x="1204" y="1651"/>
                    </a:cubicBezTo>
                    <a:cubicBezTo>
                      <a:pt x="1183" y="1477"/>
                      <a:pt x="1183" y="1477"/>
                      <a:pt x="1183" y="1477"/>
                    </a:cubicBezTo>
                    <a:cubicBezTo>
                      <a:pt x="1183" y="1474"/>
                      <a:pt x="1183" y="1474"/>
                      <a:pt x="1183" y="1474"/>
                    </a:cubicBezTo>
                    <a:cubicBezTo>
                      <a:pt x="1214" y="1458"/>
                      <a:pt x="1247" y="1437"/>
                      <a:pt x="1276" y="1415"/>
                    </a:cubicBezTo>
                    <a:cubicBezTo>
                      <a:pt x="1281" y="1418"/>
                      <a:pt x="1281" y="1418"/>
                      <a:pt x="1281" y="1418"/>
                    </a:cubicBezTo>
                    <a:cubicBezTo>
                      <a:pt x="1423" y="1511"/>
                      <a:pt x="1423" y="1511"/>
                      <a:pt x="1423" y="1511"/>
                    </a:cubicBezTo>
                    <a:cubicBezTo>
                      <a:pt x="1541" y="1383"/>
                      <a:pt x="1541" y="1383"/>
                      <a:pt x="1541" y="1383"/>
                    </a:cubicBezTo>
                    <a:cubicBezTo>
                      <a:pt x="1439" y="1241"/>
                      <a:pt x="1439" y="1241"/>
                      <a:pt x="1439" y="1241"/>
                    </a:cubicBezTo>
                    <a:cubicBezTo>
                      <a:pt x="1437" y="1241"/>
                      <a:pt x="1437" y="1241"/>
                      <a:pt x="1437" y="1241"/>
                    </a:cubicBezTo>
                    <a:cubicBezTo>
                      <a:pt x="1458" y="1209"/>
                      <a:pt x="1474" y="1177"/>
                      <a:pt x="1490" y="1142"/>
                    </a:cubicBezTo>
                    <a:cubicBezTo>
                      <a:pt x="1495" y="1145"/>
                      <a:pt x="1495" y="1145"/>
                      <a:pt x="1495" y="1145"/>
                    </a:cubicBezTo>
                    <a:cubicBezTo>
                      <a:pt x="1664" y="1158"/>
                      <a:pt x="1664" y="1158"/>
                      <a:pt x="1664" y="1158"/>
                    </a:cubicBezTo>
                    <a:cubicBezTo>
                      <a:pt x="1707" y="990"/>
                      <a:pt x="1707" y="990"/>
                      <a:pt x="1707" y="990"/>
                    </a:cubicBezTo>
                    <a:cubicBezTo>
                      <a:pt x="1549" y="915"/>
                      <a:pt x="1549" y="915"/>
                      <a:pt x="1549" y="915"/>
                    </a:cubicBezTo>
                    <a:cubicBezTo>
                      <a:pt x="1544" y="901"/>
                      <a:pt x="1544" y="901"/>
                      <a:pt x="1544" y="901"/>
                    </a:cubicBezTo>
                    <a:cubicBezTo>
                      <a:pt x="1549" y="867"/>
                      <a:pt x="1549" y="835"/>
                      <a:pt x="1541" y="779"/>
                    </a:cubicBezTo>
                    <a:cubicBezTo>
                      <a:pt x="1549" y="779"/>
                      <a:pt x="1549" y="779"/>
                      <a:pt x="1549" y="779"/>
                    </a:cubicBezTo>
                    <a:cubicBezTo>
                      <a:pt x="1688" y="736"/>
                      <a:pt x="1688" y="736"/>
                      <a:pt x="1688" y="736"/>
                    </a:cubicBezTo>
                    <a:cubicBezTo>
                      <a:pt x="1643" y="567"/>
                      <a:pt x="1643" y="567"/>
                      <a:pt x="1643" y="567"/>
                    </a:cubicBezTo>
                    <a:cubicBezTo>
                      <a:pt x="1479" y="575"/>
                      <a:pt x="1479" y="575"/>
                      <a:pt x="1479" y="575"/>
                    </a:cubicBezTo>
                    <a:cubicBezTo>
                      <a:pt x="1482" y="575"/>
                      <a:pt x="1482" y="575"/>
                      <a:pt x="1482" y="575"/>
                    </a:cubicBezTo>
                    <a:cubicBezTo>
                      <a:pt x="1463" y="530"/>
                      <a:pt x="1442" y="487"/>
                      <a:pt x="1413" y="450"/>
                    </a:cubicBezTo>
                    <a:cubicBezTo>
                      <a:pt x="1418" y="444"/>
                      <a:pt x="1418" y="444"/>
                      <a:pt x="1418" y="444"/>
                    </a:cubicBezTo>
                    <a:cubicBezTo>
                      <a:pt x="1514" y="302"/>
                      <a:pt x="1514" y="302"/>
                      <a:pt x="1514" y="302"/>
                    </a:cubicBezTo>
                    <a:cubicBezTo>
                      <a:pt x="1388" y="182"/>
                      <a:pt x="1388" y="182"/>
                      <a:pt x="1388" y="182"/>
                    </a:cubicBezTo>
                    <a:cubicBezTo>
                      <a:pt x="1247" y="283"/>
                      <a:pt x="1247" y="283"/>
                      <a:pt x="1247" y="283"/>
                    </a:cubicBezTo>
                    <a:cubicBezTo>
                      <a:pt x="1244" y="283"/>
                      <a:pt x="1244" y="283"/>
                      <a:pt x="1244" y="283"/>
                    </a:cubicBezTo>
                    <a:cubicBezTo>
                      <a:pt x="1199" y="251"/>
                      <a:pt x="1148" y="227"/>
                      <a:pt x="1094" y="206"/>
                    </a:cubicBezTo>
                    <a:cubicBezTo>
                      <a:pt x="1097" y="201"/>
                      <a:pt x="1097" y="201"/>
                      <a:pt x="1097" y="201"/>
                    </a:cubicBezTo>
                    <a:cubicBezTo>
                      <a:pt x="1097" y="32"/>
                      <a:pt x="1097" y="32"/>
                      <a:pt x="1097" y="32"/>
                    </a:cubicBezTo>
                    <a:cubicBezTo>
                      <a:pt x="926" y="0"/>
                      <a:pt x="926" y="0"/>
                      <a:pt x="926" y="0"/>
                    </a:cubicBezTo>
                    <a:cubicBezTo>
                      <a:pt x="861" y="163"/>
                      <a:pt x="861" y="163"/>
                      <a:pt x="861" y="163"/>
                    </a:cubicBezTo>
                    <a:close/>
                    <a:moveTo>
                      <a:pt x="1413" y="714"/>
                    </a:moveTo>
                    <a:lnTo>
                      <a:pt x="1413" y="714"/>
                    </a:lnTo>
                    <a:cubicBezTo>
                      <a:pt x="1493" y="1025"/>
                      <a:pt x="1308" y="1340"/>
                      <a:pt x="998" y="1420"/>
                    </a:cubicBezTo>
                    <a:cubicBezTo>
                      <a:pt x="688" y="1501"/>
                      <a:pt x="372" y="1316"/>
                      <a:pt x="292" y="1006"/>
                    </a:cubicBezTo>
                    <a:cubicBezTo>
                      <a:pt x="212" y="695"/>
                      <a:pt x="399" y="380"/>
                      <a:pt x="706" y="300"/>
                    </a:cubicBezTo>
                    <a:cubicBezTo>
                      <a:pt x="1017" y="219"/>
                      <a:pt x="1332" y="407"/>
                      <a:pt x="1413" y="714"/>
                    </a:cubicBezTo>
                    <a:close/>
                  </a:path>
                </a:pathLst>
              </a:custGeom>
              <a:grpFill/>
              <a:ln>
                <a:noFill/>
              </a:ln>
              <a:effectLst/>
            </p:spPr>
            <p:txBody>
              <a:bodyPr wrap="none" anchor="ctr"/>
              <a:lstStyle/>
              <a:p>
                <a:pPr>
                  <a:defRPr/>
                </a:pPr>
                <a:endParaRPr lang="en-US" sz="1800" dirty="0">
                  <a:latin typeface="微软雅黑" panose="020B0503020204020204" charset="-122"/>
                </a:endParaRPr>
              </a:p>
            </p:txBody>
          </p:sp>
        </p:grpSp>
        <p:grpSp>
          <p:nvGrpSpPr>
            <p:cNvPr id="273" name="Group 272"/>
            <p:cNvGrpSpPr/>
            <p:nvPr/>
          </p:nvGrpSpPr>
          <p:grpSpPr>
            <a:xfrm>
              <a:off x="19035099" y="4097064"/>
              <a:ext cx="1370960" cy="1362372"/>
              <a:chOff x="19035099" y="4097064"/>
              <a:chExt cx="1370960" cy="1362372"/>
            </a:xfrm>
            <a:solidFill>
              <a:schemeClr val="accent2"/>
            </a:solidFill>
          </p:grpSpPr>
          <p:sp>
            <p:nvSpPr>
              <p:cNvPr id="274" name="Freeform 198"/>
              <p:cNvSpPr>
                <a:spLocks noChangeArrowheads="1"/>
              </p:cNvSpPr>
              <p:nvPr/>
            </p:nvSpPr>
            <p:spPr bwMode="auto">
              <a:xfrm>
                <a:off x="19263592" y="4325536"/>
                <a:ext cx="905511" cy="905427"/>
              </a:xfrm>
              <a:custGeom>
                <a:avLst/>
                <a:gdLst>
                  <a:gd name="T0" fmla="*/ 224 w 950"/>
                  <a:gd name="T1" fmla="*/ 139 h 951"/>
                  <a:gd name="T2" fmla="*/ 224 w 950"/>
                  <a:gd name="T3" fmla="*/ 139 h 951"/>
                  <a:gd name="T4" fmla="*/ 139 w 950"/>
                  <a:gd name="T5" fmla="*/ 725 h 951"/>
                  <a:gd name="T6" fmla="*/ 725 w 950"/>
                  <a:gd name="T7" fmla="*/ 810 h 951"/>
                  <a:gd name="T8" fmla="*/ 810 w 950"/>
                  <a:gd name="T9" fmla="*/ 224 h 951"/>
                  <a:gd name="T10" fmla="*/ 224 w 950"/>
                  <a:gd name="T11" fmla="*/ 139 h 951"/>
                </a:gdLst>
                <a:ahLst/>
                <a:cxnLst>
                  <a:cxn ang="0">
                    <a:pos x="T0" y="T1"/>
                  </a:cxn>
                  <a:cxn ang="0">
                    <a:pos x="T2" y="T3"/>
                  </a:cxn>
                  <a:cxn ang="0">
                    <a:pos x="T4" y="T5"/>
                  </a:cxn>
                  <a:cxn ang="0">
                    <a:pos x="T6" y="T7"/>
                  </a:cxn>
                  <a:cxn ang="0">
                    <a:pos x="T8" y="T9"/>
                  </a:cxn>
                  <a:cxn ang="0">
                    <a:pos x="T10" y="T11"/>
                  </a:cxn>
                </a:cxnLst>
                <a:rect l="0" t="0" r="r" b="b"/>
                <a:pathLst>
                  <a:path w="950" h="951">
                    <a:moveTo>
                      <a:pt x="224" y="139"/>
                    </a:moveTo>
                    <a:lnTo>
                      <a:pt x="224" y="139"/>
                    </a:lnTo>
                    <a:cubicBezTo>
                      <a:pt x="40" y="278"/>
                      <a:pt x="0" y="540"/>
                      <a:pt x="139" y="725"/>
                    </a:cubicBezTo>
                    <a:cubicBezTo>
                      <a:pt x="278" y="912"/>
                      <a:pt x="540" y="950"/>
                      <a:pt x="725" y="810"/>
                    </a:cubicBezTo>
                    <a:cubicBezTo>
                      <a:pt x="912" y="674"/>
                      <a:pt x="949" y="409"/>
                      <a:pt x="810" y="224"/>
                    </a:cubicBezTo>
                    <a:cubicBezTo>
                      <a:pt x="674" y="40"/>
                      <a:pt x="412" y="0"/>
                      <a:pt x="224" y="139"/>
                    </a:cubicBezTo>
                  </a:path>
                </a:pathLst>
              </a:custGeom>
              <a:grpFill/>
              <a:ln>
                <a:noFill/>
              </a:ln>
              <a:effectLst/>
            </p:spPr>
            <p:txBody>
              <a:bodyPr wrap="none" anchor="ctr"/>
              <a:lstStyle/>
              <a:p>
                <a:pPr>
                  <a:defRPr/>
                </a:pPr>
                <a:endParaRPr lang="en-US" sz="1800" dirty="0">
                  <a:latin typeface="微软雅黑" panose="020B0503020204020204" charset="-122"/>
                </a:endParaRPr>
              </a:p>
            </p:txBody>
          </p:sp>
          <p:sp>
            <p:nvSpPr>
              <p:cNvPr id="275" name="Freeform 199"/>
              <p:cNvSpPr>
                <a:spLocks noChangeArrowheads="1"/>
              </p:cNvSpPr>
              <p:nvPr/>
            </p:nvSpPr>
            <p:spPr bwMode="auto">
              <a:xfrm>
                <a:off x="19035099" y="4097064"/>
                <a:ext cx="1370960" cy="1362372"/>
              </a:xfrm>
              <a:custGeom>
                <a:avLst/>
                <a:gdLst>
                  <a:gd name="T0" fmla="*/ 503 w 1432"/>
                  <a:gd name="T1" fmla="*/ 174 h 1424"/>
                  <a:gd name="T2" fmla="*/ 417 w 1432"/>
                  <a:gd name="T3" fmla="*/ 211 h 1424"/>
                  <a:gd name="T4" fmla="*/ 200 w 1432"/>
                  <a:gd name="T5" fmla="*/ 216 h 1424"/>
                  <a:gd name="T6" fmla="*/ 216 w 1432"/>
                  <a:gd name="T7" fmla="*/ 417 h 1424"/>
                  <a:gd name="T8" fmla="*/ 74 w 1432"/>
                  <a:gd name="T9" fmla="*/ 390 h 1424"/>
                  <a:gd name="T10" fmla="*/ 147 w 1432"/>
                  <a:gd name="T11" fmla="*/ 601 h 1424"/>
                  <a:gd name="T12" fmla="*/ 133 w 1432"/>
                  <a:gd name="T13" fmla="*/ 695 h 1424"/>
                  <a:gd name="T14" fmla="*/ 18 w 1432"/>
                  <a:gd name="T15" fmla="*/ 880 h 1424"/>
                  <a:gd name="T16" fmla="*/ 200 w 1432"/>
                  <a:gd name="T17" fmla="*/ 976 h 1424"/>
                  <a:gd name="T18" fmla="*/ 102 w 1432"/>
                  <a:gd name="T19" fmla="*/ 1075 h 1424"/>
                  <a:gd name="T20" fmla="*/ 315 w 1432"/>
                  <a:gd name="T21" fmla="*/ 1131 h 1424"/>
                  <a:gd name="T22" fmla="*/ 412 w 1432"/>
                  <a:gd name="T23" fmla="*/ 1209 h 1424"/>
                  <a:gd name="T24" fmla="*/ 516 w 1432"/>
                  <a:gd name="T25" fmla="*/ 1399 h 1424"/>
                  <a:gd name="T26" fmla="*/ 735 w 1432"/>
                  <a:gd name="T27" fmla="*/ 1292 h 1424"/>
                  <a:gd name="T28" fmla="*/ 786 w 1432"/>
                  <a:gd name="T29" fmla="*/ 1423 h 1424"/>
                  <a:gd name="T30" fmla="*/ 925 w 1432"/>
                  <a:gd name="T31" fmla="*/ 1249 h 1424"/>
                  <a:gd name="T32" fmla="*/ 1008 w 1432"/>
                  <a:gd name="T33" fmla="*/ 1209 h 1424"/>
                  <a:gd name="T34" fmla="*/ 1120 w 1432"/>
                  <a:gd name="T35" fmla="*/ 1303 h 1424"/>
                  <a:gd name="T36" fmla="*/ 1158 w 1432"/>
                  <a:gd name="T37" fmla="*/ 1083 h 1424"/>
                  <a:gd name="T38" fmla="*/ 1211 w 1432"/>
                  <a:gd name="T39" fmla="*/ 1005 h 1424"/>
                  <a:gd name="T40" fmla="*/ 1353 w 1432"/>
                  <a:gd name="T41" fmla="*/ 1035 h 1424"/>
                  <a:gd name="T42" fmla="*/ 1281 w 1432"/>
                  <a:gd name="T43" fmla="*/ 824 h 1424"/>
                  <a:gd name="T44" fmla="*/ 1292 w 1432"/>
                  <a:gd name="T45" fmla="*/ 730 h 1424"/>
                  <a:gd name="T46" fmla="*/ 1431 w 1432"/>
                  <a:gd name="T47" fmla="*/ 687 h 1424"/>
                  <a:gd name="T48" fmla="*/ 1265 w 1432"/>
                  <a:gd name="T49" fmla="*/ 537 h 1424"/>
                  <a:gd name="T50" fmla="*/ 1217 w 1432"/>
                  <a:gd name="T51" fmla="*/ 436 h 1424"/>
                  <a:gd name="T52" fmla="*/ 1316 w 1432"/>
                  <a:gd name="T53" fmla="*/ 358 h 1424"/>
                  <a:gd name="T54" fmla="*/ 1104 w 1432"/>
                  <a:gd name="T55" fmla="*/ 300 h 1424"/>
                  <a:gd name="T56" fmla="*/ 1014 w 1432"/>
                  <a:gd name="T57" fmla="*/ 222 h 1424"/>
                  <a:gd name="T58" fmla="*/ 1046 w 1432"/>
                  <a:gd name="T59" fmla="*/ 80 h 1424"/>
                  <a:gd name="T60" fmla="*/ 834 w 1432"/>
                  <a:gd name="T61" fmla="*/ 147 h 1424"/>
                  <a:gd name="T62" fmla="*/ 695 w 1432"/>
                  <a:gd name="T63" fmla="*/ 136 h 1424"/>
                  <a:gd name="T64" fmla="*/ 642 w 1432"/>
                  <a:gd name="T65" fmla="*/ 0 h 1424"/>
                  <a:gd name="T66" fmla="*/ 503 w 1432"/>
                  <a:gd name="T67" fmla="*/ 174 h 1424"/>
                  <a:gd name="T68" fmla="*/ 1096 w 1432"/>
                  <a:gd name="T69" fmla="*/ 428 h 1424"/>
                  <a:gd name="T70" fmla="*/ 329 w 1432"/>
                  <a:gd name="T71" fmla="*/ 1000 h 1424"/>
                  <a:gd name="T72" fmla="*/ 1096 w 1432"/>
                  <a:gd name="T73" fmla="*/ 428 h 1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32" h="1424">
                    <a:moveTo>
                      <a:pt x="503" y="174"/>
                    </a:moveTo>
                    <a:lnTo>
                      <a:pt x="503" y="174"/>
                    </a:lnTo>
                    <a:cubicBezTo>
                      <a:pt x="476" y="187"/>
                      <a:pt x="447" y="198"/>
                      <a:pt x="420" y="214"/>
                    </a:cubicBezTo>
                    <a:cubicBezTo>
                      <a:pt x="417" y="211"/>
                      <a:pt x="417" y="211"/>
                      <a:pt x="417" y="211"/>
                    </a:cubicBezTo>
                    <a:cubicBezTo>
                      <a:pt x="310" y="123"/>
                      <a:pt x="310" y="123"/>
                      <a:pt x="310" y="123"/>
                    </a:cubicBezTo>
                    <a:cubicBezTo>
                      <a:pt x="200" y="216"/>
                      <a:pt x="200" y="216"/>
                      <a:pt x="200" y="216"/>
                    </a:cubicBezTo>
                    <a:cubicBezTo>
                      <a:pt x="270" y="342"/>
                      <a:pt x="270" y="342"/>
                      <a:pt x="270" y="342"/>
                    </a:cubicBezTo>
                    <a:cubicBezTo>
                      <a:pt x="251" y="366"/>
                      <a:pt x="232" y="390"/>
                      <a:pt x="216" y="417"/>
                    </a:cubicBezTo>
                    <a:cubicBezTo>
                      <a:pt x="214" y="417"/>
                      <a:pt x="214" y="417"/>
                      <a:pt x="214" y="417"/>
                    </a:cubicBezTo>
                    <a:cubicBezTo>
                      <a:pt x="74" y="390"/>
                      <a:pt x="74" y="390"/>
                      <a:pt x="74" y="390"/>
                    </a:cubicBezTo>
                    <a:cubicBezTo>
                      <a:pt x="24" y="524"/>
                      <a:pt x="24" y="524"/>
                      <a:pt x="24" y="524"/>
                    </a:cubicBezTo>
                    <a:cubicBezTo>
                      <a:pt x="147" y="601"/>
                      <a:pt x="147" y="601"/>
                      <a:pt x="147" y="601"/>
                    </a:cubicBezTo>
                    <a:cubicBezTo>
                      <a:pt x="142" y="631"/>
                      <a:pt x="136" y="663"/>
                      <a:pt x="136" y="693"/>
                    </a:cubicBezTo>
                    <a:cubicBezTo>
                      <a:pt x="133" y="695"/>
                      <a:pt x="133" y="695"/>
                      <a:pt x="133" y="695"/>
                    </a:cubicBezTo>
                    <a:cubicBezTo>
                      <a:pt x="0" y="738"/>
                      <a:pt x="0" y="738"/>
                      <a:pt x="0" y="738"/>
                    </a:cubicBezTo>
                    <a:cubicBezTo>
                      <a:pt x="18" y="880"/>
                      <a:pt x="18" y="880"/>
                      <a:pt x="18" y="880"/>
                    </a:cubicBezTo>
                    <a:cubicBezTo>
                      <a:pt x="163" y="888"/>
                      <a:pt x="163" y="888"/>
                      <a:pt x="163" y="888"/>
                    </a:cubicBezTo>
                    <a:cubicBezTo>
                      <a:pt x="173" y="917"/>
                      <a:pt x="176" y="936"/>
                      <a:pt x="200" y="976"/>
                    </a:cubicBezTo>
                    <a:cubicBezTo>
                      <a:pt x="198" y="979"/>
                      <a:pt x="198" y="979"/>
                      <a:pt x="198" y="979"/>
                    </a:cubicBezTo>
                    <a:cubicBezTo>
                      <a:pt x="102" y="1075"/>
                      <a:pt x="102" y="1075"/>
                      <a:pt x="102" y="1075"/>
                    </a:cubicBezTo>
                    <a:cubicBezTo>
                      <a:pt x="189" y="1190"/>
                      <a:pt x="189" y="1190"/>
                      <a:pt x="189" y="1190"/>
                    </a:cubicBezTo>
                    <a:cubicBezTo>
                      <a:pt x="315" y="1131"/>
                      <a:pt x="315" y="1131"/>
                      <a:pt x="315" y="1131"/>
                    </a:cubicBezTo>
                    <a:cubicBezTo>
                      <a:pt x="347" y="1158"/>
                      <a:pt x="377" y="1185"/>
                      <a:pt x="412" y="1206"/>
                    </a:cubicBezTo>
                    <a:cubicBezTo>
                      <a:pt x="412" y="1209"/>
                      <a:pt x="412" y="1209"/>
                      <a:pt x="412" y="1209"/>
                    </a:cubicBezTo>
                    <a:cubicBezTo>
                      <a:pt x="382" y="1345"/>
                      <a:pt x="382" y="1345"/>
                      <a:pt x="382" y="1345"/>
                    </a:cubicBezTo>
                    <a:cubicBezTo>
                      <a:pt x="516" y="1399"/>
                      <a:pt x="516" y="1399"/>
                      <a:pt x="516" y="1399"/>
                    </a:cubicBezTo>
                    <a:cubicBezTo>
                      <a:pt x="593" y="1278"/>
                      <a:pt x="593" y="1278"/>
                      <a:pt x="593" y="1278"/>
                    </a:cubicBezTo>
                    <a:cubicBezTo>
                      <a:pt x="639" y="1289"/>
                      <a:pt x="687" y="1292"/>
                      <a:pt x="735" y="1292"/>
                    </a:cubicBezTo>
                    <a:cubicBezTo>
                      <a:pt x="735" y="1294"/>
                      <a:pt x="735" y="1294"/>
                      <a:pt x="735" y="1294"/>
                    </a:cubicBezTo>
                    <a:cubicBezTo>
                      <a:pt x="786" y="1423"/>
                      <a:pt x="786" y="1423"/>
                      <a:pt x="786" y="1423"/>
                    </a:cubicBezTo>
                    <a:cubicBezTo>
                      <a:pt x="928" y="1396"/>
                      <a:pt x="928" y="1396"/>
                      <a:pt x="928" y="1396"/>
                    </a:cubicBezTo>
                    <a:cubicBezTo>
                      <a:pt x="925" y="1249"/>
                      <a:pt x="925" y="1249"/>
                      <a:pt x="925" y="1249"/>
                    </a:cubicBezTo>
                    <a:lnTo>
                      <a:pt x="925" y="1249"/>
                    </a:lnTo>
                    <a:cubicBezTo>
                      <a:pt x="955" y="1238"/>
                      <a:pt x="981" y="1225"/>
                      <a:pt x="1008" y="1209"/>
                    </a:cubicBezTo>
                    <a:cubicBezTo>
                      <a:pt x="1011" y="1212"/>
                      <a:pt x="1011" y="1212"/>
                      <a:pt x="1011" y="1212"/>
                    </a:cubicBezTo>
                    <a:cubicBezTo>
                      <a:pt x="1120" y="1303"/>
                      <a:pt x="1120" y="1303"/>
                      <a:pt x="1120" y="1303"/>
                    </a:cubicBezTo>
                    <a:cubicBezTo>
                      <a:pt x="1230" y="1209"/>
                      <a:pt x="1230" y="1209"/>
                      <a:pt x="1230" y="1209"/>
                    </a:cubicBezTo>
                    <a:cubicBezTo>
                      <a:pt x="1158" y="1083"/>
                      <a:pt x="1158" y="1083"/>
                      <a:pt x="1158" y="1083"/>
                    </a:cubicBezTo>
                    <a:cubicBezTo>
                      <a:pt x="1158" y="1080"/>
                      <a:pt x="1158" y="1080"/>
                      <a:pt x="1158" y="1080"/>
                    </a:cubicBezTo>
                    <a:cubicBezTo>
                      <a:pt x="1176" y="1056"/>
                      <a:pt x="1195" y="1032"/>
                      <a:pt x="1211" y="1005"/>
                    </a:cubicBezTo>
                    <a:cubicBezTo>
                      <a:pt x="1217" y="1008"/>
                      <a:pt x="1217" y="1008"/>
                      <a:pt x="1217" y="1008"/>
                    </a:cubicBezTo>
                    <a:cubicBezTo>
                      <a:pt x="1353" y="1035"/>
                      <a:pt x="1353" y="1035"/>
                      <a:pt x="1353" y="1035"/>
                    </a:cubicBezTo>
                    <a:cubicBezTo>
                      <a:pt x="1404" y="899"/>
                      <a:pt x="1404" y="899"/>
                      <a:pt x="1404" y="899"/>
                    </a:cubicBezTo>
                    <a:cubicBezTo>
                      <a:pt x="1281" y="824"/>
                      <a:pt x="1281" y="824"/>
                      <a:pt x="1281" y="824"/>
                    </a:cubicBezTo>
                    <a:lnTo>
                      <a:pt x="1281" y="824"/>
                    </a:lnTo>
                    <a:cubicBezTo>
                      <a:pt x="1286" y="791"/>
                      <a:pt x="1289" y="762"/>
                      <a:pt x="1292" y="730"/>
                    </a:cubicBezTo>
                    <a:cubicBezTo>
                      <a:pt x="1297" y="730"/>
                      <a:pt x="1297" y="730"/>
                      <a:pt x="1297" y="730"/>
                    </a:cubicBezTo>
                    <a:cubicBezTo>
                      <a:pt x="1431" y="687"/>
                      <a:pt x="1431" y="687"/>
                      <a:pt x="1431" y="687"/>
                    </a:cubicBezTo>
                    <a:cubicBezTo>
                      <a:pt x="1409" y="545"/>
                      <a:pt x="1409" y="545"/>
                      <a:pt x="1409" y="545"/>
                    </a:cubicBezTo>
                    <a:cubicBezTo>
                      <a:pt x="1265" y="537"/>
                      <a:pt x="1265" y="537"/>
                      <a:pt x="1265" y="537"/>
                    </a:cubicBezTo>
                    <a:cubicBezTo>
                      <a:pt x="1257" y="530"/>
                      <a:pt x="1257" y="530"/>
                      <a:pt x="1257" y="530"/>
                    </a:cubicBezTo>
                    <a:cubicBezTo>
                      <a:pt x="1249" y="500"/>
                      <a:pt x="1241" y="476"/>
                      <a:pt x="1217" y="436"/>
                    </a:cubicBezTo>
                    <a:cubicBezTo>
                      <a:pt x="1219" y="433"/>
                      <a:pt x="1219" y="433"/>
                      <a:pt x="1219" y="433"/>
                    </a:cubicBezTo>
                    <a:cubicBezTo>
                      <a:pt x="1316" y="358"/>
                      <a:pt x="1316" y="358"/>
                      <a:pt x="1316" y="358"/>
                    </a:cubicBezTo>
                    <a:cubicBezTo>
                      <a:pt x="1230" y="241"/>
                      <a:pt x="1230" y="241"/>
                      <a:pt x="1230" y="241"/>
                    </a:cubicBezTo>
                    <a:cubicBezTo>
                      <a:pt x="1104" y="300"/>
                      <a:pt x="1104" y="300"/>
                      <a:pt x="1104" y="300"/>
                    </a:cubicBezTo>
                    <a:cubicBezTo>
                      <a:pt x="1107" y="297"/>
                      <a:pt x="1107" y="297"/>
                      <a:pt x="1107" y="297"/>
                    </a:cubicBezTo>
                    <a:cubicBezTo>
                      <a:pt x="1078" y="270"/>
                      <a:pt x="1048" y="243"/>
                      <a:pt x="1014" y="222"/>
                    </a:cubicBezTo>
                    <a:cubicBezTo>
                      <a:pt x="1016" y="216"/>
                      <a:pt x="1016" y="216"/>
                      <a:pt x="1016" y="216"/>
                    </a:cubicBezTo>
                    <a:cubicBezTo>
                      <a:pt x="1046" y="80"/>
                      <a:pt x="1046" y="80"/>
                      <a:pt x="1046" y="80"/>
                    </a:cubicBezTo>
                    <a:cubicBezTo>
                      <a:pt x="912" y="27"/>
                      <a:pt x="912" y="27"/>
                      <a:pt x="912" y="27"/>
                    </a:cubicBezTo>
                    <a:cubicBezTo>
                      <a:pt x="834" y="147"/>
                      <a:pt x="834" y="147"/>
                      <a:pt x="834" y="147"/>
                    </a:cubicBezTo>
                    <a:lnTo>
                      <a:pt x="834" y="147"/>
                    </a:lnTo>
                    <a:cubicBezTo>
                      <a:pt x="789" y="139"/>
                      <a:pt x="743" y="133"/>
                      <a:pt x="695" y="136"/>
                    </a:cubicBezTo>
                    <a:cubicBezTo>
                      <a:pt x="695" y="131"/>
                      <a:pt x="695" y="131"/>
                      <a:pt x="695" y="131"/>
                    </a:cubicBezTo>
                    <a:cubicBezTo>
                      <a:pt x="642" y="0"/>
                      <a:pt x="642" y="0"/>
                      <a:pt x="642" y="0"/>
                    </a:cubicBezTo>
                    <a:cubicBezTo>
                      <a:pt x="503" y="29"/>
                      <a:pt x="503" y="29"/>
                      <a:pt x="503" y="29"/>
                    </a:cubicBezTo>
                    <a:cubicBezTo>
                      <a:pt x="503" y="174"/>
                      <a:pt x="503" y="174"/>
                      <a:pt x="503" y="174"/>
                    </a:cubicBezTo>
                    <a:close/>
                    <a:moveTo>
                      <a:pt x="1096" y="428"/>
                    </a:moveTo>
                    <a:lnTo>
                      <a:pt x="1096" y="428"/>
                    </a:lnTo>
                    <a:cubicBezTo>
                      <a:pt x="1257" y="639"/>
                      <a:pt x="1211" y="939"/>
                      <a:pt x="1000" y="1097"/>
                    </a:cubicBezTo>
                    <a:cubicBezTo>
                      <a:pt x="786" y="1254"/>
                      <a:pt x="487" y="1212"/>
                      <a:pt x="329" y="1000"/>
                    </a:cubicBezTo>
                    <a:cubicBezTo>
                      <a:pt x="171" y="786"/>
                      <a:pt x="214" y="487"/>
                      <a:pt x="428" y="329"/>
                    </a:cubicBezTo>
                    <a:cubicBezTo>
                      <a:pt x="639" y="171"/>
                      <a:pt x="939" y="214"/>
                      <a:pt x="1096" y="428"/>
                    </a:cubicBezTo>
                    <a:close/>
                  </a:path>
                </a:pathLst>
              </a:custGeom>
              <a:grpFill/>
              <a:ln>
                <a:noFill/>
              </a:ln>
              <a:effectLst/>
            </p:spPr>
            <p:txBody>
              <a:bodyPr wrap="none" anchor="ctr"/>
              <a:lstStyle/>
              <a:p>
                <a:pPr>
                  <a:defRPr/>
                </a:pPr>
                <a:endParaRPr lang="en-US" sz="1800" dirty="0">
                  <a:latin typeface="微软雅黑" panose="020B0503020204020204" charset="-122"/>
                </a:endParaRPr>
              </a:p>
            </p:txBody>
          </p:sp>
        </p:grpSp>
        <p:grpSp>
          <p:nvGrpSpPr>
            <p:cNvPr id="276" name="Group 275"/>
            <p:cNvGrpSpPr/>
            <p:nvPr/>
          </p:nvGrpSpPr>
          <p:grpSpPr>
            <a:xfrm>
              <a:off x="15870042" y="3352414"/>
              <a:ext cx="1197475" cy="1218519"/>
              <a:chOff x="15870042" y="3352414"/>
              <a:chExt cx="1197475" cy="1218519"/>
            </a:xfrm>
            <a:solidFill>
              <a:schemeClr val="accent1"/>
            </a:solidFill>
          </p:grpSpPr>
          <p:sp>
            <p:nvSpPr>
              <p:cNvPr id="277" name="Freeform 200"/>
              <p:cNvSpPr>
                <a:spLocks noChangeArrowheads="1"/>
              </p:cNvSpPr>
              <p:nvPr/>
            </p:nvSpPr>
            <p:spPr bwMode="auto">
              <a:xfrm>
                <a:off x="16119693" y="3606272"/>
                <a:ext cx="715100" cy="710803"/>
              </a:xfrm>
              <a:custGeom>
                <a:avLst/>
                <a:gdLst>
                  <a:gd name="T0" fmla="*/ 375 w 748"/>
                  <a:gd name="T1" fmla="*/ 0 h 747"/>
                  <a:gd name="T2" fmla="*/ 375 w 748"/>
                  <a:gd name="T3" fmla="*/ 0 h 747"/>
                  <a:gd name="T4" fmla="*/ 0 w 748"/>
                  <a:gd name="T5" fmla="*/ 372 h 747"/>
                  <a:gd name="T6" fmla="*/ 375 w 748"/>
                  <a:gd name="T7" fmla="*/ 746 h 747"/>
                  <a:gd name="T8" fmla="*/ 747 w 748"/>
                  <a:gd name="T9" fmla="*/ 372 h 747"/>
                  <a:gd name="T10" fmla="*/ 375 w 748"/>
                  <a:gd name="T11" fmla="*/ 0 h 747"/>
                </a:gdLst>
                <a:ahLst/>
                <a:cxnLst>
                  <a:cxn ang="0">
                    <a:pos x="T0" y="T1"/>
                  </a:cxn>
                  <a:cxn ang="0">
                    <a:pos x="T2" y="T3"/>
                  </a:cxn>
                  <a:cxn ang="0">
                    <a:pos x="T4" y="T5"/>
                  </a:cxn>
                  <a:cxn ang="0">
                    <a:pos x="T6" y="T7"/>
                  </a:cxn>
                  <a:cxn ang="0">
                    <a:pos x="T8" y="T9"/>
                  </a:cxn>
                  <a:cxn ang="0">
                    <a:pos x="T10" y="T11"/>
                  </a:cxn>
                </a:cxnLst>
                <a:rect l="0" t="0" r="r" b="b"/>
                <a:pathLst>
                  <a:path w="748" h="747">
                    <a:moveTo>
                      <a:pt x="375" y="0"/>
                    </a:moveTo>
                    <a:lnTo>
                      <a:pt x="375" y="0"/>
                    </a:lnTo>
                    <a:cubicBezTo>
                      <a:pt x="169" y="0"/>
                      <a:pt x="0" y="166"/>
                      <a:pt x="0" y="372"/>
                    </a:cubicBezTo>
                    <a:cubicBezTo>
                      <a:pt x="0" y="578"/>
                      <a:pt x="169" y="746"/>
                      <a:pt x="375" y="746"/>
                    </a:cubicBezTo>
                    <a:cubicBezTo>
                      <a:pt x="581" y="746"/>
                      <a:pt x="747" y="578"/>
                      <a:pt x="747" y="372"/>
                    </a:cubicBezTo>
                    <a:cubicBezTo>
                      <a:pt x="747" y="166"/>
                      <a:pt x="581" y="0"/>
                      <a:pt x="375" y="0"/>
                    </a:cubicBezTo>
                  </a:path>
                </a:pathLst>
              </a:custGeom>
              <a:grpFill/>
              <a:ln>
                <a:noFill/>
              </a:ln>
              <a:effectLst/>
            </p:spPr>
            <p:txBody>
              <a:bodyPr wrap="none" anchor="ctr"/>
              <a:lstStyle/>
              <a:p>
                <a:pPr>
                  <a:defRPr/>
                </a:pPr>
                <a:endParaRPr lang="en-US" sz="1800" dirty="0">
                  <a:latin typeface="微软雅黑" panose="020B0503020204020204" charset="-122"/>
                </a:endParaRPr>
              </a:p>
            </p:txBody>
          </p:sp>
          <p:sp>
            <p:nvSpPr>
              <p:cNvPr id="278" name="Freeform 201"/>
              <p:cNvSpPr>
                <a:spLocks noChangeArrowheads="1"/>
              </p:cNvSpPr>
              <p:nvPr/>
            </p:nvSpPr>
            <p:spPr bwMode="auto">
              <a:xfrm>
                <a:off x="15870042" y="3352414"/>
                <a:ext cx="1197475" cy="1218519"/>
              </a:xfrm>
              <a:custGeom>
                <a:avLst/>
                <a:gdLst>
                  <a:gd name="T0" fmla="*/ 768 w 1253"/>
                  <a:gd name="T1" fmla="*/ 142 h 1274"/>
                  <a:gd name="T2" fmla="*/ 687 w 1253"/>
                  <a:gd name="T3" fmla="*/ 123 h 1274"/>
                  <a:gd name="T4" fmla="*/ 530 w 1253"/>
                  <a:gd name="T5" fmla="*/ 11 h 1274"/>
                  <a:gd name="T6" fmla="*/ 436 w 1253"/>
                  <a:gd name="T7" fmla="*/ 163 h 1274"/>
                  <a:gd name="T8" fmla="*/ 350 w 1253"/>
                  <a:gd name="T9" fmla="*/ 67 h 1274"/>
                  <a:gd name="T10" fmla="*/ 289 w 1253"/>
                  <a:gd name="T11" fmla="*/ 257 h 1274"/>
                  <a:gd name="T12" fmla="*/ 227 w 1253"/>
                  <a:gd name="T13" fmla="*/ 316 h 1274"/>
                  <a:gd name="T14" fmla="*/ 48 w 1253"/>
                  <a:gd name="T15" fmla="*/ 388 h 1274"/>
                  <a:gd name="T16" fmla="*/ 126 w 1253"/>
                  <a:gd name="T17" fmla="*/ 551 h 1274"/>
                  <a:gd name="T18" fmla="*/ 0 w 1253"/>
                  <a:gd name="T19" fmla="*/ 573 h 1274"/>
                  <a:gd name="T20" fmla="*/ 126 w 1253"/>
                  <a:gd name="T21" fmla="*/ 725 h 1274"/>
                  <a:gd name="T22" fmla="*/ 153 w 1253"/>
                  <a:gd name="T23" fmla="*/ 829 h 1274"/>
                  <a:gd name="T24" fmla="*/ 128 w 1253"/>
                  <a:gd name="T25" fmla="*/ 1022 h 1274"/>
                  <a:gd name="T26" fmla="*/ 340 w 1253"/>
                  <a:gd name="T27" fmla="*/ 1059 h 1274"/>
                  <a:gd name="T28" fmla="*/ 308 w 1253"/>
                  <a:gd name="T29" fmla="*/ 1182 h 1274"/>
                  <a:gd name="T30" fmla="*/ 500 w 1253"/>
                  <a:gd name="T31" fmla="*/ 1134 h 1274"/>
                  <a:gd name="T32" fmla="*/ 581 w 1253"/>
                  <a:gd name="T33" fmla="*/ 1150 h 1274"/>
                  <a:gd name="T34" fmla="*/ 610 w 1253"/>
                  <a:gd name="T35" fmla="*/ 1273 h 1274"/>
                  <a:gd name="T36" fmla="*/ 754 w 1253"/>
                  <a:gd name="T37" fmla="*/ 1137 h 1274"/>
                  <a:gd name="T38" fmla="*/ 832 w 1253"/>
                  <a:gd name="T39" fmla="*/ 1110 h 1274"/>
                  <a:gd name="T40" fmla="*/ 920 w 1253"/>
                  <a:gd name="T41" fmla="*/ 1206 h 1274"/>
                  <a:gd name="T42" fmla="*/ 979 w 1253"/>
                  <a:gd name="T43" fmla="*/ 1019 h 1274"/>
                  <a:gd name="T44" fmla="*/ 1035 w 1253"/>
                  <a:gd name="T45" fmla="*/ 958 h 1274"/>
                  <a:gd name="T46" fmla="*/ 1158 w 1253"/>
                  <a:gd name="T47" fmla="*/ 1001 h 1274"/>
                  <a:gd name="T48" fmla="*/ 1121 w 1253"/>
                  <a:gd name="T49" fmla="*/ 805 h 1274"/>
                  <a:gd name="T50" fmla="*/ 1140 w 1253"/>
                  <a:gd name="T51" fmla="*/ 712 h 1274"/>
                  <a:gd name="T52" fmla="*/ 1252 w 1253"/>
                  <a:gd name="T53" fmla="*/ 704 h 1274"/>
                  <a:gd name="T54" fmla="*/ 1134 w 1253"/>
                  <a:gd name="T55" fmla="*/ 551 h 1274"/>
                  <a:gd name="T56" fmla="*/ 1107 w 1253"/>
                  <a:gd name="T57" fmla="*/ 447 h 1274"/>
                  <a:gd name="T58" fmla="*/ 1206 w 1253"/>
                  <a:gd name="T59" fmla="*/ 361 h 1274"/>
                  <a:gd name="T60" fmla="*/ 1019 w 1253"/>
                  <a:gd name="T61" fmla="*/ 297 h 1274"/>
                  <a:gd name="T62" fmla="*/ 928 w 1253"/>
                  <a:gd name="T63" fmla="*/ 214 h 1274"/>
                  <a:gd name="T64" fmla="*/ 960 w 1253"/>
                  <a:gd name="T65" fmla="*/ 91 h 1274"/>
                  <a:gd name="T66" fmla="*/ 768 w 1253"/>
                  <a:gd name="T67" fmla="*/ 142 h 1274"/>
                  <a:gd name="T68" fmla="*/ 1059 w 1253"/>
                  <a:gd name="T69" fmla="*/ 637 h 1274"/>
                  <a:gd name="T70" fmla="*/ 206 w 1253"/>
                  <a:gd name="T71" fmla="*/ 637 h 1274"/>
                  <a:gd name="T72" fmla="*/ 1059 w 1253"/>
                  <a:gd name="T73" fmla="*/ 637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53" h="1274">
                    <a:moveTo>
                      <a:pt x="768" y="142"/>
                    </a:moveTo>
                    <a:lnTo>
                      <a:pt x="768" y="142"/>
                    </a:lnTo>
                    <a:cubicBezTo>
                      <a:pt x="743" y="134"/>
                      <a:pt x="717" y="129"/>
                      <a:pt x="687" y="126"/>
                    </a:cubicBezTo>
                    <a:cubicBezTo>
                      <a:pt x="687" y="123"/>
                      <a:pt x="687" y="123"/>
                      <a:pt x="687" y="123"/>
                    </a:cubicBezTo>
                    <a:cubicBezTo>
                      <a:pt x="658" y="0"/>
                      <a:pt x="658" y="0"/>
                      <a:pt x="658" y="0"/>
                    </a:cubicBezTo>
                    <a:cubicBezTo>
                      <a:pt x="530" y="11"/>
                      <a:pt x="530" y="11"/>
                      <a:pt x="530" y="11"/>
                    </a:cubicBezTo>
                    <a:cubicBezTo>
                      <a:pt x="514" y="136"/>
                      <a:pt x="514" y="136"/>
                      <a:pt x="514" y="136"/>
                    </a:cubicBezTo>
                    <a:cubicBezTo>
                      <a:pt x="487" y="145"/>
                      <a:pt x="460" y="153"/>
                      <a:pt x="436" y="163"/>
                    </a:cubicBezTo>
                    <a:cubicBezTo>
                      <a:pt x="433" y="161"/>
                      <a:pt x="433" y="161"/>
                      <a:pt x="433" y="161"/>
                    </a:cubicBezTo>
                    <a:cubicBezTo>
                      <a:pt x="350" y="67"/>
                      <a:pt x="350" y="67"/>
                      <a:pt x="350" y="67"/>
                    </a:cubicBezTo>
                    <a:cubicBezTo>
                      <a:pt x="241" y="136"/>
                      <a:pt x="241" y="136"/>
                      <a:pt x="241" y="136"/>
                    </a:cubicBezTo>
                    <a:cubicBezTo>
                      <a:pt x="289" y="257"/>
                      <a:pt x="289" y="257"/>
                      <a:pt x="289" y="257"/>
                    </a:cubicBezTo>
                    <a:cubicBezTo>
                      <a:pt x="268" y="275"/>
                      <a:pt x="249" y="294"/>
                      <a:pt x="230" y="316"/>
                    </a:cubicBezTo>
                    <a:cubicBezTo>
                      <a:pt x="227" y="316"/>
                      <a:pt x="227" y="316"/>
                      <a:pt x="227" y="316"/>
                    </a:cubicBezTo>
                    <a:cubicBezTo>
                      <a:pt x="110" y="275"/>
                      <a:pt x="110" y="275"/>
                      <a:pt x="110" y="275"/>
                    </a:cubicBezTo>
                    <a:cubicBezTo>
                      <a:pt x="48" y="388"/>
                      <a:pt x="48" y="388"/>
                      <a:pt x="48" y="388"/>
                    </a:cubicBezTo>
                    <a:cubicBezTo>
                      <a:pt x="147" y="471"/>
                      <a:pt x="147" y="471"/>
                      <a:pt x="147" y="471"/>
                    </a:cubicBezTo>
                    <a:cubicBezTo>
                      <a:pt x="137" y="495"/>
                      <a:pt x="131" y="514"/>
                      <a:pt x="126" y="551"/>
                    </a:cubicBezTo>
                    <a:cubicBezTo>
                      <a:pt x="123" y="551"/>
                      <a:pt x="123" y="551"/>
                      <a:pt x="123" y="551"/>
                    </a:cubicBezTo>
                    <a:cubicBezTo>
                      <a:pt x="0" y="573"/>
                      <a:pt x="0" y="573"/>
                      <a:pt x="0" y="573"/>
                    </a:cubicBezTo>
                    <a:cubicBezTo>
                      <a:pt x="0" y="701"/>
                      <a:pt x="0" y="701"/>
                      <a:pt x="0" y="701"/>
                    </a:cubicBezTo>
                    <a:cubicBezTo>
                      <a:pt x="126" y="725"/>
                      <a:pt x="126" y="725"/>
                      <a:pt x="126" y="725"/>
                    </a:cubicBezTo>
                    <a:cubicBezTo>
                      <a:pt x="131" y="760"/>
                      <a:pt x="142" y="794"/>
                      <a:pt x="155" y="829"/>
                    </a:cubicBezTo>
                    <a:cubicBezTo>
                      <a:pt x="153" y="829"/>
                      <a:pt x="153" y="829"/>
                      <a:pt x="153" y="829"/>
                    </a:cubicBezTo>
                    <a:cubicBezTo>
                      <a:pt x="59" y="912"/>
                      <a:pt x="59" y="912"/>
                      <a:pt x="59" y="912"/>
                    </a:cubicBezTo>
                    <a:cubicBezTo>
                      <a:pt x="128" y="1022"/>
                      <a:pt x="128" y="1022"/>
                      <a:pt x="128" y="1022"/>
                    </a:cubicBezTo>
                    <a:cubicBezTo>
                      <a:pt x="249" y="977"/>
                      <a:pt x="249" y="977"/>
                      <a:pt x="249" y="977"/>
                    </a:cubicBezTo>
                    <a:cubicBezTo>
                      <a:pt x="275" y="1008"/>
                      <a:pt x="305" y="1038"/>
                      <a:pt x="340" y="1059"/>
                    </a:cubicBezTo>
                    <a:cubicBezTo>
                      <a:pt x="340" y="1062"/>
                      <a:pt x="340" y="1062"/>
                      <a:pt x="340" y="1062"/>
                    </a:cubicBezTo>
                    <a:cubicBezTo>
                      <a:pt x="308" y="1182"/>
                      <a:pt x="308" y="1182"/>
                      <a:pt x="308" y="1182"/>
                    </a:cubicBezTo>
                    <a:cubicBezTo>
                      <a:pt x="423" y="1238"/>
                      <a:pt x="423" y="1238"/>
                      <a:pt x="423" y="1238"/>
                    </a:cubicBezTo>
                    <a:cubicBezTo>
                      <a:pt x="500" y="1134"/>
                      <a:pt x="500" y="1134"/>
                      <a:pt x="500" y="1134"/>
                    </a:cubicBezTo>
                    <a:lnTo>
                      <a:pt x="500" y="1134"/>
                    </a:lnTo>
                    <a:cubicBezTo>
                      <a:pt x="524" y="1140"/>
                      <a:pt x="554" y="1148"/>
                      <a:pt x="581" y="1150"/>
                    </a:cubicBezTo>
                    <a:cubicBezTo>
                      <a:pt x="581" y="1153"/>
                      <a:pt x="581" y="1153"/>
                      <a:pt x="581" y="1153"/>
                    </a:cubicBezTo>
                    <a:cubicBezTo>
                      <a:pt x="610" y="1273"/>
                      <a:pt x="610" y="1273"/>
                      <a:pt x="610" y="1273"/>
                    </a:cubicBezTo>
                    <a:cubicBezTo>
                      <a:pt x="738" y="1265"/>
                      <a:pt x="738" y="1265"/>
                      <a:pt x="738" y="1265"/>
                    </a:cubicBezTo>
                    <a:cubicBezTo>
                      <a:pt x="754" y="1137"/>
                      <a:pt x="754" y="1137"/>
                      <a:pt x="754" y="1137"/>
                    </a:cubicBezTo>
                    <a:lnTo>
                      <a:pt x="754" y="1137"/>
                    </a:lnTo>
                    <a:cubicBezTo>
                      <a:pt x="781" y="1129"/>
                      <a:pt x="808" y="1121"/>
                      <a:pt x="832" y="1110"/>
                    </a:cubicBezTo>
                    <a:cubicBezTo>
                      <a:pt x="835" y="1116"/>
                      <a:pt x="835" y="1116"/>
                      <a:pt x="835" y="1116"/>
                    </a:cubicBezTo>
                    <a:cubicBezTo>
                      <a:pt x="920" y="1206"/>
                      <a:pt x="920" y="1206"/>
                      <a:pt x="920" y="1206"/>
                    </a:cubicBezTo>
                    <a:cubicBezTo>
                      <a:pt x="1027" y="1137"/>
                      <a:pt x="1027" y="1137"/>
                      <a:pt x="1027" y="1137"/>
                    </a:cubicBezTo>
                    <a:cubicBezTo>
                      <a:pt x="979" y="1019"/>
                      <a:pt x="979" y="1019"/>
                      <a:pt x="979" y="1019"/>
                    </a:cubicBezTo>
                    <a:cubicBezTo>
                      <a:pt x="979" y="1017"/>
                      <a:pt x="979" y="1017"/>
                      <a:pt x="979" y="1017"/>
                    </a:cubicBezTo>
                    <a:cubicBezTo>
                      <a:pt x="1000" y="998"/>
                      <a:pt x="1019" y="979"/>
                      <a:pt x="1035" y="958"/>
                    </a:cubicBezTo>
                    <a:cubicBezTo>
                      <a:pt x="1041" y="960"/>
                      <a:pt x="1041" y="960"/>
                      <a:pt x="1041" y="960"/>
                    </a:cubicBezTo>
                    <a:cubicBezTo>
                      <a:pt x="1158" y="1001"/>
                      <a:pt x="1158" y="1001"/>
                      <a:pt x="1158" y="1001"/>
                    </a:cubicBezTo>
                    <a:cubicBezTo>
                      <a:pt x="1220" y="888"/>
                      <a:pt x="1220" y="888"/>
                      <a:pt x="1220" y="888"/>
                    </a:cubicBezTo>
                    <a:cubicBezTo>
                      <a:pt x="1121" y="805"/>
                      <a:pt x="1121" y="805"/>
                      <a:pt x="1121" y="805"/>
                    </a:cubicBezTo>
                    <a:cubicBezTo>
                      <a:pt x="1118" y="797"/>
                      <a:pt x="1118" y="797"/>
                      <a:pt x="1118" y="797"/>
                    </a:cubicBezTo>
                    <a:cubicBezTo>
                      <a:pt x="1129" y="770"/>
                      <a:pt x="1134" y="749"/>
                      <a:pt x="1140" y="712"/>
                    </a:cubicBezTo>
                    <a:cubicBezTo>
                      <a:pt x="1145" y="712"/>
                      <a:pt x="1145" y="712"/>
                      <a:pt x="1145" y="712"/>
                    </a:cubicBezTo>
                    <a:cubicBezTo>
                      <a:pt x="1252" y="704"/>
                      <a:pt x="1252" y="704"/>
                      <a:pt x="1252" y="704"/>
                    </a:cubicBezTo>
                    <a:cubicBezTo>
                      <a:pt x="1252" y="575"/>
                      <a:pt x="1252" y="575"/>
                      <a:pt x="1252" y="575"/>
                    </a:cubicBezTo>
                    <a:cubicBezTo>
                      <a:pt x="1134" y="551"/>
                      <a:pt x="1134" y="551"/>
                      <a:pt x="1134" y="551"/>
                    </a:cubicBezTo>
                    <a:cubicBezTo>
                      <a:pt x="1137" y="551"/>
                      <a:pt x="1137" y="551"/>
                      <a:pt x="1137" y="551"/>
                    </a:cubicBezTo>
                    <a:cubicBezTo>
                      <a:pt x="1129" y="514"/>
                      <a:pt x="1121" y="479"/>
                      <a:pt x="1107" y="447"/>
                    </a:cubicBezTo>
                    <a:cubicBezTo>
                      <a:pt x="1113" y="444"/>
                      <a:pt x="1113" y="444"/>
                      <a:pt x="1113" y="444"/>
                    </a:cubicBezTo>
                    <a:cubicBezTo>
                      <a:pt x="1206" y="361"/>
                      <a:pt x="1206" y="361"/>
                      <a:pt x="1206" y="361"/>
                    </a:cubicBezTo>
                    <a:cubicBezTo>
                      <a:pt x="1140" y="251"/>
                      <a:pt x="1140" y="251"/>
                      <a:pt x="1140" y="251"/>
                    </a:cubicBezTo>
                    <a:cubicBezTo>
                      <a:pt x="1019" y="297"/>
                      <a:pt x="1019" y="297"/>
                      <a:pt x="1019" y="297"/>
                    </a:cubicBezTo>
                    <a:lnTo>
                      <a:pt x="1019" y="297"/>
                    </a:lnTo>
                    <a:cubicBezTo>
                      <a:pt x="992" y="268"/>
                      <a:pt x="960" y="238"/>
                      <a:pt x="928" y="214"/>
                    </a:cubicBezTo>
                    <a:cubicBezTo>
                      <a:pt x="928" y="211"/>
                      <a:pt x="928" y="211"/>
                      <a:pt x="928" y="211"/>
                    </a:cubicBezTo>
                    <a:cubicBezTo>
                      <a:pt x="960" y="91"/>
                      <a:pt x="960" y="91"/>
                      <a:pt x="960" y="91"/>
                    </a:cubicBezTo>
                    <a:cubicBezTo>
                      <a:pt x="845" y="37"/>
                      <a:pt x="845" y="37"/>
                      <a:pt x="845" y="37"/>
                    </a:cubicBezTo>
                    <a:cubicBezTo>
                      <a:pt x="768" y="142"/>
                      <a:pt x="768" y="142"/>
                      <a:pt x="768" y="142"/>
                    </a:cubicBezTo>
                    <a:close/>
                    <a:moveTo>
                      <a:pt x="1059" y="637"/>
                    </a:moveTo>
                    <a:lnTo>
                      <a:pt x="1059" y="637"/>
                    </a:lnTo>
                    <a:cubicBezTo>
                      <a:pt x="1059" y="872"/>
                      <a:pt x="869" y="1065"/>
                      <a:pt x="634" y="1065"/>
                    </a:cubicBezTo>
                    <a:cubicBezTo>
                      <a:pt x="396" y="1065"/>
                      <a:pt x="206" y="872"/>
                      <a:pt x="206" y="637"/>
                    </a:cubicBezTo>
                    <a:cubicBezTo>
                      <a:pt x="206" y="401"/>
                      <a:pt x="396" y="211"/>
                      <a:pt x="634" y="211"/>
                    </a:cubicBezTo>
                    <a:cubicBezTo>
                      <a:pt x="869" y="211"/>
                      <a:pt x="1059" y="401"/>
                      <a:pt x="1059" y="637"/>
                    </a:cubicBezTo>
                    <a:close/>
                  </a:path>
                </a:pathLst>
              </a:custGeom>
              <a:grpFill/>
              <a:ln>
                <a:noFill/>
              </a:ln>
              <a:effectLst/>
            </p:spPr>
            <p:txBody>
              <a:bodyPr wrap="none" anchor="ctr"/>
              <a:lstStyle/>
              <a:p>
                <a:pPr>
                  <a:defRPr/>
                </a:pPr>
                <a:endParaRPr lang="en-US" sz="1800" dirty="0">
                  <a:latin typeface="微软雅黑" panose="020B0503020204020204" charset="-122"/>
                </a:endParaRPr>
              </a:p>
            </p:txBody>
          </p:sp>
        </p:grpSp>
        <p:grpSp>
          <p:nvGrpSpPr>
            <p:cNvPr id="279" name="Group 278"/>
            <p:cNvGrpSpPr/>
            <p:nvPr/>
          </p:nvGrpSpPr>
          <p:grpSpPr>
            <a:xfrm>
              <a:off x="17973028" y="4308613"/>
              <a:ext cx="1032452" cy="1049280"/>
              <a:chOff x="17973028" y="4308613"/>
              <a:chExt cx="1032452" cy="1049280"/>
            </a:xfrm>
            <a:solidFill>
              <a:schemeClr val="accent1"/>
            </a:solidFill>
          </p:grpSpPr>
          <p:sp>
            <p:nvSpPr>
              <p:cNvPr id="280" name="Freeform 202"/>
              <p:cNvSpPr>
                <a:spLocks noChangeArrowheads="1"/>
              </p:cNvSpPr>
              <p:nvPr/>
            </p:nvSpPr>
            <p:spPr bwMode="auto">
              <a:xfrm>
                <a:off x="18188827" y="4528623"/>
                <a:ext cx="613547" cy="613490"/>
              </a:xfrm>
              <a:custGeom>
                <a:avLst/>
                <a:gdLst>
                  <a:gd name="T0" fmla="*/ 321 w 643"/>
                  <a:gd name="T1" fmla="*/ 0 h 646"/>
                  <a:gd name="T2" fmla="*/ 321 w 643"/>
                  <a:gd name="T3" fmla="*/ 0 h 646"/>
                  <a:gd name="T4" fmla="*/ 0 w 643"/>
                  <a:gd name="T5" fmla="*/ 321 h 646"/>
                  <a:gd name="T6" fmla="*/ 321 w 643"/>
                  <a:gd name="T7" fmla="*/ 645 h 646"/>
                  <a:gd name="T8" fmla="*/ 642 w 643"/>
                  <a:gd name="T9" fmla="*/ 321 h 646"/>
                  <a:gd name="T10" fmla="*/ 321 w 643"/>
                  <a:gd name="T11" fmla="*/ 0 h 646"/>
                </a:gdLst>
                <a:ahLst/>
                <a:cxnLst>
                  <a:cxn ang="0">
                    <a:pos x="T0" y="T1"/>
                  </a:cxn>
                  <a:cxn ang="0">
                    <a:pos x="T2" y="T3"/>
                  </a:cxn>
                  <a:cxn ang="0">
                    <a:pos x="T4" y="T5"/>
                  </a:cxn>
                  <a:cxn ang="0">
                    <a:pos x="T6" y="T7"/>
                  </a:cxn>
                  <a:cxn ang="0">
                    <a:pos x="T8" y="T9"/>
                  </a:cxn>
                  <a:cxn ang="0">
                    <a:pos x="T10" y="T11"/>
                  </a:cxn>
                </a:cxnLst>
                <a:rect l="0" t="0" r="r" b="b"/>
                <a:pathLst>
                  <a:path w="643" h="646">
                    <a:moveTo>
                      <a:pt x="321" y="0"/>
                    </a:moveTo>
                    <a:lnTo>
                      <a:pt x="321" y="0"/>
                    </a:lnTo>
                    <a:cubicBezTo>
                      <a:pt x="144" y="0"/>
                      <a:pt x="0" y="145"/>
                      <a:pt x="0" y="321"/>
                    </a:cubicBezTo>
                    <a:cubicBezTo>
                      <a:pt x="0" y="500"/>
                      <a:pt x="144" y="645"/>
                      <a:pt x="321" y="645"/>
                    </a:cubicBezTo>
                    <a:cubicBezTo>
                      <a:pt x="500" y="645"/>
                      <a:pt x="642" y="500"/>
                      <a:pt x="642" y="321"/>
                    </a:cubicBezTo>
                    <a:cubicBezTo>
                      <a:pt x="642" y="145"/>
                      <a:pt x="500" y="0"/>
                      <a:pt x="321" y="0"/>
                    </a:cubicBezTo>
                  </a:path>
                </a:pathLst>
              </a:custGeom>
              <a:grpFill/>
              <a:ln>
                <a:noFill/>
              </a:ln>
              <a:effectLst/>
            </p:spPr>
            <p:txBody>
              <a:bodyPr wrap="none" anchor="ctr"/>
              <a:lstStyle/>
              <a:p>
                <a:pPr>
                  <a:defRPr/>
                </a:pPr>
                <a:endParaRPr lang="en-US" sz="1800" dirty="0">
                  <a:latin typeface="微软雅黑" panose="020B0503020204020204" charset="-122"/>
                </a:endParaRPr>
              </a:p>
            </p:txBody>
          </p:sp>
          <p:sp>
            <p:nvSpPr>
              <p:cNvPr id="281" name="Freeform 203"/>
              <p:cNvSpPr>
                <a:spLocks noChangeArrowheads="1"/>
              </p:cNvSpPr>
              <p:nvPr/>
            </p:nvSpPr>
            <p:spPr bwMode="auto">
              <a:xfrm>
                <a:off x="17973028" y="4308613"/>
                <a:ext cx="1032452" cy="1049280"/>
              </a:xfrm>
              <a:custGeom>
                <a:avLst/>
                <a:gdLst>
                  <a:gd name="T0" fmla="*/ 664 w 1082"/>
                  <a:gd name="T1" fmla="*/ 120 h 1100"/>
                  <a:gd name="T2" fmla="*/ 594 w 1082"/>
                  <a:gd name="T3" fmla="*/ 104 h 1100"/>
                  <a:gd name="T4" fmla="*/ 458 w 1082"/>
                  <a:gd name="T5" fmla="*/ 8 h 1100"/>
                  <a:gd name="T6" fmla="*/ 375 w 1082"/>
                  <a:gd name="T7" fmla="*/ 139 h 1100"/>
                  <a:gd name="T8" fmla="*/ 303 w 1082"/>
                  <a:gd name="T9" fmla="*/ 59 h 1100"/>
                  <a:gd name="T10" fmla="*/ 249 w 1082"/>
                  <a:gd name="T11" fmla="*/ 222 h 1100"/>
                  <a:gd name="T12" fmla="*/ 198 w 1082"/>
                  <a:gd name="T13" fmla="*/ 273 h 1100"/>
                  <a:gd name="T14" fmla="*/ 43 w 1082"/>
                  <a:gd name="T15" fmla="*/ 334 h 1100"/>
                  <a:gd name="T16" fmla="*/ 110 w 1082"/>
                  <a:gd name="T17" fmla="*/ 476 h 1100"/>
                  <a:gd name="T18" fmla="*/ 0 w 1082"/>
                  <a:gd name="T19" fmla="*/ 492 h 1100"/>
                  <a:gd name="T20" fmla="*/ 110 w 1082"/>
                  <a:gd name="T21" fmla="*/ 626 h 1100"/>
                  <a:gd name="T22" fmla="*/ 134 w 1082"/>
                  <a:gd name="T23" fmla="*/ 717 h 1100"/>
                  <a:gd name="T24" fmla="*/ 110 w 1082"/>
                  <a:gd name="T25" fmla="*/ 882 h 1100"/>
                  <a:gd name="T26" fmla="*/ 294 w 1082"/>
                  <a:gd name="T27" fmla="*/ 915 h 1100"/>
                  <a:gd name="T28" fmla="*/ 265 w 1082"/>
                  <a:gd name="T29" fmla="*/ 1022 h 1100"/>
                  <a:gd name="T30" fmla="*/ 431 w 1082"/>
                  <a:gd name="T31" fmla="*/ 976 h 1100"/>
                  <a:gd name="T32" fmla="*/ 501 w 1082"/>
                  <a:gd name="T33" fmla="*/ 990 h 1100"/>
                  <a:gd name="T34" fmla="*/ 527 w 1082"/>
                  <a:gd name="T35" fmla="*/ 1099 h 1100"/>
                  <a:gd name="T36" fmla="*/ 650 w 1082"/>
                  <a:gd name="T37" fmla="*/ 982 h 1100"/>
                  <a:gd name="T38" fmla="*/ 720 w 1082"/>
                  <a:gd name="T39" fmla="*/ 957 h 1100"/>
                  <a:gd name="T40" fmla="*/ 792 w 1082"/>
                  <a:gd name="T41" fmla="*/ 1040 h 1100"/>
                  <a:gd name="T42" fmla="*/ 846 w 1082"/>
                  <a:gd name="T43" fmla="*/ 877 h 1100"/>
                  <a:gd name="T44" fmla="*/ 894 w 1082"/>
                  <a:gd name="T45" fmla="*/ 826 h 1100"/>
                  <a:gd name="T46" fmla="*/ 998 w 1082"/>
                  <a:gd name="T47" fmla="*/ 861 h 1100"/>
                  <a:gd name="T48" fmla="*/ 969 w 1082"/>
                  <a:gd name="T49" fmla="*/ 693 h 1100"/>
                  <a:gd name="T50" fmla="*/ 985 w 1082"/>
                  <a:gd name="T51" fmla="*/ 612 h 1100"/>
                  <a:gd name="T52" fmla="*/ 1081 w 1082"/>
                  <a:gd name="T53" fmla="*/ 607 h 1100"/>
                  <a:gd name="T54" fmla="*/ 979 w 1082"/>
                  <a:gd name="T55" fmla="*/ 473 h 1100"/>
                  <a:gd name="T56" fmla="*/ 958 w 1082"/>
                  <a:gd name="T57" fmla="*/ 385 h 1100"/>
                  <a:gd name="T58" fmla="*/ 1043 w 1082"/>
                  <a:gd name="T59" fmla="*/ 313 h 1100"/>
                  <a:gd name="T60" fmla="*/ 881 w 1082"/>
                  <a:gd name="T61" fmla="*/ 257 h 1100"/>
                  <a:gd name="T62" fmla="*/ 800 w 1082"/>
                  <a:gd name="T63" fmla="*/ 184 h 1100"/>
                  <a:gd name="T64" fmla="*/ 830 w 1082"/>
                  <a:gd name="T65" fmla="*/ 78 h 1100"/>
                  <a:gd name="T66" fmla="*/ 664 w 1082"/>
                  <a:gd name="T67" fmla="*/ 120 h 1100"/>
                  <a:gd name="T68" fmla="*/ 915 w 1082"/>
                  <a:gd name="T69" fmla="*/ 548 h 1100"/>
                  <a:gd name="T70" fmla="*/ 179 w 1082"/>
                  <a:gd name="T71" fmla="*/ 548 h 1100"/>
                  <a:gd name="T72" fmla="*/ 915 w 1082"/>
                  <a:gd name="T73" fmla="*/ 548 h 1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82" h="1100">
                    <a:moveTo>
                      <a:pt x="664" y="120"/>
                    </a:moveTo>
                    <a:lnTo>
                      <a:pt x="664" y="120"/>
                    </a:lnTo>
                    <a:cubicBezTo>
                      <a:pt x="642" y="115"/>
                      <a:pt x="618" y="109"/>
                      <a:pt x="594" y="107"/>
                    </a:cubicBezTo>
                    <a:cubicBezTo>
                      <a:pt x="594" y="104"/>
                      <a:pt x="594" y="104"/>
                      <a:pt x="594" y="104"/>
                    </a:cubicBezTo>
                    <a:cubicBezTo>
                      <a:pt x="568" y="0"/>
                      <a:pt x="568" y="0"/>
                      <a:pt x="568" y="0"/>
                    </a:cubicBezTo>
                    <a:cubicBezTo>
                      <a:pt x="458" y="8"/>
                      <a:pt x="458" y="8"/>
                      <a:pt x="458" y="8"/>
                    </a:cubicBezTo>
                    <a:cubicBezTo>
                      <a:pt x="444" y="118"/>
                      <a:pt x="444" y="118"/>
                      <a:pt x="444" y="118"/>
                    </a:cubicBezTo>
                    <a:cubicBezTo>
                      <a:pt x="420" y="123"/>
                      <a:pt x="396" y="131"/>
                      <a:pt x="375" y="139"/>
                    </a:cubicBezTo>
                    <a:lnTo>
                      <a:pt x="375" y="139"/>
                    </a:lnTo>
                    <a:cubicBezTo>
                      <a:pt x="303" y="59"/>
                      <a:pt x="303" y="59"/>
                      <a:pt x="303" y="59"/>
                    </a:cubicBezTo>
                    <a:cubicBezTo>
                      <a:pt x="209" y="118"/>
                      <a:pt x="209" y="118"/>
                      <a:pt x="209" y="118"/>
                    </a:cubicBezTo>
                    <a:cubicBezTo>
                      <a:pt x="249" y="222"/>
                      <a:pt x="249" y="222"/>
                      <a:pt x="249" y="222"/>
                    </a:cubicBezTo>
                    <a:cubicBezTo>
                      <a:pt x="230" y="238"/>
                      <a:pt x="214" y="254"/>
                      <a:pt x="201" y="273"/>
                    </a:cubicBezTo>
                    <a:cubicBezTo>
                      <a:pt x="198" y="273"/>
                      <a:pt x="198" y="273"/>
                      <a:pt x="198" y="273"/>
                    </a:cubicBezTo>
                    <a:cubicBezTo>
                      <a:pt x="97" y="238"/>
                      <a:pt x="97" y="238"/>
                      <a:pt x="97" y="238"/>
                    </a:cubicBezTo>
                    <a:cubicBezTo>
                      <a:pt x="43" y="334"/>
                      <a:pt x="43" y="334"/>
                      <a:pt x="43" y="334"/>
                    </a:cubicBezTo>
                    <a:cubicBezTo>
                      <a:pt x="126" y="404"/>
                      <a:pt x="126" y="404"/>
                      <a:pt x="126" y="404"/>
                    </a:cubicBezTo>
                    <a:cubicBezTo>
                      <a:pt x="121" y="428"/>
                      <a:pt x="113" y="444"/>
                      <a:pt x="110" y="476"/>
                    </a:cubicBezTo>
                    <a:cubicBezTo>
                      <a:pt x="107" y="476"/>
                      <a:pt x="107" y="476"/>
                      <a:pt x="107" y="476"/>
                    </a:cubicBezTo>
                    <a:cubicBezTo>
                      <a:pt x="0" y="492"/>
                      <a:pt x="0" y="492"/>
                      <a:pt x="0" y="492"/>
                    </a:cubicBezTo>
                    <a:cubicBezTo>
                      <a:pt x="0" y="604"/>
                      <a:pt x="0" y="604"/>
                      <a:pt x="0" y="604"/>
                    </a:cubicBezTo>
                    <a:cubicBezTo>
                      <a:pt x="110" y="626"/>
                      <a:pt x="110" y="626"/>
                      <a:pt x="110" y="626"/>
                    </a:cubicBezTo>
                    <a:cubicBezTo>
                      <a:pt x="115" y="655"/>
                      <a:pt x="123" y="687"/>
                      <a:pt x="134" y="714"/>
                    </a:cubicBezTo>
                    <a:cubicBezTo>
                      <a:pt x="134" y="717"/>
                      <a:pt x="134" y="717"/>
                      <a:pt x="134" y="717"/>
                    </a:cubicBezTo>
                    <a:cubicBezTo>
                      <a:pt x="54" y="786"/>
                      <a:pt x="54" y="786"/>
                      <a:pt x="54" y="786"/>
                    </a:cubicBezTo>
                    <a:cubicBezTo>
                      <a:pt x="110" y="882"/>
                      <a:pt x="110" y="882"/>
                      <a:pt x="110" y="882"/>
                    </a:cubicBezTo>
                    <a:cubicBezTo>
                      <a:pt x="214" y="842"/>
                      <a:pt x="214" y="842"/>
                      <a:pt x="214" y="842"/>
                    </a:cubicBezTo>
                    <a:cubicBezTo>
                      <a:pt x="238" y="869"/>
                      <a:pt x="265" y="893"/>
                      <a:pt x="294" y="915"/>
                    </a:cubicBezTo>
                    <a:cubicBezTo>
                      <a:pt x="294" y="917"/>
                      <a:pt x="294" y="917"/>
                      <a:pt x="294" y="917"/>
                    </a:cubicBezTo>
                    <a:cubicBezTo>
                      <a:pt x="265" y="1022"/>
                      <a:pt x="265" y="1022"/>
                      <a:pt x="265" y="1022"/>
                    </a:cubicBezTo>
                    <a:cubicBezTo>
                      <a:pt x="367" y="1067"/>
                      <a:pt x="367" y="1067"/>
                      <a:pt x="367" y="1067"/>
                    </a:cubicBezTo>
                    <a:cubicBezTo>
                      <a:pt x="431" y="976"/>
                      <a:pt x="431" y="976"/>
                      <a:pt x="431" y="976"/>
                    </a:cubicBezTo>
                    <a:lnTo>
                      <a:pt x="431" y="976"/>
                    </a:lnTo>
                    <a:cubicBezTo>
                      <a:pt x="455" y="984"/>
                      <a:pt x="477" y="990"/>
                      <a:pt x="501" y="990"/>
                    </a:cubicBezTo>
                    <a:cubicBezTo>
                      <a:pt x="501" y="992"/>
                      <a:pt x="501" y="992"/>
                      <a:pt x="501" y="992"/>
                    </a:cubicBezTo>
                    <a:cubicBezTo>
                      <a:pt x="527" y="1099"/>
                      <a:pt x="527" y="1099"/>
                      <a:pt x="527" y="1099"/>
                    </a:cubicBezTo>
                    <a:cubicBezTo>
                      <a:pt x="637" y="1091"/>
                      <a:pt x="637" y="1091"/>
                      <a:pt x="637" y="1091"/>
                    </a:cubicBezTo>
                    <a:cubicBezTo>
                      <a:pt x="650" y="982"/>
                      <a:pt x="650" y="982"/>
                      <a:pt x="650" y="982"/>
                    </a:cubicBezTo>
                    <a:cubicBezTo>
                      <a:pt x="650" y="979"/>
                      <a:pt x="650" y="979"/>
                      <a:pt x="650" y="979"/>
                    </a:cubicBezTo>
                    <a:cubicBezTo>
                      <a:pt x="674" y="973"/>
                      <a:pt x="698" y="968"/>
                      <a:pt x="720" y="957"/>
                    </a:cubicBezTo>
                    <a:cubicBezTo>
                      <a:pt x="720" y="960"/>
                      <a:pt x="720" y="960"/>
                      <a:pt x="720" y="960"/>
                    </a:cubicBezTo>
                    <a:cubicBezTo>
                      <a:pt x="792" y="1040"/>
                      <a:pt x="792" y="1040"/>
                      <a:pt x="792" y="1040"/>
                    </a:cubicBezTo>
                    <a:cubicBezTo>
                      <a:pt x="886" y="982"/>
                      <a:pt x="886" y="982"/>
                      <a:pt x="886" y="982"/>
                    </a:cubicBezTo>
                    <a:cubicBezTo>
                      <a:pt x="846" y="877"/>
                      <a:pt x="846" y="877"/>
                      <a:pt x="846" y="877"/>
                    </a:cubicBezTo>
                    <a:lnTo>
                      <a:pt x="846" y="877"/>
                    </a:lnTo>
                    <a:cubicBezTo>
                      <a:pt x="862" y="861"/>
                      <a:pt x="881" y="842"/>
                      <a:pt x="894" y="826"/>
                    </a:cubicBezTo>
                    <a:cubicBezTo>
                      <a:pt x="896" y="826"/>
                      <a:pt x="896" y="826"/>
                      <a:pt x="896" y="826"/>
                    </a:cubicBezTo>
                    <a:cubicBezTo>
                      <a:pt x="998" y="861"/>
                      <a:pt x="998" y="861"/>
                      <a:pt x="998" y="861"/>
                    </a:cubicBezTo>
                    <a:cubicBezTo>
                      <a:pt x="1052" y="765"/>
                      <a:pt x="1052" y="765"/>
                      <a:pt x="1052" y="765"/>
                    </a:cubicBezTo>
                    <a:cubicBezTo>
                      <a:pt x="969" y="693"/>
                      <a:pt x="969" y="693"/>
                      <a:pt x="969" y="693"/>
                    </a:cubicBezTo>
                    <a:cubicBezTo>
                      <a:pt x="966" y="687"/>
                      <a:pt x="966" y="687"/>
                      <a:pt x="966" y="687"/>
                    </a:cubicBezTo>
                    <a:cubicBezTo>
                      <a:pt x="974" y="666"/>
                      <a:pt x="979" y="644"/>
                      <a:pt x="985" y="612"/>
                    </a:cubicBezTo>
                    <a:cubicBezTo>
                      <a:pt x="987" y="612"/>
                      <a:pt x="987" y="612"/>
                      <a:pt x="987" y="612"/>
                    </a:cubicBezTo>
                    <a:cubicBezTo>
                      <a:pt x="1081" y="607"/>
                      <a:pt x="1081" y="607"/>
                      <a:pt x="1081" y="607"/>
                    </a:cubicBezTo>
                    <a:cubicBezTo>
                      <a:pt x="1081" y="495"/>
                      <a:pt x="1081" y="495"/>
                      <a:pt x="1081" y="495"/>
                    </a:cubicBezTo>
                    <a:cubicBezTo>
                      <a:pt x="979" y="473"/>
                      <a:pt x="979" y="473"/>
                      <a:pt x="979" y="473"/>
                    </a:cubicBezTo>
                    <a:lnTo>
                      <a:pt x="979" y="473"/>
                    </a:lnTo>
                    <a:cubicBezTo>
                      <a:pt x="974" y="444"/>
                      <a:pt x="969" y="414"/>
                      <a:pt x="958" y="385"/>
                    </a:cubicBezTo>
                    <a:cubicBezTo>
                      <a:pt x="961" y="382"/>
                      <a:pt x="961" y="382"/>
                      <a:pt x="961" y="382"/>
                    </a:cubicBezTo>
                    <a:cubicBezTo>
                      <a:pt x="1043" y="313"/>
                      <a:pt x="1043" y="313"/>
                      <a:pt x="1043" y="313"/>
                    </a:cubicBezTo>
                    <a:cubicBezTo>
                      <a:pt x="985" y="217"/>
                      <a:pt x="985" y="217"/>
                      <a:pt x="985" y="217"/>
                    </a:cubicBezTo>
                    <a:cubicBezTo>
                      <a:pt x="881" y="257"/>
                      <a:pt x="881" y="257"/>
                      <a:pt x="881" y="257"/>
                    </a:cubicBezTo>
                    <a:lnTo>
                      <a:pt x="881" y="257"/>
                    </a:lnTo>
                    <a:cubicBezTo>
                      <a:pt x="856" y="230"/>
                      <a:pt x="830" y="206"/>
                      <a:pt x="800" y="184"/>
                    </a:cubicBezTo>
                    <a:cubicBezTo>
                      <a:pt x="803" y="182"/>
                      <a:pt x="803" y="182"/>
                      <a:pt x="803" y="182"/>
                    </a:cubicBezTo>
                    <a:cubicBezTo>
                      <a:pt x="830" y="78"/>
                      <a:pt x="830" y="78"/>
                      <a:pt x="830" y="78"/>
                    </a:cubicBezTo>
                    <a:cubicBezTo>
                      <a:pt x="731" y="32"/>
                      <a:pt x="731" y="32"/>
                      <a:pt x="731" y="32"/>
                    </a:cubicBezTo>
                    <a:cubicBezTo>
                      <a:pt x="664" y="120"/>
                      <a:pt x="664" y="120"/>
                      <a:pt x="664" y="120"/>
                    </a:cubicBezTo>
                    <a:close/>
                    <a:moveTo>
                      <a:pt x="915" y="548"/>
                    </a:moveTo>
                    <a:lnTo>
                      <a:pt x="915" y="548"/>
                    </a:lnTo>
                    <a:cubicBezTo>
                      <a:pt x="915" y="752"/>
                      <a:pt x="749" y="917"/>
                      <a:pt x="546" y="917"/>
                    </a:cubicBezTo>
                    <a:cubicBezTo>
                      <a:pt x="343" y="917"/>
                      <a:pt x="179" y="752"/>
                      <a:pt x="179" y="548"/>
                    </a:cubicBezTo>
                    <a:cubicBezTo>
                      <a:pt x="179" y="345"/>
                      <a:pt x="343" y="182"/>
                      <a:pt x="546" y="182"/>
                    </a:cubicBezTo>
                    <a:cubicBezTo>
                      <a:pt x="749" y="182"/>
                      <a:pt x="915" y="345"/>
                      <a:pt x="915" y="548"/>
                    </a:cubicBezTo>
                    <a:close/>
                  </a:path>
                </a:pathLst>
              </a:custGeom>
              <a:grpFill/>
              <a:ln>
                <a:noFill/>
              </a:ln>
              <a:effectLst/>
            </p:spPr>
            <p:txBody>
              <a:bodyPr wrap="none" anchor="ctr"/>
              <a:lstStyle/>
              <a:p>
                <a:pPr>
                  <a:defRPr/>
                </a:pPr>
                <a:endParaRPr lang="en-US" sz="1800" dirty="0">
                  <a:latin typeface="微软雅黑" panose="020B0503020204020204" charset="-122"/>
                </a:endParaRPr>
              </a:p>
            </p:txBody>
          </p:sp>
        </p:grpSp>
        <p:sp>
          <p:nvSpPr>
            <p:cNvPr id="282" name="Freeform 206"/>
            <p:cNvSpPr>
              <a:spLocks noChangeArrowheads="1"/>
            </p:cNvSpPr>
            <p:nvPr/>
          </p:nvSpPr>
          <p:spPr bwMode="auto">
            <a:xfrm>
              <a:off x="15628855" y="4888255"/>
              <a:ext cx="2153762" cy="2153563"/>
            </a:xfrm>
            <a:custGeom>
              <a:avLst/>
              <a:gdLst>
                <a:gd name="T0" fmla="*/ 2249 w 2250"/>
                <a:gd name="T1" fmla="*/ 1126 h 2250"/>
                <a:gd name="T2" fmla="*/ 2249 w 2250"/>
                <a:gd name="T3" fmla="*/ 1126 h 2250"/>
                <a:gd name="T4" fmla="*/ 1123 w 2250"/>
                <a:gd name="T5" fmla="*/ 0 h 2250"/>
                <a:gd name="T6" fmla="*/ 0 w 2250"/>
                <a:gd name="T7" fmla="*/ 1126 h 2250"/>
                <a:gd name="T8" fmla="*/ 1123 w 2250"/>
                <a:gd name="T9" fmla="*/ 2249 h 2250"/>
                <a:gd name="T10" fmla="*/ 2249 w 2250"/>
                <a:gd name="T11" fmla="*/ 1126 h 2250"/>
              </a:gdLst>
              <a:ahLst/>
              <a:cxnLst>
                <a:cxn ang="0">
                  <a:pos x="T0" y="T1"/>
                </a:cxn>
                <a:cxn ang="0">
                  <a:pos x="T2" y="T3"/>
                </a:cxn>
                <a:cxn ang="0">
                  <a:pos x="T4" y="T5"/>
                </a:cxn>
                <a:cxn ang="0">
                  <a:pos x="T6" y="T7"/>
                </a:cxn>
                <a:cxn ang="0">
                  <a:pos x="T8" y="T9"/>
                </a:cxn>
                <a:cxn ang="0">
                  <a:pos x="T10" y="T11"/>
                </a:cxn>
              </a:cxnLst>
              <a:rect l="0" t="0" r="r" b="b"/>
              <a:pathLst>
                <a:path w="2250" h="2250">
                  <a:moveTo>
                    <a:pt x="2249" y="1126"/>
                  </a:moveTo>
                  <a:lnTo>
                    <a:pt x="2249" y="1126"/>
                  </a:lnTo>
                  <a:cubicBezTo>
                    <a:pt x="2249" y="505"/>
                    <a:pt x="1746" y="0"/>
                    <a:pt x="1123" y="0"/>
                  </a:cubicBezTo>
                  <a:cubicBezTo>
                    <a:pt x="503" y="0"/>
                    <a:pt x="0" y="505"/>
                    <a:pt x="0" y="1126"/>
                  </a:cubicBezTo>
                  <a:cubicBezTo>
                    <a:pt x="0" y="1746"/>
                    <a:pt x="503" y="2249"/>
                    <a:pt x="1123" y="2249"/>
                  </a:cubicBezTo>
                  <a:cubicBezTo>
                    <a:pt x="1746" y="2249"/>
                    <a:pt x="2249" y="1746"/>
                    <a:pt x="2249" y="1126"/>
                  </a:cubicBezTo>
                </a:path>
              </a:pathLst>
            </a:custGeom>
            <a:solidFill>
              <a:schemeClr val="accent6"/>
            </a:solidFill>
            <a:ln>
              <a:noFill/>
            </a:ln>
            <a:effectLst/>
          </p:spPr>
          <p:txBody>
            <a:bodyPr wrap="none" anchor="ctr"/>
            <a:lstStyle/>
            <a:p>
              <a:pPr>
                <a:defRPr/>
              </a:pPr>
              <a:endParaRPr lang="en-US" sz="1800" dirty="0">
                <a:latin typeface="微软雅黑" panose="020B0503020204020204" charset="-122"/>
              </a:endParaRPr>
            </a:p>
          </p:txBody>
        </p:sp>
        <p:sp>
          <p:nvSpPr>
            <p:cNvPr id="283" name="Freeform 207"/>
            <p:cNvSpPr>
              <a:spLocks noChangeArrowheads="1"/>
            </p:cNvSpPr>
            <p:nvPr/>
          </p:nvSpPr>
          <p:spPr bwMode="auto">
            <a:xfrm>
              <a:off x="16136618" y="5408664"/>
              <a:ext cx="1645999" cy="1633154"/>
            </a:xfrm>
            <a:custGeom>
              <a:avLst/>
              <a:gdLst>
                <a:gd name="T0" fmla="*/ 1720 w 1721"/>
                <a:gd name="T1" fmla="*/ 585 h 1707"/>
                <a:gd name="T2" fmla="*/ 1720 w 1721"/>
                <a:gd name="T3" fmla="*/ 585 h 1707"/>
                <a:gd name="T4" fmla="*/ 1134 w 1721"/>
                <a:gd name="T5" fmla="*/ 0 h 1707"/>
                <a:gd name="T6" fmla="*/ 0 w 1721"/>
                <a:gd name="T7" fmla="*/ 1099 h 1707"/>
                <a:gd name="T8" fmla="*/ 607 w 1721"/>
                <a:gd name="T9" fmla="*/ 1706 h 1707"/>
                <a:gd name="T10" fmla="*/ 1720 w 1721"/>
                <a:gd name="T11" fmla="*/ 585 h 1707"/>
              </a:gdLst>
              <a:ahLst/>
              <a:cxnLst>
                <a:cxn ang="0">
                  <a:pos x="T0" y="T1"/>
                </a:cxn>
                <a:cxn ang="0">
                  <a:pos x="T2" y="T3"/>
                </a:cxn>
                <a:cxn ang="0">
                  <a:pos x="T4" y="T5"/>
                </a:cxn>
                <a:cxn ang="0">
                  <a:pos x="T6" y="T7"/>
                </a:cxn>
                <a:cxn ang="0">
                  <a:pos x="T8" y="T9"/>
                </a:cxn>
                <a:cxn ang="0">
                  <a:pos x="T10" y="T11"/>
                </a:cxn>
              </a:cxnLst>
              <a:rect l="0" t="0" r="r" b="b"/>
              <a:pathLst>
                <a:path w="1721" h="1707">
                  <a:moveTo>
                    <a:pt x="1720" y="585"/>
                  </a:moveTo>
                  <a:lnTo>
                    <a:pt x="1720" y="585"/>
                  </a:lnTo>
                  <a:cubicBezTo>
                    <a:pt x="1134" y="0"/>
                    <a:pt x="1134" y="0"/>
                    <a:pt x="1134" y="0"/>
                  </a:cubicBezTo>
                  <a:cubicBezTo>
                    <a:pt x="0" y="1099"/>
                    <a:pt x="0" y="1099"/>
                    <a:pt x="0" y="1099"/>
                  </a:cubicBezTo>
                  <a:cubicBezTo>
                    <a:pt x="607" y="1706"/>
                    <a:pt x="607" y="1706"/>
                    <a:pt x="607" y="1706"/>
                  </a:cubicBezTo>
                  <a:cubicBezTo>
                    <a:pt x="1222" y="1701"/>
                    <a:pt x="1717" y="1201"/>
                    <a:pt x="1720" y="585"/>
                  </a:cubicBezTo>
                </a:path>
              </a:pathLst>
            </a:custGeom>
            <a:solidFill>
              <a:schemeClr val="accent6"/>
            </a:solidFill>
            <a:ln>
              <a:noFill/>
            </a:ln>
            <a:effectLst/>
          </p:spPr>
          <p:txBody>
            <a:bodyPr wrap="none" anchor="ctr"/>
            <a:lstStyle/>
            <a:p>
              <a:pPr>
                <a:defRPr/>
              </a:pPr>
              <a:endParaRPr lang="en-US" sz="1800" dirty="0">
                <a:latin typeface="微软雅黑" panose="020B0503020204020204" charset="-122"/>
              </a:endParaRPr>
            </a:p>
          </p:txBody>
        </p:sp>
        <p:sp>
          <p:nvSpPr>
            <p:cNvPr id="284" name="Freeform 208"/>
            <p:cNvSpPr>
              <a:spLocks noChangeArrowheads="1"/>
            </p:cNvSpPr>
            <p:nvPr/>
          </p:nvSpPr>
          <p:spPr bwMode="auto">
            <a:xfrm>
              <a:off x="15950438" y="5209809"/>
              <a:ext cx="1510595" cy="1506225"/>
            </a:xfrm>
            <a:custGeom>
              <a:avLst/>
              <a:gdLst>
                <a:gd name="T0" fmla="*/ 1576 w 1577"/>
                <a:gd name="T1" fmla="*/ 789 h 1576"/>
                <a:gd name="T2" fmla="*/ 1576 w 1577"/>
                <a:gd name="T3" fmla="*/ 789 h 1576"/>
                <a:gd name="T4" fmla="*/ 787 w 1577"/>
                <a:gd name="T5" fmla="*/ 0 h 1576"/>
                <a:gd name="T6" fmla="*/ 0 w 1577"/>
                <a:gd name="T7" fmla="*/ 789 h 1576"/>
                <a:gd name="T8" fmla="*/ 787 w 1577"/>
                <a:gd name="T9" fmla="*/ 1575 h 1576"/>
                <a:gd name="T10" fmla="*/ 1576 w 1577"/>
                <a:gd name="T11" fmla="*/ 789 h 1576"/>
              </a:gdLst>
              <a:ahLst/>
              <a:cxnLst>
                <a:cxn ang="0">
                  <a:pos x="T0" y="T1"/>
                </a:cxn>
                <a:cxn ang="0">
                  <a:pos x="T2" y="T3"/>
                </a:cxn>
                <a:cxn ang="0">
                  <a:pos x="T4" y="T5"/>
                </a:cxn>
                <a:cxn ang="0">
                  <a:pos x="T6" y="T7"/>
                </a:cxn>
                <a:cxn ang="0">
                  <a:pos x="T8" y="T9"/>
                </a:cxn>
                <a:cxn ang="0">
                  <a:pos x="T10" y="T11"/>
                </a:cxn>
              </a:cxnLst>
              <a:rect l="0" t="0" r="r" b="b"/>
              <a:pathLst>
                <a:path w="1577" h="1576">
                  <a:moveTo>
                    <a:pt x="1576" y="789"/>
                  </a:moveTo>
                  <a:lnTo>
                    <a:pt x="1576" y="789"/>
                  </a:lnTo>
                  <a:cubicBezTo>
                    <a:pt x="1576" y="353"/>
                    <a:pt x="1223" y="0"/>
                    <a:pt x="787" y="0"/>
                  </a:cubicBezTo>
                  <a:cubicBezTo>
                    <a:pt x="354" y="0"/>
                    <a:pt x="0" y="353"/>
                    <a:pt x="0" y="789"/>
                  </a:cubicBezTo>
                  <a:cubicBezTo>
                    <a:pt x="0" y="1225"/>
                    <a:pt x="354" y="1575"/>
                    <a:pt x="787" y="1575"/>
                  </a:cubicBezTo>
                  <a:cubicBezTo>
                    <a:pt x="1223" y="1575"/>
                    <a:pt x="1576" y="1225"/>
                    <a:pt x="1576" y="789"/>
                  </a:cubicBezTo>
                </a:path>
              </a:pathLst>
            </a:custGeom>
            <a:solidFill>
              <a:schemeClr val="accent1"/>
            </a:solidFill>
            <a:ln>
              <a:noFill/>
            </a:ln>
            <a:effectLst/>
          </p:spPr>
          <p:txBody>
            <a:bodyPr wrap="none" anchor="ctr"/>
            <a:lstStyle/>
            <a:p>
              <a:pPr>
                <a:defRPr/>
              </a:pPr>
              <a:endParaRPr lang="en-US" sz="1800" dirty="0">
                <a:latin typeface="微软雅黑" panose="020B0503020204020204" charset="-122"/>
              </a:endParaRPr>
            </a:p>
          </p:txBody>
        </p:sp>
        <p:sp>
          <p:nvSpPr>
            <p:cNvPr id="285" name="Freeform 209"/>
            <p:cNvSpPr>
              <a:spLocks noChangeArrowheads="1"/>
            </p:cNvSpPr>
            <p:nvPr/>
          </p:nvSpPr>
          <p:spPr bwMode="auto">
            <a:xfrm>
              <a:off x="16445507" y="5776758"/>
              <a:ext cx="981675" cy="913889"/>
            </a:xfrm>
            <a:custGeom>
              <a:avLst/>
              <a:gdLst>
                <a:gd name="T0" fmla="*/ 1027 w 1028"/>
                <a:gd name="T1" fmla="*/ 428 h 956"/>
                <a:gd name="T2" fmla="*/ 1027 w 1028"/>
                <a:gd name="T3" fmla="*/ 428 h 956"/>
                <a:gd name="T4" fmla="*/ 599 w 1028"/>
                <a:gd name="T5" fmla="*/ 0 h 956"/>
                <a:gd name="T6" fmla="*/ 0 w 1028"/>
                <a:gd name="T7" fmla="*/ 463 h 956"/>
                <a:gd name="T8" fmla="*/ 492 w 1028"/>
                <a:gd name="T9" fmla="*/ 955 h 956"/>
                <a:gd name="T10" fmla="*/ 1027 w 1028"/>
                <a:gd name="T11" fmla="*/ 428 h 956"/>
              </a:gdLst>
              <a:ahLst/>
              <a:cxnLst>
                <a:cxn ang="0">
                  <a:pos x="T0" y="T1"/>
                </a:cxn>
                <a:cxn ang="0">
                  <a:pos x="T2" y="T3"/>
                </a:cxn>
                <a:cxn ang="0">
                  <a:pos x="T4" y="T5"/>
                </a:cxn>
                <a:cxn ang="0">
                  <a:pos x="T6" y="T7"/>
                </a:cxn>
                <a:cxn ang="0">
                  <a:pos x="T8" y="T9"/>
                </a:cxn>
                <a:cxn ang="0">
                  <a:pos x="T10" y="T11"/>
                </a:cxn>
              </a:cxnLst>
              <a:rect l="0" t="0" r="r" b="b"/>
              <a:pathLst>
                <a:path w="1028" h="956">
                  <a:moveTo>
                    <a:pt x="1027" y="428"/>
                  </a:moveTo>
                  <a:lnTo>
                    <a:pt x="1027" y="428"/>
                  </a:lnTo>
                  <a:cubicBezTo>
                    <a:pt x="599" y="0"/>
                    <a:pt x="599" y="0"/>
                    <a:pt x="599" y="0"/>
                  </a:cubicBezTo>
                  <a:cubicBezTo>
                    <a:pt x="0" y="463"/>
                    <a:pt x="0" y="463"/>
                    <a:pt x="0" y="463"/>
                  </a:cubicBezTo>
                  <a:cubicBezTo>
                    <a:pt x="492" y="955"/>
                    <a:pt x="492" y="955"/>
                    <a:pt x="492" y="955"/>
                  </a:cubicBezTo>
                  <a:cubicBezTo>
                    <a:pt x="749" y="880"/>
                    <a:pt x="950" y="682"/>
                    <a:pt x="1027" y="428"/>
                  </a:cubicBezTo>
                </a:path>
              </a:pathLst>
            </a:custGeom>
            <a:solidFill>
              <a:srgbClr val="CC202D"/>
            </a:solidFill>
            <a:ln>
              <a:noFill/>
            </a:ln>
            <a:effectLst/>
          </p:spPr>
          <p:txBody>
            <a:bodyPr wrap="none" anchor="ctr"/>
            <a:lstStyle/>
            <a:p>
              <a:pPr>
                <a:defRPr/>
              </a:pPr>
              <a:endParaRPr lang="en-US" sz="1800" dirty="0">
                <a:latin typeface="微软雅黑" panose="020B0503020204020204" charset="-122"/>
              </a:endParaRPr>
            </a:p>
          </p:txBody>
        </p:sp>
        <p:sp>
          <p:nvSpPr>
            <p:cNvPr id="286" name="Freeform 210"/>
            <p:cNvSpPr>
              <a:spLocks noChangeArrowheads="1"/>
            </p:cNvSpPr>
            <p:nvPr/>
          </p:nvSpPr>
          <p:spPr bwMode="auto">
            <a:xfrm>
              <a:off x="16339723" y="5599058"/>
              <a:ext cx="727794" cy="727726"/>
            </a:xfrm>
            <a:custGeom>
              <a:avLst/>
              <a:gdLst>
                <a:gd name="T0" fmla="*/ 763 w 764"/>
                <a:gd name="T1" fmla="*/ 383 h 764"/>
                <a:gd name="T2" fmla="*/ 763 w 764"/>
                <a:gd name="T3" fmla="*/ 383 h 764"/>
                <a:gd name="T4" fmla="*/ 380 w 764"/>
                <a:gd name="T5" fmla="*/ 0 h 764"/>
                <a:gd name="T6" fmla="*/ 0 w 764"/>
                <a:gd name="T7" fmla="*/ 383 h 764"/>
                <a:gd name="T8" fmla="*/ 380 w 764"/>
                <a:gd name="T9" fmla="*/ 763 h 764"/>
                <a:gd name="T10" fmla="*/ 763 w 764"/>
                <a:gd name="T11" fmla="*/ 383 h 764"/>
              </a:gdLst>
              <a:ahLst/>
              <a:cxnLst>
                <a:cxn ang="0">
                  <a:pos x="T0" y="T1"/>
                </a:cxn>
                <a:cxn ang="0">
                  <a:pos x="T2" y="T3"/>
                </a:cxn>
                <a:cxn ang="0">
                  <a:pos x="T4" y="T5"/>
                </a:cxn>
                <a:cxn ang="0">
                  <a:pos x="T6" y="T7"/>
                </a:cxn>
                <a:cxn ang="0">
                  <a:pos x="T8" y="T9"/>
                </a:cxn>
                <a:cxn ang="0">
                  <a:pos x="T10" y="T11"/>
                </a:cxn>
              </a:cxnLst>
              <a:rect l="0" t="0" r="r" b="b"/>
              <a:pathLst>
                <a:path w="764" h="764">
                  <a:moveTo>
                    <a:pt x="763" y="383"/>
                  </a:moveTo>
                  <a:lnTo>
                    <a:pt x="763" y="383"/>
                  </a:lnTo>
                  <a:cubicBezTo>
                    <a:pt x="763" y="171"/>
                    <a:pt x="591" y="0"/>
                    <a:pt x="380" y="0"/>
                  </a:cubicBezTo>
                  <a:cubicBezTo>
                    <a:pt x="171" y="0"/>
                    <a:pt x="0" y="171"/>
                    <a:pt x="0" y="383"/>
                  </a:cubicBezTo>
                  <a:cubicBezTo>
                    <a:pt x="0" y="592"/>
                    <a:pt x="171" y="763"/>
                    <a:pt x="380" y="763"/>
                  </a:cubicBezTo>
                  <a:cubicBezTo>
                    <a:pt x="591" y="763"/>
                    <a:pt x="763" y="592"/>
                    <a:pt x="763" y="383"/>
                  </a:cubicBezTo>
                </a:path>
              </a:pathLst>
            </a:custGeom>
            <a:solidFill>
              <a:schemeClr val="accent6"/>
            </a:solidFill>
            <a:ln>
              <a:noFill/>
            </a:ln>
            <a:effectLst/>
          </p:spPr>
          <p:txBody>
            <a:bodyPr wrap="none" anchor="ctr"/>
            <a:lstStyle/>
            <a:p>
              <a:pPr>
                <a:defRPr/>
              </a:pPr>
              <a:endParaRPr lang="en-US" sz="1800" dirty="0">
                <a:latin typeface="微软雅黑" panose="020B0503020204020204" charset="-122"/>
              </a:endParaRPr>
            </a:p>
          </p:txBody>
        </p:sp>
        <p:sp>
          <p:nvSpPr>
            <p:cNvPr id="287" name="Freeform 211"/>
            <p:cNvSpPr>
              <a:spLocks noChangeArrowheads="1"/>
            </p:cNvSpPr>
            <p:nvPr/>
          </p:nvSpPr>
          <p:spPr bwMode="auto">
            <a:xfrm>
              <a:off x="16547060" y="5785220"/>
              <a:ext cx="524689" cy="516178"/>
            </a:xfrm>
            <a:custGeom>
              <a:avLst/>
              <a:gdLst>
                <a:gd name="T0" fmla="*/ 549 w 550"/>
                <a:gd name="T1" fmla="*/ 190 h 544"/>
                <a:gd name="T2" fmla="*/ 549 w 550"/>
                <a:gd name="T3" fmla="*/ 190 h 544"/>
                <a:gd name="T4" fmla="*/ 524 w 550"/>
                <a:gd name="T5" fmla="*/ 61 h 544"/>
                <a:gd name="T6" fmla="*/ 450 w 550"/>
                <a:gd name="T7" fmla="*/ 0 h 544"/>
                <a:gd name="T8" fmla="*/ 0 w 550"/>
                <a:gd name="T9" fmla="*/ 230 h 544"/>
                <a:gd name="T10" fmla="*/ 310 w 550"/>
                <a:gd name="T11" fmla="*/ 543 h 544"/>
                <a:gd name="T12" fmla="*/ 549 w 550"/>
                <a:gd name="T13" fmla="*/ 190 h 544"/>
              </a:gdLst>
              <a:ahLst/>
              <a:cxnLst>
                <a:cxn ang="0">
                  <a:pos x="T0" y="T1"/>
                </a:cxn>
                <a:cxn ang="0">
                  <a:pos x="T2" y="T3"/>
                </a:cxn>
                <a:cxn ang="0">
                  <a:pos x="T4" y="T5"/>
                </a:cxn>
                <a:cxn ang="0">
                  <a:pos x="T6" y="T7"/>
                </a:cxn>
                <a:cxn ang="0">
                  <a:pos x="T8" y="T9"/>
                </a:cxn>
                <a:cxn ang="0">
                  <a:pos x="T10" y="T11"/>
                </a:cxn>
                <a:cxn ang="0">
                  <a:pos x="T12" y="T13"/>
                </a:cxn>
              </a:cxnLst>
              <a:rect l="0" t="0" r="r" b="b"/>
              <a:pathLst>
                <a:path w="550" h="544">
                  <a:moveTo>
                    <a:pt x="549" y="190"/>
                  </a:moveTo>
                  <a:lnTo>
                    <a:pt x="549" y="190"/>
                  </a:lnTo>
                  <a:cubicBezTo>
                    <a:pt x="549" y="144"/>
                    <a:pt x="540" y="102"/>
                    <a:pt x="524" y="61"/>
                  </a:cubicBezTo>
                  <a:cubicBezTo>
                    <a:pt x="450" y="0"/>
                    <a:pt x="450" y="0"/>
                    <a:pt x="450" y="0"/>
                  </a:cubicBezTo>
                  <a:cubicBezTo>
                    <a:pt x="0" y="230"/>
                    <a:pt x="0" y="230"/>
                    <a:pt x="0" y="230"/>
                  </a:cubicBezTo>
                  <a:cubicBezTo>
                    <a:pt x="310" y="543"/>
                    <a:pt x="310" y="543"/>
                    <a:pt x="310" y="543"/>
                  </a:cubicBezTo>
                  <a:cubicBezTo>
                    <a:pt x="450" y="487"/>
                    <a:pt x="549" y="347"/>
                    <a:pt x="549" y="190"/>
                  </a:cubicBezTo>
                </a:path>
              </a:pathLst>
            </a:custGeom>
            <a:solidFill>
              <a:schemeClr val="accent6"/>
            </a:solidFill>
            <a:ln>
              <a:noFill/>
            </a:ln>
            <a:effectLst/>
          </p:spPr>
          <p:txBody>
            <a:bodyPr wrap="none" anchor="ctr"/>
            <a:lstStyle/>
            <a:p>
              <a:pPr>
                <a:defRPr/>
              </a:pPr>
              <a:endParaRPr lang="en-US" sz="1800" dirty="0">
                <a:latin typeface="微软雅黑" panose="020B0503020204020204" charset="-122"/>
              </a:endParaRPr>
            </a:p>
          </p:txBody>
        </p:sp>
        <p:sp>
          <p:nvSpPr>
            <p:cNvPr id="288" name="Freeform 212"/>
            <p:cNvSpPr>
              <a:spLocks noChangeArrowheads="1"/>
            </p:cNvSpPr>
            <p:nvPr/>
          </p:nvSpPr>
          <p:spPr bwMode="auto">
            <a:xfrm>
              <a:off x="18248066" y="3534345"/>
              <a:ext cx="732025" cy="710803"/>
            </a:xfrm>
            <a:custGeom>
              <a:avLst/>
              <a:gdLst>
                <a:gd name="T0" fmla="*/ 433 w 768"/>
                <a:gd name="T1" fmla="*/ 0 h 747"/>
                <a:gd name="T2" fmla="*/ 468 w 768"/>
                <a:gd name="T3" fmla="*/ 289 h 747"/>
                <a:gd name="T4" fmla="*/ 767 w 768"/>
                <a:gd name="T5" fmla="*/ 310 h 747"/>
                <a:gd name="T6" fmla="*/ 337 w 768"/>
                <a:gd name="T7" fmla="*/ 746 h 747"/>
                <a:gd name="T8" fmla="*/ 72 w 768"/>
                <a:gd name="T9" fmla="*/ 685 h 747"/>
                <a:gd name="T10" fmla="*/ 0 w 768"/>
                <a:gd name="T11" fmla="*/ 436 h 747"/>
                <a:gd name="T12" fmla="*/ 433 w 768"/>
                <a:gd name="T13" fmla="*/ 0 h 747"/>
              </a:gdLst>
              <a:ahLst/>
              <a:cxnLst>
                <a:cxn ang="0">
                  <a:pos x="T0" y="T1"/>
                </a:cxn>
                <a:cxn ang="0">
                  <a:pos x="T2" y="T3"/>
                </a:cxn>
                <a:cxn ang="0">
                  <a:pos x="T4" y="T5"/>
                </a:cxn>
                <a:cxn ang="0">
                  <a:pos x="T6" y="T7"/>
                </a:cxn>
                <a:cxn ang="0">
                  <a:pos x="T8" y="T9"/>
                </a:cxn>
                <a:cxn ang="0">
                  <a:pos x="T10" y="T11"/>
                </a:cxn>
                <a:cxn ang="0">
                  <a:pos x="T12" y="T13"/>
                </a:cxn>
              </a:cxnLst>
              <a:rect l="0" t="0" r="r" b="b"/>
              <a:pathLst>
                <a:path w="768" h="747">
                  <a:moveTo>
                    <a:pt x="433" y="0"/>
                  </a:moveTo>
                  <a:lnTo>
                    <a:pt x="468" y="289"/>
                  </a:lnTo>
                  <a:lnTo>
                    <a:pt x="767" y="310"/>
                  </a:lnTo>
                  <a:lnTo>
                    <a:pt x="337" y="746"/>
                  </a:lnTo>
                  <a:lnTo>
                    <a:pt x="72" y="685"/>
                  </a:lnTo>
                  <a:lnTo>
                    <a:pt x="0" y="436"/>
                  </a:lnTo>
                  <a:lnTo>
                    <a:pt x="433" y="0"/>
                  </a:lnTo>
                </a:path>
              </a:pathLst>
            </a:custGeom>
            <a:solidFill>
              <a:schemeClr val="accent1">
                <a:lumMod val="75000"/>
              </a:schemeClr>
            </a:solidFill>
            <a:ln>
              <a:noFill/>
            </a:ln>
            <a:effectLst/>
          </p:spPr>
          <p:txBody>
            <a:bodyPr wrap="none" anchor="ctr"/>
            <a:lstStyle/>
            <a:p>
              <a:pPr>
                <a:defRPr/>
              </a:pPr>
              <a:endParaRPr lang="en-US" sz="1800" dirty="0">
                <a:latin typeface="微软雅黑" panose="020B0503020204020204" charset="-122"/>
              </a:endParaRPr>
            </a:p>
          </p:txBody>
        </p:sp>
        <p:sp>
          <p:nvSpPr>
            <p:cNvPr id="289" name="Freeform 213"/>
            <p:cNvSpPr>
              <a:spLocks noChangeArrowheads="1"/>
            </p:cNvSpPr>
            <p:nvPr/>
          </p:nvSpPr>
          <p:spPr bwMode="auto">
            <a:xfrm>
              <a:off x="18319999" y="3813589"/>
              <a:ext cx="664323" cy="435790"/>
            </a:xfrm>
            <a:custGeom>
              <a:avLst/>
              <a:gdLst>
                <a:gd name="T0" fmla="*/ 0 w 696"/>
                <a:gd name="T1" fmla="*/ 396 h 458"/>
                <a:gd name="T2" fmla="*/ 265 w 696"/>
                <a:gd name="T3" fmla="*/ 457 h 458"/>
                <a:gd name="T4" fmla="*/ 695 w 696"/>
                <a:gd name="T5" fmla="*/ 21 h 458"/>
                <a:gd name="T6" fmla="*/ 396 w 696"/>
                <a:gd name="T7" fmla="*/ 0 h 458"/>
                <a:gd name="T8" fmla="*/ 0 w 696"/>
                <a:gd name="T9" fmla="*/ 396 h 458"/>
              </a:gdLst>
              <a:ahLst/>
              <a:cxnLst>
                <a:cxn ang="0">
                  <a:pos x="T0" y="T1"/>
                </a:cxn>
                <a:cxn ang="0">
                  <a:pos x="T2" y="T3"/>
                </a:cxn>
                <a:cxn ang="0">
                  <a:pos x="T4" y="T5"/>
                </a:cxn>
                <a:cxn ang="0">
                  <a:pos x="T6" y="T7"/>
                </a:cxn>
                <a:cxn ang="0">
                  <a:pos x="T8" y="T9"/>
                </a:cxn>
              </a:cxnLst>
              <a:rect l="0" t="0" r="r" b="b"/>
              <a:pathLst>
                <a:path w="696" h="458">
                  <a:moveTo>
                    <a:pt x="0" y="396"/>
                  </a:moveTo>
                  <a:lnTo>
                    <a:pt x="265" y="457"/>
                  </a:lnTo>
                  <a:lnTo>
                    <a:pt x="695" y="21"/>
                  </a:lnTo>
                  <a:lnTo>
                    <a:pt x="396" y="0"/>
                  </a:lnTo>
                  <a:lnTo>
                    <a:pt x="0" y="396"/>
                  </a:lnTo>
                </a:path>
              </a:pathLst>
            </a:custGeom>
            <a:solidFill>
              <a:schemeClr val="accent1">
                <a:lumMod val="50000"/>
              </a:schemeClr>
            </a:solidFill>
            <a:ln>
              <a:noFill/>
            </a:ln>
            <a:effectLst/>
          </p:spPr>
          <p:txBody>
            <a:bodyPr wrap="none" anchor="ctr"/>
            <a:lstStyle/>
            <a:p>
              <a:pPr>
                <a:defRPr/>
              </a:pPr>
              <a:endParaRPr lang="en-US" sz="1800" dirty="0">
                <a:latin typeface="微软雅黑" panose="020B0503020204020204" charset="-122"/>
              </a:endParaRPr>
            </a:p>
          </p:txBody>
        </p:sp>
        <p:sp>
          <p:nvSpPr>
            <p:cNvPr id="290" name="Freeform 214"/>
            <p:cNvSpPr>
              <a:spLocks noChangeArrowheads="1"/>
            </p:cNvSpPr>
            <p:nvPr/>
          </p:nvSpPr>
          <p:spPr bwMode="auto">
            <a:xfrm>
              <a:off x="16703620" y="3771280"/>
              <a:ext cx="2043746" cy="2115484"/>
            </a:xfrm>
            <a:custGeom>
              <a:avLst/>
              <a:gdLst>
                <a:gd name="T0" fmla="*/ 91 w 2131"/>
                <a:gd name="T1" fmla="*/ 2209 h 2210"/>
                <a:gd name="T2" fmla="*/ 0 w 2131"/>
                <a:gd name="T3" fmla="*/ 2129 h 2210"/>
                <a:gd name="T4" fmla="*/ 2036 w 2131"/>
                <a:gd name="T5" fmla="*/ 0 h 2210"/>
                <a:gd name="T6" fmla="*/ 2130 w 2131"/>
                <a:gd name="T7" fmla="*/ 82 h 2210"/>
                <a:gd name="T8" fmla="*/ 91 w 2131"/>
                <a:gd name="T9" fmla="*/ 2209 h 2210"/>
              </a:gdLst>
              <a:ahLst/>
              <a:cxnLst>
                <a:cxn ang="0">
                  <a:pos x="T0" y="T1"/>
                </a:cxn>
                <a:cxn ang="0">
                  <a:pos x="T2" y="T3"/>
                </a:cxn>
                <a:cxn ang="0">
                  <a:pos x="T4" y="T5"/>
                </a:cxn>
                <a:cxn ang="0">
                  <a:pos x="T6" y="T7"/>
                </a:cxn>
                <a:cxn ang="0">
                  <a:pos x="T8" y="T9"/>
                </a:cxn>
              </a:cxnLst>
              <a:rect l="0" t="0" r="r" b="b"/>
              <a:pathLst>
                <a:path w="2131" h="2210">
                  <a:moveTo>
                    <a:pt x="91" y="2209"/>
                  </a:moveTo>
                  <a:lnTo>
                    <a:pt x="0" y="2129"/>
                  </a:lnTo>
                  <a:lnTo>
                    <a:pt x="2036" y="0"/>
                  </a:lnTo>
                  <a:lnTo>
                    <a:pt x="2130" y="82"/>
                  </a:lnTo>
                  <a:lnTo>
                    <a:pt x="91" y="2209"/>
                  </a:lnTo>
                </a:path>
              </a:pathLst>
            </a:custGeom>
            <a:solidFill>
              <a:srgbClr val="C59C6D"/>
            </a:solidFill>
            <a:ln>
              <a:noFill/>
            </a:ln>
            <a:effectLst/>
          </p:spPr>
          <p:txBody>
            <a:bodyPr wrap="none" anchor="ctr"/>
            <a:lstStyle/>
            <a:p>
              <a:pPr>
                <a:defRPr/>
              </a:pPr>
              <a:endParaRPr lang="en-US" sz="1800" dirty="0">
                <a:latin typeface="微软雅黑" panose="020B0503020204020204" charset="-122"/>
              </a:endParaRPr>
            </a:p>
          </p:txBody>
        </p:sp>
        <p:sp>
          <p:nvSpPr>
            <p:cNvPr id="291" name="Freeform 215"/>
            <p:cNvSpPr>
              <a:spLocks noChangeArrowheads="1"/>
            </p:cNvSpPr>
            <p:nvPr/>
          </p:nvSpPr>
          <p:spPr bwMode="auto">
            <a:xfrm>
              <a:off x="18430015" y="3754356"/>
              <a:ext cx="334277" cy="334246"/>
            </a:xfrm>
            <a:custGeom>
              <a:avLst/>
              <a:gdLst>
                <a:gd name="T0" fmla="*/ 101 w 351"/>
                <a:gd name="T1" fmla="*/ 337 h 352"/>
                <a:gd name="T2" fmla="*/ 101 w 351"/>
                <a:gd name="T3" fmla="*/ 337 h 352"/>
                <a:gd name="T4" fmla="*/ 75 w 351"/>
                <a:gd name="T5" fmla="*/ 343 h 352"/>
                <a:gd name="T6" fmla="*/ 5 w 351"/>
                <a:gd name="T7" fmla="*/ 281 h 352"/>
                <a:gd name="T8" fmla="*/ 10 w 351"/>
                <a:gd name="T9" fmla="*/ 255 h 352"/>
                <a:gd name="T10" fmla="*/ 246 w 351"/>
                <a:gd name="T11" fmla="*/ 11 h 352"/>
                <a:gd name="T12" fmla="*/ 275 w 351"/>
                <a:gd name="T13" fmla="*/ 6 h 352"/>
                <a:gd name="T14" fmla="*/ 342 w 351"/>
                <a:gd name="T15" fmla="*/ 67 h 352"/>
                <a:gd name="T16" fmla="*/ 339 w 351"/>
                <a:gd name="T17" fmla="*/ 97 h 352"/>
                <a:gd name="T18" fmla="*/ 101 w 351"/>
                <a:gd name="T19" fmla="*/ 337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1" h="352">
                  <a:moveTo>
                    <a:pt x="101" y="337"/>
                  </a:moveTo>
                  <a:lnTo>
                    <a:pt x="101" y="337"/>
                  </a:lnTo>
                  <a:cubicBezTo>
                    <a:pt x="94" y="348"/>
                    <a:pt x="80" y="351"/>
                    <a:pt x="75" y="343"/>
                  </a:cubicBezTo>
                  <a:cubicBezTo>
                    <a:pt x="5" y="281"/>
                    <a:pt x="5" y="281"/>
                    <a:pt x="5" y="281"/>
                  </a:cubicBezTo>
                  <a:cubicBezTo>
                    <a:pt x="0" y="276"/>
                    <a:pt x="0" y="262"/>
                    <a:pt x="10" y="255"/>
                  </a:cubicBezTo>
                  <a:cubicBezTo>
                    <a:pt x="246" y="11"/>
                    <a:pt x="246" y="11"/>
                    <a:pt x="246" y="11"/>
                  </a:cubicBezTo>
                  <a:cubicBezTo>
                    <a:pt x="257" y="3"/>
                    <a:pt x="267" y="0"/>
                    <a:pt x="275" y="6"/>
                  </a:cubicBezTo>
                  <a:cubicBezTo>
                    <a:pt x="342" y="67"/>
                    <a:pt x="342" y="67"/>
                    <a:pt x="342" y="67"/>
                  </a:cubicBezTo>
                  <a:cubicBezTo>
                    <a:pt x="350" y="73"/>
                    <a:pt x="348" y="86"/>
                    <a:pt x="339" y="97"/>
                  </a:cubicBezTo>
                  <a:lnTo>
                    <a:pt x="101" y="337"/>
                  </a:lnTo>
                </a:path>
              </a:pathLst>
            </a:custGeom>
            <a:solidFill>
              <a:srgbClr val="C59C6D"/>
            </a:solidFill>
            <a:ln>
              <a:noFill/>
            </a:ln>
            <a:effectLst/>
          </p:spPr>
          <p:txBody>
            <a:bodyPr wrap="none" anchor="ctr"/>
            <a:lstStyle/>
            <a:p>
              <a:pPr>
                <a:defRPr/>
              </a:pPr>
              <a:endParaRPr lang="en-US" sz="1800" dirty="0">
                <a:latin typeface="微软雅黑" panose="020B0503020204020204" charset="-122"/>
              </a:endParaRPr>
            </a:p>
          </p:txBody>
        </p:sp>
        <p:sp>
          <p:nvSpPr>
            <p:cNvPr id="292" name="Freeform 216"/>
            <p:cNvSpPr>
              <a:spLocks noChangeArrowheads="1"/>
            </p:cNvSpPr>
            <p:nvPr/>
          </p:nvSpPr>
          <p:spPr bwMode="auto">
            <a:xfrm>
              <a:off x="16559754" y="5484822"/>
              <a:ext cx="613547" cy="541564"/>
            </a:xfrm>
            <a:custGeom>
              <a:avLst/>
              <a:gdLst>
                <a:gd name="T0" fmla="*/ 0 w 642"/>
                <a:gd name="T1" fmla="*/ 567 h 568"/>
                <a:gd name="T2" fmla="*/ 299 w 642"/>
                <a:gd name="T3" fmla="*/ 0 h 568"/>
                <a:gd name="T4" fmla="*/ 374 w 642"/>
                <a:gd name="T5" fmla="*/ 195 h 568"/>
                <a:gd name="T6" fmla="*/ 641 w 642"/>
                <a:gd name="T7" fmla="*/ 252 h 568"/>
                <a:gd name="T8" fmla="*/ 0 w 642"/>
                <a:gd name="T9" fmla="*/ 567 h 568"/>
              </a:gdLst>
              <a:ahLst/>
              <a:cxnLst>
                <a:cxn ang="0">
                  <a:pos x="T0" y="T1"/>
                </a:cxn>
                <a:cxn ang="0">
                  <a:pos x="T2" y="T3"/>
                </a:cxn>
                <a:cxn ang="0">
                  <a:pos x="T4" y="T5"/>
                </a:cxn>
                <a:cxn ang="0">
                  <a:pos x="T6" y="T7"/>
                </a:cxn>
                <a:cxn ang="0">
                  <a:pos x="T8" y="T9"/>
                </a:cxn>
              </a:cxnLst>
              <a:rect l="0" t="0" r="r" b="b"/>
              <a:pathLst>
                <a:path w="642" h="568">
                  <a:moveTo>
                    <a:pt x="0" y="567"/>
                  </a:moveTo>
                  <a:lnTo>
                    <a:pt x="299" y="0"/>
                  </a:lnTo>
                  <a:lnTo>
                    <a:pt x="374" y="195"/>
                  </a:lnTo>
                  <a:lnTo>
                    <a:pt x="641" y="252"/>
                  </a:lnTo>
                  <a:lnTo>
                    <a:pt x="0" y="567"/>
                  </a:lnTo>
                </a:path>
              </a:pathLst>
            </a:custGeom>
            <a:solidFill>
              <a:srgbClr val="CC202D"/>
            </a:solidFill>
            <a:ln>
              <a:noFill/>
            </a:ln>
            <a:effectLst/>
          </p:spPr>
          <p:txBody>
            <a:bodyPr wrap="none" anchor="ctr"/>
            <a:lstStyle/>
            <a:p>
              <a:pPr>
                <a:defRPr/>
              </a:pPr>
              <a:endParaRPr lang="en-US" sz="1800" dirty="0">
                <a:latin typeface="微软雅黑" panose="020B0503020204020204" charset="-122"/>
              </a:endParaRPr>
            </a:p>
          </p:txBody>
        </p:sp>
        <p:grpSp>
          <p:nvGrpSpPr>
            <p:cNvPr id="293" name="Group 292"/>
            <p:cNvGrpSpPr/>
            <p:nvPr/>
          </p:nvGrpSpPr>
          <p:grpSpPr>
            <a:xfrm>
              <a:off x="17233793" y="7249073"/>
              <a:ext cx="588159" cy="600797"/>
              <a:chOff x="17545661" y="8480347"/>
              <a:chExt cx="588159" cy="600797"/>
            </a:xfrm>
            <a:solidFill>
              <a:schemeClr val="accent3"/>
            </a:solidFill>
          </p:grpSpPr>
          <p:sp>
            <p:nvSpPr>
              <p:cNvPr id="294" name="Freeform 180"/>
              <p:cNvSpPr>
                <a:spLocks noChangeArrowheads="1"/>
              </p:cNvSpPr>
              <p:nvPr/>
            </p:nvSpPr>
            <p:spPr bwMode="auto">
              <a:xfrm>
                <a:off x="17668370" y="8603045"/>
                <a:ext cx="351203" cy="351170"/>
              </a:xfrm>
              <a:custGeom>
                <a:avLst/>
                <a:gdLst>
                  <a:gd name="T0" fmla="*/ 184 w 370"/>
                  <a:gd name="T1" fmla="*/ 0 h 370"/>
                  <a:gd name="T2" fmla="*/ 184 w 370"/>
                  <a:gd name="T3" fmla="*/ 0 h 370"/>
                  <a:gd name="T4" fmla="*/ 0 w 370"/>
                  <a:gd name="T5" fmla="*/ 185 h 370"/>
                  <a:gd name="T6" fmla="*/ 184 w 370"/>
                  <a:gd name="T7" fmla="*/ 369 h 370"/>
                  <a:gd name="T8" fmla="*/ 369 w 370"/>
                  <a:gd name="T9" fmla="*/ 185 h 370"/>
                  <a:gd name="T10" fmla="*/ 184 w 370"/>
                  <a:gd name="T11" fmla="*/ 0 h 370"/>
                </a:gdLst>
                <a:ahLst/>
                <a:cxnLst>
                  <a:cxn ang="0">
                    <a:pos x="T0" y="T1"/>
                  </a:cxn>
                  <a:cxn ang="0">
                    <a:pos x="T2" y="T3"/>
                  </a:cxn>
                  <a:cxn ang="0">
                    <a:pos x="T4" y="T5"/>
                  </a:cxn>
                  <a:cxn ang="0">
                    <a:pos x="T6" y="T7"/>
                  </a:cxn>
                  <a:cxn ang="0">
                    <a:pos x="T8" y="T9"/>
                  </a:cxn>
                  <a:cxn ang="0">
                    <a:pos x="T10" y="T11"/>
                  </a:cxn>
                </a:cxnLst>
                <a:rect l="0" t="0" r="r" b="b"/>
                <a:pathLst>
                  <a:path w="370" h="370">
                    <a:moveTo>
                      <a:pt x="184" y="0"/>
                    </a:moveTo>
                    <a:lnTo>
                      <a:pt x="184" y="0"/>
                    </a:lnTo>
                    <a:cubicBezTo>
                      <a:pt x="83" y="0"/>
                      <a:pt x="0" y="83"/>
                      <a:pt x="0" y="185"/>
                    </a:cubicBezTo>
                    <a:cubicBezTo>
                      <a:pt x="0" y="286"/>
                      <a:pt x="83" y="369"/>
                      <a:pt x="184" y="369"/>
                    </a:cubicBezTo>
                    <a:cubicBezTo>
                      <a:pt x="286" y="369"/>
                      <a:pt x="369" y="286"/>
                      <a:pt x="369" y="185"/>
                    </a:cubicBezTo>
                    <a:cubicBezTo>
                      <a:pt x="369" y="83"/>
                      <a:pt x="286" y="0"/>
                      <a:pt x="184" y="0"/>
                    </a:cubicBezTo>
                  </a:path>
                </a:pathLst>
              </a:custGeom>
              <a:grpFill/>
              <a:ln>
                <a:noFill/>
              </a:ln>
              <a:effectLst/>
            </p:spPr>
            <p:txBody>
              <a:bodyPr wrap="none" anchor="ctr"/>
              <a:lstStyle/>
              <a:p>
                <a:pPr>
                  <a:defRPr/>
                </a:pPr>
                <a:endParaRPr lang="en-US" sz="1800" dirty="0">
                  <a:latin typeface="微软雅黑" panose="020B0503020204020204" charset="-122"/>
                </a:endParaRPr>
              </a:p>
            </p:txBody>
          </p:sp>
          <p:sp>
            <p:nvSpPr>
              <p:cNvPr id="295" name="Freeform 181"/>
              <p:cNvSpPr>
                <a:spLocks noChangeArrowheads="1"/>
              </p:cNvSpPr>
              <p:nvPr/>
            </p:nvSpPr>
            <p:spPr bwMode="auto">
              <a:xfrm>
                <a:off x="17545661" y="8480347"/>
                <a:ext cx="588159" cy="600797"/>
              </a:xfrm>
              <a:custGeom>
                <a:avLst/>
                <a:gdLst>
                  <a:gd name="T0" fmla="*/ 380 w 619"/>
                  <a:gd name="T1" fmla="*/ 70 h 630"/>
                  <a:gd name="T2" fmla="*/ 340 w 619"/>
                  <a:gd name="T3" fmla="*/ 60 h 630"/>
                  <a:gd name="T4" fmla="*/ 262 w 619"/>
                  <a:gd name="T5" fmla="*/ 3 h 630"/>
                  <a:gd name="T6" fmla="*/ 214 w 619"/>
                  <a:gd name="T7" fmla="*/ 78 h 630"/>
                  <a:gd name="T8" fmla="*/ 171 w 619"/>
                  <a:gd name="T9" fmla="*/ 33 h 630"/>
                  <a:gd name="T10" fmla="*/ 141 w 619"/>
                  <a:gd name="T11" fmla="*/ 126 h 630"/>
                  <a:gd name="T12" fmla="*/ 112 w 619"/>
                  <a:gd name="T13" fmla="*/ 156 h 630"/>
                  <a:gd name="T14" fmla="*/ 24 w 619"/>
                  <a:gd name="T15" fmla="*/ 190 h 630"/>
                  <a:gd name="T16" fmla="*/ 61 w 619"/>
                  <a:gd name="T17" fmla="*/ 271 h 630"/>
                  <a:gd name="T18" fmla="*/ 0 w 619"/>
                  <a:gd name="T19" fmla="*/ 281 h 630"/>
                  <a:gd name="T20" fmla="*/ 61 w 619"/>
                  <a:gd name="T21" fmla="*/ 356 h 630"/>
                  <a:gd name="T22" fmla="*/ 75 w 619"/>
                  <a:gd name="T23" fmla="*/ 410 h 630"/>
                  <a:gd name="T24" fmla="*/ 61 w 619"/>
                  <a:gd name="T25" fmla="*/ 503 h 630"/>
                  <a:gd name="T26" fmla="*/ 168 w 619"/>
                  <a:gd name="T27" fmla="*/ 525 h 630"/>
                  <a:gd name="T28" fmla="*/ 150 w 619"/>
                  <a:gd name="T29" fmla="*/ 584 h 630"/>
                  <a:gd name="T30" fmla="*/ 246 w 619"/>
                  <a:gd name="T31" fmla="*/ 559 h 630"/>
                  <a:gd name="T32" fmla="*/ 286 w 619"/>
                  <a:gd name="T33" fmla="*/ 568 h 630"/>
                  <a:gd name="T34" fmla="*/ 299 w 619"/>
                  <a:gd name="T35" fmla="*/ 629 h 630"/>
                  <a:gd name="T36" fmla="*/ 371 w 619"/>
                  <a:gd name="T37" fmla="*/ 562 h 630"/>
                  <a:gd name="T38" fmla="*/ 411 w 619"/>
                  <a:gd name="T39" fmla="*/ 549 h 630"/>
                  <a:gd name="T40" fmla="*/ 454 w 619"/>
                  <a:gd name="T41" fmla="*/ 597 h 630"/>
                  <a:gd name="T42" fmla="*/ 484 w 619"/>
                  <a:gd name="T43" fmla="*/ 503 h 630"/>
                  <a:gd name="T44" fmla="*/ 511 w 619"/>
                  <a:gd name="T45" fmla="*/ 471 h 630"/>
                  <a:gd name="T46" fmla="*/ 572 w 619"/>
                  <a:gd name="T47" fmla="*/ 493 h 630"/>
                  <a:gd name="T48" fmla="*/ 553 w 619"/>
                  <a:gd name="T49" fmla="*/ 396 h 630"/>
                  <a:gd name="T50" fmla="*/ 561 w 619"/>
                  <a:gd name="T51" fmla="*/ 351 h 630"/>
                  <a:gd name="T52" fmla="*/ 618 w 619"/>
                  <a:gd name="T53" fmla="*/ 345 h 630"/>
                  <a:gd name="T54" fmla="*/ 559 w 619"/>
                  <a:gd name="T55" fmla="*/ 271 h 630"/>
                  <a:gd name="T56" fmla="*/ 548 w 619"/>
                  <a:gd name="T57" fmla="*/ 220 h 630"/>
                  <a:gd name="T58" fmla="*/ 596 w 619"/>
                  <a:gd name="T59" fmla="*/ 177 h 630"/>
                  <a:gd name="T60" fmla="*/ 502 w 619"/>
                  <a:gd name="T61" fmla="*/ 145 h 630"/>
                  <a:gd name="T62" fmla="*/ 457 w 619"/>
                  <a:gd name="T63" fmla="*/ 105 h 630"/>
                  <a:gd name="T64" fmla="*/ 473 w 619"/>
                  <a:gd name="T65" fmla="*/ 43 h 630"/>
                  <a:gd name="T66" fmla="*/ 380 w 619"/>
                  <a:gd name="T67" fmla="*/ 70 h 630"/>
                  <a:gd name="T68" fmla="*/ 521 w 619"/>
                  <a:gd name="T69" fmla="*/ 314 h 630"/>
                  <a:gd name="T70" fmla="*/ 101 w 619"/>
                  <a:gd name="T71" fmla="*/ 314 h 630"/>
                  <a:gd name="T72" fmla="*/ 521 w 619"/>
                  <a:gd name="T73" fmla="*/ 314 h 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19" h="630">
                    <a:moveTo>
                      <a:pt x="380" y="70"/>
                    </a:moveTo>
                    <a:lnTo>
                      <a:pt x="380" y="70"/>
                    </a:lnTo>
                    <a:cubicBezTo>
                      <a:pt x="366" y="65"/>
                      <a:pt x="353" y="62"/>
                      <a:pt x="340" y="62"/>
                    </a:cubicBezTo>
                    <a:cubicBezTo>
                      <a:pt x="340" y="60"/>
                      <a:pt x="340" y="60"/>
                      <a:pt x="340" y="60"/>
                    </a:cubicBezTo>
                    <a:cubicBezTo>
                      <a:pt x="323" y="0"/>
                      <a:pt x="323" y="0"/>
                      <a:pt x="323" y="0"/>
                    </a:cubicBezTo>
                    <a:cubicBezTo>
                      <a:pt x="262" y="3"/>
                      <a:pt x="262" y="3"/>
                      <a:pt x="262" y="3"/>
                    </a:cubicBezTo>
                    <a:cubicBezTo>
                      <a:pt x="254" y="67"/>
                      <a:pt x="254" y="67"/>
                      <a:pt x="254" y="67"/>
                    </a:cubicBezTo>
                    <a:cubicBezTo>
                      <a:pt x="240" y="70"/>
                      <a:pt x="227" y="73"/>
                      <a:pt x="214" y="78"/>
                    </a:cubicBezTo>
                    <a:lnTo>
                      <a:pt x="214" y="78"/>
                    </a:lnTo>
                    <a:cubicBezTo>
                      <a:pt x="171" y="33"/>
                      <a:pt x="171" y="33"/>
                      <a:pt x="171" y="33"/>
                    </a:cubicBezTo>
                    <a:cubicBezTo>
                      <a:pt x="117" y="67"/>
                      <a:pt x="117" y="67"/>
                      <a:pt x="117" y="67"/>
                    </a:cubicBezTo>
                    <a:cubicBezTo>
                      <a:pt x="141" y="126"/>
                      <a:pt x="141" y="126"/>
                      <a:pt x="141" y="126"/>
                    </a:cubicBezTo>
                    <a:cubicBezTo>
                      <a:pt x="131" y="134"/>
                      <a:pt x="120" y="145"/>
                      <a:pt x="112" y="156"/>
                    </a:cubicBezTo>
                    <a:lnTo>
                      <a:pt x="112" y="156"/>
                    </a:lnTo>
                    <a:cubicBezTo>
                      <a:pt x="53" y="134"/>
                      <a:pt x="53" y="134"/>
                      <a:pt x="53" y="134"/>
                    </a:cubicBezTo>
                    <a:cubicBezTo>
                      <a:pt x="24" y="190"/>
                      <a:pt x="24" y="190"/>
                      <a:pt x="24" y="190"/>
                    </a:cubicBezTo>
                    <a:cubicBezTo>
                      <a:pt x="72" y="231"/>
                      <a:pt x="72" y="231"/>
                      <a:pt x="72" y="231"/>
                    </a:cubicBezTo>
                    <a:cubicBezTo>
                      <a:pt x="67" y="244"/>
                      <a:pt x="64" y="255"/>
                      <a:pt x="61" y="271"/>
                    </a:cubicBezTo>
                    <a:lnTo>
                      <a:pt x="61" y="271"/>
                    </a:lnTo>
                    <a:cubicBezTo>
                      <a:pt x="0" y="281"/>
                      <a:pt x="0" y="281"/>
                      <a:pt x="0" y="281"/>
                    </a:cubicBezTo>
                    <a:cubicBezTo>
                      <a:pt x="0" y="345"/>
                      <a:pt x="0" y="345"/>
                      <a:pt x="0" y="345"/>
                    </a:cubicBezTo>
                    <a:cubicBezTo>
                      <a:pt x="61" y="356"/>
                      <a:pt x="61" y="356"/>
                      <a:pt x="61" y="356"/>
                    </a:cubicBezTo>
                    <a:cubicBezTo>
                      <a:pt x="64" y="375"/>
                      <a:pt x="69" y="394"/>
                      <a:pt x="75" y="410"/>
                    </a:cubicBezTo>
                    <a:lnTo>
                      <a:pt x="75" y="410"/>
                    </a:lnTo>
                    <a:cubicBezTo>
                      <a:pt x="29" y="450"/>
                      <a:pt x="29" y="450"/>
                      <a:pt x="29" y="450"/>
                    </a:cubicBezTo>
                    <a:cubicBezTo>
                      <a:pt x="61" y="503"/>
                      <a:pt x="61" y="503"/>
                      <a:pt x="61" y="503"/>
                    </a:cubicBezTo>
                    <a:cubicBezTo>
                      <a:pt x="120" y="482"/>
                      <a:pt x="120" y="482"/>
                      <a:pt x="120" y="482"/>
                    </a:cubicBezTo>
                    <a:cubicBezTo>
                      <a:pt x="133" y="498"/>
                      <a:pt x="150" y="512"/>
                      <a:pt x="168" y="525"/>
                    </a:cubicBezTo>
                    <a:cubicBezTo>
                      <a:pt x="166" y="525"/>
                      <a:pt x="166" y="525"/>
                      <a:pt x="166" y="525"/>
                    </a:cubicBezTo>
                    <a:cubicBezTo>
                      <a:pt x="150" y="584"/>
                      <a:pt x="150" y="584"/>
                      <a:pt x="150" y="584"/>
                    </a:cubicBezTo>
                    <a:cubicBezTo>
                      <a:pt x="208" y="610"/>
                      <a:pt x="208" y="610"/>
                      <a:pt x="208" y="610"/>
                    </a:cubicBezTo>
                    <a:cubicBezTo>
                      <a:pt x="246" y="559"/>
                      <a:pt x="246" y="559"/>
                      <a:pt x="246" y="559"/>
                    </a:cubicBezTo>
                    <a:lnTo>
                      <a:pt x="246" y="559"/>
                    </a:lnTo>
                    <a:cubicBezTo>
                      <a:pt x="259" y="562"/>
                      <a:pt x="272" y="565"/>
                      <a:pt x="286" y="568"/>
                    </a:cubicBezTo>
                    <a:lnTo>
                      <a:pt x="286" y="568"/>
                    </a:lnTo>
                    <a:cubicBezTo>
                      <a:pt x="299" y="629"/>
                      <a:pt x="299" y="629"/>
                      <a:pt x="299" y="629"/>
                    </a:cubicBezTo>
                    <a:cubicBezTo>
                      <a:pt x="363" y="624"/>
                      <a:pt x="363" y="624"/>
                      <a:pt x="363" y="624"/>
                    </a:cubicBezTo>
                    <a:cubicBezTo>
                      <a:pt x="371" y="562"/>
                      <a:pt x="371" y="562"/>
                      <a:pt x="371" y="562"/>
                    </a:cubicBezTo>
                    <a:lnTo>
                      <a:pt x="371" y="562"/>
                    </a:lnTo>
                    <a:cubicBezTo>
                      <a:pt x="385" y="557"/>
                      <a:pt x="398" y="554"/>
                      <a:pt x="411" y="549"/>
                    </a:cubicBezTo>
                    <a:cubicBezTo>
                      <a:pt x="411" y="552"/>
                      <a:pt x="411" y="552"/>
                      <a:pt x="411" y="552"/>
                    </a:cubicBezTo>
                    <a:cubicBezTo>
                      <a:pt x="454" y="597"/>
                      <a:pt x="454" y="597"/>
                      <a:pt x="454" y="597"/>
                    </a:cubicBezTo>
                    <a:cubicBezTo>
                      <a:pt x="508" y="562"/>
                      <a:pt x="508" y="562"/>
                      <a:pt x="508" y="562"/>
                    </a:cubicBezTo>
                    <a:cubicBezTo>
                      <a:pt x="484" y="503"/>
                      <a:pt x="484" y="503"/>
                      <a:pt x="484" y="503"/>
                    </a:cubicBezTo>
                    <a:cubicBezTo>
                      <a:pt x="484" y="501"/>
                      <a:pt x="484" y="501"/>
                      <a:pt x="484" y="501"/>
                    </a:cubicBezTo>
                    <a:cubicBezTo>
                      <a:pt x="492" y="493"/>
                      <a:pt x="502" y="482"/>
                      <a:pt x="511" y="471"/>
                    </a:cubicBezTo>
                    <a:cubicBezTo>
                      <a:pt x="513" y="474"/>
                      <a:pt x="513" y="474"/>
                      <a:pt x="513" y="474"/>
                    </a:cubicBezTo>
                    <a:cubicBezTo>
                      <a:pt x="572" y="493"/>
                      <a:pt x="572" y="493"/>
                      <a:pt x="572" y="493"/>
                    </a:cubicBezTo>
                    <a:cubicBezTo>
                      <a:pt x="601" y="437"/>
                      <a:pt x="601" y="437"/>
                      <a:pt x="601" y="437"/>
                    </a:cubicBezTo>
                    <a:cubicBezTo>
                      <a:pt x="553" y="396"/>
                      <a:pt x="553" y="396"/>
                      <a:pt x="553" y="396"/>
                    </a:cubicBezTo>
                    <a:cubicBezTo>
                      <a:pt x="553" y="394"/>
                      <a:pt x="553" y="394"/>
                      <a:pt x="553" y="394"/>
                    </a:cubicBezTo>
                    <a:cubicBezTo>
                      <a:pt x="556" y="380"/>
                      <a:pt x="559" y="370"/>
                      <a:pt x="561" y="351"/>
                    </a:cubicBezTo>
                    <a:cubicBezTo>
                      <a:pt x="564" y="351"/>
                      <a:pt x="564" y="351"/>
                      <a:pt x="564" y="351"/>
                    </a:cubicBezTo>
                    <a:cubicBezTo>
                      <a:pt x="618" y="345"/>
                      <a:pt x="618" y="345"/>
                      <a:pt x="618" y="345"/>
                    </a:cubicBezTo>
                    <a:cubicBezTo>
                      <a:pt x="618" y="284"/>
                      <a:pt x="618" y="284"/>
                      <a:pt x="618" y="284"/>
                    </a:cubicBezTo>
                    <a:cubicBezTo>
                      <a:pt x="559" y="271"/>
                      <a:pt x="559" y="271"/>
                      <a:pt x="559" y="271"/>
                    </a:cubicBezTo>
                    <a:cubicBezTo>
                      <a:pt x="561" y="271"/>
                      <a:pt x="561" y="271"/>
                      <a:pt x="561" y="271"/>
                    </a:cubicBezTo>
                    <a:cubicBezTo>
                      <a:pt x="556" y="255"/>
                      <a:pt x="553" y="236"/>
                      <a:pt x="548" y="220"/>
                    </a:cubicBezTo>
                    <a:cubicBezTo>
                      <a:pt x="551" y="220"/>
                      <a:pt x="551" y="220"/>
                      <a:pt x="551" y="220"/>
                    </a:cubicBezTo>
                    <a:cubicBezTo>
                      <a:pt x="596" y="177"/>
                      <a:pt x="596" y="177"/>
                      <a:pt x="596" y="177"/>
                    </a:cubicBezTo>
                    <a:cubicBezTo>
                      <a:pt x="564" y="124"/>
                      <a:pt x="564" y="124"/>
                      <a:pt x="564" y="124"/>
                    </a:cubicBezTo>
                    <a:cubicBezTo>
                      <a:pt x="502" y="145"/>
                      <a:pt x="502" y="145"/>
                      <a:pt x="502" y="145"/>
                    </a:cubicBezTo>
                    <a:cubicBezTo>
                      <a:pt x="502" y="148"/>
                      <a:pt x="502" y="148"/>
                      <a:pt x="502" y="148"/>
                    </a:cubicBezTo>
                    <a:cubicBezTo>
                      <a:pt x="489" y="131"/>
                      <a:pt x="473" y="118"/>
                      <a:pt x="457" y="105"/>
                    </a:cubicBezTo>
                    <a:lnTo>
                      <a:pt x="457" y="105"/>
                    </a:lnTo>
                    <a:cubicBezTo>
                      <a:pt x="473" y="43"/>
                      <a:pt x="473" y="43"/>
                      <a:pt x="473" y="43"/>
                    </a:cubicBezTo>
                    <a:cubicBezTo>
                      <a:pt x="417" y="17"/>
                      <a:pt x="417" y="17"/>
                      <a:pt x="417" y="17"/>
                    </a:cubicBezTo>
                    <a:cubicBezTo>
                      <a:pt x="380" y="70"/>
                      <a:pt x="380" y="70"/>
                      <a:pt x="380" y="70"/>
                    </a:cubicBezTo>
                    <a:close/>
                    <a:moveTo>
                      <a:pt x="521" y="314"/>
                    </a:moveTo>
                    <a:lnTo>
                      <a:pt x="521" y="314"/>
                    </a:lnTo>
                    <a:cubicBezTo>
                      <a:pt x="521" y="431"/>
                      <a:pt x="428" y="525"/>
                      <a:pt x="312" y="525"/>
                    </a:cubicBezTo>
                    <a:cubicBezTo>
                      <a:pt x="195" y="525"/>
                      <a:pt x="101" y="431"/>
                      <a:pt x="101" y="314"/>
                    </a:cubicBezTo>
                    <a:cubicBezTo>
                      <a:pt x="101" y="199"/>
                      <a:pt x="195" y="102"/>
                      <a:pt x="312" y="102"/>
                    </a:cubicBezTo>
                    <a:cubicBezTo>
                      <a:pt x="428" y="102"/>
                      <a:pt x="521" y="199"/>
                      <a:pt x="521" y="314"/>
                    </a:cubicBezTo>
                    <a:close/>
                  </a:path>
                </a:pathLst>
              </a:custGeom>
              <a:grpFill/>
              <a:ln>
                <a:noFill/>
              </a:ln>
              <a:effectLst/>
            </p:spPr>
            <p:txBody>
              <a:bodyPr wrap="none" anchor="ctr"/>
              <a:lstStyle/>
              <a:p>
                <a:pPr>
                  <a:defRPr/>
                </a:pPr>
                <a:endParaRPr lang="en-US" sz="1800" dirty="0">
                  <a:latin typeface="微软雅黑" panose="020B0503020204020204" charset="-122"/>
                </a:endParaRPr>
              </a:p>
            </p:txBody>
          </p:sp>
        </p:grpSp>
      </p:grpSp>
      <p:sp>
        <p:nvSpPr>
          <p:cNvPr id="311" name="TextBox 310"/>
          <p:cNvSpPr txBox="1"/>
          <p:nvPr/>
        </p:nvSpPr>
        <p:spPr>
          <a:xfrm>
            <a:off x="3229879" y="4302628"/>
            <a:ext cx="1817370" cy="334010"/>
          </a:xfrm>
          <a:prstGeom prst="rect">
            <a:avLst/>
          </a:prstGeom>
          <a:noFill/>
        </p:spPr>
        <p:txBody>
          <a:bodyPr wrap="none" lIns="91421" tIns="45711" rIns="91421" bIns="45711" rtlCol="0">
            <a:spAutoFit/>
          </a:bodyPr>
          <a:lstStyle/>
          <a:p>
            <a:pPr algn="l"/>
            <a:r>
              <a:rPr lang="en-US" sz="1600" b="1" dirty="0">
                <a:latin typeface="微软雅黑" panose="020B0503020204020204" charset="-122"/>
              </a:rPr>
              <a:t>单击此处添加标题</a:t>
            </a:r>
          </a:p>
        </p:txBody>
      </p:sp>
      <p:sp>
        <p:nvSpPr>
          <p:cNvPr id="312" name="TextBox 311"/>
          <p:cNvSpPr txBox="1"/>
          <p:nvPr/>
        </p:nvSpPr>
        <p:spPr>
          <a:xfrm>
            <a:off x="3207599" y="4550725"/>
            <a:ext cx="2348726" cy="711200"/>
          </a:xfrm>
          <a:prstGeom prst="rect">
            <a:avLst/>
          </a:prstGeom>
          <a:noFill/>
        </p:spPr>
        <p:txBody>
          <a:bodyPr wrap="square" lIns="109709" tIns="54855" rIns="109709" bIns="54855" rtlCol="0">
            <a:spAutoFit/>
          </a:bodyPr>
          <a:lstStyle/>
          <a:p>
            <a:pPr>
              <a:lnSpc>
                <a:spcPct val="110000"/>
              </a:lnSpc>
            </a:pPr>
            <a:r>
              <a:rPr lang="en-US" sz="1200" dirty="0">
                <a:latin typeface="微软雅黑" panose="020B0503020204020204" charset="-122"/>
                <a:cs typeface="Aparajita" panose="020B0604020202020204" pitchFamily="34" charset="0"/>
              </a:rPr>
              <a:t>请在此粘贴或者输入您的文字内容请在此粘贴或者输入您的文字内容</a:t>
            </a:r>
          </a:p>
        </p:txBody>
      </p:sp>
      <p:sp>
        <p:nvSpPr>
          <p:cNvPr id="22" name="Rectangle 21"/>
          <p:cNvSpPr/>
          <p:nvPr/>
        </p:nvSpPr>
        <p:spPr>
          <a:xfrm>
            <a:off x="3311050" y="4108191"/>
            <a:ext cx="2142652" cy="149877"/>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latin typeface="微软雅黑" panose="020B0503020204020204" charset="-122"/>
            </a:endParaRPr>
          </a:p>
        </p:txBody>
      </p:sp>
      <p:sp>
        <p:nvSpPr>
          <p:cNvPr id="315" name="TextBox 314"/>
          <p:cNvSpPr txBox="1"/>
          <p:nvPr/>
        </p:nvSpPr>
        <p:spPr>
          <a:xfrm>
            <a:off x="5738250" y="4302628"/>
            <a:ext cx="1817370" cy="334010"/>
          </a:xfrm>
          <a:prstGeom prst="rect">
            <a:avLst/>
          </a:prstGeom>
          <a:noFill/>
        </p:spPr>
        <p:txBody>
          <a:bodyPr wrap="none" lIns="91421" tIns="45711" rIns="91421" bIns="45711" rtlCol="0">
            <a:spAutoFit/>
          </a:bodyPr>
          <a:lstStyle/>
          <a:p>
            <a:pPr algn="l"/>
            <a:r>
              <a:rPr lang="en-US" sz="1600" b="1" dirty="0">
                <a:latin typeface="微软雅黑" panose="020B0503020204020204" charset="-122"/>
              </a:rPr>
              <a:t>单击此处添加标题</a:t>
            </a:r>
          </a:p>
        </p:txBody>
      </p:sp>
      <p:sp>
        <p:nvSpPr>
          <p:cNvPr id="316" name="TextBox 315"/>
          <p:cNvSpPr txBox="1"/>
          <p:nvPr/>
        </p:nvSpPr>
        <p:spPr>
          <a:xfrm>
            <a:off x="5715970" y="4550725"/>
            <a:ext cx="2348726" cy="711200"/>
          </a:xfrm>
          <a:prstGeom prst="rect">
            <a:avLst/>
          </a:prstGeom>
          <a:noFill/>
        </p:spPr>
        <p:txBody>
          <a:bodyPr wrap="square" lIns="109709" tIns="54855" rIns="109709" bIns="54855" rtlCol="0">
            <a:spAutoFit/>
          </a:bodyPr>
          <a:lstStyle/>
          <a:p>
            <a:pPr>
              <a:lnSpc>
                <a:spcPct val="110000"/>
              </a:lnSpc>
            </a:pPr>
            <a:r>
              <a:rPr lang="en-US" sz="1200" dirty="0">
                <a:latin typeface="微软雅黑" panose="020B0503020204020204" charset="-122"/>
                <a:cs typeface="Aparajita" panose="020B0604020202020204" pitchFamily="34" charset="0"/>
              </a:rPr>
              <a:t>请在此粘贴或者输入您的文字内容请在此粘贴或者输入您的文字内容</a:t>
            </a:r>
          </a:p>
        </p:txBody>
      </p:sp>
      <p:sp>
        <p:nvSpPr>
          <p:cNvPr id="317" name="Rectangle 316"/>
          <p:cNvSpPr/>
          <p:nvPr/>
        </p:nvSpPr>
        <p:spPr>
          <a:xfrm>
            <a:off x="5819421" y="4108191"/>
            <a:ext cx="2142652" cy="149877"/>
          </a:xfrm>
          <a:prstGeom prst="rect">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latin typeface="微软雅黑" panose="020B0503020204020204" charset="-122"/>
            </a:endParaRPr>
          </a:p>
        </p:txBody>
      </p:sp>
      <p:sp>
        <p:nvSpPr>
          <p:cNvPr id="318" name="TextBox 317"/>
          <p:cNvSpPr txBox="1"/>
          <p:nvPr/>
        </p:nvSpPr>
        <p:spPr>
          <a:xfrm>
            <a:off x="756743" y="4302628"/>
            <a:ext cx="1817370" cy="334010"/>
          </a:xfrm>
          <a:prstGeom prst="rect">
            <a:avLst/>
          </a:prstGeom>
          <a:noFill/>
        </p:spPr>
        <p:txBody>
          <a:bodyPr wrap="none" lIns="91421" tIns="45711" rIns="91421" bIns="45711" rtlCol="0">
            <a:spAutoFit/>
          </a:bodyPr>
          <a:lstStyle/>
          <a:p>
            <a:pPr algn="l"/>
            <a:r>
              <a:rPr lang="en-US" sz="1600" b="1" dirty="0">
                <a:latin typeface="微软雅黑" panose="020B0503020204020204" charset="-122"/>
              </a:rPr>
              <a:t>单击此处添加标题</a:t>
            </a:r>
          </a:p>
        </p:txBody>
      </p:sp>
      <p:sp>
        <p:nvSpPr>
          <p:cNvPr id="319" name="TextBox 318"/>
          <p:cNvSpPr txBox="1"/>
          <p:nvPr/>
        </p:nvSpPr>
        <p:spPr>
          <a:xfrm>
            <a:off x="734463" y="4550725"/>
            <a:ext cx="2348726" cy="711200"/>
          </a:xfrm>
          <a:prstGeom prst="rect">
            <a:avLst/>
          </a:prstGeom>
          <a:noFill/>
        </p:spPr>
        <p:txBody>
          <a:bodyPr wrap="square" lIns="109709" tIns="54855" rIns="109709" bIns="54855" rtlCol="0">
            <a:spAutoFit/>
          </a:bodyPr>
          <a:lstStyle/>
          <a:p>
            <a:pPr>
              <a:lnSpc>
                <a:spcPct val="110000"/>
              </a:lnSpc>
            </a:pPr>
            <a:r>
              <a:rPr lang="en-US" sz="1200" dirty="0">
                <a:latin typeface="微软雅黑" panose="020B0503020204020204" charset="-122"/>
                <a:cs typeface="Aparajita" panose="020B0604020202020204" pitchFamily="34" charset="0"/>
              </a:rPr>
              <a:t>请在此粘贴或者输入您的文字内容请在此粘贴或者输入您的文字内容</a:t>
            </a:r>
          </a:p>
        </p:txBody>
      </p:sp>
      <p:sp>
        <p:nvSpPr>
          <p:cNvPr id="320" name="Rectangle 319"/>
          <p:cNvSpPr/>
          <p:nvPr/>
        </p:nvSpPr>
        <p:spPr>
          <a:xfrm>
            <a:off x="837914" y="4108191"/>
            <a:ext cx="2142652" cy="149877"/>
          </a:xfrm>
          <a:prstGeom prst="rect">
            <a:avLst/>
          </a:prstGeom>
          <a:solidFill>
            <a:schemeClr val="accent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latin typeface="微软雅黑" panose="020B0503020204020204" charset="-122"/>
            </a:endParaRPr>
          </a:p>
        </p:txBody>
      </p:sp>
      <p:sp>
        <p:nvSpPr>
          <p:cNvPr id="321" name="TextBox 320"/>
          <p:cNvSpPr txBox="1"/>
          <p:nvPr/>
        </p:nvSpPr>
        <p:spPr>
          <a:xfrm>
            <a:off x="3229879" y="2448873"/>
            <a:ext cx="1817370" cy="334010"/>
          </a:xfrm>
          <a:prstGeom prst="rect">
            <a:avLst/>
          </a:prstGeom>
          <a:noFill/>
        </p:spPr>
        <p:txBody>
          <a:bodyPr wrap="none" lIns="91421" tIns="45711" rIns="91421" bIns="45711" rtlCol="0">
            <a:spAutoFit/>
          </a:bodyPr>
          <a:lstStyle/>
          <a:p>
            <a:pPr algn="l"/>
            <a:r>
              <a:rPr lang="en-US" sz="1600" b="1" dirty="0">
                <a:latin typeface="微软雅黑" panose="020B0503020204020204" charset="-122"/>
              </a:rPr>
              <a:t>单击此处添加标题</a:t>
            </a:r>
          </a:p>
        </p:txBody>
      </p:sp>
      <p:sp>
        <p:nvSpPr>
          <p:cNvPr id="322" name="TextBox 321"/>
          <p:cNvSpPr txBox="1"/>
          <p:nvPr/>
        </p:nvSpPr>
        <p:spPr>
          <a:xfrm>
            <a:off x="3207599" y="2696970"/>
            <a:ext cx="2348726" cy="711200"/>
          </a:xfrm>
          <a:prstGeom prst="rect">
            <a:avLst/>
          </a:prstGeom>
          <a:noFill/>
        </p:spPr>
        <p:txBody>
          <a:bodyPr wrap="square" lIns="109709" tIns="54855" rIns="109709" bIns="54855" rtlCol="0">
            <a:spAutoFit/>
          </a:bodyPr>
          <a:lstStyle/>
          <a:p>
            <a:pPr>
              <a:lnSpc>
                <a:spcPct val="110000"/>
              </a:lnSpc>
            </a:pPr>
            <a:r>
              <a:rPr lang="en-US" sz="1200" dirty="0">
                <a:latin typeface="微软雅黑" panose="020B0503020204020204" charset="-122"/>
                <a:cs typeface="Aparajita" panose="020B0604020202020204" pitchFamily="34" charset="0"/>
              </a:rPr>
              <a:t>请在此粘贴或者输入您的文字内容请在此粘贴或者输入您的文字内容</a:t>
            </a:r>
          </a:p>
        </p:txBody>
      </p:sp>
      <p:sp>
        <p:nvSpPr>
          <p:cNvPr id="323" name="Rectangle 322"/>
          <p:cNvSpPr/>
          <p:nvPr/>
        </p:nvSpPr>
        <p:spPr>
          <a:xfrm>
            <a:off x="3311050" y="2254436"/>
            <a:ext cx="2142652" cy="149877"/>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latin typeface="微软雅黑" panose="020B0503020204020204" charset="-122"/>
            </a:endParaRPr>
          </a:p>
        </p:txBody>
      </p:sp>
      <p:sp>
        <p:nvSpPr>
          <p:cNvPr id="324" name="TextBox 323"/>
          <p:cNvSpPr txBox="1"/>
          <p:nvPr/>
        </p:nvSpPr>
        <p:spPr>
          <a:xfrm>
            <a:off x="5738250" y="2448873"/>
            <a:ext cx="1817370" cy="334010"/>
          </a:xfrm>
          <a:prstGeom prst="rect">
            <a:avLst/>
          </a:prstGeom>
          <a:noFill/>
        </p:spPr>
        <p:txBody>
          <a:bodyPr wrap="none" lIns="91421" tIns="45711" rIns="91421" bIns="45711" rtlCol="0">
            <a:spAutoFit/>
          </a:bodyPr>
          <a:lstStyle/>
          <a:p>
            <a:pPr algn="l"/>
            <a:r>
              <a:rPr lang="en-US" sz="1600" b="1" dirty="0">
                <a:latin typeface="微软雅黑" panose="020B0503020204020204" charset="-122"/>
              </a:rPr>
              <a:t>单击此处添加标题</a:t>
            </a:r>
          </a:p>
        </p:txBody>
      </p:sp>
      <p:sp>
        <p:nvSpPr>
          <p:cNvPr id="325" name="TextBox 324"/>
          <p:cNvSpPr txBox="1"/>
          <p:nvPr/>
        </p:nvSpPr>
        <p:spPr>
          <a:xfrm>
            <a:off x="5715970" y="2696970"/>
            <a:ext cx="2348726" cy="711200"/>
          </a:xfrm>
          <a:prstGeom prst="rect">
            <a:avLst/>
          </a:prstGeom>
          <a:noFill/>
        </p:spPr>
        <p:txBody>
          <a:bodyPr wrap="square" lIns="109709" tIns="54855" rIns="109709" bIns="54855" rtlCol="0">
            <a:spAutoFit/>
          </a:bodyPr>
          <a:lstStyle/>
          <a:p>
            <a:pPr>
              <a:lnSpc>
                <a:spcPct val="110000"/>
              </a:lnSpc>
            </a:pPr>
            <a:r>
              <a:rPr lang="en-US" sz="1200" dirty="0">
                <a:latin typeface="微软雅黑" panose="020B0503020204020204" charset="-122"/>
                <a:cs typeface="Aparajita" panose="020B0604020202020204" pitchFamily="34" charset="0"/>
              </a:rPr>
              <a:t>请在此粘贴或者输入您的文字内容请在此粘贴或者输入您的文字内容</a:t>
            </a:r>
          </a:p>
        </p:txBody>
      </p:sp>
      <p:sp>
        <p:nvSpPr>
          <p:cNvPr id="326" name="Rectangle 325"/>
          <p:cNvSpPr/>
          <p:nvPr/>
        </p:nvSpPr>
        <p:spPr>
          <a:xfrm>
            <a:off x="5819421" y="2254436"/>
            <a:ext cx="2142652" cy="149877"/>
          </a:xfrm>
          <a:prstGeom prst="rect">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latin typeface="微软雅黑" panose="020B0503020204020204" charset="-122"/>
            </a:endParaRPr>
          </a:p>
        </p:txBody>
      </p:sp>
      <p:sp>
        <p:nvSpPr>
          <p:cNvPr id="327" name="TextBox 326"/>
          <p:cNvSpPr txBox="1"/>
          <p:nvPr/>
        </p:nvSpPr>
        <p:spPr>
          <a:xfrm>
            <a:off x="756743" y="2448873"/>
            <a:ext cx="1817370" cy="334010"/>
          </a:xfrm>
          <a:prstGeom prst="rect">
            <a:avLst/>
          </a:prstGeom>
          <a:noFill/>
        </p:spPr>
        <p:txBody>
          <a:bodyPr wrap="none" lIns="91421" tIns="45711" rIns="91421" bIns="45711" rtlCol="0">
            <a:spAutoFit/>
          </a:bodyPr>
          <a:lstStyle/>
          <a:p>
            <a:pPr algn="l"/>
            <a:r>
              <a:rPr lang="en-US" sz="1600" b="1" dirty="0">
                <a:latin typeface="微软雅黑" panose="020B0503020204020204" charset="-122"/>
              </a:rPr>
              <a:t>单击此处添加标题</a:t>
            </a:r>
          </a:p>
        </p:txBody>
      </p:sp>
      <p:sp>
        <p:nvSpPr>
          <p:cNvPr id="328" name="TextBox 327"/>
          <p:cNvSpPr txBox="1"/>
          <p:nvPr/>
        </p:nvSpPr>
        <p:spPr>
          <a:xfrm>
            <a:off x="734463" y="2696970"/>
            <a:ext cx="2348726" cy="711200"/>
          </a:xfrm>
          <a:prstGeom prst="rect">
            <a:avLst/>
          </a:prstGeom>
          <a:noFill/>
        </p:spPr>
        <p:txBody>
          <a:bodyPr wrap="square" lIns="109709" tIns="54855" rIns="109709" bIns="54855" rtlCol="0">
            <a:spAutoFit/>
          </a:bodyPr>
          <a:lstStyle/>
          <a:p>
            <a:pPr>
              <a:lnSpc>
                <a:spcPct val="110000"/>
              </a:lnSpc>
            </a:pPr>
            <a:r>
              <a:rPr lang="en-US" sz="1200" dirty="0">
                <a:latin typeface="微软雅黑" panose="020B0503020204020204" charset="-122"/>
                <a:cs typeface="Aparajita" panose="020B0604020202020204" pitchFamily="34" charset="0"/>
              </a:rPr>
              <a:t>请在此粘贴或者输入您的文字内容请在此粘贴或者输入您的文字内容</a:t>
            </a:r>
          </a:p>
        </p:txBody>
      </p:sp>
      <p:sp>
        <p:nvSpPr>
          <p:cNvPr id="329" name="Rectangle 328"/>
          <p:cNvSpPr/>
          <p:nvPr/>
        </p:nvSpPr>
        <p:spPr>
          <a:xfrm>
            <a:off x="837914" y="2254436"/>
            <a:ext cx="2142652" cy="149877"/>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latin typeface="微软雅黑" panose="020B0503020204020204" charset="-122"/>
            </a:endParaRPr>
          </a:p>
        </p:txBody>
      </p:sp>
      <p:sp>
        <p:nvSpPr>
          <p:cNvPr id="330" name="TextBox 329"/>
          <p:cNvSpPr txBox="1"/>
          <p:nvPr/>
        </p:nvSpPr>
        <p:spPr>
          <a:xfrm>
            <a:off x="4113654" y="3338768"/>
            <a:ext cx="509270" cy="807720"/>
          </a:xfrm>
          <a:prstGeom prst="rect">
            <a:avLst/>
          </a:prstGeom>
          <a:noFill/>
        </p:spPr>
        <p:txBody>
          <a:bodyPr wrap="none" lIns="91421" tIns="45711" rIns="91421" bIns="45711" rtlCol="0">
            <a:spAutoFit/>
          </a:bodyPr>
          <a:lstStyle/>
          <a:p>
            <a:pPr algn="ctr"/>
            <a:r>
              <a:rPr lang="en-US" sz="4400" dirty="0">
                <a:latin typeface="微软雅黑" panose="020B0503020204020204" charset="-122"/>
              </a:rPr>
              <a:t>5</a:t>
            </a:r>
            <a:endParaRPr lang="id-ID" sz="4400" dirty="0">
              <a:latin typeface="微软雅黑" panose="020B0503020204020204" charset="-122"/>
            </a:endParaRPr>
          </a:p>
        </p:txBody>
      </p:sp>
      <p:sp>
        <p:nvSpPr>
          <p:cNvPr id="331" name="TextBox 330"/>
          <p:cNvSpPr txBox="1"/>
          <p:nvPr/>
        </p:nvSpPr>
        <p:spPr>
          <a:xfrm>
            <a:off x="6631352" y="3338768"/>
            <a:ext cx="509270" cy="807720"/>
          </a:xfrm>
          <a:prstGeom prst="rect">
            <a:avLst/>
          </a:prstGeom>
          <a:noFill/>
        </p:spPr>
        <p:txBody>
          <a:bodyPr wrap="none" lIns="91421" tIns="45711" rIns="91421" bIns="45711" rtlCol="0">
            <a:spAutoFit/>
          </a:bodyPr>
          <a:lstStyle/>
          <a:p>
            <a:pPr algn="ctr"/>
            <a:r>
              <a:rPr lang="en-US" sz="4400" dirty="0">
                <a:latin typeface="微软雅黑" panose="020B0503020204020204" charset="-122"/>
              </a:rPr>
              <a:t>6</a:t>
            </a:r>
            <a:endParaRPr lang="id-ID" sz="4400" dirty="0">
              <a:latin typeface="微软雅黑" panose="020B0503020204020204" charset="-122"/>
            </a:endParaRPr>
          </a:p>
        </p:txBody>
      </p:sp>
      <p:sp>
        <p:nvSpPr>
          <p:cNvPr id="332" name="TextBox 331"/>
          <p:cNvSpPr txBox="1"/>
          <p:nvPr/>
        </p:nvSpPr>
        <p:spPr>
          <a:xfrm>
            <a:off x="1662799" y="3338768"/>
            <a:ext cx="509270" cy="807720"/>
          </a:xfrm>
          <a:prstGeom prst="rect">
            <a:avLst/>
          </a:prstGeom>
          <a:noFill/>
        </p:spPr>
        <p:txBody>
          <a:bodyPr wrap="none" lIns="91421" tIns="45711" rIns="91421" bIns="45711" rtlCol="0">
            <a:spAutoFit/>
          </a:bodyPr>
          <a:lstStyle/>
          <a:p>
            <a:pPr algn="ctr"/>
            <a:r>
              <a:rPr lang="en-US" sz="4400" dirty="0">
                <a:latin typeface="微软雅黑" panose="020B0503020204020204" charset="-122"/>
              </a:rPr>
              <a:t>4</a:t>
            </a:r>
            <a:endParaRPr lang="id-ID" sz="4400" dirty="0">
              <a:latin typeface="微软雅黑" panose="020B0503020204020204" charset="-122"/>
            </a:endParaRPr>
          </a:p>
        </p:txBody>
      </p:sp>
      <p:sp>
        <p:nvSpPr>
          <p:cNvPr id="333" name="TextBox 332"/>
          <p:cNvSpPr txBox="1"/>
          <p:nvPr/>
        </p:nvSpPr>
        <p:spPr>
          <a:xfrm>
            <a:off x="4113654" y="1486211"/>
            <a:ext cx="509270" cy="807720"/>
          </a:xfrm>
          <a:prstGeom prst="rect">
            <a:avLst/>
          </a:prstGeom>
          <a:noFill/>
        </p:spPr>
        <p:txBody>
          <a:bodyPr wrap="none" lIns="91421" tIns="45711" rIns="91421" bIns="45711" rtlCol="0">
            <a:spAutoFit/>
          </a:bodyPr>
          <a:lstStyle/>
          <a:p>
            <a:pPr algn="ctr"/>
            <a:r>
              <a:rPr lang="en-US" sz="4400" dirty="0">
                <a:latin typeface="微软雅黑" panose="020B0503020204020204" charset="-122"/>
              </a:rPr>
              <a:t>2</a:t>
            </a:r>
            <a:endParaRPr lang="id-ID" sz="4400" dirty="0">
              <a:latin typeface="微软雅黑" panose="020B0503020204020204" charset="-122"/>
            </a:endParaRPr>
          </a:p>
        </p:txBody>
      </p:sp>
      <p:sp>
        <p:nvSpPr>
          <p:cNvPr id="334" name="TextBox 333"/>
          <p:cNvSpPr txBox="1"/>
          <p:nvPr/>
        </p:nvSpPr>
        <p:spPr>
          <a:xfrm>
            <a:off x="6631352" y="1486211"/>
            <a:ext cx="509270" cy="807720"/>
          </a:xfrm>
          <a:prstGeom prst="rect">
            <a:avLst/>
          </a:prstGeom>
          <a:noFill/>
        </p:spPr>
        <p:txBody>
          <a:bodyPr wrap="none" lIns="91421" tIns="45711" rIns="91421" bIns="45711" rtlCol="0">
            <a:spAutoFit/>
          </a:bodyPr>
          <a:lstStyle/>
          <a:p>
            <a:pPr algn="ctr"/>
            <a:r>
              <a:rPr lang="en-US" sz="4400" dirty="0">
                <a:latin typeface="微软雅黑" panose="020B0503020204020204" charset="-122"/>
              </a:rPr>
              <a:t>3</a:t>
            </a:r>
            <a:endParaRPr lang="id-ID" sz="4400" dirty="0">
              <a:latin typeface="微软雅黑" panose="020B0503020204020204" charset="-122"/>
            </a:endParaRPr>
          </a:p>
        </p:txBody>
      </p:sp>
      <p:sp>
        <p:nvSpPr>
          <p:cNvPr id="335" name="TextBox 334"/>
          <p:cNvSpPr txBox="1"/>
          <p:nvPr/>
        </p:nvSpPr>
        <p:spPr>
          <a:xfrm>
            <a:off x="1662799" y="1486211"/>
            <a:ext cx="509270" cy="807720"/>
          </a:xfrm>
          <a:prstGeom prst="rect">
            <a:avLst/>
          </a:prstGeom>
          <a:noFill/>
        </p:spPr>
        <p:txBody>
          <a:bodyPr wrap="none" lIns="91421" tIns="45711" rIns="91421" bIns="45711" rtlCol="0">
            <a:spAutoFit/>
          </a:bodyPr>
          <a:lstStyle/>
          <a:p>
            <a:pPr algn="ctr"/>
            <a:r>
              <a:rPr lang="en-US" sz="4400" dirty="0">
                <a:latin typeface="微软雅黑" panose="020B0503020204020204" charset="-122"/>
              </a:rPr>
              <a:t>1</a:t>
            </a:r>
            <a:endParaRPr lang="id-ID" sz="4400" dirty="0">
              <a:latin typeface="微软雅黑" panose="020B0503020204020204" charset="-122"/>
            </a:endParaRPr>
          </a:p>
        </p:txBody>
      </p:sp>
    </p:spTree>
  </p:cSld>
  <p:clrMapOvr>
    <a:masterClrMapping/>
  </p:clrMapOvr>
  <p:transition advTm="3136">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par>
                                <p:cTn id="12" presetID="2" presetClass="entr" presetSubtype="8" fill="hold" nodeType="withEffect">
                                  <p:stCondLst>
                                    <p:cond delay="25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0-#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par>
                          <p:cTn id="20" fill="hold">
                            <p:stCondLst>
                              <p:cond delay="850"/>
                            </p:stCondLst>
                            <p:childTnLst>
                              <p:par>
                                <p:cTn id="21" presetID="47" presetClass="entr" presetSubtype="0" fill="hold" grpId="0" nodeType="afterEffect">
                                  <p:stCondLst>
                                    <p:cond delay="0"/>
                                  </p:stCondLst>
                                  <p:childTnLst>
                                    <p:set>
                                      <p:cBhvr>
                                        <p:cTn id="22" dur="1" fill="hold">
                                          <p:stCondLst>
                                            <p:cond delay="0"/>
                                          </p:stCondLst>
                                        </p:cTn>
                                        <p:tgtEl>
                                          <p:spTgt spid="311"/>
                                        </p:tgtEl>
                                        <p:attrNameLst>
                                          <p:attrName>style.visibility</p:attrName>
                                        </p:attrNameLst>
                                      </p:cBhvr>
                                      <p:to>
                                        <p:strVal val="visible"/>
                                      </p:to>
                                    </p:set>
                                    <p:animEffect transition="in" filter="fade">
                                      <p:cBhvr>
                                        <p:cTn id="23" dur="1000"/>
                                        <p:tgtEl>
                                          <p:spTgt spid="311"/>
                                        </p:tgtEl>
                                      </p:cBhvr>
                                    </p:animEffect>
                                    <p:anim calcmode="lin" valueType="num">
                                      <p:cBhvr>
                                        <p:cTn id="24" dur="1000" fill="hold"/>
                                        <p:tgtEl>
                                          <p:spTgt spid="311"/>
                                        </p:tgtEl>
                                        <p:attrNameLst>
                                          <p:attrName>ppt_x</p:attrName>
                                        </p:attrNameLst>
                                      </p:cBhvr>
                                      <p:tavLst>
                                        <p:tav tm="0">
                                          <p:val>
                                            <p:strVal val="#ppt_x"/>
                                          </p:val>
                                        </p:tav>
                                        <p:tav tm="100000">
                                          <p:val>
                                            <p:strVal val="#ppt_x"/>
                                          </p:val>
                                        </p:tav>
                                      </p:tavLst>
                                    </p:anim>
                                    <p:anim calcmode="lin" valueType="num">
                                      <p:cBhvr>
                                        <p:cTn id="25" dur="1000" fill="hold"/>
                                        <p:tgtEl>
                                          <p:spTgt spid="311"/>
                                        </p:tgtEl>
                                        <p:attrNameLst>
                                          <p:attrName>ppt_y</p:attrName>
                                        </p:attrNameLst>
                                      </p:cBhvr>
                                      <p:tavLst>
                                        <p:tav tm="0">
                                          <p:val>
                                            <p:strVal val="#ppt_y-.1"/>
                                          </p:val>
                                        </p:tav>
                                        <p:tav tm="100000">
                                          <p:val>
                                            <p:strVal val="#ppt_y"/>
                                          </p:val>
                                        </p:tav>
                                      </p:tavLst>
                                    </p:anim>
                                  </p:childTnLst>
                                </p:cTn>
                              </p:par>
                              <p:par>
                                <p:cTn id="26" presetID="47" presetClass="entr" presetSubtype="0" fill="hold" grpId="0" nodeType="withEffect">
                                  <p:stCondLst>
                                    <p:cond delay="0"/>
                                  </p:stCondLst>
                                  <p:childTnLst>
                                    <p:set>
                                      <p:cBhvr>
                                        <p:cTn id="27" dur="1" fill="hold">
                                          <p:stCondLst>
                                            <p:cond delay="0"/>
                                          </p:stCondLst>
                                        </p:cTn>
                                        <p:tgtEl>
                                          <p:spTgt spid="312"/>
                                        </p:tgtEl>
                                        <p:attrNameLst>
                                          <p:attrName>style.visibility</p:attrName>
                                        </p:attrNameLst>
                                      </p:cBhvr>
                                      <p:to>
                                        <p:strVal val="visible"/>
                                      </p:to>
                                    </p:set>
                                    <p:animEffect transition="in" filter="fade">
                                      <p:cBhvr>
                                        <p:cTn id="28" dur="1000"/>
                                        <p:tgtEl>
                                          <p:spTgt spid="312"/>
                                        </p:tgtEl>
                                      </p:cBhvr>
                                    </p:animEffect>
                                    <p:anim calcmode="lin" valueType="num">
                                      <p:cBhvr>
                                        <p:cTn id="29" dur="1000" fill="hold"/>
                                        <p:tgtEl>
                                          <p:spTgt spid="312"/>
                                        </p:tgtEl>
                                        <p:attrNameLst>
                                          <p:attrName>ppt_x</p:attrName>
                                        </p:attrNameLst>
                                      </p:cBhvr>
                                      <p:tavLst>
                                        <p:tav tm="0">
                                          <p:val>
                                            <p:strVal val="#ppt_x"/>
                                          </p:val>
                                        </p:tav>
                                        <p:tav tm="100000">
                                          <p:val>
                                            <p:strVal val="#ppt_x"/>
                                          </p:val>
                                        </p:tav>
                                      </p:tavLst>
                                    </p:anim>
                                    <p:anim calcmode="lin" valueType="num">
                                      <p:cBhvr>
                                        <p:cTn id="30" dur="1000" fill="hold"/>
                                        <p:tgtEl>
                                          <p:spTgt spid="312"/>
                                        </p:tgtEl>
                                        <p:attrNameLst>
                                          <p:attrName>ppt_y</p:attrName>
                                        </p:attrNameLst>
                                      </p:cBhvr>
                                      <p:tavLst>
                                        <p:tav tm="0">
                                          <p:val>
                                            <p:strVal val="#ppt_y-.1"/>
                                          </p:val>
                                        </p:tav>
                                        <p:tav tm="100000">
                                          <p:val>
                                            <p:strVal val="#ppt_y"/>
                                          </p:val>
                                        </p:tav>
                                      </p:tavLst>
                                    </p:anim>
                                  </p:childTnLst>
                                </p:cTn>
                              </p:par>
                              <p:par>
                                <p:cTn id="31" presetID="47"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1000"/>
                                        <p:tgtEl>
                                          <p:spTgt spid="22"/>
                                        </p:tgtEl>
                                      </p:cBhvr>
                                    </p:animEffect>
                                    <p:anim calcmode="lin" valueType="num">
                                      <p:cBhvr>
                                        <p:cTn id="34" dur="1000" fill="hold"/>
                                        <p:tgtEl>
                                          <p:spTgt spid="22"/>
                                        </p:tgtEl>
                                        <p:attrNameLst>
                                          <p:attrName>ppt_x</p:attrName>
                                        </p:attrNameLst>
                                      </p:cBhvr>
                                      <p:tavLst>
                                        <p:tav tm="0">
                                          <p:val>
                                            <p:strVal val="#ppt_x"/>
                                          </p:val>
                                        </p:tav>
                                        <p:tav tm="100000">
                                          <p:val>
                                            <p:strVal val="#ppt_x"/>
                                          </p:val>
                                        </p:tav>
                                      </p:tavLst>
                                    </p:anim>
                                    <p:anim calcmode="lin" valueType="num">
                                      <p:cBhvr>
                                        <p:cTn id="35" dur="1000" fill="hold"/>
                                        <p:tgtEl>
                                          <p:spTgt spid="22"/>
                                        </p:tgtEl>
                                        <p:attrNameLst>
                                          <p:attrName>ppt_y</p:attrName>
                                        </p:attrNameLst>
                                      </p:cBhvr>
                                      <p:tavLst>
                                        <p:tav tm="0">
                                          <p:val>
                                            <p:strVal val="#ppt_y-.1"/>
                                          </p:val>
                                        </p:tav>
                                        <p:tav tm="100000">
                                          <p:val>
                                            <p:strVal val="#ppt_y"/>
                                          </p:val>
                                        </p:tav>
                                      </p:tavLst>
                                    </p:anim>
                                  </p:childTnLst>
                                </p:cTn>
                              </p:par>
                              <p:par>
                                <p:cTn id="36" presetID="47" presetClass="entr" presetSubtype="0" fill="hold" grpId="0" nodeType="withEffect">
                                  <p:stCondLst>
                                    <p:cond delay="0"/>
                                  </p:stCondLst>
                                  <p:childTnLst>
                                    <p:set>
                                      <p:cBhvr>
                                        <p:cTn id="37" dur="1" fill="hold">
                                          <p:stCondLst>
                                            <p:cond delay="0"/>
                                          </p:stCondLst>
                                        </p:cTn>
                                        <p:tgtEl>
                                          <p:spTgt spid="315"/>
                                        </p:tgtEl>
                                        <p:attrNameLst>
                                          <p:attrName>style.visibility</p:attrName>
                                        </p:attrNameLst>
                                      </p:cBhvr>
                                      <p:to>
                                        <p:strVal val="visible"/>
                                      </p:to>
                                    </p:set>
                                    <p:animEffect transition="in" filter="fade">
                                      <p:cBhvr>
                                        <p:cTn id="38" dur="1000"/>
                                        <p:tgtEl>
                                          <p:spTgt spid="315"/>
                                        </p:tgtEl>
                                      </p:cBhvr>
                                    </p:animEffect>
                                    <p:anim calcmode="lin" valueType="num">
                                      <p:cBhvr>
                                        <p:cTn id="39" dur="1000" fill="hold"/>
                                        <p:tgtEl>
                                          <p:spTgt spid="315"/>
                                        </p:tgtEl>
                                        <p:attrNameLst>
                                          <p:attrName>ppt_x</p:attrName>
                                        </p:attrNameLst>
                                      </p:cBhvr>
                                      <p:tavLst>
                                        <p:tav tm="0">
                                          <p:val>
                                            <p:strVal val="#ppt_x"/>
                                          </p:val>
                                        </p:tav>
                                        <p:tav tm="100000">
                                          <p:val>
                                            <p:strVal val="#ppt_x"/>
                                          </p:val>
                                        </p:tav>
                                      </p:tavLst>
                                    </p:anim>
                                    <p:anim calcmode="lin" valueType="num">
                                      <p:cBhvr>
                                        <p:cTn id="40" dur="1000" fill="hold"/>
                                        <p:tgtEl>
                                          <p:spTgt spid="315"/>
                                        </p:tgtEl>
                                        <p:attrNameLst>
                                          <p:attrName>ppt_y</p:attrName>
                                        </p:attrNameLst>
                                      </p:cBhvr>
                                      <p:tavLst>
                                        <p:tav tm="0">
                                          <p:val>
                                            <p:strVal val="#ppt_y-.1"/>
                                          </p:val>
                                        </p:tav>
                                        <p:tav tm="100000">
                                          <p:val>
                                            <p:strVal val="#ppt_y"/>
                                          </p:val>
                                        </p:tav>
                                      </p:tavLst>
                                    </p:anim>
                                  </p:childTnLst>
                                </p:cTn>
                              </p:par>
                              <p:par>
                                <p:cTn id="41" presetID="47" presetClass="entr" presetSubtype="0" fill="hold" grpId="0" nodeType="withEffect">
                                  <p:stCondLst>
                                    <p:cond delay="0"/>
                                  </p:stCondLst>
                                  <p:childTnLst>
                                    <p:set>
                                      <p:cBhvr>
                                        <p:cTn id="42" dur="1" fill="hold">
                                          <p:stCondLst>
                                            <p:cond delay="0"/>
                                          </p:stCondLst>
                                        </p:cTn>
                                        <p:tgtEl>
                                          <p:spTgt spid="316"/>
                                        </p:tgtEl>
                                        <p:attrNameLst>
                                          <p:attrName>style.visibility</p:attrName>
                                        </p:attrNameLst>
                                      </p:cBhvr>
                                      <p:to>
                                        <p:strVal val="visible"/>
                                      </p:to>
                                    </p:set>
                                    <p:animEffect transition="in" filter="fade">
                                      <p:cBhvr>
                                        <p:cTn id="43" dur="1000"/>
                                        <p:tgtEl>
                                          <p:spTgt spid="316"/>
                                        </p:tgtEl>
                                      </p:cBhvr>
                                    </p:animEffect>
                                    <p:anim calcmode="lin" valueType="num">
                                      <p:cBhvr>
                                        <p:cTn id="44" dur="1000" fill="hold"/>
                                        <p:tgtEl>
                                          <p:spTgt spid="316"/>
                                        </p:tgtEl>
                                        <p:attrNameLst>
                                          <p:attrName>ppt_x</p:attrName>
                                        </p:attrNameLst>
                                      </p:cBhvr>
                                      <p:tavLst>
                                        <p:tav tm="0">
                                          <p:val>
                                            <p:strVal val="#ppt_x"/>
                                          </p:val>
                                        </p:tav>
                                        <p:tav tm="100000">
                                          <p:val>
                                            <p:strVal val="#ppt_x"/>
                                          </p:val>
                                        </p:tav>
                                      </p:tavLst>
                                    </p:anim>
                                    <p:anim calcmode="lin" valueType="num">
                                      <p:cBhvr>
                                        <p:cTn id="45" dur="1000" fill="hold"/>
                                        <p:tgtEl>
                                          <p:spTgt spid="316"/>
                                        </p:tgtEl>
                                        <p:attrNameLst>
                                          <p:attrName>ppt_y</p:attrName>
                                        </p:attrNameLst>
                                      </p:cBhvr>
                                      <p:tavLst>
                                        <p:tav tm="0">
                                          <p:val>
                                            <p:strVal val="#ppt_y-.1"/>
                                          </p:val>
                                        </p:tav>
                                        <p:tav tm="100000">
                                          <p:val>
                                            <p:strVal val="#ppt_y"/>
                                          </p:val>
                                        </p:tav>
                                      </p:tavLst>
                                    </p:anim>
                                  </p:childTnLst>
                                </p:cTn>
                              </p:par>
                              <p:par>
                                <p:cTn id="46" presetID="47" presetClass="entr" presetSubtype="0" fill="hold" grpId="0" nodeType="withEffect">
                                  <p:stCondLst>
                                    <p:cond delay="0"/>
                                  </p:stCondLst>
                                  <p:childTnLst>
                                    <p:set>
                                      <p:cBhvr>
                                        <p:cTn id="47" dur="1" fill="hold">
                                          <p:stCondLst>
                                            <p:cond delay="0"/>
                                          </p:stCondLst>
                                        </p:cTn>
                                        <p:tgtEl>
                                          <p:spTgt spid="317"/>
                                        </p:tgtEl>
                                        <p:attrNameLst>
                                          <p:attrName>style.visibility</p:attrName>
                                        </p:attrNameLst>
                                      </p:cBhvr>
                                      <p:to>
                                        <p:strVal val="visible"/>
                                      </p:to>
                                    </p:set>
                                    <p:animEffect transition="in" filter="fade">
                                      <p:cBhvr>
                                        <p:cTn id="48" dur="1000"/>
                                        <p:tgtEl>
                                          <p:spTgt spid="317"/>
                                        </p:tgtEl>
                                      </p:cBhvr>
                                    </p:animEffect>
                                    <p:anim calcmode="lin" valueType="num">
                                      <p:cBhvr>
                                        <p:cTn id="49" dur="1000" fill="hold"/>
                                        <p:tgtEl>
                                          <p:spTgt spid="317"/>
                                        </p:tgtEl>
                                        <p:attrNameLst>
                                          <p:attrName>ppt_x</p:attrName>
                                        </p:attrNameLst>
                                      </p:cBhvr>
                                      <p:tavLst>
                                        <p:tav tm="0">
                                          <p:val>
                                            <p:strVal val="#ppt_x"/>
                                          </p:val>
                                        </p:tav>
                                        <p:tav tm="100000">
                                          <p:val>
                                            <p:strVal val="#ppt_x"/>
                                          </p:val>
                                        </p:tav>
                                      </p:tavLst>
                                    </p:anim>
                                    <p:anim calcmode="lin" valueType="num">
                                      <p:cBhvr>
                                        <p:cTn id="50" dur="1000" fill="hold"/>
                                        <p:tgtEl>
                                          <p:spTgt spid="317"/>
                                        </p:tgtEl>
                                        <p:attrNameLst>
                                          <p:attrName>ppt_y</p:attrName>
                                        </p:attrNameLst>
                                      </p:cBhvr>
                                      <p:tavLst>
                                        <p:tav tm="0">
                                          <p:val>
                                            <p:strVal val="#ppt_y-.1"/>
                                          </p:val>
                                        </p:tav>
                                        <p:tav tm="100000">
                                          <p:val>
                                            <p:strVal val="#ppt_y"/>
                                          </p:val>
                                        </p:tav>
                                      </p:tavLst>
                                    </p:anim>
                                  </p:childTnLst>
                                </p:cTn>
                              </p:par>
                              <p:par>
                                <p:cTn id="51" presetID="47" presetClass="entr" presetSubtype="0" fill="hold" grpId="0" nodeType="withEffect">
                                  <p:stCondLst>
                                    <p:cond delay="0"/>
                                  </p:stCondLst>
                                  <p:childTnLst>
                                    <p:set>
                                      <p:cBhvr>
                                        <p:cTn id="52" dur="1" fill="hold">
                                          <p:stCondLst>
                                            <p:cond delay="0"/>
                                          </p:stCondLst>
                                        </p:cTn>
                                        <p:tgtEl>
                                          <p:spTgt spid="318"/>
                                        </p:tgtEl>
                                        <p:attrNameLst>
                                          <p:attrName>style.visibility</p:attrName>
                                        </p:attrNameLst>
                                      </p:cBhvr>
                                      <p:to>
                                        <p:strVal val="visible"/>
                                      </p:to>
                                    </p:set>
                                    <p:animEffect transition="in" filter="fade">
                                      <p:cBhvr>
                                        <p:cTn id="53" dur="1000"/>
                                        <p:tgtEl>
                                          <p:spTgt spid="318"/>
                                        </p:tgtEl>
                                      </p:cBhvr>
                                    </p:animEffect>
                                    <p:anim calcmode="lin" valueType="num">
                                      <p:cBhvr>
                                        <p:cTn id="54" dur="1000" fill="hold"/>
                                        <p:tgtEl>
                                          <p:spTgt spid="318"/>
                                        </p:tgtEl>
                                        <p:attrNameLst>
                                          <p:attrName>ppt_x</p:attrName>
                                        </p:attrNameLst>
                                      </p:cBhvr>
                                      <p:tavLst>
                                        <p:tav tm="0">
                                          <p:val>
                                            <p:strVal val="#ppt_x"/>
                                          </p:val>
                                        </p:tav>
                                        <p:tav tm="100000">
                                          <p:val>
                                            <p:strVal val="#ppt_x"/>
                                          </p:val>
                                        </p:tav>
                                      </p:tavLst>
                                    </p:anim>
                                    <p:anim calcmode="lin" valueType="num">
                                      <p:cBhvr>
                                        <p:cTn id="55" dur="1000" fill="hold"/>
                                        <p:tgtEl>
                                          <p:spTgt spid="318"/>
                                        </p:tgtEl>
                                        <p:attrNameLst>
                                          <p:attrName>ppt_y</p:attrName>
                                        </p:attrNameLst>
                                      </p:cBhvr>
                                      <p:tavLst>
                                        <p:tav tm="0">
                                          <p:val>
                                            <p:strVal val="#ppt_y-.1"/>
                                          </p:val>
                                        </p:tav>
                                        <p:tav tm="100000">
                                          <p:val>
                                            <p:strVal val="#ppt_y"/>
                                          </p:val>
                                        </p:tav>
                                      </p:tavLst>
                                    </p:anim>
                                  </p:childTnLst>
                                </p:cTn>
                              </p:par>
                              <p:par>
                                <p:cTn id="56" presetID="47" presetClass="entr" presetSubtype="0" fill="hold" grpId="0" nodeType="withEffect">
                                  <p:stCondLst>
                                    <p:cond delay="0"/>
                                  </p:stCondLst>
                                  <p:childTnLst>
                                    <p:set>
                                      <p:cBhvr>
                                        <p:cTn id="57" dur="1" fill="hold">
                                          <p:stCondLst>
                                            <p:cond delay="0"/>
                                          </p:stCondLst>
                                        </p:cTn>
                                        <p:tgtEl>
                                          <p:spTgt spid="319"/>
                                        </p:tgtEl>
                                        <p:attrNameLst>
                                          <p:attrName>style.visibility</p:attrName>
                                        </p:attrNameLst>
                                      </p:cBhvr>
                                      <p:to>
                                        <p:strVal val="visible"/>
                                      </p:to>
                                    </p:set>
                                    <p:animEffect transition="in" filter="fade">
                                      <p:cBhvr>
                                        <p:cTn id="58" dur="1000"/>
                                        <p:tgtEl>
                                          <p:spTgt spid="319"/>
                                        </p:tgtEl>
                                      </p:cBhvr>
                                    </p:animEffect>
                                    <p:anim calcmode="lin" valueType="num">
                                      <p:cBhvr>
                                        <p:cTn id="59" dur="1000" fill="hold"/>
                                        <p:tgtEl>
                                          <p:spTgt spid="319"/>
                                        </p:tgtEl>
                                        <p:attrNameLst>
                                          <p:attrName>ppt_x</p:attrName>
                                        </p:attrNameLst>
                                      </p:cBhvr>
                                      <p:tavLst>
                                        <p:tav tm="0">
                                          <p:val>
                                            <p:strVal val="#ppt_x"/>
                                          </p:val>
                                        </p:tav>
                                        <p:tav tm="100000">
                                          <p:val>
                                            <p:strVal val="#ppt_x"/>
                                          </p:val>
                                        </p:tav>
                                      </p:tavLst>
                                    </p:anim>
                                    <p:anim calcmode="lin" valueType="num">
                                      <p:cBhvr>
                                        <p:cTn id="60" dur="1000" fill="hold"/>
                                        <p:tgtEl>
                                          <p:spTgt spid="319"/>
                                        </p:tgtEl>
                                        <p:attrNameLst>
                                          <p:attrName>ppt_y</p:attrName>
                                        </p:attrNameLst>
                                      </p:cBhvr>
                                      <p:tavLst>
                                        <p:tav tm="0">
                                          <p:val>
                                            <p:strVal val="#ppt_y-.1"/>
                                          </p:val>
                                        </p:tav>
                                        <p:tav tm="100000">
                                          <p:val>
                                            <p:strVal val="#ppt_y"/>
                                          </p:val>
                                        </p:tav>
                                      </p:tavLst>
                                    </p:anim>
                                  </p:childTnLst>
                                </p:cTn>
                              </p:par>
                              <p:par>
                                <p:cTn id="61" presetID="47" presetClass="entr" presetSubtype="0" fill="hold" grpId="0" nodeType="withEffect">
                                  <p:stCondLst>
                                    <p:cond delay="0"/>
                                  </p:stCondLst>
                                  <p:childTnLst>
                                    <p:set>
                                      <p:cBhvr>
                                        <p:cTn id="62" dur="1" fill="hold">
                                          <p:stCondLst>
                                            <p:cond delay="0"/>
                                          </p:stCondLst>
                                        </p:cTn>
                                        <p:tgtEl>
                                          <p:spTgt spid="320"/>
                                        </p:tgtEl>
                                        <p:attrNameLst>
                                          <p:attrName>style.visibility</p:attrName>
                                        </p:attrNameLst>
                                      </p:cBhvr>
                                      <p:to>
                                        <p:strVal val="visible"/>
                                      </p:to>
                                    </p:set>
                                    <p:animEffect transition="in" filter="fade">
                                      <p:cBhvr>
                                        <p:cTn id="63" dur="1000"/>
                                        <p:tgtEl>
                                          <p:spTgt spid="320"/>
                                        </p:tgtEl>
                                      </p:cBhvr>
                                    </p:animEffect>
                                    <p:anim calcmode="lin" valueType="num">
                                      <p:cBhvr>
                                        <p:cTn id="64" dur="1000" fill="hold"/>
                                        <p:tgtEl>
                                          <p:spTgt spid="320"/>
                                        </p:tgtEl>
                                        <p:attrNameLst>
                                          <p:attrName>ppt_x</p:attrName>
                                        </p:attrNameLst>
                                      </p:cBhvr>
                                      <p:tavLst>
                                        <p:tav tm="0">
                                          <p:val>
                                            <p:strVal val="#ppt_x"/>
                                          </p:val>
                                        </p:tav>
                                        <p:tav tm="100000">
                                          <p:val>
                                            <p:strVal val="#ppt_x"/>
                                          </p:val>
                                        </p:tav>
                                      </p:tavLst>
                                    </p:anim>
                                    <p:anim calcmode="lin" valueType="num">
                                      <p:cBhvr>
                                        <p:cTn id="65" dur="1000" fill="hold"/>
                                        <p:tgtEl>
                                          <p:spTgt spid="320"/>
                                        </p:tgtEl>
                                        <p:attrNameLst>
                                          <p:attrName>ppt_y</p:attrName>
                                        </p:attrNameLst>
                                      </p:cBhvr>
                                      <p:tavLst>
                                        <p:tav tm="0">
                                          <p:val>
                                            <p:strVal val="#ppt_y-.1"/>
                                          </p:val>
                                        </p:tav>
                                        <p:tav tm="100000">
                                          <p:val>
                                            <p:strVal val="#ppt_y"/>
                                          </p:val>
                                        </p:tav>
                                      </p:tavLst>
                                    </p:anim>
                                  </p:childTnLst>
                                </p:cTn>
                              </p:par>
                              <p:par>
                                <p:cTn id="66" presetID="47" presetClass="entr" presetSubtype="0" fill="hold" grpId="0" nodeType="withEffect">
                                  <p:stCondLst>
                                    <p:cond delay="0"/>
                                  </p:stCondLst>
                                  <p:childTnLst>
                                    <p:set>
                                      <p:cBhvr>
                                        <p:cTn id="67" dur="1" fill="hold">
                                          <p:stCondLst>
                                            <p:cond delay="0"/>
                                          </p:stCondLst>
                                        </p:cTn>
                                        <p:tgtEl>
                                          <p:spTgt spid="321"/>
                                        </p:tgtEl>
                                        <p:attrNameLst>
                                          <p:attrName>style.visibility</p:attrName>
                                        </p:attrNameLst>
                                      </p:cBhvr>
                                      <p:to>
                                        <p:strVal val="visible"/>
                                      </p:to>
                                    </p:set>
                                    <p:animEffect transition="in" filter="fade">
                                      <p:cBhvr>
                                        <p:cTn id="68" dur="1000"/>
                                        <p:tgtEl>
                                          <p:spTgt spid="321"/>
                                        </p:tgtEl>
                                      </p:cBhvr>
                                    </p:animEffect>
                                    <p:anim calcmode="lin" valueType="num">
                                      <p:cBhvr>
                                        <p:cTn id="69" dur="1000" fill="hold"/>
                                        <p:tgtEl>
                                          <p:spTgt spid="321"/>
                                        </p:tgtEl>
                                        <p:attrNameLst>
                                          <p:attrName>ppt_x</p:attrName>
                                        </p:attrNameLst>
                                      </p:cBhvr>
                                      <p:tavLst>
                                        <p:tav tm="0">
                                          <p:val>
                                            <p:strVal val="#ppt_x"/>
                                          </p:val>
                                        </p:tav>
                                        <p:tav tm="100000">
                                          <p:val>
                                            <p:strVal val="#ppt_x"/>
                                          </p:val>
                                        </p:tav>
                                      </p:tavLst>
                                    </p:anim>
                                    <p:anim calcmode="lin" valueType="num">
                                      <p:cBhvr>
                                        <p:cTn id="70" dur="1000" fill="hold"/>
                                        <p:tgtEl>
                                          <p:spTgt spid="321"/>
                                        </p:tgtEl>
                                        <p:attrNameLst>
                                          <p:attrName>ppt_y</p:attrName>
                                        </p:attrNameLst>
                                      </p:cBhvr>
                                      <p:tavLst>
                                        <p:tav tm="0">
                                          <p:val>
                                            <p:strVal val="#ppt_y-.1"/>
                                          </p:val>
                                        </p:tav>
                                        <p:tav tm="100000">
                                          <p:val>
                                            <p:strVal val="#ppt_y"/>
                                          </p:val>
                                        </p:tav>
                                      </p:tavLst>
                                    </p:anim>
                                  </p:childTnLst>
                                </p:cTn>
                              </p:par>
                              <p:par>
                                <p:cTn id="71" presetID="47" presetClass="entr" presetSubtype="0" fill="hold" grpId="0" nodeType="withEffect">
                                  <p:stCondLst>
                                    <p:cond delay="0"/>
                                  </p:stCondLst>
                                  <p:childTnLst>
                                    <p:set>
                                      <p:cBhvr>
                                        <p:cTn id="72" dur="1" fill="hold">
                                          <p:stCondLst>
                                            <p:cond delay="0"/>
                                          </p:stCondLst>
                                        </p:cTn>
                                        <p:tgtEl>
                                          <p:spTgt spid="322"/>
                                        </p:tgtEl>
                                        <p:attrNameLst>
                                          <p:attrName>style.visibility</p:attrName>
                                        </p:attrNameLst>
                                      </p:cBhvr>
                                      <p:to>
                                        <p:strVal val="visible"/>
                                      </p:to>
                                    </p:set>
                                    <p:animEffect transition="in" filter="fade">
                                      <p:cBhvr>
                                        <p:cTn id="73" dur="1000"/>
                                        <p:tgtEl>
                                          <p:spTgt spid="322"/>
                                        </p:tgtEl>
                                      </p:cBhvr>
                                    </p:animEffect>
                                    <p:anim calcmode="lin" valueType="num">
                                      <p:cBhvr>
                                        <p:cTn id="74" dur="1000" fill="hold"/>
                                        <p:tgtEl>
                                          <p:spTgt spid="322"/>
                                        </p:tgtEl>
                                        <p:attrNameLst>
                                          <p:attrName>ppt_x</p:attrName>
                                        </p:attrNameLst>
                                      </p:cBhvr>
                                      <p:tavLst>
                                        <p:tav tm="0">
                                          <p:val>
                                            <p:strVal val="#ppt_x"/>
                                          </p:val>
                                        </p:tav>
                                        <p:tav tm="100000">
                                          <p:val>
                                            <p:strVal val="#ppt_x"/>
                                          </p:val>
                                        </p:tav>
                                      </p:tavLst>
                                    </p:anim>
                                    <p:anim calcmode="lin" valueType="num">
                                      <p:cBhvr>
                                        <p:cTn id="75" dur="1000" fill="hold"/>
                                        <p:tgtEl>
                                          <p:spTgt spid="322"/>
                                        </p:tgtEl>
                                        <p:attrNameLst>
                                          <p:attrName>ppt_y</p:attrName>
                                        </p:attrNameLst>
                                      </p:cBhvr>
                                      <p:tavLst>
                                        <p:tav tm="0">
                                          <p:val>
                                            <p:strVal val="#ppt_y-.1"/>
                                          </p:val>
                                        </p:tav>
                                        <p:tav tm="100000">
                                          <p:val>
                                            <p:strVal val="#ppt_y"/>
                                          </p:val>
                                        </p:tav>
                                      </p:tavLst>
                                    </p:anim>
                                  </p:childTnLst>
                                </p:cTn>
                              </p:par>
                              <p:par>
                                <p:cTn id="76" presetID="47" presetClass="entr" presetSubtype="0" fill="hold" grpId="0" nodeType="withEffect">
                                  <p:stCondLst>
                                    <p:cond delay="0"/>
                                  </p:stCondLst>
                                  <p:childTnLst>
                                    <p:set>
                                      <p:cBhvr>
                                        <p:cTn id="77" dur="1" fill="hold">
                                          <p:stCondLst>
                                            <p:cond delay="0"/>
                                          </p:stCondLst>
                                        </p:cTn>
                                        <p:tgtEl>
                                          <p:spTgt spid="323"/>
                                        </p:tgtEl>
                                        <p:attrNameLst>
                                          <p:attrName>style.visibility</p:attrName>
                                        </p:attrNameLst>
                                      </p:cBhvr>
                                      <p:to>
                                        <p:strVal val="visible"/>
                                      </p:to>
                                    </p:set>
                                    <p:animEffect transition="in" filter="fade">
                                      <p:cBhvr>
                                        <p:cTn id="78" dur="1000"/>
                                        <p:tgtEl>
                                          <p:spTgt spid="323"/>
                                        </p:tgtEl>
                                      </p:cBhvr>
                                    </p:animEffect>
                                    <p:anim calcmode="lin" valueType="num">
                                      <p:cBhvr>
                                        <p:cTn id="79" dur="1000" fill="hold"/>
                                        <p:tgtEl>
                                          <p:spTgt spid="323"/>
                                        </p:tgtEl>
                                        <p:attrNameLst>
                                          <p:attrName>ppt_x</p:attrName>
                                        </p:attrNameLst>
                                      </p:cBhvr>
                                      <p:tavLst>
                                        <p:tav tm="0">
                                          <p:val>
                                            <p:strVal val="#ppt_x"/>
                                          </p:val>
                                        </p:tav>
                                        <p:tav tm="100000">
                                          <p:val>
                                            <p:strVal val="#ppt_x"/>
                                          </p:val>
                                        </p:tav>
                                      </p:tavLst>
                                    </p:anim>
                                    <p:anim calcmode="lin" valueType="num">
                                      <p:cBhvr>
                                        <p:cTn id="80" dur="1000" fill="hold"/>
                                        <p:tgtEl>
                                          <p:spTgt spid="323"/>
                                        </p:tgtEl>
                                        <p:attrNameLst>
                                          <p:attrName>ppt_y</p:attrName>
                                        </p:attrNameLst>
                                      </p:cBhvr>
                                      <p:tavLst>
                                        <p:tav tm="0">
                                          <p:val>
                                            <p:strVal val="#ppt_y-.1"/>
                                          </p:val>
                                        </p:tav>
                                        <p:tav tm="100000">
                                          <p:val>
                                            <p:strVal val="#ppt_y"/>
                                          </p:val>
                                        </p:tav>
                                      </p:tavLst>
                                    </p:anim>
                                  </p:childTnLst>
                                </p:cTn>
                              </p:par>
                              <p:par>
                                <p:cTn id="81" presetID="47" presetClass="entr" presetSubtype="0" fill="hold" grpId="0" nodeType="withEffect">
                                  <p:stCondLst>
                                    <p:cond delay="0"/>
                                  </p:stCondLst>
                                  <p:childTnLst>
                                    <p:set>
                                      <p:cBhvr>
                                        <p:cTn id="82" dur="1" fill="hold">
                                          <p:stCondLst>
                                            <p:cond delay="0"/>
                                          </p:stCondLst>
                                        </p:cTn>
                                        <p:tgtEl>
                                          <p:spTgt spid="324"/>
                                        </p:tgtEl>
                                        <p:attrNameLst>
                                          <p:attrName>style.visibility</p:attrName>
                                        </p:attrNameLst>
                                      </p:cBhvr>
                                      <p:to>
                                        <p:strVal val="visible"/>
                                      </p:to>
                                    </p:set>
                                    <p:animEffect transition="in" filter="fade">
                                      <p:cBhvr>
                                        <p:cTn id="83" dur="1000"/>
                                        <p:tgtEl>
                                          <p:spTgt spid="324"/>
                                        </p:tgtEl>
                                      </p:cBhvr>
                                    </p:animEffect>
                                    <p:anim calcmode="lin" valueType="num">
                                      <p:cBhvr>
                                        <p:cTn id="84" dur="1000" fill="hold"/>
                                        <p:tgtEl>
                                          <p:spTgt spid="324"/>
                                        </p:tgtEl>
                                        <p:attrNameLst>
                                          <p:attrName>ppt_x</p:attrName>
                                        </p:attrNameLst>
                                      </p:cBhvr>
                                      <p:tavLst>
                                        <p:tav tm="0">
                                          <p:val>
                                            <p:strVal val="#ppt_x"/>
                                          </p:val>
                                        </p:tav>
                                        <p:tav tm="100000">
                                          <p:val>
                                            <p:strVal val="#ppt_x"/>
                                          </p:val>
                                        </p:tav>
                                      </p:tavLst>
                                    </p:anim>
                                    <p:anim calcmode="lin" valueType="num">
                                      <p:cBhvr>
                                        <p:cTn id="85" dur="1000" fill="hold"/>
                                        <p:tgtEl>
                                          <p:spTgt spid="324"/>
                                        </p:tgtEl>
                                        <p:attrNameLst>
                                          <p:attrName>ppt_y</p:attrName>
                                        </p:attrNameLst>
                                      </p:cBhvr>
                                      <p:tavLst>
                                        <p:tav tm="0">
                                          <p:val>
                                            <p:strVal val="#ppt_y-.1"/>
                                          </p:val>
                                        </p:tav>
                                        <p:tav tm="100000">
                                          <p:val>
                                            <p:strVal val="#ppt_y"/>
                                          </p:val>
                                        </p:tav>
                                      </p:tavLst>
                                    </p:anim>
                                  </p:childTnLst>
                                </p:cTn>
                              </p:par>
                              <p:par>
                                <p:cTn id="86" presetID="47" presetClass="entr" presetSubtype="0" fill="hold" grpId="0" nodeType="withEffect">
                                  <p:stCondLst>
                                    <p:cond delay="0"/>
                                  </p:stCondLst>
                                  <p:childTnLst>
                                    <p:set>
                                      <p:cBhvr>
                                        <p:cTn id="87" dur="1" fill="hold">
                                          <p:stCondLst>
                                            <p:cond delay="0"/>
                                          </p:stCondLst>
                                        </p:cTn>
                                        <p:tgtEl>
                                          <p:spTgt spid="325"/>
                                        </p:tgtEl>
                                        <p:attrNameLst>
                                          <p:attrName>style.visibility</p:attrName>
                                        </p:attrNameLst>
                                      </p:cBhvr>
                                      <p:to>
                                        <p:strVal val="visible"/>
                                      </p:to>
                                    </p:set>
                                    <p:animEffect transition="in" filter="fade">
                                      <p:cBhvr>
                                        <p:cTn id="88" dur="1000"/>
                                        <p:tgtEl>
                                          <p:spTgt spid="325"/>
                                        </p:tgtEl>
                                      </p:cBhvr>
                                    </p:animEffect>
                                    <p:anim calcmode="lin" valueType="num">
                                      <p:cBhvr>
                                        <p:cTn id="89" dur="1000" fill="hold"/>
                                        <p:tgtEl>
                                          <p:spTgt spid="325"/>
                                        </p:tgtEl>
                                        <p:attrNameLst>
                                          <p:attrName>ppt_x</p:attrName>
                                        </p:attrNameLst>
                                      </p:cBhvr>
                                      <p:tavLst>
                                        <p:tav tm="0">
                                          <p:val>
                                            <p:strVal val="#ppt_x"/>
                                          </p:val>
                                        </p:tav>
                                        <p:tav tm="100000">
                                          <p:val>
                                            <p:strVal val="#ppt_x"/>
                                          </p:val>
                                        </p:tav>
                                      </p:tavLst>
                                    </p:anim>
                                    <p:anim calcmode="lin" valueType="num">
                                      <p:cBhvr>
                                        <p:cTn id="90" dur="1000" fill="hold"/>
                                        <p:tgtEl>
                                          <p:spTgt spid="325"/>
                                        </p:tgtEl>
                                        <p:attrNameLst>
                                          <p:attrName>ppt_y</p:attrName>
                                        </p:attrNameLst>
                                      </p:cBhvr>
                                      <p:tavLst>
                                        <p:tav tm="0">
                                          <p:val>
                                            <p:strVal val="#ppt_y-.1"/>
                                          </p:val>
                                        </p:tav>
                                        <p:tav tm="100000">
                                          <p:val>
                                            <p:strVal val="#ppt_y"/>
                                          </p:val>
                                        </p:tav>
                                      </p:tavLst>
                                    </p:anim>
                                  </p:childTnLst>
                                </p:cTn>
                              </p:par>
                              <p:par>
                                <p:cTn id="91" presetID="47" presetClass="entr" presetSubtype="0" fill="hold" grpId="0" nodeType="withEffect">
                                  <p:stCondLst>
                                    <p:cond delay="0"/>
                                  </p:stCondLst>
                                  <p:childTnLst>
                                    <p:set>
                                      <p:cBhvr>
                                        <p:cTn id="92" dur="1" fill="hold">
                                          <p:stCondLst>
                                            <p:cond delay="0"/>
                                          </p:stCondLst>
                                        </p:cTn>
                                        <p:tgtEl>
                                          <p:spTgt spid="326"/>
                                        </p:tgtEl>
                                        <p:attrNameLst>
                                          <p:attrName>style.visibility</p:attrName>
                                        </p:attrNameLst>
                                      </p:cBhvr>
                                      <p:to>
                                        <p:strVal val="visible"/>
                                      </p:to>
                                    </p:set>
                                    <p:animEffect transition="in" filter="fade">
                                      <p:cBhvr>
                                        <p:cTn id="93" dur="1000"/>
                                        <p:tgtEl>
                                          <p:spTgt spid="326"/>
                                        </p:tgtEl>
                                      </p:cBhvr>
                                    </p:animEffect>
                                    <p:anim calcmode="lin" valueType="num">
                                      <p:cBhvr>
                                        <p:cTn id="94" dur="1000" fill="hold"/>
                                        <p:tgtEl>
                                          <p:spTgt spid="326"/>
                                        </p:tgtEl>
                                        <p:attrNameLst>
                                          <p:attrName>ppt_x</p:attrName>
                                        </p:attrNameLst>
                                      </p:cBhvr>
                                      <p:tavLst>
                                        <p:tav tm="0">
                                          <p:val>
                                            <p:strVal val="#ppt_x"/>
                                          </p:val>
                                        </p:tav>
                                        <p:tav tm="100000">
                                          <p:val>
                                            <p:strVal val="#ppt_x"/>
                                          </p:val>
                                        </p:tav>
                                      </p:tavLst>
                                    </p:anim>
                                    <p:anim calcmode="lin" valueType="num">
                                      <p:cBhvr>
                                        <p:cTn id="95" dur="1000" fill="hold"/>
                                        <p:tgtEl>
                                          <p:spTgt spid="326"/>
                                        </p:tgtEl>
                                        <p:attrNameLst>
                                          <p:attrName>ppt_y</p:attrName>
                                        </p:attrNameLst>
                                      </p:cBhvr>
                                      <p:tavLst>
                                        <p:tav tm="0">
                                          <p:val>
                                            <p:strVal val="#ppt_y-.1"/>
                                          </p:val>
                                        </p:tav>
                                        <p:tav tm="100000">
                                          <p:val>
                                            <p:strVal val="#ppt_y"/>
                                          </p:val>
                                        </p:tav>
                                      </p:tavLst>
                                    </p:anim>
                                  </p:childTnLst>
                                </p:cTn>
                              </p:par>
                              <p:par>
                                <p:cTn id="96" presetID="47" presetClass="entr" presetSubtype="0" fill="hold" grpId="0" nodeType="withEffect">
                                  <p:stCondLst>
                                    <p:cond delay="0"/>
                                  </p:stCondLst>
                                  <p:childTnLst>
                                    <p:set>
                                      <p:cBhvr>
                                        <p:cTn id="97" dur="1" fill="hold">
                                          <p:stCondLst>
                                            <p:cond delay="0"/>
                                          </p:stCondLst>
                                        </p:cTn>
                                        <p:tgtEl>
                                          <p:spTgt spid="327"/>
                                        </p:tgtEl>
                                        <p:attrNameLst>
                                          <p:attrName>style.visibility</p:attrName>
                                        </p:attrNameLst>
                                      </p:cBhvr>
                                      <p:to>
                                        <p:strVal val="visible"/>
                                      </p:to>
                                    </p:set>
                                    <p:animEffect transition="in" filter="fade">
                                      <p:cBhvr>
                                        <p:cTn id="98" dur="1000"/>
                                        <p:tgtEl>
                                          <p:spTgt spid="327"/>
                                        </p:tgtEl>
                                      </p:cBhvr>
                                    </p:animEffect>
                                    <p:anim calcmode="lin" valueType="num">
                                      <p:cBhvr>
                                        <p:cTn id="99" dur="1000" fill="hold"/>
                                        <p:tgtEl>
                                          <p:spTgt spid="327"/>
                                        </p:tgtEl>
                                        <p:attrNameLst>
                                          <p:attrName>ppt_x</p:attrName>
                                        </p:attrNameLst>
                                      </p:cBhvr>
                                      <p:tavLst>
                                        <p:tav tm="0">
                                          <p:val>
                                            <p:strVal val="#ppt_x"/>
                                          </p:val>
                                        </p:tav>
                                        <p:tav tm="100000">
                                          <p:val>
                                            <p:strVal val="#ppt_x"/>
                                          </p:val>
                                        </p:tav>
                                      </p:tavLst>
                                    </p:anim>
                                    <p:anim calcmode="lin" valueType="num">
                                      <p:cBhvr>
                                        <p:cTn id="100" dur="1000" fill="hold"/>
                                        <p:tgtEl>
                                          <p:spTgt spid="327"/>
                                        </p:tgtEl>
                                        <p:attrNameLst>
                                          <p:attrName>ppt_y</p:attrName>
                                        </p:attrNameLst>
                                      </p:cBhvr>
                                      <p:tavLst>
                                        <p:tav tm="0">
                                          <p:val>
                                            <p:strVal val="#ppt_y-.1"/>
                                          </p:val>
                                        </p:tav>
                                        <p:tav tm="100000">
                                          <p:val>
                                            <p:strVal val="#ppt_y"/>
                                          </p:val>
                                        </p:tav>
                                      </p:tavLst>
                                    </p:anim>
                                  </p:childTnLst>
                                </p:cTn>
                              </p:par>
                              <p:par>
                                <p:cTn id="101" presetID="47" presetClass="entr" presetSubtype="0" fill="hold" grpId="0" nodeType="withEffect">
                                  <p:stCondLst>
                                    <p:cond delay="0"/>
                                  </p:stCondLst>
                                  <p:childTnLst>
                                    <p:set>
                                      <p:cBhvr>
                                        <p:cTn id="102" dur="1" fill="hold">
                                          <p:stCondLst>
                                            <p:cond delay="0"/>
                                          </p:stCondLst>
                                        </p:cTn>
                                        <p:tgtEl>
                                          <p:spTgt spid="328"/>
                                        </p:tgtEl>
                                        <p:attrNameLst>
                                          <p:attrName>style.visibility</p:attrName>
                                        </p:attrNameLst>
                                      </p:cBhvr>
                                      <p:to>
                                        <p:strVal val="visible"/>
                                      </p:to>
                                    </p:set>
                                    <p:animEffect transition="in" filter="fade">
                                      <p:cBhvr>
                                        <p:cTn id="103" dur="1000"/>
                                        <p:tgtEl>
                                          <p:spTgt spid="328"/>
                                        </p:tgtEl>
                                      </p:cBhvr>
                                    </p:animEffect>
                                    <p:anim calcmode="lin" valueType="num">
                                      <p:cBhvr>
                                        <p:cTn id="104" dur="1000" fill="hold"/>
                                        <p:tgtEl>
                                          <p:spTgt spid="328"/>
                                        </p:tgtEl>
                                        <p:attrNameLst>
                                          <p:attrName>ppt_x</p:attrName>
                                        </p:attrNameLst>
                                      </p:cBhvr>
                                      <p:tavLst>
                                        <p:tav tm="0">
                                          <p:val>
                                            <p:strVal val="#ppt_x"/>
                                          </p:val>
                                        </p:tav>
                                        <p:tav tm="100000">
                                          <p:val>
                                            <p:strVal val="#ppt_x"/>
                                          </p:val>
                                        </p:tav>
                                      </p:tavLst>
                                    </p:anim>
                                    <p:anim calcmode="lin" valueType="num">
                                      <p:cBhvr>
                                        <p:cTn id="105" dur="1000" fill="hold"/>
                                        <p:tgtEl>
                                          <p:spTgt spid="328"/>
                                        </p:tgtEl>
                                        <p:attrNameLst>
                                          <p:attrName>ppt_y</p:attrName>
                                        </p:attrNameLst>
                                      </p:cBhvr>
                                      <p:tavLst>
                                        <p:tav tm="0">
                                          <p:val>
                                            <p:strVal val="#ppt_y-.1"/>
                                          </p:val>
                                        </p:tav>
                                        <p:tav tm="100000">
                                          <p:val>
                                            <p:strVal val="#ppt_y"/>
                                          </p:val>
                                        </p:tav>
                                      </p:tavLst>
                                    </p:anim>
                                  </p:childTnLst>
                                </p:cTn>
                              </p:par>
                              <p:par>
                                <p:cTn id="106" presetID="47" presetClass="entr" presetSubtype="0" fill="hold" grpId="0" nodeType="withEffect">
                                  <p:stCondLst>
                                    <p:cond delay="0"/>
                                  </p:stCondLst>
                                  <p:childTnLst>
                                    <p:set>
                                      <p:cBhvr>
                                        <p:cTn id="107" dur="1" fill="hold">
                                          <p:stCondLst>
                                            <p:cond delay="0"/>
                                          </p:stCondLst>
                                        </p:cTn>
                                        <p:tgtEl>
                                          <p:spTgt spid="329"/>
                                        </p:tgtEl>
                                        <p:attrNameLst>
                                          <p:attrName>style.visibility</p:attrName>
                                        </p:attrNameLst>
                                      </p:cBhvr>
                                      <p:to>
                                        <p:strVal val="visible"/>
                                      </p:to>
                                    </p:set>
                                    <p:animEffect transition="in" filter="fade">
                                      <p:cBhvr>
                                        <p:cTn id="108" dur="1000"/>
                                        <p:tgtEl>
                                          <p:spTgt spid="329"/>
                                        </p:tgtEl>
                                      </p:cBhvr>
                                    </p:animEffect>
                                    <p:anim calcmode="lin" valueType="num">
                                      <p:cBhvr>
                                        <p:cTn id="109" dur="1000" fill="hold"/>
                                        <p:tgtEl>
                                          <p:spTgt spid="329"/>
                                        </p:tgtEl>
                                        <p:attrNameLst>
                                          <p:attrName>ppt_x</p:attrName>
                                        </p:attrNameLst>
                                      </p:cBhvr>
                                      <p:tavLst>
                                        <p:tav tm="0">
                                          <p:val>
                                            <p:strVal val="#ppt_x"/>
                                          </p:val>
                                        </p:tav>
                                        <p:tav tm="100000">
                                          <p:val>
                                            <p:strVal val="#ppt_x"/>
                                          </p:val>
                                        </p:tav>
                                      </p:tavLst>
                                    </p:anim>
                                    <p:anim calcmode="lin" valueType="num">
                                      <p:cBhvr>
                                        <p:cTn id="110" dur="1000" fill="hold"/>
                                        <p:tgtEl>
                                          <p:spTgt spid="329"/>
                                        </p:tgtEl>
                                        <p:attrNameLst>
                                          <p:attrName>ppt_y</p:attrName>
                                        </p:attrNameLst>
                                      </p:cBhvr>
                                      <p:tavLst>
                                        <p:tav tm="0">
                                          <p:val>
                                            <p:strVal val="#ppt_y-.1"/>
                                          </p:val>
                                        </p:tav>
                                        <p:tav tm="100000">
                                          <p:val>
                                            <p:strVal val="#ppt_y"/>
                                          </p:val>
                                        </p:tav>
                                      </p:tavLst>
                                    </p:anim>
                                  </p:childTnLst>
                                </p:cTn>
                              </p:par>
                              <p:par>
                                <p:cTn id="111" presetID="47" presetClass="entr" presetSubtype="0" fill="hold" grpId="0" nodeType="withEffect">
                                  <p:stCondLst>
                                    <p:cond delay="0"/>
                                  </p:stCondLst>
                                  <p:childTnLst>
                                    <p:set>
                                      <p:cBhvr>
                                        <p:cTn id="112" dur="1" fill="hold">
                                          <p:stCondLst>
                                            <p:cond delay="0"/>
                                          </p:stCondLst>
                                        </p:cTn>
                                        <p:tgtEl>
                                          <p:spTgt spid="330"/>
                                        </p:tgtEl>
                                        <p:attrNameLst>
                                          <p:attrName>style.visibility</p:attrName>
                                        </p:attrNameLst>
                                      </p:cBhvr>
                                      <p:to>
                                        <p:strVal val="visible"/>
                                      </p:to>
                                    </p:set>
                                    <p:animEffect transition="in" filter="fade">
                                      <p:cBhvr>
                                        <p:cTn id="113" dur="1000"/>
                                        <p:tgtEl>
                                          <p:spTgt spid="330"/>
                                        </p:tgtEl>
                                      </p:cBhvr>
                                    </p:animEffect>
                                    <p:anim calcmode="lin" valueType="num">
                                      <p:cBhvr>
                                        <p:cTn id="114" dur="1000" fill="hold"/>
                                        <p:tgtEl>
                                          <p:spTgt spid="330"/>
                                        </p:tgtEl>
                                        <p:attrNameLst>
                                          <p:attrName>ppt_x</p:attrName>
                                        </p:attrNameLst>
                                      </p:cBhvr>
                                      <p:tavLst>
                                        <p:tav tm="0">
                                          <p:val>
                                            <p:strVal val="#ppt_x"/>
                                          </p:val>
                                        </p:tav>
                                        <p:tav tm="100000">
                                          <p:val>
                                            <p:strVal val="#ppt_x"/>
                                          </p:val>
                                        </p:tav>
                                      </p:tavLst>
                                    </p:anim>
                                    <p:anim calcmode="lin" valueType="num">
                                      <p:cBhvr>
                                        <p:cTn id="115" dur="1000" fill="hold"/>
                                        <p:tgtEl>
                                          <p:spTgt spid="330"/>
                                        </p:tgtEl>
                                        <p:attrNameLst>
                                          <p:attrName>ppt_y</p:attrName>
                                        </p:attrNameLst>
                                      </p:cBhvr>
                                      <p:tavLst>
                                        <p:tav tm="0">
                                          <p:val>
                                            <p:strVal val="#ppt_y-.1"/>
                                          </p:val>
                                        </p:tav>
                                        <p:tav tm="100000">
                                          <p:val>
                                            <p:strVal val="#ppt_y"/>
                                          </p:val>
                                        </p:tav>
                                      </p:tavLst>
                                    </p:anim>
                                  </p:childTnLst>
                                </p:cTn>
                              </p:par>
                              <p:par>
                                <p:cTn id="116" presetID="47" presetClass="entr" presetSubtype="0" fill="hold" grpId="0" nodeType="withEffect">
                                  <p:stCondLst>
                                    <p:cond delay="0"/>
                                  </p:stCondLst>
                                  <p:childTnLst>
                                    <p:set>
                                      <p:cBhvr>
                                        <p:cTn id="117" dur="1" fill="hold">
                                          <p:stCondLst>
                                            <p:cond delay="0"/>
                                          </p:stCondLst>
                                        </p:cTn>
                                        <p:tgtEl>
                                          <p:spTgt spid="331"/>
                                        </p:tgtEl>
                                        <p:attrNameLst>
                                          <p:attrName>style.visibility</p:attrName>
                                        </p:attrNameLst>
                                      </p:cBhvr>
                                      <p:to>
                                        <p:strVal val="visible"/>
                                      </p:to>
                                    </p:set>
                                    <p:animEffect transition="in" filter="fade">
                                      <p:cBhvr>
                                        <p:cTn id="118" dur="1000"/>
                                        <p:tgtEl>
                                          <p:spTgt spid="331"/>
                                        </p:tgtEl>
                                      </p:cBhvr>
                                    </p:animEffect>
                                    <p:anim calcmode="lin" valueType="num">
                                      <p:cBhvr>
                                        <p:cTn id="119" dur="1000" fill="hold"/>
                                        <p:tgtEl>
                                          <p:spTgt spid="331"/>
                                        </p:tgtEl>
                                        <p:attrNameLst>
                                          <p:attrName>ppt_x</p:attrName>
                                        </p:attrNameLst>
                                      </p:cBhvr>
                                      <p:tavLst>
                                        <p:tav tm="0">
                                          <p:val>
                                            <p:strVal val="#ppt_x"/>
                                          </p:val>
                                        </p:tav>
                                        <p:tav tm="100000">
                                          <p:val>
                                            <p:strVal val="#ppt_x"/>
                                          </p:val>
                                        </p:tav>
                                      </p:tavLst>
                                    </p:anim>
                                    <p:anim calcmode="lin" valueType="num">
                                      <p:cBhvr>
                                        <p:cTn id="120" dur="1000" fill="hold"/>
                                        <p:tgtEl>
                                          <p:spTgt spid="331"/>
                                        </p:tgtEl>
                                        <p:attrNameLst>
                                          <p:attrName>ppt_y</p:attrName>
                                        </p:attrNameLst>
                                      </p:cBhvr>
                                      <p:tavLst>
                                        <p:tav tm="0">
                                          <p:val>
                                            <p:strVal val="#ppt_y-.1"/>
                                          </p:val>
                                        </p:tav>
                                        <p:tav tm="100000">
                                          <p:val>
                                            <p:strVal val="#ppt_y"/>
                                          </p:val>
                                        </p:tav>
                                      </p:tavLst>
                                    </p:anim>
                                  </p:childTnLst>
                                </p:cTn>
                              </p:par>
                              <p:par>
                                <p:cTn id="121" presetID="47" presetClass="entr" presetSubtype="0" fill="hold" grpId="0" nodeType="withEffect">
                                  <p:stCondLst>
                                    <p:cond delay="0"/>
                                  </p:stCondLst>
                                  <p:childTnLst>
                                    <p:set>
                                      <p:cBhvr>
                                        <p:cTn id="122" dur="1" fill="hold">
                                          <p:stCondLst>
                                            <p:cond delay="0"/>
                                          </p:stCondLst>
                                        </p:cTn>
                                        <p:tgtEl>
                                          <p:spTgt spid="332"/>
                                        </p:tgtEl>
                                        <p:attrNameLst>
                                          <p:attrName>style.visibility</p:attrName>
                                        </p:attrNameLst>
                                      </p:cBhvr>
                                      <p:to>
                                        <p:strVal val="visible"/>
                                      </p:to>
                                    </p:set>
                                    <p:animEffect transition="in" filter="fade">
                                      <p:cBhvr>
                                        <p:cTn id="123" dur="1000"/>
                                        <p:tgtEl>
                                          <p:spTgt spid="332"/>
                                        </p:tgtEl>
                                      </p:cBhvr>
                                    </p:animEffect>
                                    <p:anim calcmode="lin" valueType="num">
                                      <p:cBhvr>
                                        <p:cTn id="124" dur="1000" fill="hold"/>
                                        <p:tgtEl>
                                          <p:spTgt spid="332"/>
                                        </p:tgtEl>
                                        <p:attrNameLst>
                                          <p:attrName>ppt_x</p:attrName>
                                        </p:attrNameLst>
                                      </p:cBhvr>
                                      <p:tavLst>
                                        <p:tav tm="0">
                                          <p:val>
                                            <p:strVal val="#ppt_x"/>
                                          </p:val>
                                        </p:tav>
                                        <p:tav tm="100000">
                                          <p:val>
                                            <p:strVal val="#ppt_x"/>
                                          </p:val>
                                        </p:tav>
                                      </p:tavLst>
                                    </p:anim>
                                    <p:anim calcmode="lin" valueType="num">
                                      <p:cBhvr>
                                        <p:cTn id="125" dur="1000" fill="hold"/>
                                        <p:tgtEl>
                                          <p:spTgt spid="332"/>
                                        </p:tgtEl>
                                        <p:attrNameLst>
                                          <p:attrName>ppt_y</p:attrName>
                                        </p:attrNameLst>
                                      </p:cBhvr>
                                      <p:tavLst>
                                        <p:tav tm="0">
                                          <p:val>
                                            <p:strVal val="#ppt_y-.1"/>
                                          </p:val>
                                        </p:tav>
                                        <p:tav tm="100000">
                                          <p:val>
                                            <p:strVal val="#ppt_y"/>
                                          </p:val>
                                        </p:tav>
                                      </p:tavLst>
                                    </p:anim>
                                  </p:childTnLst>
                                </p:cTn>
                              </p:par>
                              <p:par>
                                <p:cTn id="126" presetID="47" presetClass="entr" presetSubtype="0" fill="hold" grpId="0" nodeType="withEffect">
                                  <p:stCondLst>
                                    <p:cond delay="0"/>
                                  </p:stCondLst>
                                  <p:childTnLst>
                                    <p:set>
                                      <p:cBhvr>
                                        <p:cTn id="127" dur="1" fill="hold">
                                          <p:stCondLst>
                                            <p:cond delay="0"/>
                                          </p:stCondLst>
                                        </p:cTn>
                                        <p:tgtEl>
                                          <p:spTgt spid="333"/>
                                        </p:tgtEl>
                                        <p:attrNameLst>
                                          <p:attrName>style.visibility</p:attrName>
                                        </p:attrNameLst>
                                      </p:cBhvr>
                                      <p:to>
                                        <p:strVal val="visible"/>
                                      </p:to>
                                    </p:set>
                                    <p:animEffect transition="in" filter="fade">
                                      <p:cBhvr>
                                        <p:cTn id="128" dur="1000"/>
                                        <p:tgtEl>
                                          <p:spTgt spid="333"/>
                                        </p:tgtEl>
                                      </p:cBhvr>
                                    </p:animEffect>
                                    <p:anim calcmode="lin" valueType="num">
                                      <p:cBhvr>
                                        <p:cTn id="129" dur="1000" fill="hold"/>
                                        <p:tgtEl>
                                          <p:spTgt spid="333"/>
                                        </p:tgtEl>
                                        <p:attrNameLst>
                                          <p:attrName>ppt_x</p:attrName>
                                        </p:attrNameLst>
                                      </p:cBhvr>
                                      <p:tavLst>
                                        <p:tav tm="0">
                                          <p:val>
                                            <p:strVal val="#ppt_x"/>
                                          </p:val>
                                        </p:tav>
                                        <p:tav tm="100000">
                                          <p:val>
                                            <p:strVal val="#ppt_x"/>
                                          </p:val>
                                        </p:tav>
                                      </p:tavLst>
                                    </p:anim>
                                    <p:anim calcmode="lin" valueType="num">
                                      <p:cBhvr>
                                        <p:cTn id="130" dur="1000" fill="hold"/>
                                        <p:tgtEl>
                                          <p:spTgt spid="333"/>
                                        </p:tgtEl>
                                        <p:attrNameLst>
                                          <p:attrName>ppt_y</p:attrName>
                                        </p:attrNameLst>
                                      </p:cBhvr>
                                      <p:tavLst>
                                        <p:tav tm="0">
                                          <p:val>
                                            <p:strVal val="#ppt_y-.1"/>
                                          </p:val>
                                        </p:tav>
                                        <p:tav tm="100000">
                                          <p:val>
                                            <p:strVal val="#ppt_y"/>
                                          </p:val>
                                        </p:tav>
                                      </p:tavLst>
                                    </p:anim>
                                  </p:childTnLst>
                                </p:cTn>
                              </p:par>
                              <p:par>
                                <p:cTn id="131" presetID="47" presetClass="entr" presetSubtype="0" fill="hold" grpId="0" nodeType="withEffect">
                                  <p:stCondLst>
                                    <p:cond delay="0"/>
                                  </p:stCondLst>
                                  <p:childTnLst>
                                    <p:set>
                                      <p:cBhvr>
                                        <p:cTn id="132" dur="1" fill="hold">
                                          <p:stCondLst>
                                            <p:cond delay="0"/>
                                          </p:stCondLst>
                                        </p:cTn>
                                        <p:tgtEl>
                                          <p:spTgt spid="334"/>
                                        </p:tgtEl>
                                        <p:attrNameLst>
                                          <p:attrName>style.visibility</p:attrName>
                                        </p:attrNameLst>
                                      </p:cBhvr>
                                      <p:to>
                                        <p:strVal val="visible"/>
                                      </p:to>
                                    </p:set>
                                    <p:animEffect transition="in" filter="fade">
                                      <p:cBhvr>
                                        <p:cTn id="133" dur="1000"/>
                                        <p:tgtEl>
                                          <p:spTgt spid="334"/>
                                        </p:tgtEl>
                                      </p:cBhvr>
                                    </p:animEffect>
                                    <p:anim calcmode="lin" valueType="num">
                                      <p:cBhvr>
                                        <p:cTn id="134" dur="1000" fill="hold"/>
                                        <p:tgtEl>
                                          <p:spTgt spid="334"/>
                                        </p:tgtEl>
                                        <p:attrNameLst>
                                          <p:attrName>ppt_x</p:attrName>
                                        </p:attrNameLst>
                                      </p:cBhvr>
                                      <p:tavLst>
                                        <p:tav tm="0">
                                          <p:val>
                                            <p:strVal val="#ppt_x"/>
                                          </p:val>
                                        </p:tav>
                                        <p:tav tm="100000">
                                          <p:val>
                                            <p:strVal val="#ppt_x"/>
                                          </p:val>
                                        </p:tav>
                                      </p:tavLst>
                                    </p:anim>
                                    <p:anim calcmode="lin" valueType="num">
                                      <p:cBhvr>
                                        <p:cTn id="135" dur="1000" fill="hold"/>
                                        <p:tgtEl>
                                          <p:spTgt spid="334"/>
                                        </p:tgtEl>
                                        <p:attrNameLst>
                                          <p:attrName>ppt_y</p:attrName>
                                        </p:attrNameLst>
                                      </p:cBhvr>
                                      <p:tavLst>
                                        <p:tav tm="0">
                                          <p:val>
                                            <p:strVal val="#ppt_y-.1"/>
                                          </p:val>
                                        </p:tav>
                                        <p:tav tm="100000">
                                          <p:val>
                                            <p:strVal val="#ppt_y"/>
                                          </p:val>
                                        </p:tav>
                                      </p:tavLst>
                                    </p:anim>
                                  </p:childTnLst>
                                </p:cTn>
                              </p:par>
                              <p:par>
                                <p:cTn id="136" presetID="47" presetClass="entr" presetSubtype="0" fill="hold" grpId="0" nodeType="withEffect">
                                  <p:stCondLst>
                                    <p:cond delay="0"/>
                                  </p:stCondLst>
                                  <p:childTnLst>
                                    <p:set>
                                      <p:cBhvr>
                                        <p:cTn id="137" dur="1" fill="hold">
                                          <p:stCondLst>
                                            <p:cond delay="0"/>
                                          </p:stCondLst>
                                        </p:cTn>
                                        <p:tgtEl>
                                          <p:spTgt spid="335"/>
                                        </p:tgtEl>
                                        <p:attrNameLst>
                                          <p:attrName>style.visibility</p:attrName>
                                        </p:attrNameLst>
                                      </p:cBhvr>
                                      <p:to>
                                        <p:strVal val="visible"/>
                                      </p:to>
                                    </p:set>
                                    <p:animEffect transition="in" filter="fade">
                                      <p:cBhvr>
                                        <p:cTn id="138" dur="1000"/>
                                        <p:tgtEl>
                                          <p:spTgt spid="335"/>
                                        </p:tgtEl>
                                      </p:cBhvr>
                                    </p:animEffect>
                                    <p:anim calcmode="lin" valueType="num">
                                      <p:cBhvr>
                                        <p:cTn id="139" dur="1000" fill="hold"/>
                                        <p:tgtEl>
                                          <p:spTgt spid="335"/>
                                        </p:tgtEl>
                                        <p:attrNameLst>
                                          <p:attrName>ppt_x</p:attrName>
                                        </p:attrNameLst>
                                      </p:cBhvr>
                                      <p:tavLst>
                                        <p:tav tm="0">
                                          <p:val>
                                            <p:strVal val="#ppt_x"/>
                                          </p:val>
                                        </p:tav>
                                        <p:tav tm="100000">
                                          <p:val>
                                            <p:strVal val="#ppt_x"/>
                                          </p:val>
                                        </p:tav>
                                      </p:tavLst>
                                    </p:anim>
                                    <p:anim calcmode="lin" valueType="num">
                                      <p:cBhvr>
                                        <p:cTn id="140" dur="1000" fill="hold"/>
                                        <p:tgtEl>
                                          <p:spTgt spid="335"/>
                                        </p:tgtEl>
                                        <p:attrNameLst>
                                          <p:attrName>ppt_y</p:attrName>
                                        </p:attrNameLst>
                                      </p:cBhvr>
                                      <p:tavLst>
                                        <p:tav tm="0">
                                          <p:val>
                                            <p:strVal val="#ppt_y-.1"/>
                                          </p:val>
                                        </p:tav>
                                        <p:tav tm="100000">
                                          <p:val>
                                            <p:strVal val="#ppt_y"/>
                                          </p:val>
                                        </p:tav>
                                      </p:tavLst>
                                    </p:anim>
                                  </p:childTnLst>
                                </p:cTn>
                              </p:par>
                            </p:childTnLst>
                          </p:cTn>
                        </p:par>
                        <p:par>
                          <p:cTn id="141" fill="hold">
                            <p:stCondLst>
                              <p:cond delay="1850"/>
                            </p:stCondLst>
                            <p:childTnLst>
                              <p:par>
                                <p:cTn id="142" presetID="53" presetClass="entr" presetSubtype="16" fill="hold" nodeType="afterEffect">
                                  <p:stCondLst>
                                    <p:cond delay="0"/>
                                  </p:stCondLst>
                                  <p:childTnLst>
                                    <p:set>
                                      <p:cBhvr>
                                        <p:cTn id="143" dur="1" fill="hold">
                                          <p:stCondLst>
                                            <p:cond delay="0"/>
                                          </p:stCondLst>
                                        </p:cTn>
                                        <p:tgtEl>
                                          <p:spTgt spid="21"/>
                                        </p:tgtEl>
                                        <p:attrNameLst>
                                          <p:attrName>style.visibility</p:attrName>
                                        </p:attrNameLst>
                                      </p:cBhvr>
                                      <p:to>
                                        <p:strVal val="visible"/>
                                      </p:to>
                                    </p:set>
                                    <p:anim calcmode="lin" valueType="num">
                                      <p:cBhvr>
                                        <p:cTn id="144" dur="500" fill="hold"/>
                                        <p:tgtEl>
                                          <p:spTgt spid="21"/>
                                        </p:tgtEl>
                                        <p:attrNameLst>
                                          <p:attrName>ppt_w</p:attrName>
                                        </p:attrNameLst>
                                      </p:cBhvr>
                                      <p:tavLst>
                                        <p:tav tm="0">
                                          <p:val>
                                            <p:fltVal val="0"/>
                                          </p:val>
                                        </p:tav>
                                        <p:tav tm="100000">
                                          <p:val>
                                            <p:strVal val="#ppt_w"/>
                                          </p:val>
                                        </p:tav>
                                      </p:tavLst>
                                    </p:anim>
                                    <p:anim calcmode="lin" valueType="num">
                                      <p:cBhvr>
                                        <p:cTn id="145" dur="500" fill="hold"/>
                                        <p:tgtEl>
                                          <p:spTgt spid="21"/>
                                        </p:tgtEl>
                                        <p:attrNameLst>
                                          <p:attrName>ppt_h</p:attrName>
                                        </p:attrNameLst>
                                      </p:cBhvr>
                                      <p:tavLst>
                                        <p:tav tm="0">
                                          <p:val>
                                            <p:fltVal val="0"/>
                                          </p:val>
                                        </p:tav>
                                        <p:tav tm="100000">
                                          <p:val>
                                            <p:strVal val="#ppt_h"/>
                                          </p:val>
                                        </p:tav>
                                      </p:tavLst>
                                    </p:anim>
                                    <p:animEffect transition="in" filter="fade">
                                      <p:cBhvr>
                                        <p:cTn id="14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11" grpId="0"/>
      <p:bldP spid="312" grpId="0"/>
      <p:bldP spid="22" grpId="0" animBg="1"/>
      <p:bldP spid="315" grpId="0"/>
      <p:bldP spid="316" grpId="0"/>
      <p:bldP spid="317" grpId="0" animBg="1"/>
      <p:bldP spid="318" grpId="0"/>
      <p:bldP spid="319" grpId="0"/>
      <p:bldP spid="320" grpId="0" animBg="1"/>
      <p:bldP spid="321" grpId="0"/>
      <p:bldP spid="322" grpId="0"/>
      <p:bldP spid="323" grpId="0" animBg="1"/>
      <p:bldP spid="324" grpId="0"/>
      <p:bldP spid="325" grpId="0"/>
      <p:bldP spid="326" grpId="0" animBg="1"/>
      <p:bldP spid="327" grpId="0"/>
      <p:bldP spid="328" grpId="0"/>
      <p:bldP spid="329" grpId="0" animBg="1"/>
      <p:bldP spid="330" grpId="0"/>
      <p:bldP spid="331" grpId="0"/>
      <p:bldP spid="332" grpId="0"/>
      <p:bldP spid="333" grpId="0"/>
      <p:bldP spid="334" grpId="0"/>
      <p:bldP spid="33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769876" y="189165"/>
            <a:ext cx="2622658" cy="483235"/>
          </a:xfrm>
          <a:prstGeom prst="rect">
            <a:avLst/>
          </a:prstGeom>
          <a:noFill/>
        </p:spPr>
        <p:txBody>
          <a:bodyPr wrap="square" rtlCol="0">
            <a:spAutoFit/>
          </a:bodyPr>
          <a:lstStyle/>
          <a:p>
            <a:pPr algn="ctr"/>
            <a:r>
              <a:rPr lang="zh-CN" altLang="en-US" sz="2400" b="1" dirty="0">
                <a:solidFill>
                  <a:schemeClr val="tx1">
                    <a:lumMod val="75000"/>
                    <a:lumOff val="25000"/>
                  </a:schemeClr>
                </a:solidFill>
                <a:latin typeface="微软雅黑" panose="020B0503020204020204" charset="-122"/>
                <a:ea typeface="微软雅黑" panose="020B0503020204020204" charset="-122"/>
              </a:rPr>
              <a:t>单击此处添加标题</a:t>
            </a:r>
          </a:p>
        </p:txBody>
      </p:sp>
      <p:cxnSp>
        <p:nvCxnSpPr>
          <p:cNvPr id="6" name="直接连接符 5"/>
          <p:cNvCxnSpPr/>
          <p:nvPr/>
        </p:nvCxnSpPr>
        <p:spPr>
          <a:xfrm>
            <a:off x="7392534" y="477150"/>
            <a:ext cx="4463773"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36892" y="481504"/>
            <a:ext cx="439177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0" name="Freeform 33"/>
          <p:cNvSpPr>
            <a:spLocks noChangeArrowheads="1"/>
          </p:cNvSpPr>
          <p:nvPr/>
        </p:nvSpPr>
        <p:spPr bwMode="auto">
          <a:xfrm>
            <a:off x="1868936" y="4450250"/>
            <a:ext cx="750838" cy="750889"/>
          </a:xfrm>
          <a:custGeom>
            <a:avLst/>
            <a:gdLst>
              <a:gd name="T0" fmla="*/ 0 w 1643"/>
              <a:gd name="T1" fmla="*/ 0 h 1644"/>
              <a:gd name="T2" fmla="*/ 1642 w 1643"/>
              <a:gd name="T3" fmla="*/ 694 h 1644"/>
              <a:gd name="T4" fmla="*/ 1642 w 1643"/>
              <a:gd name="T5" fmla="*/ 1643 h 1644"/>
              <a:gd name="T6" fmla="*/ 0 w 1643"/>
              <a:gd name="T7" fmla="*/ 949 h 1644"/>
              <a:gd name="T8" fmla="*/ 0 w 1643"/>
              <a:gd name="T9" fmla="*/ 0 h 1644"/>
            </a:gdLst>
            <a:ahLst/>
            <a:cxnLst>
              <a:cxn ang="0">
                <a:pos x="T0" y="T1"/>
              </a:cxn>
              <a:cxn ang="0">
                <a:pos x="T2" y="T3"/>
              </a:cxn>
              <a:cxn ang="0">
                <a:pos x="T4" y="T5"/>
              </a:cxn>
              <a:cxn ang="0">
                <a:pos x="T6" y="T7"/>
              </a:cxn>
              <a:cxn ang="0">
                <a:pos x="T8" y="T9"/>
              </a:cxn>
            </a:cxnLst>
            <a:rect l="0" t="0" r="r" b="b"/>
            <a:pathLst>
              <a:path w="1643" h="1644">
                <a:moveTo>
                  <a:pt x="0" y="0"/>
                </a:moveTo>
                <a:lnTo>
                  <a:pt x="1642" y="694"/>
                </a:lnTo>
                <a:lnTo>
                  <a:pt x="1642" y="1643"/>
                </a:lnTo>
                <a:lnTo>
                  <a:pt x="0" y="949"/>
                </a:lnTo>
                <a:lnTo>
                  <a:pt x="0" y="0"/>
                </a:lnTo>
              </a:path>
            </a:pathLst>
          </a:custGeom>
          <a:solidFill>
            <a:schemeClr val="accent1">
              <a:lumMod val="75000"/>
            </a:schemeClr>
          </a:solidFill>
          <a:ln>
            <a:noFill/>
          </a:ln>
          <a:effectLst/>
        </p:spPr>
        <p:txBody>
          <a:bodyPr wrap="none" anchor="ctr"/>
          <a:lstStyle/>
          <a:p>
            <a:endParaRPr lang="en-US" sz="1800" dirty="0">
              <a:latin typeface="微软雅黑" panose="020B0503020204020204" charset="-122"/>
            </a:endParaRPr>
          </a:p>
        </p:txBody>
      </p:sp>
      <p:sp>
        <p:nvSpPr>
          <p:cNvPr id="51" name="Freeform 34"/>
          <p:cNvSpPr>
            <a:spLocks noChangeArrowheads="1"/>
          </p:cNvSpPr>
          <p:nvPr/>
        </p:nvSpPr>
        <p:spPr bwMode="auto">
          <a:xfrm>
            <a:off x="2617760" y="4450250"/>
            <a:ext cx="746813" cy="750889"/>
          </a:xfrm>
          <a:custGeom>
            <a:avLst/>
            <a:gdLst>
              <a:gd name="T0" fmla="*/ 1635 w 1636"/>
              <a:gd name="T1" fmla="*/ 0 h 1644"/>
              <a:gd name="T2" fmla="*/ 0 w 1636"/>
              <a:gd name="T3" fmla="*/ 694 h 1644"/>
              <a:gd name="T4" fmla="*/ 0 w 1636"/>
              <a:gd name="T5" fmla="*/ 1643 h 1644"/>
              <a:gd name="T6" fmla="*/ 1635 w 1636"/>
              <a:gd name="T7" fmla="*/ 949 h 1644"/>
              <a:gd name="T8" fmla="*/ 1635 w 1636"/>
              <a:gd name="T9" fmla="*/ 0 h 1644"/>
            </a:gdLst>
            <a:ahLst/>
            <a:cxnLst>
              <a:cxn ang="0">
                <a:pos x="T0" y="T1"/>
              </a:cxn>
              <a:cxn ang="0">
                <a:pos x="T2" y="T3"/>
              </a:cxn>
              <a:cxn ang="0">
                <a:pos x="T4" y="T5"/>
              </a:cxn>
              <a:cxn ang="0">
                <a:pos x="T6" y="T7"/>
              </a:cxn>
              <a:cxn ang="0">
                <a:pos x="T8" y="T9"/>
              </a:cxn>
            </a:cxnLst>
            <a:rect l="0" t="0" r="r" b="b"/>
            <a:pathLst>
              <a:path w="1636" h="1644">
                <a:moveTo>
                  <a:pt x="1635" y="0"/>
                </a:moveTo>
                <a:lnTo>
                  <a:pt x="0" y="694"/>
                </a:lnTo>
                <a:lnTo>
                  <a:pt x="0" y="1643"/>
                </a:lnTo>
                <a:lnTo>
                  <a:pt x="1635" y="949"/>
                </a:lnTo>
                <a:lnTo>
                  <a:pt x="1635" y="0"/>
                </a:lnTo>
              </a:path>
            </a:pathLst>
          </a:custGeom>
          <a:solidFill>
            <a:schemeClr val="accent1">
              <a:lumMod val="50000"/>
            </a:schemeClr>
          </a:solidFill>
          <a:ln>
            <a:noFill/>
          </a:ln>
          <a:effectLst/>
        </p:spPr>
        <p:txBody>
          <a:bodyPr wrap="none" anchor="ctr"/>
          <a:lstStyle/>
          <a:p>
            <a:endParaRPr lang="en-US" sz="1800" dirty="0">
              <a:latin typeface="微软雅黑" panose="020B0503020204020204" charset="-122"/>
            </a:endParaRPr>
          </a:p>
        </p:txBody>
      </p:sp>
      <p:sp>
        <p:nvSpPr>
          <p:cNvPr id="63" name="Freeform 35"/>
          <p:cNvSpPr>
            <a:spLocks noChangeArrowheads="1"/>
          </p:cNvSpPr>
          <p:nvPr/>
        </p:nvSpPr>
        <p:spPr bwMode="auto">
          <a:xfrm>
            <a:off x="1868935" y="4138220"/>
            <a:ext cx="1495638" cy="630101"/>
          </a:xfrm>
          <a:custGeom>
            <a:avLst/>
            <a:gdLst>
              <a:gd name="T0" fmla="*/ 1642 w 3278"/>
              <a:gd name="T1" fmla="*/ 0 h 1380"/>
              <a:gd name="T2" fmla="*/ 0 w 3278"/>
              <a:gd name="T3" fmla="*/ 685 h 1380"/>
              <a:gd name="T4" fmla="*/ 1642 w 3278"/>
              <a:gd name="T5" fmla="*/ 1379 h 1380"/>
              <a:gd name="T6" fmla="*/ 3277 w 3278"/>
              <a:gd name="T7" fmla="*/ 685 h 1380"/>
              <a:gd name="T8" fmla="*/ 1642 w 3278"/>
              <a:gd name="T9" fmla="*/ 0 h 1380"/>
            </a:gdLst>
            <a:ahLst/>
            <a:cxnLst>
              <a:cxn ang="0">
                <a:pos x="T0" y="T1"/>
              </a:cxn>
              <a:cxn ang="0">
                <a:pos x="T2" y="T3"/>
              </a:cxn>
              <a:cxn ang="0">
                <a:pos x="T4" y="T5"/>
              </a:cxn>
              <a:cxn ang="0">
                <a:pos x="T6" y="T7"/>
              </a:cxn>
              <a:cxn ang="0">
                <a:pos x="T8" y="T9"/>
              </a:cxn>
            </a:cxnLst>
            <a:rect l="0" t="0" r="r" b="b"/>
            <a:pathLst>
              <a:path w="3278" h="1380">
                <a:moveTo>
                  <a:pt x="1642" y="0"/>
                </a:moveTo>
                <a:lnTo>
                  <a:pt x="0" y="685"/>
                </a:lnTo>
                <a:lnTo>
                  <a:pt x="1642" y="1379"/>
                </a:lnTo>
                <a:lnTo>
                  <a:pt x="3277" y="685"/>
                </a:lnTo>
                <a:lnTo>
                  <a:pt x="1642" y="0"/>
                </a:lnTo>
              </a:path>
            </a:pathLst>
          </a:custGeom>
          <a:solidFill>
            <a:schemeClr val="accent1"/>
          </a:solidFill>
          <a:ln>
            <a:noFill/>
          </a:ln>
          <a:effectLst/>
        </p:spPr>
        <p:txBody>
          <a:bodyPr wrap="none" anchor="ctr"/>
          <a:lstStyle/>
          <a:p>
            <a:endParaRPr lang="en-US" sz="1800" dirty="0">
              <a:latin typeface="微软雅黑" panose="020B0503020204020204" charset="-122"/>
            </a:endParaRPr>
          </a:p>
        </p:txBody>
      </p:sp>
      <p:sp>
        <p:nvSpPr>
          <p:cNvPr id="64" name="Freeform 36"/>
          <p:cNvSpPr>
            <a:spLocks noChangeArrowheads="1"/>
          </p:cNvSpPr>
          <p:nvPr/>
        </p:nvSpPr>
        <p:spPr bwMode="auto">
          <a:xfrm>
            <a:off x="3606130" y="4450250"/>
            <a:ext cx="746814" cy="750889"/>
          </a:xfrm>
          <a:custGeom>
            <a:avLst/>
            <a:gdLst>
              <a:gd name="T0" fmla="*/ 0 w 1636"/>
              <a:gd name="T1" fmla="*/ 0 h 1644"/>
              <a:gd name="T2" fmla="*/ 1635 w 1636"/>
              <a:gd name="T3" fmla="*/ 694 h 1644"/>
              <a:gd name="T4" fmla="*/ 1635 w 1636"/>
              <a:gd name="T5" fmla="*/ 1643 h 1644"/>
              <a:gd name="T6" fmla="*/ 0 w 1636"/>
              <a:gd name="T7" fmla="*/ 949 h 1644"/>
              <a:gd name="T8" fmla="*/ 0 w 1636"/>
              <a:gd name="T9" fmla="*/ 0 h 1644"/>
            </a:gdLst>
            <a:ahLst/>
            <a:cxnLst>
              <a:cxn ang="0">
                <a:pos x="T0" y="T1"/>
              </a:cxn>
              <a:cxn ang="0">
                <a:pos x="T2" y="T3"/>
              </a:cxn>
              <a:cxn ang="0">
                <a:pos x="T4" y="T5"/>
              </a:cxn>
              <a:cxn ang="0">
                <a:pos x="T6" y="T7"/>
              </a:cxn>
              <a:cxn ang="0">
                <a:pos x="T8" y="T9"/>
              </a:cxn>
            </a:cxnLst>
            <a:rect l="0" t="0" r="r" b="b"/>
            <a:pathLst>
              <a:path w="1636" h="1644">
                <a:moveTo>
                  <a:pt x="0" y="0"/>
                </a:moveTo>
                <a:lnTo>
                  <a:pt x="1635" y="694"/>
                </a:lnTo>
                <a:lnTo>
                  <a:pt x="1635" y="1643"/>
                </a:lnTo>
                <a:lnTo>
                  <a:pt x="0" y="949"/>
                </a:lnTo>
                <a:lnTo>
                  <a:pt x="0" y="0"/>
                </a:lnTo>
              </a:path>
            </a:pathLst>
          </a:custGeom>
          <a:solidFill>
            <a:schemeClr val="accent2">
              <a:lumMod val="75000"/>
            </a:schemeClr>
          </a:solidFill>
          <a:ln>
            <a:noFill/>
          </a:ln>
          <a:effectLst/>
        </p:spPr>
        <p:txBody>
          <a:bodyPr wrap="none" anchor="ctr"/>
          <a:lstStyle/>
          <a:p>
            <a:endParaRPr lang="en-US" sz="1800" dirty="0">
              <a:latin typeface="微软雅黑" panose="020B0503020204020204" charset="-122"/>
            </a:endParaRPr>
          </a:p>
        </p:txBody>
      </p:sp>
      <p:sp>
        <p:nvSpPr>
          <p:cNvPr id="65" name="Freeform 37"/>
          <p:cNvSpPr>
            <a:spLocks noChangeArrowheads="1"/>
          </p:cNvSpPr>
          <p:nvPr/>
        </p:nvSpPr>
        <p:spPr bwMode="auto">
          <a:xfrm>
            <a:off x="4352944" y="4450250"/>
            <a:ext cx="750838" cy="750889"/>
          </a:xfrm>
          <a:custGeom>
            <a:avLst/>
            <a:gdLst>
              <a:gd name="T0" fmla="*/ 1642 w 1643"/>
              <a:gd name="T1" fmla="*/ 0 h 1644"/>
              <a:gd name="T2" fmla="*/ 0 w 1643"/>
              <a:gd name="T3" fmla="*/ 694 h 1644"/>
              <a:gd name="T4" fmla="*/ 0 w 1643"/>
              <a:gd name="T5" fmla="*/ 1643 h 1644"/>
              <a:gd name="T6" fmla="*/ 1642 w 1643"/>
              <a:gd name="T7" fmla="*/ 949 h 1644"/>
              <a:gd name="T8" fmla="*/ 1642 w 1643"/>
              <a:gd name="T9" fmla="*/ 0 h 1644"/>
            </a:gdLst>
            <a:ahLst/>
            <a:cxnLst>
              <a:cxn ang="0">
                <a:pos x="T0" y="T1"/>
              </a:cxn>
              <a:cxn ang="0">
                <a:pos x="T2" y="T3"/>
              </a:cxn>
              <a:cxn ang="0">
                <a:pos x="T4" y="T5"/>
              </a:cxn>
              <a:cxn ang="0">
                <a:pos x="T6" y="T7"/>
              </a:cxn>
              <a:cxn ang="0">
                <a:pos x="T8" y="T9"/>
              </a:cxn>
            </a:cxnLst>
            <a:rect l="0" t="0" r="r" b="b"/>
            <a:pathLst>
              <a:path w="1643" h="1644">
                <a:moveTo>
                  <a:pt x="1642" y="0"/>
                </a:moveTo>
                <a:lnTo>
                  <a:pt x="0" y="694"/>
                </a:lnTo>
                <a:lnTo>
                  <a:pt x="0" y="1643"/>
                </a:lnTo>
                <a:lnTo>
                  <a:pt x="1642" y="949"/>
                </a:lnTo>
                <a:lnTo>
                  <a:pt x="1642" y="0"/>
                </a:lnTo>
              </a:path>
            </a:pathLst>
          </a:custGeom>
          <a:solidFill>
            <a:schemeClr val="accent2">
              <a:lumMod val="50000"/>
            </a:schemeClr>
          </a:solidFill>
          <a:ln>
            <a:noFill/>
          </a:ln>
          <a:effectLst/>
        </p:spPr>
        <p:txBody>
          <a:bodyPr wrap="none" anchor="ctr"/>
          <a:lstStyle/>
          <a:p>
            <a:endParaRPr lang="en-US" sz="1800" dirty="0">
              <a:latin typeface="微软雅黑" panose="020B0503020204020204" charset="-122"/>
            </a:endParaRPr>
          </a:p>
        </p:txBody>
      </p:sp>
      <p:sp>
        <p:nvSpPr>
          <p:cNvPr id="66" name="Freeform 38"/>
          <p:cNvSpPr>
            <a:spLocks noChangeArrowheads="1"/>
          </p:cNvSpPr>
          <p:nvPr/>
        </p:nvSpPr>
        <p:spPr bwMode="auto">
          <a:xfrm>
            <a:off x="3606130" y="4138220"/>
            <a:ext cx="1495640" cy="630101"/>
          </a:xfrm>
          <a:custGeom>
            <a:avLst/>
            <a:gdLst>
              <a:gd name="T0" fmla="*/ 1635 w 3278"/>
              <a:gd name="T1" fmla="*/ 0 h 1380"/>
              <a:gd name="T2" fmla="*/ 0 w 3278"/>
              <a:gd name="T3" fmla="*/ 685 h 1380"/>
              <a:gd name="T4" fmla="*/ 1635 w 3278"/>
              <a:gd name="T5" fmla="*/ 1379 h 1380"/>
              <a:gd name="T6" fmla="*/ 3277 w 3278"/>
              <a:gd name="T7" fmla="*/ 685 h 1380"/>
              <a:gd name="T8" fmla="*/ 1635 w 3278"/>
              <a:gd name="T9" fmla="*/ 0 h 1380"/>
            </a:gdLst>
            <a:ahLst/>
            <a:cxnLst>
              <a:cxn ang="0">
                <a:pos x="T0" y="T1"/>
              </a:cxn>
              <a:cxn ang="0">
                <a:pos x="T2" y="T3"/>
              </a:cxn>
              <a:cxn ang="0">
                <a:pos x="T4" y="T5"/>
              </a:cxn>
              <a:cxn ang="0">
                <a:pos x="T6" y="T7"/>
              </a:cxn>
              <a:cxn ang="0">
                <a:pos x="T8" y="T9"/>
              </a:cxn>
            </a:cxnLst>
            <a:rect l="0" t="0" r="r" b="b"/>
            <a:pathLst>
              <a:path w="3278" h="1380">
                <a:moveTo>
                  <a:pt x="1635" y="0"/>
                </a:moveTo>
                <a:lnTo>
                  <a:pt x="0" y="685"/>
                </a:lnTo>
                <a:lnTo>
                  <a:pt x="1635" y="1379"/>
                </a:lnTo>
                <a:lnTo>
                  <a:pt x="3277" y="685"/>
                </a:lnTo>
                <a:lnTo>
                  <a:pt x="1635" y="0"/>
                </a:lnTo>
              </a:path>
            </a:pathLst>
          </a:custGeom>
          <a:solidFill>
            <a:schemeClr val="accent2"/>
          </a:solidFill>
          <a:ln>
            <a:noFill/>
          </a:ln>
          <a:effectLst/>
        </p:spPr>
        <p:txBody>
          <a:bodyPr wrap="none" anchor="ctr"/>
          <a:lstStyle/>
          <a:p>
            <a:endParaRPr lang="en-US" sz="1800" dirty="0">
              <a:latin typeface="微软雅黑" panose="020B0503020204020204" charset="-122"/>
            </a:endParaRPr>
          </a:p>
        </p:txBody>
      </p:sp>
      <p:sp>
        <p:nvSpPr>
          <p:cNvPr id="73" name="Freeform 39"/>
          <p:cNvSpPr>
            <a:spLocks noChangeArrowheads="1"/>
          </p:cNvSpPr>
          <p:nvPr/>
        </p:nvSpPr>
        <p:spPr bwMode="auto">
          <a:xfrm>
            <a:off x="3726909" y="4037564"/>
            <a:ext cx="626036" cy="626075"/>
          </a:xfrm>
          <a:custGeom>
            <a:avLst/>
            <a:gdLst>
              <a:gd name="T0" fmla="*/ 0 w 1371"/>
              <a:gd name="T1" fmla="*/ 0 h 1371"/>
              <a:gd name="T2" fmla="*/ 1370 w 1371"/>
              <a:gd name="T3" fmla="*/ 576 h 1371"/>
              <a:gd name="T4" fmla="*/ 1370 w 1371"/>
              <a:gd name="T5" fmla="*/ 1370 h 1371"/>
              <a:gd name="T6" fmla="*/ 0 w 1371"/>
              <a:gd name="T7" fmla="*/ 794 h 1371"/>
              <a:gd name="T8" fmla="*/ 0 w 1371"/>
              <a:gd name="T9" fmla="*/ 0 h 1371"/>
            </a:gdLst>
            <a:ahLst/>
            <a:cxnLst>
              <a:cxn ang="0">
                <a:pos x="T0" y="T1"/>
              </a:cxn>
              <a:cxn ang="0">
                <a:pos x="T2" y="T3"/>
              </a:cxn>
              <a:cxn ang="0">
                <a:pos x="T4" y="T5"/>
              </a:cxn>
              <a:cxn ang="0">
                <a:pos x="T6" y="T7"/>
              </a:cxn>
              <a:cxn ang="0">
                <a:pos x="T8" y="T9"/>
              </a:cxn>
            </a:cxnLst>
            <a:rect l="0" t="0" r="r" b="b"/>
            <a:pathLst>
              <a:path w="1371" h="1371">
                <a:moveTo>
                  <a:pt x="0" y="0"/>
                </a:moveTo>
                <a:lnTo>
                  <a:pt x="1370" y="576"/>
                </a:lnTo>
                <a:lnTo>
                  <a:pt x="1370" y="1370"/>
                </a:lnTo>
                <a:lnTo>
                  <a:pt x="0" y="794"/>
                </a:lnTo>
                <a:lnTo>
                  <a:pt x="0" y="0"/>
                </a:lnTo>
              </a:path>
            </a:pathLst>
          </a:custGeom>
          <a:solidFill>
            <a:schemeClr val="accent2">
              <a:lumMod val="75000"/>
            </a:schemeClr>
          </a:solidFill>
          <a:ln>
            <a:noFill/>
          </a:ln>
          <a:effectLst/>
        </p:spPr>
        <p:txBody>
          <a:bodyPr wrap="none" anchor="ctr"/>
          <a:lstStyle/>
          <a:p>
            <a:endParaRPr lang="en-US" sz="1800" dirty="0">
              <a:latin typeface="微软雅黑" panose="020B0503020204020204" charset="-122"/>
            </a:endParaRPr>
          </a:p>
        </p:txBody>
      </p:sp>
      <p:sp>
        <p:nvSpPr>
          <p:cNvPr id="75" name="Freeform 40"/>
          <p:cNvSpPr>
            <a:spLocks noChangeArrowheads="1"/>
          </p:cNvSpPr>
          <p:nvPr/>
        </p:nvSpPr>
        <p:spPr bwMode="auto">
          <a:xfrm>
            <a:off x="4352944" y="4037564"/>
            <a:ext cx="624022" cy="626075"/>
          </a:xfrm>
          <a:custGeom>
            <a:avLst/>
            <a:gdLst>
              <a:gd name="T0" fmla="*/ 1368 w 1369"/>
              <a:gd name="T1" fmla="*/ 0 h 1371"/>
              <a:gd name="T2" fmla="*/ 0 w 1369"/>
              <a:gd name="T3" fmla="*/ 576 h 1371"/>
              <a:gd name="T4" fmla="*/ 0 w 1369"/>
              <a:gd name="T5" fmla="*/ 1370 h 1371"/>
              <a:gd name="T6" fmla="*/ 1368 w 1369"/>
              <a:gd name="T7" fmla="*/ 794 h 1371"/>
              <a:gd name="T8" fmla="*/ 1368 w 1369"/>
              <a:gd name="T9" fmla="*/ 0 h 1371"/>
            </a:gdLst>
            <a:ahLst/>
            <a:cxnLst>
              <a:cxn ang="0">
                <a:pos x="T0" y="T1"/>
              </a:cxn>
              <a:cxn ang="0">
                <a:pos x="T2" y="T3"/>
              </a:cxn>
              <a:cxn ang="0">
                <a:pos x="T4" y="T5"/>
              </a:cxn>
              <a:cxn ang="0">
                <a:pos x="T6" y="T7"/>
              </a:cxn>
              <a:cxn ang="0">
                <a:pos x="T8" y="T9"/>
              </a:cxn>
            </a:cxnLst>
            <a:rect l="0" t="0" r="r" b="b"/>
            <a:pathLst>
              <a:path w="1369" h="1371">
                <a:moveTo>
                  <a:pt x="1368" y="0"/>
                </a:moveTo>
                <a:lnTo>
                  <a:pt x="0" y="576"/>
                </a:lnTo>
                <a:lnTo>
                  <a:pt x="0" y="1370"/>
                </a:lnTo>
                <a:lnTo>
                  <a:pt x="1368" y="794"/>
                </a:lnTo>
                <a:lnTo>
                  <a:pt x="1368" y="0"/>
                </a:lnTo>
              </a:path>
            </a:pathLst>
          </a:custGeom>
          <a:solidFill>
            <a:schemeClr val="accent2">
              <a:lumMod val="50000"/>
            </a:schemeClr>
          </a:solidFill>
          <a:ln>
            <a:noFill/>
          </a:ln>
          <a:effectLst/>
        </p:spPr>
        <p:txBody>
          <a:bodyPr wrap="none" anchor="ctr"/>
          <a:lstStyle/>
          <a:p>
            <a:endParaRPr lang="en-US" sz="1800" dirty="0">
              <a:latin typeface="微软雅黑" panose="020B0503020204020204" charset="-122"/>
            </a:endParaRPr>
          </a:p>
        </p:txBody>
      </p:sp>
      <p:sp>
        <p:nvSpPr>
          <p:cNvPr id="77" name="Freeform 41"/>
          <p:cNvSpPr>
            <a:spLocks noChangeArrowheads="1"/>
          </p:cNvSpPr>
          <p:nvPr/>
        </p:nvSpPr>
        <p:spPr bwMode="auto">
          <a:xfrm>
            <a:off x="3726908" y="3773847"/>
            <a:ext cx="1250057" cy="525421"/>
          </a:xfrm>
          <a:custGeom>
            <a:avLst/>
            <a:gdLst>
              <a:gd name="T0" fmla="*/ 1370 w 2739"/>
              <a:gd name="T1" fmla="*/ 0 h 1151"/>
              <a:gd name="T2" fmla="*/ 0 w 2739"/>
              <a:gd name="T3" fmla="*/ 574 h 1151"/>
              <a:gd name="T4" fmla="*/ 1370 w 2739"/>
              <a:gd name="T5" fmla="*/ 1150 h 1151"/>
              <a:gd name="T6" fmla="*/ 2738 w 2739"/>
              <a:gd name="T7" fmla="*/ 574 h 1151"/>
              <a:gd name="T8" fmla="*/ 1370 w 2739"/>
              <a:gd name="T9" fmla="*/ 0 h 1151"/>
            </a:gdLst>
            <a:ahLst/>
            <a:cxnLst>
              <a:cxn ang="0">
                <a:pos x="T0" y="T1"/>
              </a:cxn>
              <a:cxn ang="0">
                <a:pos x="T2" y="T3"/>
              </a:cxn>
              <a:cxn ang="0">
                <a:pos x="T4" y="T5"/>
              </a:cxn>
              <a:cxn ang="0">
                <a:pos x="T6" y="T7"/>
              </a:cxn>
              <a:cxn ang="0">
                <a:pos x="T8" y="T9"/>
              </a:cxn>
            </a:cxnLst>
            <a:rect l="0" t="0" r="r" b="b"/>
            <a:pathLst>
              <a:path w="2739" h="1151">
                <a:moveTo>
                  <a:pt x="1370" y="0"/>
                </a:moveTo>
                <a:lnTo>
                  <a:pt x="0" y="574"/>
                </a:lnTo>
                <a:lnTo>
                  <a:pt x="1370" y="1150"/>
                </a:lnTo>
                <a:lnTo>
                  <a:pt x="2738" y="574"/>
                </a:lnTo>
                <a:lnTo>
                  <a:pt x="1370" y="0"/>
                </a:lnTo>
              </a:path>
            </a:pathLst>
          </a:custGeom>
          <a:solidFill>
            <a:schemeClr val="accent2"/>
          </a:solidFill>
          <a:ln>
            <a:noFill/>
          </a:ln>
          <a:effectLst/>
        </p:spPr>
        <p:txBody>
          <a:bodyPr wrap="none" anchor="ctr"/>
          <a:lstStyle/>
          <a:p>
            <a:endParaRPr lang="en-US" sz="1800" dirty="0">
              <a:latin typeface="微软雅黑" panose="020B0503020204020204" charset="-122"/>
            </a:endParaRPr>
          </a:p>
        </p:txBody>
      </p:sp>
      <p:sp>
        <p:nvSpPr>
          <p:cNvPr id="79" name="Freeform 42"/>
          <p:cNvSpPr>
            <a:spLocks noChangeArrowheads="1"/>
          </p:cNvSpPr>
          <p:nvPr/>
        </p:nvSpPr>
        <p:spPr bwMode="auto">
          <a:xfrm>
            <a:off x="5339301" y="4450250"/>
            <a:ext cx="750838" cy="750889"/>
          </a:xfrm>
          <a:custGeom>
            <a:avLst/>
            <a:gdLst>
              <a:gd name="T0" fmla="*/ 0 w 1644"/>
              <a:gd name="T1" fmla="*/ 0 h 1644"/>
              <a:gd name="T2" fmla="*/ 1643 w 1644"/>
              <a:gd name="T3" fmla="*/ 694 h 1644"/>
              <a:gd name="T4" fmla="*/ 1643 w 1644"/>
              <a:gd name="T5" fmla="*/ 1643 h 1644"/>
              <a:gd name="T6" fmla="*/ 0 w 1644"/>
              <a:gd name="T7" fmla="*/ 949 h 1644"/>
              <a:gd name="T8" fmla="*/ 0 w 1644"/>
              <a:gd name="T9" fmla="*/ 0 h 1644"/>
            </a:gdLst>
            <a:ahLst/>
            <a:cxnLst>
              <a:cxn ang="0">
                <a:pos x="T0" y="T1"/>
              </a:cxn>
              <a:cxn ang="0">
                <a:pos x="T2" y="T3"/>
              </a:cxn>
              <a:cxn ang="0">
                <a:pos x="T4" y="T5"/>
              </a:cxn>
              <a:cxn ang="0">
                <a:pos x="T6" y="T7"/>
              </a:cxn>
              <a:cxn ang="0">
                <a:pos x="T8" y="T9"/>
              </a:cxn>
            </a:cxnLst>
            <a:rect l="0" t="0" r="r" b="b"/>
            <a:pathLst>
              <a:path w="1644" h="1644">
                <a:moveTo>
                  <a:pt x="0" y="0"/>
                </a:moveTo>
                <a:lnTo>
                  <a:pt x="1643" y="694"/>
                </a:lnTo>
                <a:lnTo>
                  <a:pt x="1643" y="1643"/>
                </a:lnTo>
                <a:lnTo>
                  <a:pt x="0" y="949"/>
                </a:lnTo>
                <a:lnTo>
                  <a:pt x="0" y="0"/>
                </a:lnTo>
              </a:path>
            </a:pathLst>
          </a:custGeom>
          <a:solidFill>
            <a:schemeClr val="accent3">
              <a:lumMod val="75000"/>
            </a:schemeClr>
          </a:solidFill>
          <a:ln>
            <a:noFill/>
          </a:ln>
          <a:effectLst/>
        </p:spPr>
        <p:txBody>
          <a:bodyPr wrap="none" anchor="ctr"/>
          <a:lstStyle/>
          <a:p>
            <a:endParaRPr lang="en-US" sz="1800" dirty="0">
              <a:latin typeface="微软雅黑" panose="020B0503020204020204" charset="-122"/>
            </a:endParaRPr>
          </a:p>
        </p:txBody>
      </p:sp>
      <p:sp>
        <p:nvSpPr>
          <p:cNvPr id="80" name="Freeform 43"/>
          <p:cNvSpPr>
            <a:spLocks noChangeArrowheads="1"/>
          </p:cNvSpPr>
          <p:nvPr/>
        </p:nvSpPr>
        <p:spPr bwMode="auto">
          <a:xfrm>
            <a:off x="6090139" y="4450250"/>
            <a:ext cx="746814" cy="750889"/>
          </a:xfrm>
          <a:custGeom>
            <a:avLst/>
            <a:gdLst>
              <a:gd name="T0" fmla="*/ 1635 w 1636"/>
              <a:gd name="T1" fmla="*/ 0 h 1644"/>
              <a:gd name="T2" fmla="*/ 0 w 1636"/>
              <a:gd name="T3" fmla="*/ 694 h 1644"/>
              <a:gd name="T4" fmla="*/ 0 w 1636"/>
              <a:gd name="T5" fmla="*/ 1643 h 1644"/>
              <a:gd name="T6" fmla="*/ 1635 w 1636"/>
              <a:gd name="T7" fmla="*/ 949 h 1644"/>
              <a:gd name="T8" fmla="*/ 1635 w 1636"/>
              <a:gd name="T9" fmla="*/ 0 h 1644"/>
            </a:gdLst>
            <a:ahLst/>
            <a:cxnLst>
              <a:cxn ang="0">
                <a:pos x="T0" y="T1"/>
              </a:cxn>
              <a:cxn ang="0">
                <a:pos x="T2" y="T3"/>
              </a:cxn>
              <a:cxn ang="0">
                <a:pos x="T4" y="T5"/>
              </a:cxn>
              <a:cxn ang="0">
                <a:pos x="T6" y="T7"/>
              </a:cxn>
              <a:cxn ang="0">
                <a:pos x="T8" y="T9"/>
              </a:cxn>
            </a:cxnLst>
            <a:rect l="0" t="0" r="r" b="b"/>
            <a:pathLst>
              <a:path w="1636" h="1644">
                <a:moveTo>
                  <a:pt x="1635" y="0"/>
                </a:moveTo>
                <a:lnTo>
                  <a:pt x="0" y="694"/>
                </a:lnTo>
                <a:lnTo>
                  <a:pt x="0" y="1643"/>
                </a:lnTo>
                <a:lnTo>
                  <a:pt x="1635" y="949"/>
                </a:lnTo>
                <a:lnTo>
                  <a:pt x="1635" y="0"/>
                </a:lnTo>
              </a:path>
            </a:pathLst>
          </a:custGeom>
          <a:solidFill>
            <a:schemeClr val="accent3">
              <a:lumMod val="50000"/>
            </a:schemeClr>
          </a:solidFill>
          <a:ln>
            <a:noFill/>
          </a:ln>
          <a:effectLst/>
        </p:spPr>
        <p:txBody>
          <a:bodyPr wrap="none" anchor="ctr"/>
          <a:lstStyle/>
          <a:p>
            <a:endParaRPr lang="en-US" sz="1800" dirty="0">
              <a:latin typeface="微软雅黑" panose="020B0503020204020204" charset="-122"/>
            </a:endParaRPr>
          </a:p>
        </p:txBody>
      </p:sp>
      <p:sp>
        <p:nvSpPr>
          <p:cNvPr id="81" name="Freeform 44"/>
          <p:cNvSpPr>
            <a:spLocks noChangeArrowheads="1"/>
          </p:cNvSpPr>
          <p:nvPr/>
        </p:nvSpPr>
        <p:spPr bwMode="auto">
          <a:xfrm>
            <a:off x="5339301" y="4138220"/>
            <a:ext cx="1497652" cy="630101"/>
          </a:xfrm>
          <a:custGeom>
            <a:avLst/>
            <a:gdLst>
              <a:gd name="T0" fmla="*/ 1643 w 3279"/>
              <a:gd name="T1" fmla="*/ 0 h 1380"/>
              <a:gd name="T2" fmla="*/ 0 w 3279"/>
              <a:gd name="T3" fmla="*/ 685 h 1380"/>
              <a:gd name="T4" fmla="*/ 1643 w 3279"/>
              <a:gd name="T5" fmla="*/ 1379 h 1380"/>
              <a:gd name="T6" fmla="*/ 3278 w 3279"/>
              <a:gd name="T7" fmla="*/ 685 h 1380"/>
              <a:gd name="T8" fmla="*/ 1643 w 3279"/>
              <a:gd name="T9" fmla="*/ 0 h 1380"/>
            </a:gdLst>
            <a:ahLst/>
            <a:cxnLst>
              <a:cxn ang="0">
                <a:pos x="T0" y="T1"/>
              </a:cxn>
              <a:cxn ang="0">
                <a:pos x="T2" y="T3"/>
              </a:cxn>
              <a:cxn ang="0">
                <a:pos x="T4" y="T5"/>
              </a:cxn>
              <a:cxn ang="0">
                <a:pos x="T6" y="T7"/>
              </a:cxn>
              <a:cxn ang="0">
                <a:pos x="T8" y="T9"/>
              </a:cxn>
            </a:cxnLst>
            <a:rect l="0" t="0" r="r" b="b"/>
            <a:pathLst>
              <a:path w="3279" h="1380">
                <a:moveTo>
                  <a:pt x="1643" y="0"/>
                </a:moveTo>
                <a:lnTo>
                  <a:pt x="0" y="685"/>
                </a:lnTo>
                <a:lnTo>
                  <a:pt x="1643" y="1379"/>
                </a:lnTo>
                <a:lnTo>
                  <a:pt x="3278" y="685"/>
                </a:lnTo>
                <a:lnTo>
                  <a:pt x="1643" y="0"/>
                </a:lnTo>
              </a:path>
            </a:pathLst>
          </a:custGeom>
          <a:solidFill>
            <a:schemeClr val="accent3"/>
          </a:solidFill>
          <a:ln>
            <a:noFill/>
          </a:ln>
          <a:effectLst/>
        </p:spPr>
        <p:txBody>
          <a:bodyPr wrap="none" anchor="ctr"/>
          <a:lstStyle/>
          <a:p>
            <a:endParaRPr lang="en-US" sz="1800" dirty="0">
              <a:latin typeface="微软雅黑" panose="020B0503020204020204" charset="-122"/>
            </a:endParaRPr>
          </a:p>
        </p:txBody>
      </p:sp>
      <p:sp>
        <p:nvSpPr>
          <p:cNvPr id="82" name="Freeform 45"/>
          <p:cNvSpPr>
            <a:spLocks noChangeArrowheads="1"/>
          </p:cNvSpPr>
          <p:nvPr/>
        </p:nvSpPr>
        <p:spPr bwMode="auto">
          <a:xfrm>
            <a:off x="5464104" y="4037564"/>
            <a:ext cx="626034" cy="626075"/>
          </a:xfrm>
          <a:custGeom>
            <a:avLst/>
            <a:gdLst>
              <a:gd name="T0" fmla="*/ 0 w 1371"/>
              <a:gd name="T1" fmla="*/ 0 h 1371"/>
              <a:gd name="T2" fmla="*/ 1370 w 1371"/>
              <a:gd name="T3" fmla="*/ 576 h 1371"/>
              <a:gd name="T4" fmla="*/ 1370 w 1371"/>
              <a:gd name="T5" fmla="*/ 1370 h 1371"/>
              <a:gd name="T6" fmla="*/ 0 w 1371"/>
              <a:gd name="T7" fmla="*/ 794 h 1371"/>
              <a:gd name="T8" fmla="*/ 0 w 1371"/>
              <a:gd name="T9" fmla="*/ 0 h 1371"/>
            </a:gdLst>
            <a:ahLst/>
            <a:cxnLst>
              <a:cxn ang="0">
                <a:pos x="T0" y="T1"/>
              </a:cxn>
              <a:cxn ang="0">
                <a:pos x="T2" y="T3"/>
              </a:cxn>
              <a:cxn ang="0">
                <a:pos x="T4" y="T5"/>
              </a:cxn>
              <a:cxn ang="0">
                <a:pos x="T6" y="T7"/>
              </a:cxn>
              <a:cxn ang="0">
                <a:pos x="T8" y="T9"/>
              </a:cxn>
            </a:cxnLst>
            <a:rect l="0" t="0" r="r" b="b"/>
            <a:pathLst>
              <a:path w="1371" h="1371">
                <a:moveTo>
                  <a:pt x="0" y="0"/>
                </a:moveTo>
                <a:lnTo>
                  <a:pt x="1370" y="576"/>
                </a:lnTo>
                <a:lnTo>
                  <a:pt x="1370" y="1370"/>
                </a:lnTo>
                <a:lnTo>
                  <a:pt x="0" y="794"/>
                </a:lnTo>
                <a:lnTo>
                  <a:pt x="0" y="0"/>
                </a:lnTo>
              </a:path>
            </a:pathLst>
          </a:custGeom>
          <a:solidFill>
            <a:schemeClr val="accent3">
              <a:lumMod val="75000"/>
            </a:schemeClr>
          </a:solidFill>
          <a:ln>
            <a:noFill/>
          </a:ln>
          <a:effectLst/>
        </p:spPr>
        <p:txBody>
          <a:bodyPr wrap="none" anchor="ctr"/>
          <a:lstStyle/>
          <a:p>
            <a:endParaRPr lang="en-US" sz="1800" dirty="0">
              <a:latin typeface="微软雅黑" panose="020B0503020204020204" charset="-122"/>
            </a:endParaRPr>
          </a:p>
        </p:txBody>
      </p:sp>
      <p:sp>
        <p:nvSpPr>
          <p:cNvPr id="84" name="Freeform 46"/>
          <p:cNvSpPr>
            <a:spLocks noChangeArrowheads="1"/>
          </p:cNvSpPr>
          <p:nvPr/>
        </p:nvSpPr>
        <p:spPr bwMode="auto">
          <a:xfrm>
            <a:off x="6090139" y="4037564"/>
            <a:ext cx="622010" cy="626075"/>
          </a:xfrm>
          <a:custGeom>
            <a:avLst/>
            <a:gdLst>
              <a:gd name="T0" fmla="*/ 1362 w 1363"/>
              <a:gd name="T1" fmla="*/ 0 h 1371"/>
              <a:gd name="T2" fmla="*/ 0 w 1363"/>
              <a:gd name="T3" fmla="*/ 576 h 1371"/>
              <a:gd name="T4" fmla="*/ 0 w 1363"/>
              <a:gd name="T5" fmla="*/ 1370 h 1371"/>
              <a:gd name="T6" fmla="*/ 1362 w 1363"/>
              <a:gd name="T7" fmla="*/ 794 h 1371"/>
              <a:gd name="T8" fmla="*/ 1362 w 1363"/>
              <a:gd name="T9" fmla="*/ 0 h 1371"/>
            </a:gdLst>
            <a:ahLst/>
            <a:cxnLst>
              <a:cxn ang="0">
                <a:pos x="T0" y="T1"/>
              </a:cxn>
              <a:cxn ang="0">
                <a:pos x="T2" y="T3"/>
              </a:cxn>
              <a:cxn ang="0">
                <a:pos x="T4" y="T5"/>
              </a:cxn>
              <a:cxn ang="0">
                <a:pos x="T6" y="T7"/>
              </a:cxn>
              <a:cxn ang="0">
                <a:pos x="T8" y="T9"/>
              </a:cxn>
            </a:cxnLst>
            <a:rect l="0" t="0" r="r" b="b"/>
            <a:pathLst>
              <a:path w="1363" h="1371">
                <a:moveTo>
                  <a:pt x="1362" y="0"/>
                </a:moveTo>
                <a:lnTo>
                  <a:pt x="0" y="576"/>
                </a:lnTo>
                <a:lnTo>
                  <a:pt x="0" y="1370"/>
                </a:lnTo>
                <a:lnTo>
                  <a:pt x="1362" y="794"/>
                </a:lnTo>
                <a:lnTo>
                  <a:pt x="1362" y="0"/>
                </a:lnTo>
              </a:path>
            </a:pathLst>
          </a:custGeom>
          <a:solidFill>
            <a:schemeClr val="accent3">
              <a:lumMod val="50000"/>
            </a:schemeClr>
          </a:solidFill>
          <a:ln>
            <a:noFill/>
          </a:ln>
          <a:effectLst/>
        </p:spPr>
        <p:txBody>
          <a:bodyPr wrap="none" anchor="ctr"/>
          <a:lstStyle/>
          <a:p>
            <a:endParaRPr lang="en-US" sz="1800" dirty="0">
              <a:latin typeface="微软雅黑" panose="020B0503020204020204" charset="-122"/>
            </a:endParaRPr>
          </a:p>
        </p:txBody>
      </p:sp>
      <p:sp>
        <p:nvSpPr>
          <p:cNvPr id="85" name="Freeform 47"/>
          <p:cNvSpPr>
            <a:spLocks noChangeArrowheads="1"/>
          </p:cNvSpPr>
          <p:nvPr/>
        </p:nvSpPr>
        <p:spPr bwMode="auto">
          <a:xfrm>
            <a:off x="5464104" y="3773847"/>
            <a:ext cx="1248044" cy="525421"/>
          </a:xfrm>
          <a:custGeom>
            <a:avLst/>
            <a:gdLst>
              <a:gd name="T0" fmla="*/ 1370 w 2733"/>
              <a:gd name="T1" fmla="*/ 0 h 1151"/>
              <a:gd name="T2" fmla="*/ 0 w 2733"/>
              <a:gd name="T3" fmla="*/ 574 h 1151"/>
              <a:gd name="T4" fmla="*/ 1370 w 2733"/>
              <a:gd name="T5" fmla="*/ 1150 h 1151"/>
              <a:gd name="T6" fmla="*/ 2732 w 2733"/>
              <a:gd name="T7" fmla="*/ 574 h 1151"/>
              <a:gd name="T8" fmla="*/ 1370 w 2733"/>
              <a:gd name="T9" fmla="*/ 0 h 1151"/>
            </a:gdLst>
            <a:ahLst/>
            <a:cxnLst>
              <a:cxn ang="0">
                <a:pos x="T0" y="T1"/>
              </a:cxn>
              <a:cxn ang="0">
                <a:pos x="T2" y="T3"/>
              </a:cxn>
              <a:cxn ang="0">
                <a:pos x="T4" y="T5"/>
              </a:cxn>
              <a:cxn ang="0">
                <a:pos x="T6" y="T7"/>
              </a:cxn>
              <a:cxn ang="0">
                <a:pos x="T8" y="T9"/>
              </a:cxn>
            </a:cxnLst>
            <a:rect l="0" t="0" r="r" b="b"/>
            <a:pathLst>
              <a:path w="2733" h="1151">
                <a:moveTo>
                  <a:pt x="1370" y="0"/>
                </a:moveTo>
                <a:lnTo>
                  <a:pt x="0" y="574"/>
                </a:lnTo>
                <a:lnTo>
                  <a:pt x="1370" y="1150"/>
                </a:lnTo>
                <a:lnTo>
                  <a:pt x="2732" y="574"/>
                </a:lnTo>
                <a:lnTo>
                  <a:pt x="1370" y="0"/>
                </a:lnTo>
              </a:path>
            </a:pathLst>
          </a:custGeom>
          <a:solidFill>
            <a:schemeClr val="accent3"/>
          </a:solidFill>
          <a:ln>
            <a:noFill/>
          </a:ln>
          <a:effectLst/>
        </p:spPr>
        <p:txBody>
          <a:bodyPr wrap="none" anchor="ctr"/>
          <a:lstStyle/>
          <a:p>
            <a:endParaRPr lang="en-US" sz="1800" dirty="0">
              <a:latin typeface="微软雅黑" panose="020B0503020204020204" charset="-122"/>
            </a:endParaRPr>
          </a:p>
        </p:txBody>
      </p:sp>
      <p:sp>
        <p:nvSpPr>
          <p:cNvPr id="86" name="Freeform 48"/>
          <p:cNvSpPr>
            <a:spLocks noChangeArrowheads="1"/>
          </p:cNvSpPr>
          <p:nvPr/>
        </p:nvSpPr>
        <p:spPr bwMode="auto">
          <a:xfrm>
            <a:off x="5590922" y="3691310"/>
            <a:ext cx="499217" cy="497236"/>
          </a:xfrm>
          <a:custGeom>
            <a:avLst/>
            <a:gdLst>
              <a:gd name="T0" fmla="*/ 0 w 1095"/>
              <a:gd name="T1" fmla="*/ 0 h 1087"/>
              <a:gd name="T2" fmla="*/ 1094 w 1095"/>
              <a:gd name="T3" fmla="*/ 457 h 1087"/>
              <a:gd name="T4" fmla="*/ 1094 w 1095"/>
              <a:gd name="T5" fmla="*/ 1086 h 1087"/>
              <a:gd name="T6" fmla="*/ 0 w 1095"/>
              <a:gd name="T7" fmla="*/ 631 h 1087"/>
              <a:gd name="T8" fmla="*/ 0 w 1095"/>
              <a:gd name="T9" fmla="*/ 0 h 1087"/>
            </a:gdLst>
            <a:ahLst/>
            <a:cxnLst>
              <a:cxn ang="0">
                <a:pos x="T0" y="T1"/>
              </a:cxn>
              <a:cxn ang="0">
                <a:pos x="T2" y="T3"/>
              </a:cxn>
              <a:cxn ang="0">
                <a:pos x="T4" y="T5"/>
              </a:cxn>
              <a:cxn ang="0">
                <a:pos x="T6" y="T7"/>
              </a:cxn>
              <a:cxn ang="0">
                <a:pos x="T8" y="T9"/>
              </a:cxn>
            </a:cxnLst>
            <a:rect l="0" t="0" r="r" b="b"/>
            <a:pathLst>
              <a:path w="1095" h="1087">
                <a:moveTo>
                  <a:pt x="0" y="0"/>
                </a:moveTo>
                <a:lnTo>
                  <a:pt x="1094" y="457"/>
                </a:lnTo>
                <a:lnTo>
                  <a:pt x="1094" y="1086"/>
                </a:lnTo>
                <a:lnTo>
                  <a:pt x="0" y="631"/>
                </a:lnTo>
                <a:lnTo>
                  <a:pt x="0" y="0"/>
                </a:lnTo>
              </a:path>
            </a:pathLst>
          </a:custGeom>
          <a:solidFill>
            <a:schemeClr val="accent3">
              <a:lumMod val="75000"/>
            </a:schemeClr>
          </a:solidFill>
          <a:ln>
            <a:noFill/>
          </a:ln>
          <a:effectLst/>
        </p:spPr>
        <p:txBody>
          <a:bodyPr wrap="none" anchor="ctr"/>
          <a:lstStyle/>
          <a:p>
            <a:endParaRPr lang="en-US" sz="1800" dirty="0">
              <a:latin typeface="微软雅黑" panose="020B0503020204020204" charset="-122"/>
            </a:endParaRPr>
          </a:p>
        </p:txBody>
      </p:sp>
      <p:sp>
        <p:nvSpPr>
          <p:cNvPr id="87" name="Freeform 49"/>
          <p:cNvSpPr>
            <a:spLocks noChangeArrowheads="1"/>
          </p:cNvSpPr>
          <p:nvPr/>
        </p:nvSpPr>
        <p:spPr bwMode="auto">
          <a:xfrm>
            <a:off x="6090140" y="3691310"/>
            <a:ext cx="497205" cy="497236"/>
          </a:xfrm>
          <a:custGeom>
            <a:avLst/>
            <a:gdLst>
              <a:gd name="T0" fmla="*/ 1086 w 1087"/>
              <a:gd name="T1" fmla="*/ 0 h 1087"/>
              <a:gd name="T2" fmla="*/ 0 w 1087"/>
              <a:gd name="T3" fmla="*/ 457 h 1087"/>
              <a:gd name="T4" fmla="*/ 0 w 1087"/>
              <a:gd name="T5" fmla="*/ 1086 h 1087"/>
              <a:gd name="T6" fmla="*/ 1086 w 1087"/>
              <a:gd name="T7" fmla="*/ 631 h 1087"/>
              <a:gd name="T8" fmla="*/ 1086 w 1087"/>
              <a:gd name="T9" fmla="*/ 0 h 1087"/>
            </a:gdLst>
            <a:ahLst/>
            <a:cxnLst>
              <a:cxn ang="0">
                <a:pos x="T0" y="T1"/>
              </a:cxn>
              <a:cxn ang="0">
                <a:pos x="T2" y="T3"/>
              </a:cxn>
              <a:cxn ang="0">
                <a:pos x="T4" y="T5"/>
              </a:cxn>
              <a:cxn ang="0">
                <a:pos x="T6" y="T7"/>
              </a:cxn>
              <a:cxn ang="0">
                <a:pos x="T8" y="T9"/>
              </a:cxn>
            </a:cxnLst>
            <a:rect l="0" t="0" r="r" b="b"/>
            <a:pathLst>
              <a:path w="1087" h="1087">
                <a:moveTo>
                  <a:pt x="1086" y="0"/>
                </a:moveTo>
                <a:lnTo>
                  <a:pt x="0" y="457"/>
                </a:lnTo>
                <a:lnTo>
                  <a:pt x="0" y="1086"/>
                </a:lnTo>
                <a:lnTo>
                  <a:pt x="1086" y="631"/>
                </a:lnTo>
                <a:lnTo>
                  <a:pt x="1086" y="0"/>
                </a:lnTo>
              </a:path>
            </a:pathLst>
          </a:custGeom>
          <a:solidFill>
            <a:schemeClr val="accent3">
              <a:lumMod val="50000"/>
            </a:schemeClr>
          </a:solidFill>
          <a:ln>
            <a:noFill/>
          </a:ln>
          <a:effectLst/>
        </p:spPr>
        <p:txBody>
          <a:bodyPr wrap="none" anchor="ctr"/>
          <a:lstStyle/>
          <a:p>
            <a:endParaRPr lang="en-US" sz="1800" dirty="0">
              <a:latin typeface="微软雅黑" panose="020B0503020204020204" charset="-122"/>
            </a:endParaRPr>
          </a:p>
        </p:txBody>
      </p:sp>
      <p:sp>
        <p:nvSpPr>
          <p:cNvPr id="88" name="Freeform 50"/>
          <p:cNvSpPr>
            <a:spLocks noChangeArrowheads="1"/>
          </p:cNvSpPr>
          <p:nvPr/>
        </p:nvSpPr>
        <p:spPr bwMode="auto">
          <a:xfrm>
            <a:off x="5590922" y="3481947"/>
            <a:ext cx="996423" cy="416712"/>
          </a:xfrm>
          <a:custGeom>
            <a:avLst/>
            <a:gdLst>
              <a:gd name="T0" fmla="*/ 1094 w 2181"/>
              <a:gd name="T1" fmla="*/ 0 h 915"/>
              <a:gd name="T2" fmla="*/ 0 w 2181"/>
              <a:gd name="T3" fmla="*/ 457 h 915"/>
              <a:gd name="T4" fmla="*/ 1094 w 2181"/>
              <a:gd name="T5" fmla="*/ 914 h 915"/>
              <a:gd name="T6" fmla="*/ 2180 w 2181"/>
              <a:gd name="T7" fmla="*/ 457 h 915"/>
              <a:gd name="T8" fmla="*/ 1094 w 2181"/>
              <a:gd name="T9" fmla="*/ 0 h 915"/>
            </a:gdLst>
            <a:ahLst/>
            <a:cxnLst>
              <a:cxn ang="0">
                <a:pos x="T0" y="T1"/>
              </a:cxn>
              <a:cxn ang="0">
                <a:pos x="T2" y="T3"/>
              </a:cxn>
              <a:cxn ang="0">
                <a:pos x="T4" y="T5"/>
              </a:cxn>
              <a:cxn ang="0">
                <a:pos x="T6" y="T7"/>
              </a:cxn>
              <a:cxn ang="0">
                <a:pos x="T8" y="T9"/>
              </a:cxn>
            </a:cxnLst>
            <a:rect l="0" t="0" r="r" b="b"/>
            <a:pathLst>
              <a:path w="2181" h="915">
                <a:moveTo>
                  <a:pt x="1094" y="0"/>
                </a:moveTo>
                <a:lnTo>
                  <a:pt x="0" y="457"/>
                </a:lnTo>
                <a:lnTo>
                  <a:pt x="1094" y="914"/>
                </a:lnTo>
                <a:lnTo>
                  <a:pt x="2180" y="457"/>
                </a:lnTo>
                <a:lnTo>
                  <a:pt x="1094" y="0"/>
                </a:lnTo>
              </a:path>
            </a:pathLst>
          </a:custGeom>
          <a:solidFill>
            <a:schemeClr val="accent3"/>
          </a:solidFill>
          <a:ln>
            <a:noFill/>
          </a:ln>
          <a:effectLst/>
        </p:spPr>
        <p:txBody>
          <a:bodyPr wrap="none" anchor="ctr"/>
          <a:lstStyle/>
          <a:p>
            <a:endParaRPr lang="en-US" sz="1800" dirty="0">
              <a:latin typeface="微软雅黑" panose="020B0503020204020204" charset="-122"/>
            </a:endParaRPr>
          </a:p>
        </p:txBody>
      </p:sp>
      <p:sp>
        <p:nvSpPr>
          <p:cNvPr id="89" name="Freeform 51"/>
          <p:cNvSpPr>
            <a:spLocks noChangeArrowheads="1"/>
          </p:cNvSpPr>
          <p:nvPr/>
        </p:nvSpPr>
        <p:spPr bwMode="auto">
          <a:xfrm>
            <a:off x="1931337" y="2257981"/>
            <a:ext cx="1370836" cy="1670877"/>
          </a:xfrm>
          <a:custGeom>
            <a:avLst/>
            <a:gdLst>
              <a:gd name="T0" fmla="*/ 3003 w 3004"/>
              <a:gd name="T1" fmla="*/ 1505 h 3662"/>
              <a:gd name="T2" fmla="*/ 3003 w 3004"/>
              <a:gd name="T3" fmla="*/ 1505 h 3662"/>
              <a:gd name="T4" fmla="*/ 1505 w 3004"/>
              <a:gd name="T5" fmla="*/ 0 h 3662"/>
              <a:gd name="T6" fmla="*/ 0 w 3004"/>
              <a:gd name="T7" fmla="*/ 1505 h 3662"/>
              <a:gd name="T8" fmla="*/ 1104 w 3004"/>
              <a:gd name="T9" fmla="*/ 2948 h 3662"/>
              <a:gd name="T10" fmla="*/ 1516 w 3004"/>
              <a:gd name="T11" fmla="*/ 3661 h 3662"/>
              <a:gd name="T12" fmla="*/ 1935 w 3004"/>
              <a:gd name="T13" fmla="*/ 2939 h 3662"/>
              <a:gd name="T14" fmla="*/ 3003 w 3004"/>
              <a:gd name="T15" fmla="*/ 1505 h 36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04" h="3662">
                <a:moveTo>
                  <a:pt x="3003" y="1505"/>
                </a:moveTo>
                <a:lnTo>
                  <a:pt x="3003" y="1505"/>
                </a:lnTo>
                <a:cubicBezTo>
                  <a:pt x="3003" y="675"/>
                  <a:pt x="2328" y="0"/>
                  <a:pt x="1505" y="0"/>
                </a:cubicBezTo>
                <a:cubicBezTo>
                  <a:pt x="675" y="0"/>
                  <a:pt x="0" y="675"/>
                  <a:pt x="0" y="1505"/>
                </a:cubicBezTo>
                <a:cubicBezTo>
                  <a:pt x="0" y="2191"/>
                  <a:pt x="475" y="2776"/>
                  <a:pt x="1104" y="2948"/>
                </a:cubicBezTo>
                <a:cubicBezTo>
                  <a:pt x="1516" y="3661"/>
                  <a:pt x="1516" y="3661"/>
                  <a:pt x="1516" y="3661"/>
                </a:cubicBezTo>
                <a:cubicBezTo>
                  <a:pt x="1935" y="2939"/>
                  <a:pt x="1935" y="2939"/>
                  <a:pt x="1935" y="2939"/>
                </a:cubicBezTo>
                <a:cubicBezTo>
                  <a:pt x="2556" y="2747"/>
                  <a:pt x="3003" y="2182"/>
                  <a:pt x="3003" y="1505"/>
                </a:cubicBezTo>
              </a:path>
            </a:pathLst>
          </a:custGeom>
          <a:solidFill>
            <a:schemeClr val="accent1"/>
          </a:solidFill>
          <a:ln>
            <a:noFill/>
          </a:ln>
          <a:effectLst/>
        </p:spPr>
        <p:txBody>
          <a:bodyPr wrap="none" anchor="ctr"/>
          <a:lstStyle/>
          <a:p>
            <a:endParaRPr lang="en-US" sz="1800" dirty="0">
              <a:latin typeface="微软雅黑" panose="020B0503020204020204" charset="-122"/>
            </a:endParaRPr>
          </a:p>
        </p:txBody>
      </p:sp>
      <p:sp>
        <p:nvSpPr>
          <p:cNvPr id="92" name="Freeform 54"/>
          <p:cNvSpPr>
            <a:spLocks noChangeArrowheads="1"/>
          </p:cNvSpPr>
          <p:nvPr/>
        </p:nvSpPr>
        <p:spPr bwMode="auto">
          <a:xfrm>
            <a:off x="3668532" y="1833214"/>
            <a:ext cx="1366809" cy="1666851"/>
          </a:xfrm>
          <a:custGeom>
            <a:avLst/>
            <a:gdLst>
              <a:gd name="T0" fmla="*/ 2994 w 2995"/>
              <a:gd name="T1" fmla="*/ 1496 h 3653"/>
              <a:gd name="T2" fmla="*/ 2994 w 2995"/>
              <a:gd name="T3" fmla="*/ 1496 h 3653"/>
              <a:gd name="T4" fmla="*/ 1498 w 2995"/>
              <a:gd name="T5" fmla="*/ 0 h 3653"/>
              <a:gd name="T6" fmla="*/ 0 w 2995"/>
              <a:gd name="T7" fmla="*/ 1496 h 3653"/>
              <a:gd name="T8" fmla="*/ 1105 w 2995"/>
              <a:gd name="T9" fmla="*/ 2939 h 3653"/>
              <a:gd name="T10" fmla="*/ 1516 w 2995"/>
              <a:gd name="T11" fmla="*/ 3652 h 3653"/>
              <a:gd name="T12" fmla="*/ 1935 w 2995"/>
              <a:gd name="T13" fmla="*/ 2930 h 3653"/>
              <a:gd name="T14" fmla="*/ 2994 w 2995"/>
              <a:gd name="T15" fmla="*/ 1496 h 365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95" h="3653">
                <a:moveTo>
                  <a:pt x="2994" y="1496"/>
                </a:moveTo>
                <a:lnTo>
                  <a:pt x="2994" y="1496"/>
                </a:lnTo>
                <a:cubicBezTo>
                  <a:pt x="2994" y="666"/>
                  <a:pt x="2328" y="0"/>
                  <a:pt x="1498" y="0"/>
                </a:cubicBezTo>
                <a:cubicBezTo>
                  <a:pt x="666" y="0"/>
                  <a:pt x="0" y="666"/>
                  <a:pt x="0" y="1496"/>
                </a:cubicBezTo>
                <a:cubicBezTo>
                  <a:pt x="0" y="2182"/>
                  <a:pt x="465" y="2765"/>
                  <a:pt x="1105" y="2939"/>
                </a:cubicBezTo>
                <a:cubicBezTo>
                  <a:pt x="1516" y="3652"/>
                  <a:pt x="1516" y="3652"/>
                  <a:pt x="1516" y="3652"/>
                </a:cubicBezTo>
                <a:cubicBezTo>
                  <a:pt x="1935" y="2930"/>
                  <a:pt x="1935" y="2930"/>
                  <a:pt x="1935" y="2930"/>
                </a:cubicBezTo>
                <a:cubicBezTo>
                  <a:pt x="2546" y="2738"/>
                  <a:pt x="2994" y="2173"/>
                  <a:pt x="2994" y="1496"/>
                </a:cubicBezTo>
              </a:path>
            </a:pathLst>
          </a:custGeom>
          <a:solidFill>
            <a:schemeClr val="accent2"/>
          </a:solidFill>
          <a:ln>
            <a:noFill/>
          </a:ln>
          <a:effectLst/>
        </p:spPr>
        <p:txBody>
          <a:bodyPr wrap="none" anchor="ctr"/>
          <a:lstStyle/>
          <a:p>
            <a:endParaRPr lang="en-US" sz="1800" dirty="0">
              <a:latin typeface="微软雅黑" panose="020B0503020204020204" charset="-122"/>
            </a:endParaRPr>
          </a:p>
        </p:txBody>
      </p:sp>
      <p:sp>
        <p:nvSpPr>
          <p:cNvPr id="95" name="Freeform 57"/>
          <p:cNvSpPr>
            <a:spLocks noChangeArrowheads="1"/>
          </p:cNvSpPr>
          <p:nvPr/>
        </p:nvSpPr>
        <p:spPr bwMode="auto">
          <a:xfrm>
            <a:off x="5407741" y="1402410"/>
            <a:ext cx="1366809" cy="1666851"/>
          </a:xfrm>
          <a:custGeom>
            <a:avLst/>
            <a:gdLst>
              <a:gd name="T0" fmla="*/ 2995 w 2996"/>
              <a:gd name="T1" fmla="*/ 1498 h 3653"/>
              <a:gd name="T2" fmla="*/ 2995 w 2996"/>
              <a:gd name="T3" fmla="*/ 1498 h 3653"/>
              <a:gd name="T4" fmla="*/ 1496 w 2996"/>
              <a:gd name="T5" fmla="*/ 0 h 3653"/>
              <a:gd name="T6" fmla="*/ 0 w 2996"/>
              <a:gd name="T7" fmla="*/ 1498 h 3653"/>
              <a:gd name="T8" fmla="*/ 1104 w 2996"/>
              <a:gd name="T9" fmla="*/ 2941 h 3653"/>
              <a:gd name="T10" fmla="*/ 1505 w 2996"/>
              <a:gd name="T11" fmla="*/ 3652 h 3653"/>
              <a:gd name="T12" fmla="*/ 1925 w 2996"/>
              <a:gd name="T13" fmla="*/ 2932 h 3653"/>
              <a:gd name="T14" fmla="*/ 2995 w 2996"/>
              <a:gd name="T15" fmla="*/ 1498 h 365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96" h="3653">
                <a:moveTo>
                  <a:pt x="2995" y="1498"/>
                </a:moveTo>
                <a:lnTo>
                  <a:pt x="2995" y="1498"/>
                </a:lnTo>
                <a:cubicBezTo>
                  <a:pt x="2995" y="668"/>
                  <a:pt x="2317" y="0"/>
                  <a:pt x="1496" y="0"/>
                </a:cubicBezTo>
                <a:cubicBezTo>
                  <a:pt x="666" y="0"/>
                  <a:pt x="0" y="668"/>
                  <a:pt x="0" y="1498"/>
                </a:cubicBezTo>
                <a:cubicBezTo>
                  <a:pt x="0" y="2191"/>
                  <a:pt x="464" y="2767"/>
                  <a:pt x="1104" y="2941"/>
                </a:cubicBezTo>
                <a:cubicBezTo>
                  <a:pt x="1505" y="3652"/>
                  <a:pt x="1505" y="3652"/>
                  <a:pt x="1505" y="3652"/>
                </a:cubicBezTo>
                <a:cubicBezTo>
                  <a:pt x="1925" y="2932"/>
                  <a:pt x="1925" y="2932"/>
                  <a:pt x="1925" y="2932"/>
                </a:cubicBezTo>
                <a:cubicBezTo>
                  <a:pt x="2547" y="2749"/>
                  <a:pt x="2995" y="2173"/>
                  <a:pt x="2995" y="1498"/>
                </a:cubicBezTo>
              </a:path>
            </a:pathLst>
          </a:custGeom>
          <a:solidFill>
            <a:schemeClr val="accent3"/>
          </a:solidFill>
          <a:ln>
            <a:noFill/>
          </a:ln>
          <a:effectLst/>
        </p:spPr>
        <p:txBody>
          <a:bodyPr wrap="none" anchor="ctr"/>
          <a:lstStyle/>
          <a:p>
            <a:endParaRPr lang="en-US" sz="1800" dirty="0">
              <a:latin typeface="微软雅黑" panose="020B0503020204020204" charset="-122"/>
            </a:endParaRPr>
          </a:p>
        </p:txBody>
      </p:sp>
      <p:sp>
        <p:nvSpPr>
          <p:cNvPr id="98" name="TextBox 97"/>
          <p:cNvSpPr txBox="1"/>
          <p:nvPr/>
        </p:nvSpPr>
        <p:spPr>
          <a:xfrm>
            <a:off x="2034306" y="2602576"/>
            <a:ext cx="1170940" cy="677545"/>
          </a:xfrm>
          <a:prstGeom prst="rect">
            <a:avLst/>
          </a:prstGeom>
          <a:noFill/>
        </p:spPr>
        <p:txBody>
          <a:bodyPr wrap="none" lIns="91421" tIns="45711" rIns="91421" bIns="45711" rtlCol="0">
            <a:spAutoFit/>
          </a:bodyPr>
          <a:lstStyle/>
          <a:p>
            <a:pPr algn="ctr"/>
            <a:r>
              <a:rPr lang="id-ID" b="1" dirty="0">
                <a:solidFill>
                  <a:schemeClr val="bg1"/>
                </a:solidFill>
                <a:latin typeface="微软雅黑" panose="020B0503020204020204" charset="-122"/>
              </a:rPr>
              <a:t>15%</a:t>
            </a:r>
          </a:p>
        </p:txBody>
      </p:sp>
      <p:sp>
        <p:nvSpPr>
          <p:cNvPr id="100" name="TextBox 99"/>
          <p:cNvSpPr txBox="1"/>
          <p:nvPr/>
        </p:nvSpPr>
        <p:spPr>
          <a:xfrm>
            <a:off x="3767474" y="2145840"/>
            <a:ext cx="1170940" cy="677545"/>
          </a:xfrm>
          <a:prstGeom prst="rect">
            <a:avLst/>
          </a:prstGeom>
          <a:noFill/>
        </p:spPr>
        <p:txBody>
          <a:bodyPr wrap="none" lIns="91421" tIns="45711" rIns="91421" bIns="45711" rtlCol="0">
            <a:spAutoFit/>
          </a:bodyPr>
          <a:lstStyle/>
          <a:p>
            <a:pPr algn="ctr"/>
            <a:r>
              <a:rPr lang="id-ID" b="1" dirty="0">
                <a:solidFill>
                  <a:schemeClr val="bg1"/>
                </a:solidFill>
                <a:latin typeface="微软雅黑" panose="020B0503020204020204" charset="-122"/>
              </a:rPr>
              <a:t>45%</a:t>
            </a:r>
          </a:p>
        </p:txBody>
      </p:sp>
      <p:sp>
        <p:nvSpPr>
          <p:cNvPr id="101" name="TextBox 100"/>
          <p:cNvSpPr txBox="1"/>
          <p:nvPr/>
        </p:nvSpPr>
        <p:spPr>
          <a:xfrm>
            <a:off x="5537545" y="1689648"/>
            <a:ext cx="1170940" cy="677545"/>
          </a:xfrm>
          <a:prstGeom prst="rect">
            <a:avLst/>
          </a:prstGeom>
          <a:noFill/>
        </p:spPr>
        <p:txBody>
          <a:bodyPr wrap="none" lIns="91421" tIns="45711" rIns="91421" bIns="45711" rtlCol="0">
            <a:spAutoFit/>
          </a:bodyPr>
          <a:lstStyle/>
          <a:p>
            <a:pPr algn="ctr"/>
            <a:r>
              <a:rPr lang="id-ID" b="1" dirty="0">
                <a:solidFill>
                  <a:schemeClr val="bg1"/>
                </a:solidFill>
                <a:latin typeface="微软雅黑" panose="020B0503020204020204" charset="-122"/>
              </a:rPr>
              <a:t>75%</a:t>
            </a:r>
          </a:p>
        </p:txBody>
      </p:sp>
      <p:sp>
        <p:nvSpPr>
          <p:cNvPr id="102" name="TextBox 101"/>
          <p:cNvSpPr txBox="1"/>
          <p:nvPr/>
        </p:nvSpPr>
        <p:spPr>
          <a:xfrm>
            <a:off x="7969025" y="1566615"/>
            <a:ext cx="2223770" cy="394970"/>
          </a:xfrm>
          <a:prstGeom prst="rect">
            <a:avLst/>
          </a:prstGeom>
          <a:noFill/>
        </p:spPr>
        <p:txBody>
          <a:bodyPr wrap="none" lIns="91421" tIns="45711" rIns="91421" bIns="45711" rtlCol="0">
            <a:spAutoFit/>
          </a:bodyPr>
          <a:lstStyle/>
          <a:p>
            <a:pPr algn="l"/>
            <a:r>
              <a:rPr lang="id-ID" sz="2000" b="1" dirty="0">
                <a:solidFill>
                  <a:schemeClr val="tx1"/>
                </a:solidFill>
                <a:latin typeface="微软雅黑" panose="020B0503020204020204" charset="-122"/>
                <a:ea typeface="微软雅黑" panose="020B0503020204020204" charset="-122"/>
              </a:rPr>
              <a:t>单击此处添加标题</a:t>
            </a:r>
          </a:p>
        </p:txBody>
      </p:sp>
      <p:sp>
        <p:nvSpPr>
          <p:cNvPr id="103" name="TextBox 102"/>
          <p:cNvSpPr txBox="1"/>
          <p:nvPr/>
        </p:nvSpPr>
        <p:spPr>
          <a:xfrm>
            <a:off x="7966932" y="1936580"/>
            <a:ext cx="2611643" cy="3604895"/>
          </a:xfrm>
          <a:prstGeom prst="rect">
            <a:avLst/>
          </a:prstGeom>
          <a:noFill/>
        </p:spPr>
        <p:txBody>
          <a:bodyPr wrap="square" lIns="91421" tIns="45711" rIns="91421" bIns="45711" rtlCol="0">
            <a:spAutoFit/>
          </a:bodyPr>
          <a:lstStyle/>
          <a:p>
            <a:pPr>
              <a:lnSpc>
                <a:spcPct val="110000"/>
              </a:lnSpc>
            </a:pPr>
            <a:r>
              <a:rPr lang="en-US" sz="1400" dirty="0">
                <a:solidFill>
                  <a:schemeClr val="tx1"/>
                </a:solidFill>
                <a:latin typeface="微软雅黑" panose="020B0503020204020204" charset="-122"/>
                <a:ea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您的内容打在这里，或者通过复制您的文本后，在此框中选择粘贴，并选择只保留文字。您的内容打在这里，或者通过复制您的文本后，在此框中您的内容打在这里，或者通过复制您的文本后，在此框中选择粘贴，并选择只保留文字。您的内容打在这里，或者通过复制您的文本后，在此框中</a:t>
            </a:r>
          </a:p>
        </p:txBody>
      </p:sp>
    </p:spTree>
  </p:cSld>
  <p:clrMapOvr>
    <a:masterClrMapping/>
  </p:clrMapOvr>
  <p:transition advTm="2855">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par>
                                <p:cTn id="12" presetID="2" presetClass="entr" presetSubtype="8" fill="hold" nodeType="withEffect">
                                  <p:stCondLst>
                                    <p:cond delay="25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0-#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par>
                          <p:cTn id="20" fill="hold">
                            <p:stCondLst>
                              <p:cond delay="850"/>
                            </p:stCondLst>
                            <p:childTnLst>
                              <p:par>
                                <p:cTn id="21" presetID="17" presetClass="entr" presetSubtype="10" fill="hold" grpId="0" nodeType="afterEffect">
                                  <p:stCondLst>
                                    <p:cond delay="0"/>
                                  </p:stCondLst>
                                  <p:childTnLst>
                                    <p:set>
                                      <p:cBhvr>
                                        <p:cTn id="22" dur="1" fill="hold">
                                          <p:stCondLst>
                                            <p:cond delay="0"/>
                                          </p:stCondLst>
                                        </p:cTn>
                                        <p:tgtEl>
                                          <p:spTgt spid="50"/>
                                        </p:tgtEl>
                                        <p:attrNameLst>
                                          <p:attrName>style.visibility</p:attrName>
                                        </p:attrNameLst>
                                      </p:cBhvr>
                                      <p:to>
                                        <p:strVal val="visible"/>
                                      </p:to>
                                    </p:set>
                                    <p:anim calcmode="lin" valueType="num">
                                      <p:cBhvr>
                                        <p:cTn id="23" dur="500" fill="hold"/>
                                        <p:tgtEl>
                                          <p:spTgt spid="50"/>
                                        </p:tgtEl>
                                        <p:attrNameLst>
                                          <p:attrName>ppt_w</p:attrName>
                                        </p:attrNameLst>
                                      </p:cBhvr>
                                      <p:tavLst>
                                        <p:tav tm="0">
                                          <p:val>
                                            <p:fltVal val="0"/>
                                          </p:val>
                                        </p:tav>
                                        <p:tav tm="100000">
                                          <p:val>
                                            <p:strVal val="#ppt_w"/>
                                          </p:val>
                                        </p:tav>
                                      </p:tavLst>
                                    </p:anim>
                                    <p:anim calcmode="lin" valueType="num">
                                      <p:cBhvr>
                                        <p:cTn id="24" dur="500" fill="hold"/>
                                        <p:tgtEl>
                                          <p:spTgt spid="50"/>
                                        </p:tgtEl>
                                        <p:attrNameLst>
                                          <p:attrName>ppt_h</p:attrName>
                                        </p:attrNameLst>
                                      </p:cBhvr>
                                      <p:tavLst>
                                        <p:tav tm="0">
                                          <p:val>
                                            <p:strVal val="#ppt_h"/>
                                          </p:val>
                                        </p:tav>
                                        <p:tav tm="100000">
                                          <p:val>
                                            <p:strVal val="#ppt_h"/>
                                          </p:val>
                                        </p:tav>
                                      </p:tavLst>
                                    </p:anim>
                                  </p:childTnLst>
                                </p:cTn>
                              </p:par>
                              <p:par>
                                <p:cTn id="25" presetID="17" presetClass="entr" presetSubtype="10" fill="hold" grpId="0" nodeType="withEffect">
                                  <p:stCondLst>
                                    <p:cond delay="0"/>
                                  </p:stCondLst>
                                  <p:childTnLst>
                                    <p:set>
                                      <p:cBhvr>
                                        <p:cTn id="26" dur="1" fill="hold">
                                          <p:stCondLst>
                                            <p:cond delay="0"/>
                                          </p:stCondLst>
                                        </p:cTn>
                                        <p:tgtEl>
                                          <p:spTgt spid="51"/>
                                        </p:tgtEl>
                                        <p:attrNameLst>
                                          <p:attrName>style.visibility</p:attrName>
                                        </p:attrNameLst>
                                      </p:cBhvr>
                                      <p:to>
                                        <p:strVal val="visible"/>
                                      </p:to>
                                    </p:set>
                                    <p:anim calcmode="lin" valueType="num">
                                      <p:cBhvr>
                                        <p:cTn id="27" dur="500" fill="hold"/>
                                        <p:tgtEl>
                                          <p:spTgt spid="51"/>
                                        </p:tgtEl>
                                        <p:attrNameLst>
                                          <p:attrName>ppt_w</p:attrName>
                                        </p:attrNameLst>
                                      </p:cBhvr>
                                      <p:tavLst>
                                        <p:tav tm="0">
                                          <p:val>
                                            <p:fltVal val="0"/>
                                          </p:val>
                                        </p:tav>
                                        <p:tav tm="100000">
                                          <p:val>
                                            <p:strVal val="#ppt_w"/>
                                          </p:val>
                                        </p:tav>
                                      </p:tavLst>
                                    </p:anim>
                                    <p:anim calcmode="lin" valueType="num">
                                      <p:cBhvr>
                                        <p:cTn id="28" dur="500" fill="hold"/>
                                        <p:tgtEl>
                                          <p:spTgt spid="51"/>
                                        </p:tgtEl>
                                        <p:attrNameLst>
                                          <p:attrName>ppt_h</p:attrName>
                                        </p:attrNameLst>
                                      </p:cBhvr>
                                      <p:tavLst>
                                        <p:tav tm="0">
                                          <p:val>
                                            <p:strVal val="#ppt_h"/>
                                          </p:val>
                                        </p:tav>
                                        <p:tav tm="100000">
                                          <p:val>
                                            <p:strVal val="#ppt_h"/>
                                          </p:val>
                                        </p:tav>
                                      </p:tavLst>
                                    </p:anim>
                                  </p:childTnLst>
                                </p:cTn>
                              </p:par>
                              <p:par>
                                <p:cTn id="29" presetID="17" presetClass="entr" presetSubtype="10" fill="hold" grpId="0" nodeType="withEffect">
                                  <p:stCondLst>
                                    <p:cond delay="0"/>
                                  </p:stCondLst>
                                  <p:childTnLst>
                                    <p:set>
                                      <p:cBhvr>
                                        <p:cTn id="30" dur="1" fill="hold">
                                          <p:stCondLst>
                                            <p:cond delay="0"/>
                                          </p:stCondLst>
                                        </p:cTn>
                                        <p:tgtEl>
                                          <p:spTgt spid="63"/>
                                        </p:tgtEl>
                                        <p:attrNameLst>
                                          <p:attrName>style.visibility</p:attrName>
                                        </p:attrNameLst>
                                      </p:cBhvr>
                                      <p:to>
                                        <p:strVal val="visible"/>
                                      </p:to>
                                    </p:set>
                                    <p:anim calcmode="lin" valueType="num">
                                      <p:cBhvr>
                                        <p:cTn id="31" dur="500" fill="hold"/>
                                        <p:tgtEl>
                                          <p:spTgt spid="63"/>
                                        </p:tgtEl>
                                        <p:attrNameLst>
                                          <p:attrName>ppt_w</p:attrName>
                                        </p:attrNameLst>
                                      </p:cBhvr>
                                      <p:tavLst>
                                        <p:tav tm="0">
                                          <p:val>
                                            <p:fltVal val="0"/>
                                          </p:val>
                                        </p:tav>
                                        <p:tav tm="100000">
                                          <p:val>
                                            <p:strVal val="#ppt_w"/>
                                          </p:val>
                                        </p:tav>
                                      </p:tavLst>
                                    </p:anim>
                                    <p:anim calcmode="lin" valueType="num">
                                      <p:cBhvr>
                                        <p:cTn id="32" dur="500" fill="hold"/>
                                        <p:tgtEl>
                                          <p:spTgt spid="63"/>
                                        </p:tgtEl>
                                        <p:attrNameLst>
                                          <p:attrName>ppt_h</p:attrName>
                                        </p:attrNameLst>
                                      </p:cBhvr>
                                      <p:tavLst>
                                        <p:tav tm="0">
                                          <p:val>
                                            <p:strVal val="#ppt_h"/>
                                          </p:val>
                                        </p:tav>
                                        <p:tav tm="100000">
                                          <p:val>
                                            <p:strVal val="#ppt_h"/>
                                          </p:val>
                                        </p:tav>
                                      </p:tavLst>
                                    </p:anim>
                                  </p:childTnLst>
                                </p:cTn>
                              </p:par>
                              <p:par>
                                <p:cTn id="33" presetID="17" presetClass="entr" presetSubtype="10" fill="hold" grpId="0" nodeType="withEffect">
                                  <p:stCondLst>
                                    <p:cond delay="0"/>
                                  </p:stCondLst>
                                  <p:childTnLst>
                                    <p:set>
                                      <p:cBhvr>
                                        <p:cTn id="34" dur="1" fill="hold">
                                          <p:stCondLst>
                                            <p:cond delay="0"/>
                                          </p:stCondLst>
                                        </p:cTn>
                                        <p:tgtEl>
                                          <p:spTgt spid="64"/>
                                        </p:tgtEl>
                                        <p:attrNameLst>
                                          <p:attrName>style.visibility</p:attrName>
                                        </p:attrNameLst>
                                      </p:cBhvr>
                                      <p:to>
                                        <p:strVal val="visible"/>
                                      </p:to>
                                    </p:set>
                                    <p:anim calcmode="lin" valueType="num">
                                      <p:cBhvr>
                                        <p:cTn id="35" dur="500" fill="hold"/>
                                        <p:tgtEl>
                                          <p:spTgt spid="64"/>
                                        </p:tgtEl>
                                        <p:attrNameLst>
                                          <p:attrName>ppt_w</p:attrName>
                                        </p:attrNameLst>
                                      </p:cBhvr>
                                      <p:tavLst>
                                        <p:tav tm="0">
                                          <p:val>
                                            <p:fltVal val="0"/>
                                          </p:val>
                                        </p:tav>
                                        <p:tav tm="100000">
                                          <p:val>
                                            <p:strVal val="#ppt_w"/>
                                          </p:val>
                                        </p:tav>
                                      </p:tavLst>
                                    </p:anim>
                                    <p:anim calcmode="lin" valueType="num">
                                      <p:cBhvr>
                                        <p:cTn id="36" dur="500" fill="hold"/>
                                        <p:tgtEl>
                                          <p:spTgt spid="64"/>
                                        </p:tgtEl>
                                        <p:attrNameLst>
                                          <p:attrName>ppt_h</p:attrName>
                                        </p:attrNameLst>
                                      </p:cBhvr>
                                      <p:tavLst>
                                        <p:tav tm="0">
                                          <p:val>
                                            <p:strVal val="#ppt_h"/>
                                          </p:val>
                                        </p:tav>
                                        <p:tav tm="100000">
                                          <p:val>
                                            <p:strVal val="#ppt_h"/>
                                          </p:val>
                                        </p:tav>
                                      </p:tavLst>
                                    </p:anim>
                                  </p:childTnLst>
                                </p:cTn>
                              </p:par>
                              <p:par>
                                <p:cTn id="37" presetID="17" presetClass="entr" presetSubtype="10" fill="hold" grpId="0" nodeType="withEffect">
                                  <p:stCondLst>
                                    <p:cond delay="0"/>
                                  </p:stCondLst>
                                  <p:childTnLst>
                                    <p:set>
                                      <p:cBhvr>
                                        <p:cTn id="38" dur="1" fill="hold">
                                          <p:stCondLst>
                                            <p:cond delay="0"/>
                                          </p:stCondLst>
                                        </p:cTn>
                                        <p:tgtEl>
                                          <p:spTgt spid="65"/>
                                        </p:tgtEl>
                                        <p:attrNameLst>
                                          <p:attrName>style.visibility</p:attrName>
                                        </p:attrNameLst>
                                      </p:cBhvr>
                                      <p:to>
                                        <p:strVal val="visible"/>
                                      </p:to>
                                    </p:set>
                                    <p:anim calcmode="lin" valueType="num">
                                      <p:cBhvr>
                                        <p:cTn id="39" dur="500" fill="hold"/>
                                        <p:tgtEl>
                                          <p:spTgt spid="65"/>
                                        </p:tgtEl>
                                        <p:attrNameLst>
                                          <p:attrName>ppt_w</p:attrName>
                                        </p:attrNameLst>
                                      </p:cBhvr>
                                      <p:tavLst>
                                        <p:tav tm="0">
                                          <p:val>
                                            <p:fltVal val="0"/>
                                          </p:val>
                                        </p:tav>
                                        <p:tav tm="100000">
                                          <p:val>
                                            <p:strVal val="#ppt_w"/>
                                          </p:val>
                                        </p:tav>
                                      </p:tavLst>
                                    </p:anim>
                                    <p:anim calcmode="lin" valueType="num">
                                      <p:cBhvr>
                                        <p:cTn id="40" dur="500" fill="hold"/>
                                        <p:tgtEl>
                                          <p:spTgt spid="65"/>
                                        </p:tgtEl>
                                        <p:attrNameLst>
                                          <p:attrName>ppt_h</p:attrName>
                                        </p:attrNameLst>
                                      </p:cBhvr>
                                      <p:tavLst>
                                        <p:tav tm="0">
                                          <p:val>
                                            <p:strVal val="#ppt_h"/>
                                          </p:val>
                                        </p:tav>
                                        <p:tav tm="100000">
                                          <p:val>
                                            <p:strVal val="#ppt_h"/>
                                          </p:val>
                                        </p:tav>
                                      </p:tavLst>
                                    </p:anim>
                                  </p:childTnLst>
                                </p:cTn>
                              </p:par>
                              <p:par>
                                <p:cTn id="41" presetID="17" presetClass="entr" presetSubtype="10" fill="hold" grpId="0" nodeType="withEffect">
                                  <p:stCondLst>
                                    <p:cond delay="0"/>
                                  </p:stCondLst>
                                  <p:childTnLst>
                                    <p:set>
                                      <p:cBhvr>
                                        <p:cTn id="42" dur="1" fill="hold">
                                          <p:stCondLst>
                                            <p:cond delay="0"/>
                                          </p:stCondLst>
                                        </p:cTn>
                                        <p:tgtEl>
                                          <p:spTgt spid="66"/>
                                        </p:tgtEl>
                                        <p:attrNameLst>
                                          <p:attrName>style.visibility</p:attrName>
                                        </p:attrNameLst>
                                      </p:cBhvr>
                                      <p:to>
                                        <p:strVal val="visible"/>
                                      </p:to>
                                    </p:set>
                                    <p:anim calcmode="lin" valueType="num">
                                      <p:cBhvr>
                                        <p:cTn id="43" dur="500" fill="hold"/>
                                        <p:tgtEl>
                                          <p:spTgt spid="66"/>
                                        </p:tgtEl>
                                        <p:attrNameLst>
                                          <p:attrName>ppt_w</p:attrName>
                                        </p:attrNameLst>
                                      </p:cBhvr>
                                      <p:tavLst>
                                        <p:tav tm="0">
                                          <p:val>
                                            <p:fltVal val="0"/>
                                          </p:val>
                                        </p:tav>
                                        <p:tav tm="100000">
                                          <p:val>
                                            <p:strVal val="#ppt_w"/>
                                          </p:val>
                                        </p:tav>
                                      </p:tavLst>
                                    </p:anim>
                                    <p:anim calcmode="lin" valueType="num">
                                      <p:cBhvr>
                                        <p:cTn id="44" dur="500" fill="hold"/>
                                        <p:tgtEl>
                                          <p:spTgt spid="66"/>
                                        </p:tgtEl>
                                        <p:attrNameLst>
                                          <p:attrName>ppt_h</p:attrName>
                                        </p:attrNameLst>
                                      </p:cBhvr>
                                      <p:tavLst>
                                        <p:tav tm="0">
                                          <p:val>
                                            <p:strVal val="#ppt_h"/>
                                          </p:val>
                                        </p:tav>
                                        <p:tav tm="100000">
                                          <p:val>
                                            <p:strVal val="#ppt_h"/>
                                          </p:val>
                                        </p:tav>
                                      </p:tavLst>
                                    </p:anim>
                                  </p:childTnLst>
                                </p:cTn>
                              </p:par>
                              <p:par>
                                <p:cTn id="45" presetID="17" presetClass="entr" presetSubtype="10" fill="hold" grpId="0" nodeType="withEffect">
                                  <p:stCondLst>
                                    <p:cond delay="0"/>
                                  </p:stCondLst>
                                  <p:childTnLst>
                                    <p:set>
                                      <p:cBhvr>
                                        <p:cTn id="46" dur="1" fill="hold">
                                          <p:stCondLst>
                                            <p:cond delay="0"/>
                                          </p:stCondLst>
                                        </p:cTn>
                                        <p:tgtEl>
                                          <p:spTgt spid="73"/>
                                        </p:tgtEl>
                                        <p:attrNameLst>
                                          <p:attrName>style.visibility</p:attrName>
                                        </p:attrNameLst>
                                      </p:cBhvr>
                                      <p:to>
                                        <p:strVal val="visible"/>
                                      </p:to>
                                    </p:set>
                                    <p:anim calcmode="lin" valueType="num">
                                      <p:cBhvr>
                                        <p:cTn id="47" dur="500" fill="hold"/>
                                        <p:tgtEl>
                                          <p:spTgt spid="73"/>
                                        </p:tgtEl>
                                        <p:attrNameLst>
                                          <p:attrName>ppt_w</p:attrName>
                                        </p:attrNameLst>
                                      </p:cBhvr>
                                      <p:tavLst>
                                        <p:tav tm="0">
                                          <p:val>
                                            <p:fltVal val="0"/>
                                          </p:val>
                                        </p:tav>
                                        <p:tav tm="100000">
                                          <p:val>
                                            <p:strVal val="#ppt_w"/>
                                          </p:val>
                                        </p:tav>
                                      </p:tavLst>
                                    </p:anim>
                                    <p:anim calcmode="lin" valueType="num">
                                      <p:cBhvr>
                                        <p:cTn id="48" dur="500" fill="hold"/>
                                        <p:tgtEl>
                                          <p:spTgt spid="73"/>
                                        </p:tgtEl>
                                        <p:attrNameLst>
                                          <p:attrName>ppt_h</p:attrName>
                                        </p:attrNameLst>
                                      </p:cBhvr>
                                      <p:tavLst>
                                        <p:tav tm="0">
                                          <p:val>
                                            <p:strVal val="#ppt_h"/>
                                          </p:val>
                                        </p:tav>
                                        <p:tav tm="100000">
                                          <p:val>
                                            <p:strVal val="#ppt_h"/>
                                          </p:val>
                                        </p:tav>
                                      </p:tavLst>
                                    </p:anim>
                                  </p:childTnLst>
                                </p:cTn>
                              </p:par>
                              <p:par>
                                <p:cTn id="49" presetID="17" presetClass="entr" presetSubtype="10" fill="hold" grpId="0" nodeType="withEffect">
                                  <p:stCondLst>
                                    <p:cond delay="0"/>
                                  </p:stCondLst>
                                  <p:childTnLst>
                                    <p:set>
                                      <p:cBhvr>
                                        <p:cTn id="50" dur="1" fill="hold">
                                          <p:stCondLst>
                                            <p:cond delay="0"/>
                                          </p:stCondLst>
                                        </p:cTn>
                                        <p:tgtEl>
                                          <p:spTgt spid="75"/>
                                        </p:tgtEl>
                                        <p:attrNameLst>
                                          <p:attrName>style.visibility</p:attrName>
                                        </p:attrNameLst>
                                      </p:cBhvr>
                                      <p:to>
                                        <p:strVal val="visible"/>
                                      </p:to>
                                    </p:set>
                                    <p:anim calcmode="lin" valueType="num">
                                      <p:cBhvr>
                                        <p:cTn id="51" dur="500" fill="hold"/>
                                        <p:tgtEl>
                                          <p:spTgt spid="75"/>
                                        </p:tgtEl>
                                        <p:attrNameLst>
                                          <p:attrName>ppt_w</p:attrName>
                                        </p:attrNameLst>
                                      </p:cBhvr>
                                      <p:tavLst>
                                        <p:tav tm="0">
                                          <p:val>
                                            <p:fltVal val="0"/>
                                          </p:val>
                                        </p:tav>
                                        <p:tav tm="100000">
                                          <p:val>
                                            <p:strVal val="#ppt_w"/>
                                          </p:val>
                                        </p:tav>
                                      </p:tavLst>
                                    </p:anim>
                                    <p:anim calcmode="lin" valueType="num">
                                      <p:cBhvr>
                                        <p:cTn id="52" dur="500" fill="hold"/>
                                        <p:tgtEl>
                                          <p:spTgt spid="75"/>
                                        </p:tgtEl>
                                        <p:attrNameLst>
                                          <p:attrName>ppt_h</p:attrName>
                                        </p:attrNameLst>
                                      </p:cBhvr>
                                      <p:tavLst>
                                        <p:tav tm="0">
                                          <p:val>
                                            <p:strVal val="#ppt_h"/>
                                          </p:val>
                                        </p:tav>
                                        <p:tav tm="100000">
                                          <p:val>
                                            <p:strVal val="#ppt_h"/>
                                          </p:val>
                                        </p:tav>
                                      </p:tavLst>
                                    </p:anim>
                                  </p:childTnLst>
                                </p:cTn>
                              </p:par>
                              <p:par>
                                <p:cTn id="53" presetID="17" presetClass="entr" presetSubtype="10" fill="hold" grpId="0" nodeType="withEffect">
                                  <p:stCondLst>
                                    <p:cond delay="0"/>
                                  </p:stCondLst>
                                  <p:childTnLst>
                                    <p:set>
                                      <p:cBhvr>
                                        <p:cTn id="54" dur="1" fill="hold">
                                          <p:stCondLst>
                                            <p:cond delay="0"/>
                                          </p:stCondLst>
                                        </p:cTn>
                                        <p:tgtEl>
                                          <p:spTgt spid="77"/>
                                        </p:tgtEl>
                                        <p:attrNameLst>
                                          <p:attrName>style.visibility</p:attrName>
                                        </p:attrNameLst>
                                      </p:cBhvr>
                                      <p:to>
                                        <p:strVal val="visible"/>
                                      </p:to>
                                    </p:set>
                                    <p:anim calcmode="lin" valueType="num">
                                      <p:cBhvr>
                                        <p:cTn id="55" dur="500" fill="hold"/>
                                        <p:tgtEl>
                                          <p:spTgt spid="77"/>
                                        </p:tgtEl>
                                        <p:attrNameLst>
                                          <p:attrName>ppt_w</p:attrName>
                                        </p:attrNameLst>
                                      </p:cBhvr>
                                      <p:tavLst>
                                        <p:tav tm="0">
                                          <p:val>
                                            <p:fltVal val="0"/>
                                          </p:val>
                                        </p:tav>
                                        <p:tav tm="100000">
                                          <p:val>
                                            <p:strVal val="#ppt_w"/>
                                          </p:val>
                                        </p:tav>
                                      </p:tavLst>
                                    </p:anim>
                                    <p:anim calcmode="lin" valueType="num">
                                      <p:cBhvr>
                                        <p:cTn id="56" dur="500" fill="hold"/>
                                        <p:tgtEl>
                                          <p:spTgt spid="77"/>
                                        </p:tgtEl>
                                        <p:attrNameLst>
                                          <p:attrName>ppt_h</p:attrName>
                                        </p:attrNameLst>
                                      </p:cBhvr>
                                      <p:tavLst>
                                        <p:tav tm="0">
                                          <p:val>
                                            <p:strVal val="#ppt_h"/>
                                          </p:val>
                                        </p:tav>
                                        <p:tav tm="100000">
                                          <p:val>
                                            <p:strVal val="#ppt_h"/>
                                          </p:val>
                                        </p:tav>
                                      </p:tavLst>
                                    </p:anim>
                                  </p:childTnLst>
                                </p:cTn>
                              </p:par>
                              <p:par>
                                <p:cTn id="57" presetID="17" presetClass="entr" presetSubtype="10" fill="hold" grpId="0" nodeType="withEffect">
                                  <p:stCondLst>
                                    <p:cond delay="0"/>
                                  </p:stCondLst>
                                  <p:childTnLst>
                                    <p:set>
                                      <p:cBhvr>
                                        <p:cTn id="58" dur="1" fill="hold">
                                          <p:stCondLst>
                                            <p:cond delay="0"/>
                                          </p:stCondLst>
                                        </p:cTn>
                                        <p:tgtEl>
                                          <p:spTgt spid="79"/>
                                        </p:tgtEl>
                                        <p:attrNameLst>
                                          <p:attrName>style.visibility</p:attrName>
                                        </p:attrNameLst>
                                      </p:cBhvr>
                                      <p:to>
                                        <p:strVal val="visible"/>
                                      </p:to>
                                    </p:set>
                                    <p:anim calcmode="lin" valueType="num">
                                      <p:cBhvr>
                                        <p:cTn id="59" dur="500" fill="hold"/>
                                        <p:tgtEl>
                                          <p:spTgt spid="79"/>
                                        </p:tgtEl>
                                        <p:attrNameLst>
                                          <p:attrName>ppt_w</p:attrName>
                                        </p:attrNameLst>
                                      </p:cBhvr>
                                      <p:tavLst>
                                        <p:tav tm="0">
                                          <p:val>
                                            <p:fltVal val="0"/>
                                          </p:val>
                                        </p:tav>
                                        <p:tav tm="100000">
                                          <p:val>
                                            <p:strVal val="#ppt_w"/>
                                          </p:val>
                                        </p:tav>
                                      </p:tavLst>
                                    </p:anim>
                                    <p:anim calcmode="lin" valueType="num">
                                      <p:cBhvr>
                                        <p:cTn id="60" dur="500" fill="hold"/>
                                        <p:tgtEl>
                                          <p:spTgt spid="79"/>
                                        </p:tgtEl>
                                        <p:attrNameLst>
                                          <p:attrName>ppt_h</p:attrName>
                                        </p:attrNameLst>
                                      </p:cBhvr>
                                      <p:tavLst>
                                        <p:tav tm="0">
                                          <p:val>
                                            <p:strVal val="#ppt_h"/>
                                          </p:val>
                                        </p:tav>
                                        <p:tav tm="100000">
                                          <p:val>
                                            <p:strVal val="#ppt_h"/>
                                          </p:val>
                                        </p:tav>
                                      </p:tavLst>
                                    </p:anim>
                                  </p:childTnLst>
                                </p:cTn>
                              </p:par>
                              <p:par>
                                <p:cTn id="61" presetID="17" presetClass="entr" presetSubtype="10" fill="hold" grpId="0" nodeType="withEffect">
                                  <p:stCondLst>
                                    <p:cond delay="0"/>
                                  </p:stCondLst>
                                  <p:childTnLst>
                                    <p:set>
                                      <p:cBhvr>
                                        <p:cTn id="62" dur="1" fill="hold">
                                          <p:stCondLst>
                                            <p:cond delay="0"/>
                                          </p:stCondLst>
                                        </p:cTn>
                                        <p:tgtEl>
                                          <p:spTgt spid="80"/>
                                        </p:tgtEl>
                                        <p:attrNameLst>
                                          <p:attrName>style.visibility</p:attrName>
                                        </p:attrNameLst>
                                      </p:cBhvr>
                                      <p:to>
                                        <p:strVal val="visible"/>
                                      </p:to>
                                    </p:set>
                                    <p:anim calcmode="lin" valueType="num">
                                      <p:cBhvr>
                                        <p:cTn id="63" dur="500" fill="hold"/>
                                        <p:tgtEl>
                                          <p:spTgt spid="80"/>
                                        </p:tgtEl>
                                        <p:attrNameLst>
                                          <p:attrName>ppt_w</p:attrName>
                                        </p:attrNameLst>
                                      </p:cBhvr>
                                      <p:tavLst>
                                        <p:tav tm="0">
                                          <p:val>
                                            <p:fltVal val="0"/>
                                          </p:val>
                                        </p:tav>
                                        <p:tav tm="100000">
                                          <p:val>
                                            <p:strVal val="#ppt_w"/>
                                          </p:val>
                                        </p:tav>
                                      </p:tavLst>
                                    </p:anim>
                                    <p:anim calcmode="lin" valueType="num">
                                      <p:cBhvr>
                                        <p:cTn id="64" dur="500" fill="hold"/>
                                        <p:tgtEl>
                                          <p:spTgt spid="80"/>
                                        </p:tgtEl>
                                        <p:attrNameLst>
                                          <p:attrName>ppt_h</p:attrName>
                                        </p:attrNameLst>
                                      </p:cBhvr>
                                      <p:tavLst>
                                        <p:tav tm="0">
                                          <p:val>
                                            <p:strVal val="#ppt_h"/>
                                          </p:val>
                                        </p:tav>
                                        <p:tav tm="100000">
                                          <p:val>
                                            <p:strVal val="#ppt_h"/>
                                          </p:val>
                                        </p:tav>
                                      </p:tavLst>
                                    </p:anim>
                                  </p:childTnLst>
                                </p:cTn>
                              </p:par>
                              <p:par>
                                <p:cTn id="65" presetID="17" presetClass="entr" presetSubtype="10" fill="hold" grpId="0" nodeType="withEffect">
                                  <p:stCondLst>
                                    <p:cond delay="0"/>
                                  </p:stCondLst>
                                  <p:childTnLst>
                                    <p:set>
                                      <p:cBhvr>
                                        <p:cTn id="66" dur="1" fill="hold">
                                          <p:stCondLst>
                                            <p:cond delay="0"/>
                                          </p:stCondLst>
                                        </p:cTn>
                                        <p:tgtEl>
                                          <p:spTgt spid="81"/>
                                        </p:tgtEl>
                                        <p:attrNameLst>
                                          <p:attrName>style.visibility</p:attrName>
                                        </p:attrNameLst>
                                      </p:cBhvr>
                                      <p:to>
                                        <p:strVal val="visible"/>
                                      </p:to>
                                    </p:set>
                                    <p:anim calcmode="lin" valueType="num">
                                      <p:cBhvr>
                                        <p:cTn id="67" dur="500" fill="hold"/>
                                        <p:tgtEl>
                                          <p:spTgt spid="81"/>
                                        </p:tgtEl>
                                        <p:attrNameLst>
                                          <p:attrName>ppt_w</p:attrName>
                                        </p:attrNameLst>
                                      </p:cBhvr>
                                      <p:tavLst>
                                        <p:tav tm="0">
                                          <p:val>
                                            <p:fltVal val="0"/>
                                          </p:val>
                                        </p:tav>
                                        <p:tav tm="100000">
                                          <p:val>
                                            <p:strVal val="#ppt_w"/>
                                          </p:val>
                                        </p:tav>
                                      </p:tavLst>
                                    </p:anim>
                                    <p:anim calcmode="lin" valueType="num">
                                      <p:cBhvr>
                                        <p:cTn id="68" dur="500" fill="hold"/>
                                        <p:tgtEl>
                                          <p:spTgt spid="81"/>
                                        </p:tgtEl>
                                        <p:attrNameLst>
                                          <p:attrName>ppt_h</p:attrName>
                                        </p:attrNameLst>
                                      </p:cBhvr>
                                      <p:tavLst>
                                        <p:tav tm="0">
                                          <p:val>
                                            <p:strVal val="#ppt_h"/>
                                          </p:val>
                                        </p:tav>
                                        <p:tav tm="100000">
                                          <p:val>
                                            <p:strVal val="#ppt_h"/>
                                          </p:val>
                                        </p:tav>
                                      </p:tavLst>
                                    </p:anim>
                                  </p:childTnLst>
                                </p:cTn>
                              </p:par>
                              <p:par>
                                <p:cTn id="69" presetID="17" presetClass="entr" presetSubtype="10" fill="hold" grpId="0" nodeType="withEffect">
                                  <p:stCondLst>
                                    <p:cond delay="0"/>
                                  </p:stCondLst>
                                  <p:childTnLst>
                                    <p:set>
                                      <p:cBhvr>
                                        <p:cTn id="70" dur="1" fill="hold">
                                          <p:stCondLst>
                                            <p:cond delay="0"/>
                                          </p:stCondLst>
                                        </p:cTn>
                                        <p:tgtEl>
                                          <p:spTgt spid="82"/>
                                        </p:tgtEl>
                                        <p:attrNameLst>
                                          <p:attrName>style.visibility</p:attrName>
                                        </p:attrNameLst>
                                      </p:cBhvr>
                                      <p:to>
                                        <p:strVal val="visible"/>
                                      </p:to>
                                    </p:set>
                                    <p:anim calcmode="lin" valueType="num">
                                      <p:cBhvr>
                                        <p:cTn id="71" dur="500" fill="hold"/>
                                        <p:tgtEl>
                                          <p:spTgt spid="82"/>
                                        </p:tgtEl>
                                        <p:attrNameLst>
                                          <p:attrName>ppt_w</p:attrName>
                                        </p:attrNameLst>
                                      </p:cBhvr>
                                      <p:tavLst>
                                        <p:tav tm="0">
                                          <p:val>
                                            <p:fltVal val="0"/>
                                          </p:val>
                                        </p:tav>
                                        <p:tav tm="100000">
                                          <p:val>
                                            <p:strVal val="#ppt_w"/>
                                          </p:val>
                                        </p:tav>
                                      </p:tavLst>
                                    </p:anim>
                                    <p:anim calcmode="lin" valueType="num">
                                      <p:cBhvr>
                                        <p:cTn id="72" dur="500" fill="hold"/>
                                        <p:tgtEl>
                                          <p:spTgt spid="82"/>
                                        </p:tgtEl>
                                        <p:attrNameLst>
                                          <p:attrName>ppt_h</p:attrName>
                                        </p:attrNameLst>
                                      </p:cBhvr>
                                      <p:tavLst>
                                        <p:tav tm="0">
                                          <p:val>
                                            <p:strVal val="#ppt_h"/>
                                          </p:val>
                                        </p:tav>
                                        <p:tav tm="100000">
                                          <p:val>
                                            <p:strVal val="#ppt_h"/>
                                          </p:val>
                                        </p:tav>
                                      </p:tavLst>
                                    </p:anim>
                                  </p:childTnLst>
                                </p:cTn>
                              </p:par>
                              <p:par>
                                <p:cTn id="73" presetID="17" presetClass="entr" presetSubtype="10" fill="hold" grpId="0" nodeType="withEffect">
                                  <p:stCondLst>
                                    <p:cond delay="0"/>
                                  </p:stCondLst>
                                  <p:childTnLst>
                                    <p:set>
                                      <p:cBhvr>
                                        <p:cTn id="74" dur="1" fill="hold">
                                          <p:stCondLst>
                                            <p:cond delay="0"/>
                                          </p:stCondLst>
                                        </p:cTn>
                                        <p:tgtEl>
                                          <p:spTgt spid="84"/>
                                        </p:tgtEl>
                                        <p:attrNameLst>
                                          <p:attrName>style.visibility</p:attrName>
                                        </p:attrNameLst>
                                      </p:cBhvr>
                                      <p:to>
                                        <p:strVal val="visible"/>
                                      </p:to>
                                    </p:set>
                                    <p:anim calcmode="lin" valueType="num">
                                      <p:cBhvr>
                                        <p:cTn id="75" dur="500" fill="hold"/>
                                        <p:tgtEl>
                                          <p:spTgt spid="84"/>
                                        </p:tgtEl>
                                        <p:attrNameLst>
                                          <p:attrName>ppt_w</p:attrName>
                                        </p:attrNameLst>
                                      </p:cBhvr>
                                      <p:tavLst>
                                        <p:tav tm="0">
                                          <p:val>
                                            <p:fltVal val="0"/>
                                          </p:val>
                                        </p:tav>
                                        <p:tav tm="100000">
                                          <p:val>
                                            <p:strVal val="#ppt_w"/>
                                          </p:val>
                                        </p:tav>
                                      </p:tavLst>
                                    </p:anim>
                                    <p:anim calcmode="lin" valueType="num">
                                      <p:cBhvr>
                                        <p:cTn id="76" dur="500" fill="hold"/>
                                        <p:tgtEl>
                                          <p:spTgt spid="84"/>
                                        </p:tgtEl>
                                        <p:attrNameLst>
                                          <p:attrName>ppt_h</p:attrName>
                                        </p:attrNameLst>
                                      </p:cBhvr>
                                      <p:tavLst>
                                        <p:tav tm="0">
                                          <p:val>
                                            <p:strVal val="#ppt_h"/>
                                          </p:val>
                                        </p:tav>
                                        <p:tav tm="100000">
                                          <p:val>
                                            <p:strVal val="#ppt_h"/>
                                          </p:val>
                                        </p:tav>
                                      </p:tavLst>
                                    </p:anim>
                                  </p:childTnLst>
                                </p:cTn>
                              </p:par>
                              <p:par>
                                <p:cTn id="77" presetID="17" presetClass="entr" presetSubtype="10" fill="hold" grpId="0" nodeType="withEffect">
                                  <p:stCondLst>
                                    <p:cond delay="0"/>
                                  </p:stCondLst>
                                  <p:childTnLst>
                                    <p:set>
                                      <p:cBhvr>
                                        <p:cTn id="78" dur="1" fill="hold">
                                          <p:stCondLst>
                                            <p:cond delay="0"/>
                                          </p:stCondLst>
                                        </p:cTn>
                                        <p:tgtEl>
                                          <p:spTgt spid="85"/>
                                        </p:tgtEl>
                                        <p:attrNameLst>
                                          <p:attrName>style.visibility</p:attrName>
                                        </p:attrNameLst>
                                      </p:cBhvr>
                                      <p:to>
                                        <p:strVal val="visible"/>
                                      </p:to>
                                    </p:set>
                                    <p:anim calcmode="lin" valueType="num">
                                      <p:cBhvr>
                                        <p:cTn id="79" dur="500" fill="hold"/>
                                        <p:tgtEl>
                                          <p:spTgt spid="85"/>
                                        </p:tgtEl>
                                        <p:attrNameLst>
                                          <p:attrName>ppt_w</p:attrName>
                                        </p:attrNameLst>
                                      </p:cBhvr>
                                      <p:tavLst>
                                        <p:tav tm="0">
                                          <p:val>
                                            <p:fltVal val="0"/>
                                          </p:val>
                                        </p:tav>
                                        <p:tav tm="100000">
                                          <p:val>
                                            <p:strVal val="#ppt_w"/>
                                          </p:val>
                                        </p:tav>
                                      </p:tavLst>
                                    </p:anim>
                                    <p:anim calcmode="lin" valueType="num">
                                      <p:cBhvr>
                                        <p:cTn id="80" dur="500" fill="hold"/>
                                        <p:tgtEl>
                                          <p:spTgt spid="85"/>
                                        </p:tgtEl>
                                        <p:attrNameLst>
                                          <p:attrName>ppt_h</p:attrName>
                                        </p:attrNameLst>
                                      </p:cBhvr>
                                      <p:tavLst>
                                        <p:tav tm="0">
                                          <p:val>
                                            <p:strVal val="#ppt_h"/>
                                          </p:val>
                                        </p:tav>
                                        <p:tav tm="100000">
                                          <p:val>
                                            <p:strVal val="#ppt_h"/>
                                          </p:val>
                                        </p:tav>
                                      </p:tavLst>
                                    </p:anim>
                                  </p:childTnLst>
                                </p:cTn>
                              </p:par>
                              <p:par>
                                <p:cTn id="81" presetID="17" presetClass="entr" presetSubtype="10" fill="hold" grpId="0" nodeType="withEffect">
                                  <p:stCondLst>
                                    <p:cond delay="0"/>
                                  </p:stCondLst>
                                  <p:childTnLst>
                                    <p:set>
                                      <p:cBhvr>
                                        <p:cTn id="82" dur="1" fill="hold">
                                          <p:stCondLst>
                                            <p:cond delay="0"/>
                                          </p:stCondLst>
                                        </p:cTn>
                                        <p:tgtEl>
                                          <p:spTgt spid="86"/>
                                        </p:tgtEl>
                                        <p:attrNameLst>
                                          <p:attrName>style.visibility</p:attrName>
                                        </p:attrNameLst>
                                      </p:cBhvr>
                                      <p:to>
                                        <p:strVal val="visible"/>
                                      </p:to>
                                    </p:set>
                                    <p:anim calcmode="lin" valueType="num">
                                      <p:cBhvr>
                                        <p:cTn id="83" dur="500" fill="hold"/>
                                        <p:tgtEl>
                                          <p:spTgt spid="86"/>
                                        </p:tgtEl>
                                        <p:attrNameLst>
                                          <p:attrName>ppt_w</p:attrName>
                                        </p:attrNameLst>
                                      </p:cBhvr>
                                      <p:tavLst>
                                        <p:tav tm="0">
                                          <p:val>
                                            <p:fltVal val="0"/>
                                          </p:val>
                                        </p:tav>
                                        <p:tav tm="100000">
                                          <p:val>
                                            <p:strVal val="#ppt_w"/>
                                          </p:val>
                                        </p:tav>
                                      </p:tavLst>
                                    </p:anim>
                                    <p:anim calcmode="lin" valueType="num">
                                      <p:cBhvr>
                                        <p:cTn id="84" dur="500" fill="hold"/>
                                        <p:tgtEl>
                                          <p:spTgt spid="86"/>
                                        </p:tgtEl>
                                        <p:attrNameLst>
                                          <p:attrName>ppt_h</p:attrName>
                                        </p:attrNameLst>
                                      </p:cBhvr>
                                      <p:tavLst>
                                        <p:tav tm="0">
                                          <p:val>
                                            <p:strVal val="#ppt_h"/>
                                          </p:val>
                                        </p:tav>
                                        <p:tav tm="100000">
                                          <p:val>
                                            <p:strVal val="#ppt_h"/>
                                          </p:val>
                                        </p:tav>
                                      </p:tavLst>
                                    </p:anim>
                                  </p:childTnLst>
                                </p:cTn>
                              </p:par>
                              <p:par>
                                <p:cTn id="85" presetID="17" presetClass="entr" presetSubtype="10" fill="hold" grpId="0" nodeType="withEffect">
                                  <p:stCondLst>
                                    <p:cond delay="0"/>
                                  </p:stCondLst>
                                  <p:childTnLst>
                                    <p:set>
                                      <p:cBhvr>
                                        <p:cTn id="86" dur="1" fill="hold">
                                          <p:stCondLst>
                                            <p:cond delay="0"/>
                                          </p:stCondLst>
                                        </p:cTn>
                                        <p:tgtEl>
                                          <p:spTgt spid="87"/>
                                        </p:tgtEl>
                                        <p:attrNameLst>
                                          <p:attrName>style.visibility</p:attrName>
                                        </p:attrNameLst>
                                      </p:cBhvr>
                                      <p:to>
                                        <p:strVal val="visible"/>
                                      </p:to>
                                    </p:set>
                                    <p:anim calcmode="lin" valueType="num">
                                      <p:cBhvr>
                                        <p:cTn id="87" dur="500" fill="hold"/>
                                        <p:tgtEl>
                                          <p:spTgt spid="87"/>
                                        </p:tgtEl>
                                        <p:attrNameLst>
                                          <p:attrName>ppt_w</p:attrName>
                                        </p:attrNameLst>
                                      </p:cBhvr>
                                      <p:tavLst>
                                        <p:tav tm="0">
                                          <p:val>
                                            <p:fltVal val="0"/>
                                          </p:val>
                                        </p:tav>
                                        <p:tav tm="100000">
                                          <p:val>
                                            <p:strVal val="#ppt_w"/>
                                          </p:val>
                                        </p:tav>
                                      </p:tavLst>
                                    </p:anim>
                                    <p:anim calcmode="lin" valueType="num">
                                      <p:cBhvr>
                                        <p:cTn id="88" dur="500" fill="hold"/>
                                        <p:tgtEl>
                                          <p:spTgt spid="87"/>
                                        </p:tgtEl>
                                        <p:attrNameLst>
                                          <p:attrName>ppt_h</p:attrName>
                                        </p:attrNameLst>
                                      </p:cBhvr>
                                      <p:tavLst>
                                        <p:tav tm="0">
                                          <p:val>
                                            <p:strVal val="#ppt_h"/>
                                          </p:val>
                                        </p:tav>
                                        <p:tav tm="100000">
                                          <p:val>
                                            <p:strVal val="#ppt_h"/>
                                          </p:val>
                                        </p:tav>
                                      </p:tavLst>
                                    </p:anim>
                                  </p:childTnLst>
                                </p:cTn>
                              </p:par>
                              <p:par>
                                <p:cTn id="89" presetID="17" presetClass="entr" presetSubtype="10" fill="hold" grpId="0" nodeType="withEffect">
                                  <p:stCondLst>
                                    <p:cond delay="0"/>
                                  </p:stCondLst>
                                  <p:childTnLst>
                                    <p:set>
                                      <p:cBhvr>
                                        <p:cTn id="90" dur="1" fill="hold">
                                          <p:stCondLst>
                                            <p:cond delay="0"/>
                                          </p:stCondLst>
                                        </p:cTn>
                                        <p:tgtEl>
                                          <p:spTgt spid="88"/>
                                        </p:tgtEl>
                                        <p:attrNameLst>
                                          <p:attrName>style.visibility</p:attrName>
                                        </p:attrNameLst>
                                      </p:cBhvr>
                                      <p:to>
                                        <p:strVal val="visible"/>
                                      </p:to>
                                    </p:set>
                                    <p:anim calcmode="lin" valueType="num">
                                      <p:cBhvr>
                                        <p:cTn id="91" dur="500" fill="hold"/>
                                        <p:tgtEl>
                                          <p:spTgt spid="88"/>
                                        </p:tgtEl>
                                        <p:attrNameLst>
                                          <p:attrName>ppt_w</p:attrName>
                                        </p:attrNameLst>
                                      </p:cBhvr>
                                      <p:tavLst>
                                        <p:tav tm="0">
                                          <p:val>
                                            <p:fltVal val="0"/>
                                          </p:val>
                                        </p:tav>
                                        <p:tav tm="100000">
                                          <p:val>
                                            <p:strVal val="#ppt_w"/>
                                          </p:val>
                                        </p:tav>
                                      </p:tavLst>
                                    </p:anim>
                                    <p:anim calcmode="lin" valueType="num">
                                      <p:cBhvr>
                                        <p:cTn id="92" dur="500" fill="hold"/>
                                        <p:tgtEl>
                                          <p:spTgt spid="88"/>
                                        </p:tgtEl>
                                        <p:attrNameLst>
                                          <p:attrName>ppt_h</p:attrName>
                                        </p:attrNameLst>
                                      </p:cBhvr>
                                      <p:tavLst>
                                        <p:tav tm="0">
                                          <p:val>
                                            <p:strVal val="#ppt_h"/>
                                          </p:val>
                                        </p:tav>
                                        <p:tav tm="100000">
                                          <p:val>
                                            <p:strVal val="#ppt_h"/>
                                          </p:val>
                                        </p:tav>
                                      </p:tavLst>
                                    </p:anim>
                                  </p:childTnLst>
                                </p:cTn>
                              </p:par>
                              <p:par>
                                <p:cTn id="93" presetID="17" presetClass="entr" presetSubtype="10" fill="hold" grpId="0" nodeType="withEffect">
                                  <p:stCondLst>
                                    <p:cond delay="0"/>
                                  </p:stCondLst>
                                  <p:childTnLst>
                                    <p:set>
                                      <p:cBhvr>
                                        <p:cTn id="94" dur="1" fill="hold">
                                          <p:stCondLst>
                                            <p:cond delay="0"/>
                                          </p:stCondLst>
                                        </p:cTn>
                                        <p:tgtEl>
                                          <p:spTgt spid="89"/>
                                        </p:tgtEl>
                                        <p:attrNameLst>
                                          <p:attrName>style.visibility</p:attrName>
                                        </p:attrNameLst>
                                      </p:cBhvr>
                                      <p:to>
                                        <p:strVal val="visible"/>
                                      </p:to>
                                    </p:set>
                                    <p:anim calcmode="lin" valueType="num">
                                      <p:cBhvr>
                                        <p:cTn id="95" dur="500" fill="hold"/>
                                        <p:tgtEl>
                                          <p:spTgt spid="89"/>
                                        </p:tgtEl>
                                        <p:attrNameLst>
                                          <p:attrName>ppt_w</p:attrName>
                                        </p:attrNameLst>
                                      </p:cBhvr>
                                      <p:tavLst>
                                        <p:tav tm="0">
                                          <p:val>
                                            <p:fltVal val="0"/>
                                          </p:val>
                                        </p:tav>
                                        <p:tav tm="100000">
                                          <p:val>
                                            <p:strVal val="#ppt_w"/>
                                          </p:val>
                                        </p:tav>
                                      </p:tavLst>
                                    </p:anim>
                                    <p:anim calcmode="lin" valueType="num">
                                      <p:cBhvr>
                                        <p:cTn id="96" dur="500" fill="hold"/>
                                        <p:tgtEl>
                                          <p:spTgt spid="89"/>
                                        </p:tgtEl>
                                        <p:attrNameLst>
                                          <p:attrName>ppt_h</p:attrName>
                                        </p:attrNameLst>
                                      </p:cBhvr>
                                      <p:tavLst>
                                        <p:tav tm="0">
                                          <p:val>
                                            <p:strVal val="#ppt_h"/>
                                          </p:val>
                                        </p:tav>
                                        <p:tav tm="100000">
                                          <p:val>
                                            <p:strVal val="#ppt_h"/>
                                          </p:val>
                                        </p:tav>
                                      </p:tavLst>
                                    </p:anim>
                                  </p:childTnLst>
                                </p:cTn>
                              </p:par>
                              <p:par>
                                <p:cTn id="97" presetID="17" presetClass="entr" presetSubtype="10" fill="hold" grpId="0" nodeType="withEffect">
                                  <p:stCondLst>
                                    <p:cond delay="0"/>
                                  </p:stCondLst>
                                  <p:childTnLst>
                                    <p:set>
                                      <p:cBhvr>
                                        <p:cTn id="98" dur="1" fill="hold">
                                          <p:stCondLst>
                                            <p:cond delay="0"/>
                                          </p:stCondLst>
                                        </p:cTn>
                                        <p:tgtEl>
                                          <p:spTgt spid="92"/>
                                        </p:tgtEl>
                                        <p:attrNameLst>
                                          <p:attrName>style.visibility</p:attrName>
                                        </p:attrNameLst>
                                      </p:cBhvr>
                                      <p:to>
                                        <p:strVal val="visible"/>
                                      </p:to>
                                    </p:set>
                                    <p:anim calcmode="lin" valueType="num">
                                      <p:cBhvr>
                                        <p:cTn id="99" dur="500" fill="hold"/>
                                        <p:tgtEl>
                                          <p:spTgt spid="92"/>
                                        </p:tgtEl>
                                        <p:attrNameLst>
                                          <p:attrName>ppt_w</p:attrName>
                                        </p:attrNameLst>
                                      </p:cBhvr>
                                      <p:tavLst>
                                        <p:tav tm="0">
                                          <p:val>
                                            <p:fltVal val="0"/>
                                          </p:val>
                                        </p:tav>
                                        <p:tav tm="100000">
                                          <p:val>
                                            <p:strVal val="#ppt_w"/>
                                          </p:val>
                                        </p:tav>
                                      </p:tavLst>
                                    </p:anim>
                                    <p:anim calcmode="lin" valueType="num">
                                      <p:cBhvr>
                                        <p:cTn id="100" dur="500" fill="hold"/>
                                        <p:tgtEl>
                                          <p:spTgt spid="92"/>
                                        </p:tgtEl>
                                        <p:attrNameLst>
                                          <p:attrName>ppt_h</p:attrName>
                                        </p:attrNameLst>
                                      </p:cBhvr>
                                      <p:tavLst>
                                        <p:tav tm="0">
                                          <p:val>
                                            <p:strVal val="#ppt_h"/>
                                          </p:val>
                                        </p:tav>
                                        <p:tav tm="100000">
                                          <p:val>
                                            <p:strVal val="#ppt_h"/>
                                          </p:val>
                                        </p:tav>
                                      </p:tavLst>
                                    </p:anim>
                                  </p:childTnLst>
                                </p:cTn>
                              </p:par>
                              <p:par>
                                <p:cTn id="101" presetID="17" presetClass="entr" presetSubtype="10" fill="hold" grpId="0" nodeType="withEffect">
                                  <p:stCondLst>
                                    <p:cond delay="0"/>
                                  </p:stCondLst>
                                  <p:childTnLst>
                                    <p:set>
                                      <p:cBhvr>
                                        <p:cTn id="102" dur="1" fill="hold">
                                          <p:stCondLst>
                                            <p:cond delay="0"/>
                                          </p:stCondLst>
                                        </p:cTn>
                                        <p:tgtEl>
                                          <p:spTgt spid="95"/>
                                        </p:tgtEl>
                                        <p:attrNameLst>
                                          <p:attrName>style.visibility</p:attrName>
                                        </p:attrNameLst>
                                      </p:cBhvr>
                                      <p:to>
                                        <p:strVal val="visible"/>
                                      </p:to>
                                    </p:set>
                                    <p:anim calcmode="lin" valueType="num">
                                      <p:cBhvr>
                                        <p:cTn id="103" dur="500" fill="hold"/>
                                        <p:tgtEl>
                                          <p:spTgt spid="95"/>
                                        </p:tgtEl>
                                        <p:attrNameLst>
                                          <p:attrName>ppt_w</p:attrName>
                                        </p:attrNameLst>
                                      </p:cBhvr>
                                      <p:tavLst>
                                        <p:tav tm="0">
                                          <p:val>
                                            <p:fltVal val="0"/>
                                          </p:val>
                                        </p:tav>
                                        <p:tav tm="100000">
                                          <p:val>
                                            <p:strVal val="#ppt_w"/>
                                          </p:val>
                                        </p:tav>
                                      </p:tavLst>
                                    </p:anim>
                                    <p:anim calcmode="lin" valueType="num">
                                      <p:cBhvr>
                                        <p:cTn id="104" dur="500" fill="hold"/>
                                        <p:tgtEl>
                                          <p:spTgt spid="95"/>
                                        </p:tgtEl>
                                        <p:attrNameLst>
                                          <p:attrName>ppt_h</p:attrName>
                                        </p:attrNameLst>
                                      </p:cBhvr>
                                      <p:tavLst>
                                        <p:tav tm="0">
                                          <p:val>
                                            <p:strVal val="#ppt_h"/>
                                          </p:val>
                                        </p:tav>
                                        <p:tav tm="100000">
                                          <p:val>
                                            <p:strVal val="#ppt_h"/>
                                          </p:val>
                                        </p:tav>
                                      </p:tavLst>
                                    </p:anim>
                                  </p:childTnLst>
                                </p:cTn>
                              </p:par>
                              <p:par>
                                <p:cTn id="105" presetID="17" presetClass="entr" presetSubtype="10" fill="hold" grpId="0" nodeType="withEffect">
                                  <p:stCondLst>
                                    <p:cond delay="0"/>
                                  </p:stCondLst>
                                  <p:childTnLst>
                                    <p:set>
                                      <p:cBhvr>
                                        <p:cTn id="106" dur="1" fill="hold">
                                          <p:stCondLst>
                                            <p:cond delay="0"/>
                                          </p:stCondLst>
                                        </p:cTn>
                                        <p:tgtEl>
                                          <p:spTgt spid="98"/>
                                        </p:tgtEl>
                                        <p:attrNameLst>
                                          <p:attrName>style.visibility</p:attrName>
                                        </p:attrNameLst>
                                      </p:cBhvr>
                                      <p:to>
                                        <p:strVal val="visible"/>
                                      </p:to>
                                    </p:set>
                                    <p:anim calcmode="lin" valueType="num">
                                      <p:cBhvr>
                                        <p:cTn id="107" dur="500" fill="hold"/>
                                        <p:tgtEl>
                                          <p:spTgt spid="98"/>
                                        </p:tgtEl>
                                        <p:attrNameLst>
                                          <p:attrName>ppt_w</p:attrName>
                                        </p:attrNameLst>
                                      </p:cBhvr>
                                      <p:tavLst>
                                        <p:tav tm="0">
                                          <p:val>
                                            <p:fltVal val="0"/>
                                          </p:val>
                                        </p:tav>
                                        <p:tav tm="100000">
                                          <p:val>
                                            <p:strVal val="#ppt_w"/>
                                          </p:val>
                                        </p:tav>
                                      </p:tavLst>
                                    </p:anim>
                                    <p:anim calcmode="lin" valueType="num">
                                      <p:cBhvr>
                                        <p:cTn id="108" dur="500" fill="hold"/>
                                        <p:tgtEl>
                                          <p:spTgt spid="98"/>
                                        </p:tgtEl>
                                        <p:attrNameLst>
                                          <p:attrName>ppt_h</p:attrName>
                                        </p:attrNameLst>
                                      </p:cBhvr>
                                      <p:tavLst>
                                        <p:tav tm="0">
                                          <p:val>
                                            <p:strVal val="#ppt_h"/>
                                          </p:val>
                                        </p:tav>
                                        <p:tav tm="100000">
                                          <p:val>
                                            <p:strVal val="#ppt_h"/>
                                          </p:val>
                                        </p:tav>
                                      </p:tavLst>
                                    </p:anim>
                                  </p:childTnLst>
                                </p:cTn>
                              </p:par>
                              <p:par>
                                <p:cTn id="109" presetID="17" presetClass="entr" presetSubtype="10" fill="hold" grpId="0" nodeType="withEffect">
                                  <p:stCondLst>
                                    <p:cond delay="0"/>
                                  </p:stCondLst>
                                  <p:childTnLst>
                                    <p:set>
                                      <p:cBhvr>
                                        <p:cTn id="110" dur="1" fill="hold">
                                          <p:stCondLst>
                                            <p:cond delay="0"/>
                                          </p:stCondLst>
                                        </p:cTn>
                                        <p:tgtEl>
                                          <p:spTgt spid="100"/>
                                        </p:tgtEl>
                                        <p:attrNameLst>
                                          <p:attrName>style.visibility</p:attrName>
                                        </p:attrNameLst>
                                      </p:cBhvr>
                                      <p:to>
                                        <p:strVal val="visible"/>
                                      </p:to>
                                    </p:set>
                                    <p:anim calcmode="lin" valueType="num">
                                      <p:cBhvr>
                                        <p:cTn id="111" dur="500" fill="hold"/>
                                        <p:tgtEl>
                                          <p:spTgt spid="100"/>
                                        </p:tgtEl>
                                        <p:attrNameLst>
                                          <p:attrName>ppt_w</p:attrName>
                                        </p:attrNameLst>
                                      </p:cBhvr>
                                      <p:tavLst>
                                        <p:tav tm="0">
                                          <p:val>
                                            <p:fltVal val="0"/>
                                          </p:val>
                                        </p:tav>
                                        <p:tav tm="100000">
                                          <p:val>
                                            <p:strVal val="#ppt_w"/>
                                          </p:val>
                                        </p:tav>
                                      </p:tavLst>
                                    </p:anim>
                                    <p:anim calcmode="lin" valueType="num">
                                      <p:cBhvr>
                                        <p:cTn id="112" dur="500" fill="hold"/>
                                        <p:tgtEl>
                                          <p:spTgt spid="100"/>
                                        </p:tgtEl>
                                        <p:attrNameLst>
                                          <p:attrName>ppt_h</p:attrName>
                                        </p:attrNameLst>
                                      </p:cBhvr>
                                      <p:tavLst>
                                        <p:tav tm="0">
                                          <p:val>
                                            <p:strVal val="#ppt_h"/>
                                          </p:val>
                                        </p:tav>
                                        <p:tav tm="100000">
                                          <p:val>
                                            <p:strVal val="#ppt_h"/>
                                          </p:val>
                                        </p:tav>
                                      </p:tavLst>
                                    </p:anim>
                                  </p:childTnLst>
                                </p:cTn>
                              </p:par>
                              <p:par>
                                <p:cTn id="113" presetID="17" presetClass="entr" presetSubtype="10" fill="hold" grpId="0" nodeType="withEffect">
                                  <p:stCondLst>
                                    <p:cond delay="0"/>
                                  </p:stCondLst>
                                  <p:childTnLst>
                                    <p:set>
                                      <p:cBhvr>
                                        <p:cTn id="114" dur="1" fill="hold">
                                          <p:stCondLst>
                                            <p:cond delay="0"/>
                                          </p:stCondLst>
                                        </p:cTn>
                                        <p:tgtEl>
                                          <p:spTgt spid="101"/>
                                        </p:tgtEl>
                                        <p:attrNameLst>
                                          <p:attrName>style.visibility</p:attrName>
                                        </p:attrNameLst>
                                      </p:cBhvr>
                                      <p:to>
                                        <p:strVal val="visible"/>
                                      </p:to>
                                    </p:set>
                                    <p:anim calcmode="lin" valueType="num">
                                      <p:cBhvr>
                                        <p:cTn id="115" dur="500" fill="hold"/>
                                        <p:tgtEl>
                                          <p:spTgt spid="101"/>
                                        </p:tgtEl>
                                        <p:attrNameLst>
                                          <p:attrName>ppt_w</p:attrName>
                                        </p:attrNameLst>
                                      </p:cBhvr>
                                      <p:tavLst>
                                        <p:tav tm="0">
                                          <p:val>
                                            <p:fltVal val="0"/>
                                          </p:val>
                                        </p:tav>
                                        <p:tav tm="100000">
                                          <p:val>
                                            <p:strVal val="#ppt_w"/>
                                          </p:val>
                                        </p:tav>
                                      </p:tavLst>
                                    </p:anim>
                                    <p:anim calcmode="lin" valueType="num">
                                      <p:cBhvr>
                                        <p:cTn id="116" dur="500" fill="hold"/>
                                        <p:tgtEl>
                                          <p:spTgt spid="101"/>
                                        </p:tgtEl>
                                        <p:attrNameLst>
                                          <p:attrName>ppt_h</p:attrName>
                                        </p:attrNameLst>
                                      </p:cBhvr>
                                      <p:tavLst>
                                        <p:tav tm="0">
                                          <p:val>
                                            <p:strVal val="#ppt_h"/>
                                          </p:val>
                                        </p:tav>
                                        <p:tav tm="100000">
                                          <p:val>
                                            <p:strVal val="#ppt_h"/>
                                          </p:val>
                                        </p:tav>
                                      </p:tavLst>
                                    </p:anim>
                                  </p:childTnLst>
                                </p:cTn>
                              </p:par>
                            </p:childTnLst>
                          </p:cTn>
                        </p:par>
                        <p:par>
                          <p:cTn id="117" fill="hold">
                            <p:stCondLst>
                              <p:cond delay="1350"/>
                            </p:stCondLst>
                            <p:childTnLst>
                              <p:par>
                                <p:cTn id="118" presetID="53" presetClass="entr" presetSubtype="16" fill="hold" grpId="0" nodeType="afterEffect">
                                  <p:stCondLst>
                                    <p:cond delay="0"/>
                                  </p:stCondLst>
                                  <p:childTnLst>
                                    <p:set>
                                      <p:cBhvr>
                                        <p:cTn id="119" dur="1" fill="hold">
                                          <p:stCondLst>
                                            <p:cond delay="0"/>
                                          </p:stCondLst>
                                        </p:cTn>
                                        <p:tgtEl>
                                          <p:spTgt spid="102"/>
                                        </p:tgtEl>
                                        <p:attrNameLst>
                                          <p:attrName>style.visibility</p:attrName>
                                        </p:attrNameLst>
                                      </p:cBhvr>
                                      <p:to>
                                        <p:strVal val="visible"/>
                                      </p:to>
                                    </p:set>
                                    <p:anim calcmode="lin" valueType="num">
                                      <p:cBhvr>
                                        <p:cTn id="120" dur="500" fill="hold"/>
                                        <p:tgtEl>
                                          <p:spTgt spid="102"/>
                                        </p:tgtEl>
                                        <p:attrNameLst>
                                          <p:attrName>ppt_w</p:attrName>
                                        </p:attrNameLst>
                                      </p:cBhvr>
                                      <p:tavLst>
                                        <p:tav tm="0">
                                          <p:val>
                                            <p:fltVal val="0"/>
                                          </p:val>
                                        </p:tav>
                                        <p:tav tm="100000">
                                          <p:val>
                                            <p:strVal val="#ppt_w"/>
                                          </p:val>
                                        </p:tav>
                                      </p:tavLst>
                                    </p:anim>
                                    <p:anim calcmode="lin" valueType="num">
                                      <p:cBhvr>
                                        <p:cTn id="121" dur="500" fill="hold"/>
                                        <p:tgtEl>
                                          <p:spTgt spid="102"/>
                                        </p:tgtEl>
                                        <p:attrNameLst>
                                          <p:attrName>ppt_h</p:attrName>
                                        </p:attrNameLst>
                                      </p:cBhvr>
                                      <p:tavLst>
                                        <p:tav tm="0">
                                          <p:val>
                                            <p:fltVal val="0"/>
                                          </p:val>
                                        </p:tav>
                                        <p:tav tm="100000">
                                          <p:val>
                                            <p:strVal val="#ppt_h"/>
                                          </p:val>
                                        </p:tav>
                                      </p:tavLst>
                                    </p:anim>
                                    <p:animEffect transition="in" filter="fade">
                                      <p:cBhvr>
                                        <p:cTn id="122" dur="500"/>
                                        <p:tgtEl>
                                          <p:spTgt spid="102"/>
                                        </p:tgtEl>
                                      </p:cBhvr>
                                    </p:animEffect>
                                  </p:childTnLst>
                                </p:cTn>
                              </p:par>
                              <p:par>
                                <p:cTn id="123" presetID="53" presetClass="entr" presetSubtype="16" fill="hold" grpId="0" nodeType="withEffect">
                                  <p:stCondLst>
                                    <p:cond delay="0"/>
                                  </p:stCondLst>
                                  <p:childTnLst>
                                    <p:set>
                                      <p:cBhvr>
                                        <p:cTn id="124" dur="1" fill="hold">
                                          <p:stCondLst>
                                            <p:cond delay="0"/>
                                          </p:stCondLst>
                                        </p:cTn>
                                        <p:tgtEl>
                                          <p:spTgt spid="103"/>
                                        </p:tgtEl>
                                        <p:attrNameLst>
                                          <p:attrName>style.visibility</p:attrName>
                                        </p:attrNameLst>
                                      </p:cBhvr>
                                      <p:to>
                                        <p:strVal val="visible"/>
                                      </p:to>
                                    </p:set>
                                    <p:anim calcmode="lin" valueType="num">
                                      <p:cBhvr>
                                        <p:cTn id="125" dur="500" fill="hold"/>
                                        <p:tgtEl>
                                          <p:spTgt spid="103"/>
                                        </p:tgtEl>
                                        <p:attrNameLst>
                                          <p:attrName>ppt_w</p:attrName>
                                        </p:attrNameLst>
                                      </p:cBhvr>
                                      <p:tavLst>
                                        <p:tav tm="0">
                                          <p:val>
                                            <p:fltVal val="0"/>
                                          </p:val>
                                        </p:tav>
                                        <p:tav tm="100000">
                                          <p:val>
                                            <p:strVal val="#ppt_w"/>
                                          </p:val>
                                        </p:tav>
                                      </p:tavLst>
                                    </p:anim>
                                    <p:anim calcmode="lin" valueType="num">
                                      <p:cBhvr>
                                        <p:cTn id="126" dur="500" fill="hold"/>
                                        <p:tgtEl>
                                          <p:spTgt spid="103"/>
                                        </p:tgtEl>
                                        <p:attrNameLst>
                                          <p:attrName>ppt_h</p:attrName>
                                        </p:attrNameLst>
                                      </p:cBhvr>
                                      <p:tavLst>
                                        <p:tav tm="0">
                                          <p:val>
                                            <p:fltVal val="0"/>
                                          </p:val>
                                        </p:tav>
                                        <p:tav tm="100000">
                                          <p:val>
                                            <p:strVal val="#ppt_h"/>
                                          </p:val>
                                        </p:tav>
                                      </p:tavLst>
                                    </p:anim>
                                    <p:animEffect transition="in" filter="fade">
                                      <p:cBhvr>
                                        <p:cTn id="127"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0" grpId="0" animBg="1"/>
      <p:bldP spid="51" grpId="0" animBg="1"/>
      <p:bldP spid="63" grpId="0" animBg="1"/>
      <p:bldP spid="64" grpId="0" animBg="1"/>
      <p:bldP spid="65" grpId="0" animBg="1"/>
      <p:bldP spid="66" grpId="0" animBg="1"/>
      <p:bldP spid="73" grpId="0" animBg="1"/>
      <p:bldP spid="75" grpId="0" animBg="1"/>
      <p:bldP spid="77" grpId="0" animBg="1"/>
      <p:bldP spid="79" grpId="0" animBg="1"/>
      <p:bldP spid="80" grpId="0" animBg="1"/>
      <p:bldP spid="81" grpId="0" animBg="1"/>
      <p:bldP spid="82" grpId="0" animBg="1"/>
      <p:bldP spid="84" grpId="0" animBg="1"/>
      <p:bldP spid="85" grpId="0" animBg="1"/>
      <p:bldP spid="86" grpId="0" animBg="1"/>
      <p:bldP spid="87" grpId="0" animBg="1"/>
      <p:bldP spid="88" grpId="0" animBg="1"/>
      <p:bldP spid="89" grpId="0" animBg="1"/>
      <p:bldP spid="92" grpId="0" animBg="1"/>
      <p:bldP spid="95" grpId="0" animBg="1"/>
      <p:bldP spid="98" grpId="0"/>
      <p:bldP spid="100" grpId="0"/>
      <p:bldP spid="101" grpId="0"/>
      <p:bldP spid="102" grpId="0"/>
      <p:bldP spid="10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769876" y="189165"/>
            <a:ext cx="2622658" cy="483235"/>
          </a:xfrm>
          <a:prstGeom prst="rect">
            <a:avLst/>
          </a:prstGeom>
          <a:noFill/>
        </p:spPr>
        <p:txBody>
          <a:bodyPr wrap="square" rtlCol="0">
            <a:spAutoFit/>
          </a:bodyPr>
          <a:lstStyle/>
          <a:p>
            <a:pPr algn="ctr"/>
            <a:r>
              <a:rPr lang="zh-CN" altLang="en-US" sz="2400" b="1" dirty="0">
                <a:solidFill>
                  <a:schemeClr val="tx1">
                    <a:lumMod val="75000"/>
                    <a:lumOff val="25000"/>
                  </a:schemeClr>
                </a:solidFill>
                <a:latin typeface="微软雅黑" panose="020B0503020204020204" charset="-122"/>
                <a:ea typeface="微软雅黑" panose="020B0503020204020204" charset="-122"/>
              </a:rPr>
              <a:t>单击此处添加标题</a:t>
            </a:r>
          </a:p>
        </p:txBody>
      </p:sp>
      <p:cxnSp>
        <p:nvCxnSpPr>
          <p:cNvPr id="6" name="直接连接符 5"/>
          <p:cNvCxnSpPr/>
          <p:nvPr/>
        </p:nvCxnSpPr>
        <p:spPr>
          <a:xfrm>
            <a:off x="7392534" y="477150"/>
            <a:ext cx="4463773"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36892" y="481504"/>
            <a:ext cx="439177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Freeform 2"/>
          <p:cNvSpPr>
            <a:spLocks noChangeArrowheads="1"/>
          </p:cNvSpPr>
          <p:nvPr/>
        </p:nvSpPr>
        <p:spPr bwMode="auto">
          <a:xfrm>
            <a:off x="2598480" y="1725185"/>
            <a:ext cx="1281701" cy="839087"/>
          </a:xfrm>
          <a:custGeom>
            <a:avLst/>
            <a:gdLst>
              <a:gd name="T0" fmla="*/ 5279 w 6102"/>
              <a:gd name="T1" fmla="*/ 3996 h 3997"/>
              <a:gd name="T2" fmla="*/ 5279 w 6102"/>
              <a:gd name="T3" fmla="*/ 3996 h 3997"/>
              <a:gd name="T4" fmla="*/ 6101 w 6102"/>
              <a:gd name="T5" fmla="*/ 3522 h 3997"/>
              <a:gd name="T6" fmla="*/ 0 w 6102"/>
              <a:gd name="T7" fmla="*/ 0 h 3997"/>
              <a:gd name="T8" fmla="*/ 0 w 6102"/>
              <a:gd name="T9" fmla="*/ 948 h 3997"/>
              <a:gd name="T10" fmla="*/ 5279 w 6102"/>
              <a:gd name="T11" fmla="*/ 3996 h 3997"/>
            </a:gdLst>
            <a:ahLst/>
            <a:cxnLst>
              <a:cxn ang="0">
                <a:pos x="T0" y="T1"/>
              </a:cxn>
              <a:cxn ang="0">
                <a:pos x="T2" y="T3"/>
              </a:cxn>
              <a:cxn ang="0">
                <a:pos x="T4" y="T5"/>
              </a:cxn>
              <a:cxn ang="0">
                <a:pos x="T6" y="T7"/>
              </a:cxn>
              <a:cxn ang="0">
                <a:pos x="T8" y="T9"/>
              </a:cxn>
              <a:cxn ang="0">
                <a:pos x="T10" y="T11"/>
              </a:cxn>
            </a:cxnLst>
            <a:rect l="0" t="0" r="r" b="b"/>
            <a:pathLst>
              <a:path w="6102" h="3997">
                <a:moveTo>
                  <a:pt x="5279" y="3996"/>
                </a:moveTo>
                <a:lnTo>
                  <a:pt x="5279" y="3996"/>
                </a:lnTo>
                <a:cubicBezTo>
                  <a:pt x="6101" y="3522"/>
                  <a:pt x="6101" y="3522"/>
                  <a:pt x="6101" y="3522"/>
                </a:cubicBezTo>
                <a:cubicBezTo>
                  <a:pt x="4842" y="1454"/>
                  <a:pt x="2579" y="57"/>
                  <a:pt x="0" y="0"/>
                </a:cubicBezTo>
                <a:cubicBezTo>
                  <a:pt x="0" y="948"/>
                  <a:pt x="0" y="948"/>
                  <a:pt x="0" y="948"/>
                </a:cubicBezTo>
                <a:cubicBezTo>
                  <a:pt x="2232" y="999"/>
                  <a:pt x="4185" y="2207"/>
                  <a:pt x="5279" y="3996"/>
                </a:cubicBezTo>
              </a:path>
            </a:pathLst>
          </a:custGeom>
          <a:solidFill>
            <a:schemeClr val="accent1"/>
          </a:solidFill>
          <a:ln>
            <a:noFill/>
          </a:ln>
          <a:effectLst/>
        </p:spPr>
        <p:txBody>
          <a:bodyPr wrap="none" anchor="ctr"/>
          <a:lstStyle/>
          <a:p>
            <a:endParaRPr lang="en-US" sz="1800" dirty="0">
              <a:latin typeface="微软雅黑" panose="020B0503020204020204" charset="-122"/>
            </a:endParaRPr>
          </a:p>
        </p:txBody>
      </p:sp>
      <p:sp>
        <p:nvSpPr>
          <p:cNvPr id="38" name="Freeform 3"/>
          <p:cNvSpPr>
            <a:spLocks noChangeArrowheads="1"/>
          </p:cNvSpPr>
          <p:nvPr/>
        </p:nvSpPr>
        <p:spPr bwMode="auto">
          <a:xfrm>
            <a:off x="2598480" y="3954415"/>
            <a:ext cx="1281701" cy="840013"/>
          </a:xfrm>
          <a:custGeom>
            <a:avLst/>
            <a:gdLst>
              <a:gd name="T0" fmla="*/ 0 w 6102"/>
              <a:gd name="T1" fmla="*/ 3048 h 3998"/>
              <a:gd name="T2" fmla="*/ 0 w 6102"/>
              <a:gd name="T3" fmla="*/ 3048 h 3998"/>
              <a:gd name="T4" fmla="*/ 0 w 6102"/>
              <a:gd name="T5" fmla="*/ 3997 h 3998"/>
              <a:gd name="T6" fmla="*/ 6101 w 6102"/>
              <a:gd name="T7" fmla="*/ 468 h 3998"/>
              <a:gd name="T8" fmla="*/ 5279 w 6102"/>
              <a:gd name="T9" fmla="*/ 0 h 3998"/>
              <a:gd name="T10" fmla="*/ 0 w 6102"/>
              <a:gd name="T11" fmla="*/ 3048 h 3998"/>
            </a:gdLst>
            <a:ahLst/>
            <a:cxnLst>
              <a:cxn ang="0">
                <a:pos x="T0" y="T1"/>
              </a:cxn>
              <a:cxn ang="0">
                <a:pos x="T2" y="T3"/>
              </a:cxn>
              <a:cxn ang="0">
                <a:pos x="T4" y="T5"/>
              </a:cxn>
              <a:cxn ang="0">
                <a:pos x="T6" y="T7"/>
              </a:cxn>
              <a:cxn ang="0">
                <a:pos x="T8" y="T9"/>
              </a:cxn>
              <a:cxn ang="0">
                <a:pos x="T10" y="T11"/>
              </a:cxn>
            </a:cxnLst>
            <a:rect l="0" t="0" r="r" b="b"/>
            <a:pathLst>
              <a:path w="6102" h="3998">
                <a:moveTo>
                  <a:pt x="0" y="3048"/>
                </a:moveTo>
                <a:lnTo>
                  <a:pt x="0" y="3048"/>
                </a:lnTo>
                <a:cubicBezTo>
                  <a:pt x="0" y="3997"/>
                  <a:pt x="0" y="3997"/>
                  <a:pt x="0" y="3997"/>
                </a:cubicBezTo>
                <a:cubicBezTo>
                  <a:pt x="2579" y="3939"/>
                  <a:pt x="4842" y="2542"/>
                  <a:pt x="6101" y="468"/>
                </a:cubicBezTo>
                <a:cubicBezTo>
                  <a:pt x="5279" y="0"/>
                  <a:pt x="5279" y="0"/>
                  <a:pt x="5279" y="0"/>
                </a:cubicBezTo>
                <a:cubicBezTo>
                  <a:pt x="4185" y="1790"/>
                  <a:pt x="2232" y="2997"/>
                  <a:pt x="0" y="3048"/>
                </a:cubicBezTo>
              </a:path>
            </a:pathLst>
          </a:custGeom>
          <a:solidFill>
            <a:schemeClr val="accent3"/>
          </a:solidFill>
          <a:ln>
            <a:noFill/>
          </a:ln>
          <a:effectLst/>
        </p:spPr>
        <p:txBody>
          <a:bodyPr wrap="none" anchor="ctr"/>
          <a:lstStyle/>
          <a:p>
            <a:endParaRPr lang="en-US" sz="1800" dirty="0">
              <a:latin typeface="微软雅黑" panose="020B0503020204020204" charset="-122"/>
            </a:endParaRPr>
          </a:p>
        </p:txBody>
      </p:sp>
      <p:sp>
        <p:nvSpPr>
          <p:cNvPr id="39" name="Freeform 4"/>
          <p:cNvSpPr>
            <a:spLocks noChangeArrowheads="1"/>
          </p:cNvSpPr>
          <p:nvPr/>
        </p:nvSpPr>
        <p:spPr bwMode="auto">
          <a:xfrm>
            <a:off x="4206162" y="2518891"/>
            <a:ext cx="363025" cy="1480905"/>
          </a:xfrm>
          <a:custGeom>
            <a:avLst/>
            <a:gdLst>
              <a:gd name="T0" fmla="*/ 784 w 1728"/>
              <a:gd name="T1" fmla="*/ 3522 h 7050"/>
              <a:gd name="T2" fmla="*/ 784 w 1728"/>
              <a:gd name="T3" fmla="*/ 3522 h 7050"/>
              <a:gd name="T4" fmla="*/ 0 w 1728"/>
              <a:gd name="T5" fmla="*/ 6575 h 7050"/>
              <a:gd name="T6" fmla="*/ 816 w 1728"/>
              <a:gd name="T7" fmla="*/ 7049 h 7050"/>
              <a:gd name="T8" fmla="*/ 1727 w 1728"/>
              <a:gd name="T9" fmla="*/ 3522 h 7050"/>
              <a:gd name="T10" fmla="*/ 816 w 1728"/>
              <a:gd name="T11" fmla="*/ 0 h 7050"/>
              <a:gd name="T12" fmla="*/ 0 w 1728"/>
              <a:gd name="T13" fmla="*/ 474 h 7050"/>
              <a:gd name="T14" fmla="*/ 784 w 1728"/>
              <a:gd name="T15" fmla="*/ 3522 h 70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28" h="7050">
                <a:moveTo>
                  <a:pt x="784" y="3522"/>
                </a:moveTo>
                <a:lnTo>
                  <a:pt x="784" y="3522"/>
                </a:lnTo>
                <a:cubicBezTo>
                  <a:pt x="784" y="4627"/>
                  <a:pt x="500" y="5671"/>
                  <a:pt x="0" y="6575"/>
                </a:cubicBezTo>
                <a:cubicBezTo>
                  <a:pt x="816" y="7049"/>
                  <a:pt x="816" y="7049"/>
                  <a:pt x="816" y="7049"/>
                </a:cubicBezTo>
                <a:cubicBezTo>
                  <a:pt x="1398" y="6000"/>
                  <a:pt x="1727" y="4798"/>
                  <a:pt x="1727" y="3522"/>
                </a:cubicBezTo>
                <a:cubicBezTo>
                  <a:pt x="1727" y="2251"/>
                  <a:pt x="1398" y="1050"/>
                  <a:pt x="816" y="0"/>
                </a:cubicBezTo>
                <a:cubicBezTo>
                  <a:pt x="0" y="474"/>
                  <a:pt x="0" y="474"/>
                  <a:pt x="0" y="474"/>
                </a:cubicBezTo>
                <a:cubicBezTo>
                  <a:pt x="500" y="1379"/>
                  <a:pt x="784" y="2422"/>
                  <a:pt x="784" y="3522"/>
                </a:cubicBezTo>
              </a:path>
            </a:pathLst>
          </a:custGeom>
          <a:solidFill>
            <a:schemeClr val="accent2"/>
          </a:solidFill>
          <a:ln>
            <a:noFill/>
          </a:ln>
          <a:effectLst/>
        </p:spPr>
        <p:txBody>
          <a:bodyPr wrap="none" anchor="ctr"/>
          <a:lstStyle/>
          <a:p>
            <a:endParaRPr lang="en-US" sz="1800" dirty="0">
              <a:latin typeface="微软雅黑" panose="020B0503020204020204" charset="-122"/>
            </a:endParaRPr>
          </a:p>
        </p:txBody>
      </p:sp>
      <p:sp>
        <p:nvSpPr>
          <p:cNvPr id="48" name="Freeform 5"/>
          <p:cNvSpPr>
            <a:spLocks noChangeArrowheads="1"/>
          </p:cNvSpPr>
          <p:nvPr/>
        </p:nvSpPr>
        <p:spPr bwMode="auto">
          <a:xfrm>
            <a:off x="1031545" y="2518891"/>
            <a:ext cx="363025" cy="1480905"/>
          </a:xfrm>
          <a:custGeom>
            <a:avLst/>
            <a:gdLst>
              <a:gd name="T0" fmla="*/ 948 w 1727"/>
              <a:gd name="T1" fmla="*/ 3522 h 7050"/>
              <a:gd name="T2" fmla="*/ 948 w 1727"/>
              <a:gd name="T3" fmla="*/ 3522 h 7050"/>
              <a:gd name="T4" fmla="*/ 1726 w 1727"/>
              <a:gd name="T5" fmla="*/ 474 h 7050"/>
              <a:gd name="T6" fmla="*/ 911 w 1727"/>
              <a:gd name="T7" fmla="*/ 0 h 7050"/>
              <a:gd name="T8" fmla="*/ 0 w 1727"/>
              <a:gd name="T9" fmla="*/ 3522 h 7050"/>
              <a:gd name="T10" fmla="*/ 911 w 1727"/>
              <a:gd name="T11" fmla="*/ 7049 h 7050"/>
              <a:gd name="T12" fmla="*/ 1726 w 1727"/>
              <a:gd name="T13" fmla="*/ 6575 h 7050"/>
              <a:gd name="T14" fmla="*/ 948 w 1727"/>
              <a:gd name="T15" fmla="*/ 3522 h 70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27" h="7050">
                <a:moveTo>
                  <a:pt x="948" y="3522"/>
                </a:moveTo>
                <a:lnTo>
                  <a:pt x="948" y="3522"/>
                </a:lnTo>
                <a:cubicBezTo>
                  <a:pt x="948" y="2422"/>
                  <a:pt x="1233" y="1379"/>
                  <a:pt x="1726" y="474"/>
                </a:cubicBezTo>
                <a:cubicBezTo>
                  <a:pt x="911" y="0"/>
                  <a:pt x="911" y="0"/>
                  <a:pt x="911" y="0"/>
                </a:cubicBezTo>
                <a:cubicBezTo>
                  <a:pt x="335" y="1050"/>
                  <a:pt x="0" y="2251"/>
                  <a:pt x="0" y="3522"/>
                </a:cubicBezTo>
                <a:cubicBezTo>
                  <a:pt x="0" y="4798"/>
                  <a:pt x="335" y="6000"/>
                  <a:pt x="911" y="7049"/>
                </a:cubicBezTo>
                <a:cubicBezTo>
                  <a:pt x="1726" y="6575"/>
                  <a:pt x="1726" y="6575"/>
                  <a:pt x="1726" y="6575"/>
                </a:cubicBezTo>
                <a:cubicBezTo>
                  <a:pt x="1233" y="5671"/>
                  <a:pt x="948" y="4627"/>
                  <a:pt x="948" y="3522"/>
                </a:cubicBezTo>
              </a:path>
            </a:pathLst>
          </a:custGeom>
          <a:solidFill>
            <a:schemeClr val="accent4"/>
          </a:solidFill>
          <a:ln>
            <a:noFill/>
          </a:ln>
          <a:effectLst/>
        </p:spPr>
        <p:txBody>
          <a:bodyPr wrap="none" anchor="ctr"/>
          <a:lstStyle/>
          <a:p>
            <a:endParaRPr lang="en-US" sz="1800" dirty="0">
              <a:latin typeface="微软雅黑" panose="020B0503020204020204" charset="-122"/>
            </a:endParaRPr>
          </a:p>
        </p:txBody>
      </p:sp>
      <p:sp>
        <p:nvSpPr>
          <p:cNvPr id="49" name="Freeform 6"/>
          <p:cNvSpPr>
            <a:spLocks noChangeArrowheads="1"/>
          </p:cNvSpPr>
          <p:nvPr/>
        </p:nvSpPr>
        <p:spPr bwMode="auto">
          <a:xfrm>
            <a:off x="1252879" y="1725185"/>
            <a:ext cx="1281701" cy="839087"/>
          </a:xfrm>
          <a:custGeom>
            <a:avLst/>
            <a:gdLst>
              <a:gd name="T0" fmla="*/ 6102 w 6103"/>
              <a:gd name="T1" fmla="*/ 948 h 3997"/>
              <a:gd name="T2" fmla="*/ 6102 w 6103"/>
              <a:gd name="T3" fmla="*/ 948 h 3997"/>
              <a:gd name="T4" fmla="*/ 6102 w 6103"/>
              <a:gd name="T5" fmla="*/ 0 h 3997"/>
              <a:gd name="T6" fmla="*/ 0 w 6103"/>
              <a:gd name="T7" fmla="*/ 3522 h 3997"/>
              <a:gd name="T8" fmla="*/ 822 w 6103"/>
              <a:gd name="T9" fmla="*/ 3996 h 3997"/>
              <a:gd name="T10" fmla="*/ 6102 w 6103"/>
              <a:gd name="T11" fmla="*/ 948 h 3997"/>
            </a:gdLst>
            <a:ahLst/>
            <a:cxnLst>
              <a:cxn ang="0">
                <a:pos x="T0" y="T1"/>
              </a:cxn>
              <a:cxn ang="0">
                <a:pos x="T2" y="T3"/>
              </a:cxn>
              <a:cxn ang="0">
                <a:pos x="T4" y="T5"/>
              </a:cxn>
              <a:cxn ang="0">
                <a:pos x="T6" y="T7"/>
              </a:cxn>
              <a:cxn ang="0">
                <a:pos x="T8" y="T9"/>
              </a:cxn>
              <a:cxn ang="0">
                <a:pos x="T10" y="T11"/>
              </a:cxn>
            </a:cxnLst>
            <a:rect l="0" t="0" r="r" b="b"/>
            <a:pathLst>
              <a:path w="6103" h="3997">
                <a:moveTo>
                  <a:pt x="6102" y="948"/>
                </a:moveTo>
                <a:lnTo>
                  <a:pt x="6102" y="948"/>
                </a:lnTo>
                <a:cubicBezTo>
                  <a:pt x="6102" y="0"/>
                  <a:pt x="6102" y="0"/>
                  <a:pt x="6102" y="0"/>
                </a:cubicBezTo>
                <a:cubicBezTo>
                  <a:pt x="3522" y="57"/>
                  <a:pt x="1258" y="1454"/>
                  <a:pt x="0" y="3522"/>
                </a:cubicBezTo>
                <a:cubicBezTo>
                  <a:pt x="822" y="3996"/>
                  <a:pt x="822" y="3996"/>
                  <a:pt x="822" y="3996"/>
                </a:cubicBezTo>
                <a:cubicBezTo>
                  <a:pt x="1916" y="2207"/>
                  <a:pt x="3870" y="999"/>
                  <a:pt x="6102" y="948"/>
                </a:cubicBezTo>
              </a:path>
            </a:pathLst>
          </a:custGeom>
          <a:solidFill>
            <a:schemeClr val="accent1"/>
          </a:solidFill>
          <a:ln>
            <a:noFill/>
          </a:ln>
          <a:effectLst/>
        </p:spPr>
        <p:txBody>
          <a:bodyPr wrap="none" anchor="ctr"/>
          <a:lstStyle/>
          <a:p>
            <a:endParaRPr lang="en-US" sz="1800" dirty="0">
              <a:latin typeface="微软雅黑" panose="020B0503020204020204" charset="-122"/>
            </a:endParaRPr>
          </a:p>
        </p:txBody>
      </p:sp>
      <p:sp>
        <p:nvSpPr>
          <p:cNvPr id="52" name="Freeform 7"/>
          <p:cNvSpPr>
            <a:spLocks noChangeArrowheads="1"/>
          </p:cNvSpPr>
          <p:nvPr/>
        </p:nvSpPr>
        <p:spPr bwMode="auto">
          <a:xfrm>
            <a:off x="1252879" y="3954415"/>
            <a:ext cx="1281701" cy="840013"/>
          </a:xfrm>
          <a:custGeom>
            <a:avLst/>
            <a:gdLst>
              <a:gd name="T0" fmla="*/ 822 w 6103"/>
              <a:gd name="T1" fmla="*/ 0 h 3998"/>
              <a:gd name="T2" fmla="*/ 822 w 6103"/>
              <a:gd name="T3" fmla="*/ 0 h 3998"/>
              <a:gd name="T4" fmla="*/ 0 w 6103"/>
              <a:gd name="T5" fmla="*/ 468 h 3998"/>
              <a:gd name="T6" fmla="*/ 6102 w 6103"/>
              <a:gd name="T7" fmla="*/ 3997 h 3998"/>
              <a:gd name="T8" fmla="*/ 6102 w 6103"/>
              <a:gd name="T9" fmla="*/ 3048 h 3998"/>
              <a:gd name="T10" fmla="*/ 822 w 6103"/>
              <a:gd name="T11" fmla="*/ 0 h 3998"/>
            </a:gdLst>
            <a:ahLst/>
            <a:cxnLst>
              <a:cxn ang="0">
                <a:pos x="T0" y="T1"/>
              </a:cxn>
              <a:cxn ang="0">
                <a:pos x="T2" y="T3"/>
              </a:cxn>
              <a:cxn ang="0">
                <a:pos x="T4" y="T5"/>
              </a:cxn>
              <a:cxn ang="0">
                <a:pos x="T6" y="T7"/>
              </a:cxn>
              <a:cxn ang="0">
                <a:pos x="T8" y="T9"/>
              </a:cxn>
              <a:cxn ang="0">
                <a:pos x="T10" y="T11"/>
              </a:cxn>
            </a:cxnLst>
            <a:rect l="0" t="0" r="r" b="b"/>
            <a:pathLst>
              <a:path w="6103" h="3998">
                <a:moveTo>
                  <a:pt x="822" y="0"/>
                </a:moveTo>
                <a:lnTo>
                  <a:pt x="822" y="0"/>
                </a:lnTo>
                <a:cubicBezTo>
                  <a:pt x="0" y="468"/>
                  <a:pt x="0" y="468"/>
                  <a:pt x="0" y="468"/>
                </a:cubicBezTo>
                <a:cubicBezTo>
                  <a:pt x="1258" y="2542"/>
                  <a:pt x="3522" y="3939"/>
                  <a:pt x="6102" y="3997"/>
                </a:cubicBezTo>
                <a:cubicBezTo>
                  <a:pt x="6102" y="3048"/>
                  <a:pt x="6102" y="3048"/>
                  <a:pt x="6102" y="3048"/>
                </a:cubicBezTo>
                <a:cubicBezTo>
                  <a:pt x="3870" y="2997"/>
                  <a:pt x="1916" y="1790"/>
                  <a:pt x="822" y="0"/>
                </a:cubicBezTo>
              </a:path>
            </a:pathLst>
          </a:custGeom>
          <a:solidFill>
            <a:schemeClr val="accent5"/>
          </a:solidFill>
          <a:ln>
            <a:noFill/>
          </a:ln>
          <a:effectLst/>
        </p:spPr>
        <p:txBody>
          <a:bodyPr wrap="none" anchor="ctr"/>
          <a:lstStyle/>
          <a:p>
            <a:endParaRPr lang="en-US" sz="1800" dirty="0">
              <a:latin typeface="微软雅黑" panose="020B0503020204020204" charset="-122"/>
            </a:endParaRPr>
          </a:p>
        </p:txBody>
      </p:sp>
      <p:sp>
        <p:nvSpPr>
          <p:cNvPr id="53" name="Freeform 8"/>
          <p:cNvSpPr>
            <a:spLocks noChangeArrowheads="1"/>
          </p:cNvSpPr>
          <p:nvPr/>
        </p:nvSpPr>
        <p:spPr bwMode="auto">
          <a:xfrm>
            <a:off x="1292702" y="2650403"/>
            <a:ext cx="326907" cy="1217880"/>
          </a:xfrm>
          <a:custGeom>
            <a:avLst/>
            <a:gdLst>
              <a:gd name="T0" fmla="*/ 942 w 1556"/>
              <a:gd name="T1" fmla="*/ 2896 h 5798"/>
              <a:gd name="T2" fmla="*/ 942 w 1556"/>
              <a:gd name="T3" fmla="*/ 2896 h 5798"/>
              <a:gd name="T4" fmla="*/ 1555 w 1556"/>
              <a:gd name="T5" fmla="*/ 468 h 5798"/>
              <a:gd name="T6" fmla="*/ 739 w 1556"/>
              <a:gd name="T7" fmla="*/ 0 h 5798"/>
              <a:gd name="T8" fmla="*/ 0 w 1556"/>
              <a:gd name="T9" fmla="*/ 2896 h 5798"/>
              <a:gd name="T10" fmla="*/ 739 w 1556"/>
              <a:gd name="T11" fmla="*/ 5797 h 5798"/>
              <a:gd name="T12" fmla="*/ 1555 w 1556"/>
              <a:gd name="T13" fmla="*/ 5329 h 5798"/>
              <a:gd name="T14" fmla="*/ 942 w 1556"/>
              <a:gd name="T15" fmla="*/ 2896 h 579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56" h="5798">
                <a:moveTo>
                  <a:pt x="942" y="2896"/>
                </a:moveTo>
                <a:lnTo>
                  <a:pt x="942" y="2896"/>
                </a:lnTo>
                <a:cubicBezTo>
                  <a:pt x="942" y="2023"/>
                  <a:pt x="1163" y="1195"/>
                  <a:pt x="1555" y="468"/>
                </a:cubicBezTo>
                <a:cubicBezTo>
                  <a:pt x="739" y="0"/>
                  <a:pt x="739" y="0"/>
                  <a:pt x="739" y="0"/>
                </a:cubicBezTo>
                <a:cubicBezTo>
                  <a:pt x="265" y="860"/>
                  <a:pt x="0" y="1846"/>
                  <a:pt x="0" y="2896"/>
                </a:cubicBezTo>
                <a:cubicBezTo>
                  <a:pt x="0" y="3951"/>
                  <a:pt x="265" y="4937"/>
                  <a:pt x="739" y="5797"/>
                </a:cubicBezTo>
                <a:cubicBezTo>
                  <a:pt x="1555" y="5329"/>
                  <a:pt x="1555" y="5329"/>
                  <a:pt x="1555" y="5329"/>
                </a:cubicBezTo>
                <a:cubicBezTo>
                  <a:pt x="1163" y="4602"/>
                  <a:pt x="942" y="3774"/>
                  <a:pt x="942" y="2896"/>
                </a:cubicBezTo>
              </a:path>
            </a:pathLst>
          </a:custGeom>
          <a:solidFill>
            <a:schemeClr val="accent4"/>
          </a:solidFill>
          <a:ln>
            <a:noFill/>
          </a:ln>
          <a:effectLst/>
        </p:spPr>
        <p:txBody>
          <a:bodyPr wrap="none" anchor="ctr"/>
          <a:lstStyle/>
          <a:p>
            <a:endParaRPr lang="en-US" sz="1800" dirty="0">
              <a:latin typeface="微软雅黑" panose="020B0503020204020204" charset="-122"/>
            </a:endParaRPr>
          </a:p>
        </p:txBody>
      </p:sp>
      <p:sp>
        <p:nvSpPr>
          <p:cNvPr id="54" name="Freeform 9"/>
          <p:cNvSpPr>
            <a:spLocks noChangeArrowheads="1"/>
          </p:cNvSpPr>
          <p:nvPr/>
        </p:nvSpPr>
        <p:spPr bwMode="auto">
          <a:xfrm>
            <a:off x="1479770" y="1987284"/>
            <a:ext cx="1054810" cy="707575"/>
          </a:xfrm>
          <a:custGeom>
            <a:avLst/>
            <a:gdLst>
              <a:gd name="T0" fmla="*/ 5021 w 5022"/>
              <a:gd name="T1" fmla="*/ 942 h 3371"/>
              <a:gd name="T2" fmla="*/ 5021 w 5022"/>
              <a:gd name="T3" fmla="*/ 942 h 3371"/>
              <a:gd name="T4" fmla="*/ 5021 w 5022"/>
              <a:gd name="T5" fmla="*/ 0 h 3371"/>
              <a:gd name="T6" fmla="*/ 0 w 5022"/>
              <a:gd name="T7" fmla="*/ 2902 h 3371"/>
              <a:gd name="T8" fmla="*/ 816 w 5022"/>
              <a:gd name="T9" fmla="*/ 3370 h 3371"/>
              <a:gd name="T10" fmla="*/ 5021 w 5022"/>
              <a:gd name="T11" fmla="*/ 942 h 3371"/>
            </a:gdLst>
            <a:ahLst/>
            <a:cxnLst>
              <a:cxn ang="0">
                <a:pos x="T0" y="T1"/>
              </a:cxn>
              <a:cxn ang="0">
                <a:pos x="T2" y="T3"/>
              </a:cxn>
              <a:cxn ang="0">
                <a:pos x="T4" y="T5"/>
              </a:cxn>
              <a:cxn ang="0">
                <a:pos x="T6" y="T7"/>
              </a:cxn>
              <a:cxn ang="0">
                <a:pos x="T8" y="T9"/>
              </a:cxn>
              <a:cxn ang="0">
                <a:pos x="T10" y="T11"/>
              </a:cxn>
            </a:cxnLst>
            <a:rect l="0" t="0" r="r" b="b"/>
            <a:pathLst>
              <a:path w="5022" h="3371">
                <a:moveTo>
                  <a:pt x="5021" y="942"/>
                </a:moveTo>
                <a:lnTo>
                  <a:pt x="5021" y="942"/>
                </a:lnTo>
                <a:cubicBezTo>
                  <a:pt x="5021" y="0"/>
                  <a:pt x="5021" y="0"/>
                  <a:pt x="5021" y="0"/>
                </a:cubicBezTo>
                <a:cubicBezTo>
                  <a:pt x="2896" y="50"/>
                  <a:pt x="1044" y="1201"/>
                  <a:pt x="0" y="2902"/>
                </a:cubicBezTo>
                <a:cubicBezTo>
                  <a:pt x="816" y="3370"/>
                  <a:pt x="816" y="3370"/>
                  <a:pt x="816" y="3370"/>
                </a:cubicBezTo>
                <a:cubicBezTo>
                  <a:pt x="1695" y="1953"/>
                  <a:pt x="3251" y="992"/>
                  <a:pt x="5021" y="942"/>
                </a:cubicBezTo>
              </a:path>
            </a:pathLst>
          </a:custGeom>
          <a:solidFill>
            <a:schemeClr val="accent1"/>
          </a:solidFill>
          <a:ln>
            <a:noFill/>
          </a:ln>
          <a:effectLst/>
        </p:spPr>
        <p:txBody>
          <a:bodyPr wrap="none" anchor="ctr"/>
          <a:lstStyle/>
          <a:p>
            <a:endParaRPr lang="en-US" sz="1800" dirty="0">
              <a:latin typeface="微软雅黑" panose="020B0503020204020204" charset="-122"/>
            </a:endParaRPr>
          </a:p>
        </p:txBody>
      </p:sp>
      <p:sp>
        <p:nvSpPr>
          <p:cNvPr id="55" name="Freeform 10"/>
          <p:cNvSpPr>
            <a:spLocks noChangeArrowheads="1"/>
          </p:cNvSpPr>
          <p:nvPr/>
        </p:nvSpPr>
        <p:spPr bwMode="auto">
          <a:xfrm>
            <a:off x="2598480" y="1987284"/>
            <a:ext cx="1053884" cy="707575"/>
          </a:xfrm>
          <a:custGeom>
            <a:avLst/>
            <a:gdLst>
              <a:gd name="T0" fmla="*/ 4204 w 5020"/>
              <a:gd name="T1" fmla="*/ 3370 h 3371"/>
              <a:gd name="T2" fmla="*/ 4204 w 5020"/>
              <a:gd name="T3" fmla="*/ 3370 h 3371"/>
              <a:gd name="T4" fmla="*/ 5019 w 5020"/>
              <a:gd name="T5" fmla="*/ 2902 h 3371"/>
              <a:gd name="T6" fmla="*/ 0 w 5020"/>
              <a:gd name="T7" fmla="*/ 0 h 3371"/>
              <a:gd name="T8" fmla="*/ 0 w 5020"/>
              <a:gd name="T9" fmla="*/ 942 h 3371"/>
              <a:gd name="T10" fmla="*/ 4204 w 5020"/>
              <a:gd name="T11" fmla="*/ 3370 h 3371"/>
            </a:gdLst>
            <a:ahLst/>
            <a:cxnLst>
              <a:cxn ang="0">
                <a:pos x="T0" y="T1"/>
              </a:cxn>
              <a:cxn ang="0">
                <a:pos x="T2" y="T3"/>
              </a:cxn>
              <a:cxn ang="0">
                <a:pos x="T4" y="T5"/>
              </a:cxn>
              <a:cxn ang="0">
                <a:pos x="T6" y="T7"/>
              </a:cxn>
              <a:cxn ang="0">
                <a:pos x="T8" y="T9"/>
              </a:cxn>
              <a:cxn ang="0">
                <a:pos x="T10" y="T11"/>
              </a:cxn>
            </a:cxnLst>
            <a:rect l="0" t="0" r="r" b="b"/>
            <a:pathLst>
              <a:path w="5020" h="3371">
                <a:moveTo>
                  <a:pt x="4204" y="3370"/>
                </a:moveTo>
                <a:lnTo>
                  <a:pt x="4204" y="3370"/>
                </a:lnTo>
                <a:cubicBezTo>
                  <a:pt x="5019" y="2902"/>
                  <a:pt x="5019" y="2902"/>
                  <a:pt x="5019" y="2902"/>
                </a:cubicBezTo>
                <a:cubicBezTo>
                  <a:pt x="3982" y="1201"/>
                  <a:pt x="2124" y="50"/>
                  <a:pt x="0" y="0"/>
                </a:cubicBezTo>
                <a:cubicBezTo>
                  <a:pt x="0" y="942"/>
                  <a:pt x="0" y="942"/>
                  <a:pt x="0" y="942"/>
                </a:cubicBezTo>
                <a:cubicBezTo>
                  <a:pt x="1776" y="992"/>
                  <a:pt x="3325" y="1953"/>
                  <a:pt x="4204" y="3370"/>
                </a:cubicBezTo>
              </a:path>
            </a:pathLst>
          </a:custGeom>
          <a:solidFill>
            <a:schemeClr val="accent1"/>
          </a:solidFill>
          <a:ln>
            <a:noFill/>
          </a:ln>
          <a:effectLst/>
        </p:spPr>
        <p:txBody>
          <a:bodyPr wrap="none" anchor="ctr"/>
          <a:lstStyle/>
          <a:p>
            <a:endParaRPr lang="en-US" sz="1800" dirty="0">
              <a:latin typeface="微软雅黑" panose="020B0503020204020204" charset="-122"/>
            </a:endParaRPr>
          </a:p>
        </p:txBody>
      </p:sp>
      <p:sp>
        <p:nvSpPr>
          <p:cNvPr id="56" name="Freeform 11"/>
          <p:cNvSpPr>
            <a:spLocks noChangeArrowheads="1"/>
          </p:cNvSpPr>
          <p:nvPr/>
        </p:nvSpPr>
        <p:spPr bwMode="auto">
          <a:xfrm>
            <a:off x="3980198" y="2650403"/>
            <a:ext cx="326907" cy="1217880"/>
          </a:xfrm>
          <a:custGeom>
            <a:avLst/>
            <a:gdLst>
              <a:gd name="T0" fmla="*/ 614 w 1557"/>
              <a:gd name="T1" fmla="*/ 2896 h 5798"/>
              <a:gd name="T2" fmla="*/ 614 w 1557"/>
              <a:gd name="T3" fmla="*/ 2896 h 5798"/>
              <a:gd name="T4" fmla="*/ 0 w 1557"/>
              <a:gd name="T5" fmla="*/ 5329 h 5798"/>
              <a:gd name="T6" fmla="*/ 816 w 1557"/>
              <a:gd name="T7" fmla="*/ 5797 h 5798"/>
              <a:gd name="T8" fmla="*/ 1556 w 1557"/>
              <a:gd name="T9" fmla="*/ 2896 h 5798"/>
              <a:gd name="T10" fmla="*/ 816 w 1557"/>
              <a:gd name="T11" fmla="*/ 0 h 5798"/>
              <a:gd name="T12" fmla="*/ 0 w 1557"/>
              <a:gd name="T13" fmla="*/ 468 h 5798"/>
              <a:gd name="T14" fmla="*/ 614 w 1557"/>
              <a:gd name="T15" fmla="*/ 2896 h 579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57" h="5798">
                <a:moveTo>
                  <a:pt x="614" y="2896"/>
                </a:moveTo>
                <a:lnTo>
                  <a:pt x="614" y="2896"/>
                </a:lnTo>
                <a:cubicBezTo>
                  <a:pt x="614" y="3774"/>
                  <a:pt x="392" y="4602"/>
                  <a:pt x="0" y="5329"/>
                </a:cubicBezTo>
                <a:cubicBezTo>
                  <a:pt x="816" y="5797"/>
                  <a:pt x="816" y="5797"/>
                  <a:pt x="816" y="5797"/>
                </a:cubicBezTo>
                <a:cubicBezTo>
                  <a:pt x="1290" y="4937"/>
                  <a:pt x="1556" y="3951"/>
                  <a:pt x="1556" y="2896"/>
                </a:cubicBezTo>
                <a:cubicBezTo>
                  <a:pt x="1556" y="1846"/>
                  <a:pt x="1290" y="860"/>
                  <a:pt x="816" y="0"/>
                </a:cubicBezTo>
                <a:cubicBezTo>
                  <a:pt x="0" y="468"/>
                  <a:pt x="0" y="468"/>
                  <a:pt x="0" y="468"/>
                </a:cubicBezTo>
                <a:cubicBezTo>
                  <a:pt x="392" y="1195"/>
                  <a:pt x="614" y="2023"/>
                  <a:pt x="614" y="2896"/>
                </a:cubicBezTo>
              </a:path>
            </a:pathLst>
          </a:custGeom>
          <a:solidFill>
            <a:schemeClr val="accent2"/>
          </a:solidFill>
          <a:ln>
            <a:noFill/>
          </a:ln>
          <a:effectLst/>
        </p:spPr>
        <p:txBody>
          <a:bodyPr wrap="none" anchor="ctr"/>
          <a:lstStyle/>
          <a:p>
            <a:endParaRPr lang="en-US" sz="1800" dirty="0">
              <a:latin typeface="微软雅黑" panose="020B0503020204020204" charset="-122"/>
            </a:endParaRPr>
          </a:p>
        </p:txBody>
      </p:sp>
      <p:sp>
        <p:nvSpPr>
          <p:cNvPr id="57" name="Freeform 12"/>
          <p:cNvSpPr>
            <a:spLocks noChangeArrowheads="1"/>
          </p:cNvSpPr>
          <p:nvPr/>
        </p:nvSpPr>
        <p:spPr bwMode="auto">
          <a:xfrm>
            <a:off x="1479770" y="3822903"/>
            <a:ext cx="1054810" cy="709427"/>
          </a:xfrm>
          <a:custGeom>
            <a:avLst/>
            <a:gdLst>
              <a:gd name="T0" fmla="*/ 816 w 5022"/>
              <a:gd name="T1" fmla="*/ 0 h 3378"/>
              <a:gd name="T2" fmla="*/ 816 w 5022"/>
              <a:gd name="T3" fmla="*/ 0 h 3378"/>
              <a:gd name="T4" fmla="*/ 0 w 5022"/>
              <a:gd name="T5" fmla="*/ 475 h 3378"/>
              <a:gd name="T6" fmla="*/ 5021 w 5022"/>
              <a:gd name="T7" fmla="*/ 3377 h 3378"/>
              <a:gd name="T8" fmla="*/ 5021 w 5022"/>
              <a:gd name="T9" fmla="*/ 2435 h 3378"/>
              <a:gd name="T10" fmla="*/ 816 w 5022"/>
              <a:gd name="T11" fmla="*/ 0 h 3378"/>
            </a:gdLst>
            <a:ahLst/>
            <a:cxnLst>
              <a:cxn ang="0">
                <a:pos x="T0" y="T1"/>
              </a:cxn>
              <a:cxn ang="0">
                <a:pos x="T2" y="T3"/>
              </a:cxn>
              <a:cxn ang="0">
                <a:pos x="T4" y="T5"/>
              </a:cxn>
              <a:cxn ang="0">
                <a:pos x="T6" y="T7"/>
              </a:cxn>
              <a:cxn ang="0">
                <a:pos x="T8" y="T9"/>
              </a:cxn>
              <a:cxn ang="0">
                <a:pos x="T10" y="T11"/>
              </a:cxn>
            </a:cxnLst>
            <a:rect l="0" t="0" r="r" b="b"/>
            <a:pathLst>
              <a:path w="5022" h="3378">
                <a:moveTo>
                  <a:pt x="816" y="0"/>
                </a:moveTo>
                <a:lnTo>
                  <a:pt x="816" y="0"/>
                </a:lnTo>
                <a:cubicBezTo>
                  <a:pt x="0" y="475"/>
                  <a:pt x="0" y="475"/>
                  <a:pt x="0" y="475"/>
                </a:cubicBezTo>
                <a:cubicBezTo>
                  <a:pt x="1044" y="2175"/>
                  <a:pt x="2896" y="3326"/>
                  <a:pt x="5021" y="3377"/>
                </a:cubicBezTo>
                <a:cubicBezTo>
                  <a:pt x="5021" y="2435"/>
                  <a:pt x="5021" y="2435"/>
                  <a:pt x="5021" y="2435"/>
                </a:cubicBezTo>
                <a:cubicBezTo>
                  <a:pt x="3251" y="2384"/>
                  <a:pt x="1695" y="1423"/>
                  <a:pt x="816" y="0"/>
                </a:cubicBezTo>
              </a:path>
            </a:pathLst>
          </a:custGeom>
          <a:solidFill>
            <a:schemeClr val="accent5"/>
          </a:solidFill>
          <a:ln>
            <a:noFill/>
          </a:ln>
          <a:effectLst/>
        </p:spPr>
        <p:txBody>
          <a:bodyPr wrap="none" anchor="ctr"/>
          <a:lstStyle/>
          <a:p>
            <a:endParaRPr lang="en-US" sz="1800" dirty="0">
              <a:latin typeface="微软雅黑" panose="020B0503020204020204" charset="-122"/>
            </a:endParaRPr>
          </a:p>
        </p:txBody>
      </p:sp>
      <p:sp>
        <p:nvSpPr>
          <p:cNvPr id="58" name="Freeform 13"/>
          <p:cNvSpPr>
            <a:spLocks noChangeArrowheads="1"/>
          </p:cNvSpPr>
          <p:nvPr/>
        </p:nvSpPr>
        <p:spPr bwMode="auto">
          <a:xfrm>
            <a:off x="2598480" y="3822903"/>
            <a:ext cx="1053884" cy="709427"/>
          </a:xfrm>
          <a:custGeom>
            <a:avLst/>
            <a:gdLst>
              <a:gd name="T0" fmla="*/ 0 w 5020"/>
              <a:gd name="T1" fmla="*/ 2435 h 3378"/>
              <a:gd name="T2" fmla="*/ 0 w 5020"/>
              <a:gd name="T3" fmla="*/ 2435 h 3378"/>
              <a:gd name="T4" fmla="*/ 0 w 5020"/>
              <a:gd name="T5" fmla="*/ 3377 h 3378"/>
              <a:gd name="T6" fmla="*/ 5019 w 5020"/>
              <a:gd name="T7" fmla="*/ 475 h 3378"/>
              <a:gd name="T8" fmla="*/ 4204 w 5020"/>
              <a:gd name="T9" fmla="*/ 0 h 3378"/>
              <a:gd name="T10" fmla="*/ 0 w 5020"/>
              <a:gd name="T11" fmla="*/ 2435 h 3378"/>
            </a:gdLst>
            <a:ahLst/>
            <a:cxnLst>
              <a:cxn ang="0">
                <a:pos x="T0" y="T1"/>
              </a:cxn>
              <a:cxn ang="0">
                <a:pos x="T2" y="T3"/>
              </a:cxn>
              <a:cxn ang="0">
                <a:pos x="T4" y="T5"/>
              </a:cxn>
              <a:cxn ang="0">
                <a:pos x="T6" y="T7"/>
              </a:cxn>
              <a:cxn ang="0">
                <a:pos x="T8" y="T9"/>
              </a:cxn>
              <a:cxn ang="0">
                <a:pos x="T10" y="T11"/>
              </a:cxn>
            </a:cxnLst>
            <a:rect l="0" t="0" r="r" b="b"/>
            <a:pathLst>
              <a:path w="5020" h="3378">
                <a:moveTo>
                  <a:pt x="0" y="2435"/>
                </a:moveTo>
                <a:lnTo>
                  <a:pt x="0" y="2435"/>
                </a:lnTo>
                <a:cubicBezTo>
                  <a:pt x="0" y="3377"/>
                  <a:pt x="0" y="3377"/>
                  <a:pt x="0" y="3377"/>
                </a:cubicBezTo>
                <a:cubicBezTo>
                  <a:pt x="2124" y="3326"/>
                  <a:pt x="3982" y="2175"/>
                  <a:pt x="5019" y="475"/>
                </a:cubicBezTo>
                <a:cubicBezTo>
                  <a:pt x="4204" y="0"/>
                  <a:pt x="4204" y="0"/>
                  <a:pt x="4204" y="0"/>
                </a:cubicBezTo>
                <a:cubicBezTo>
                  <a:pt x="3325" y="1423"/>
                  <a:pt x="1776" y="2384"/>
                  <a:pt x="0" y="2435"/>
                </a:cubicBezTo>
              </a:path>
            </a:pathLst>
          </a:custGeom>
          <a:solidFill>
            <a:schemeClr val="accent3"/>
          </a:solidFill>
          <a:ln>
            <a:noFill/>
          </a:ln>
          <a:effectLst/>
        </p:spPr>
        <p:txBody>
          <a:bodyPr wrap="none" anchor="ctr"/>
          <a:lstStyle/>
          <a:p>
            <a:endParaRPr lang="en-US" sz="1800" dirty="0">
              <a:latin typeface="微软雅黑" panose="020B0503020204020204" charset="-122"/>
            </a:endParaRPr>
          </a:p>
        </p:txBody>
      </p:sp>
      <p:sp>
        <p:nvSpPr>
          <p:cNvPr id="59" name="Freeform 14"/>
          <p:cNvSpPr>
            <a:spLocks noChangeArrowheads="1"/>
          </p:cNvSpPr>
          <p:nvPr/>
        </p:nvSpPr>
        <p:spPr bwMode="auto">
          <a:xfrm>
            <a:off x="2598480" y="3693242"/>
            <a:ext cx="828845" cy="577914"/>
          </a:xfrm>
          <a:custGeom>
            <a:avLst/>
            <a:gdLst>
              <a:gd name="T0" fmla="*/ 0 w 3945"/>
              <a:gd name="T1" fmla="*/ 1808 h 2751"/>
              <a:gd name="T2" fmla="*/ 0 w 3945"/>
              <a:gd name="T3" fmla="*/ 1808 h 2751"/>
              <a:gd name="T4" fmla="*/ 0 w 3945"/>
              <a:gd name="T5" fmla="*/ 2750 h 2751"/>
              <a:gd name="T6" fmla="*/ 3944 w 3945"/>
              <a:gd name="T7" fmla="*/ 474 h 2751"/>
              <a:gd name="T8" fmla="*/ 3129 w 3945"/>
              <a:gd name="T9" fmla="*/ 0 h 2751"/>
              <a:gd name="T10" fmla="*/ 0 w 3945"/>
              <a:gd name="T11" fmla="*/ 1808 h 2751"/>
            </a:gdLst>
            <a:ahLst/>
            <a:cxnLst>
              <a:cxn ang="0">
                <a:pos x="T0" y="T1"/>
              </a:cxn>
              <a:cxn ang="0">
                <a:pos x="T2" y="T3"/>
              </a:cxn>
              <a:cxn ang="0">
                <a:pos x="T4" y="T5"/>
              </a:cxn>
              <a:cxn ang="0">
                <a:pos x="T6" y="T7"/>
              </a:cxn>
              <a:cxn ang="0">
                <a:pos x="T8" y="T9"/>
              </a:cxn>
              <a:cxn ang="0">
                <a:pos x="T10" y="T11"/>
              </a:cxn>
            </a:cxnLst>
            <a:rect l="0" t="0" r="r" b="b"/>
            <a:pathLst>
              <a:path w="3945" h="2751">
                <a:moveTo>
                  <a:pt x="0" y="1808"/>
                </a:moveTo>
                <a:lnTo>
                  <a:pt x="0" y="1808"/>
                </a:lnTo>
                <a:cubicBezTo>
                  <a:pt x="0" y="2750"/>
                  <a:pt x="0" y="2750"/>
                  <a:pt x="0" y="2750"/>
                </a:cubicBezTo>
                <a:cubicBezTo>
                  <a:pt x="1663" y="2700"/>
                  <a:pt x="3116" y="1802"/>
                  <a:pt x="3944" y="474"/>
                </a:cubicBezTo>
                <a:cubicBezTo>
                  <a:pt x="3129" y="0"/>
                  <a:pt x="3129" y="0"/>
                  <a:pt x="3129" y="0"/>
                </a:cubicBezTo>
                <a:cubicBezTo>
                  <a:pt x="2465" y="1049"/>
                  <a:pt x="1315" y="1757"/>
                  <a:pt x="0" y="1808"/>
                </a:cubicBezTo>
              </a:path>
            </a:pathLst>
          </a:custGeom>
          <a:solidFill>
            <a:schemeClr val="accent3"/>
          </a:solidFill>
          <a:ln>
            <a:noFill/>
          </a:ln>
          <a:effectLst/>
        </p:spPr>
        <p:txBody>
          <a:bodyPr wrap="none" anchor="ctr"/>
          <a:lstStyle/>
          <a:p>
            <a:endParaRPr lang="en-US" sz="1800" dirty="0">
              <a:latin typeface="微软雅黑" panose="020B0503020204020204" charset="-122"/>
            </a:endParaRPr>
          </a:p>
        </p:txBody>
      </p:sp>
      <p:sp>
        <p:nvSpPr>
          <p:cNvPr id="60" name="Freeform 15"/>
          <p:cNvSpPr>
            <a:spLocks noChangeArrowheads="1"/>
          </p:cNvSpPr>
          <p:nvPr/>
        </p:nvSpPr>
        <p:spPr bwMode="auto">
          <a:xfrm>
            <a:off x="3754233" y="2780990"/>
            <a:ext cx="292643" cy="957634"/>
          </a:xfrm>
          <a:custGeom>
            <a:avLst/>
            <a:gdLst>
              <a:gd name="T0" fmla="*/ 443 w 1392"/>
              <a:gd name="T1" fmla="*/ 2276 h 4559"/>
              <a:gd name="T2" fmla="*/ 443 w 1392"/>
              <a:gd name="T3" fmla="*/ 2276 h 4559"/>
              <a:gd name="T4" fmla="*/ 0 w 1392"/>
              <a:gd name="T5" fmla="*/ 4083 h 4559"/>
              <a:gd name="T6" fmla="*/ 816 w 1392"/>
              <a:gd name="T7" fmla="*/ 4558 h 4559"/>
              <a:gd name="T8" fmla="*/ 1391 w 1392"/>
              <a:gd name="T9" fmla="*/ 2276 h 4559"/>
              <a:gd name="T10" fmla="*/ 816 w 1392"/>
              <a:gd name="T11" fmla="*/ 0 h 4559"/>
              <a:gd name="T12" fmla="*/ 0 w 1392"/>
              <a:gd name="T13" fmla="*/ 474 h 4559"/>
              <a:gd name="T14" fmla="*/ 443 w 1392"/>
              <a:gd name="T15" fmla="*/ 2276 h 45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92" h="4559">
                <a:moveTo>
                  <a:pt x="443" y="2276"/>
                </a:moveTo>
                <a:lnTo>
                  <a:pt x="443" y="2276"/>
                </a:lnTo>
                <a:cubicBezTo>
                  <a:pt x="443" y="2933"/>
                  <a:pt x="285" y="3546"/>
                  <a:pt x="0" y="4083"/>
                </a:cubicBezTo>
                <a:cubicBezTo>
                  <a:pt x="816" y="4558"/>
                  <a:pt x="816" y="4558"/>
                  <a:pt x="816" y="4558"/>
                </a:cubicBezTo>
                <a:cubicBezTo>
                  <a:pt x="1183" y="3881"/>
                  <a:pt x="1391" y="3103"/>
                  <a:pt x="1391" y="2276"/>
                </a:cubicBezTo>
                <a:cubicBezTo>
                  <a:pt x="1391" y="1454"/>
                  <a:pt x="1183" y="676"/>
                  <a:pt x="816" y="0"/>
                </a:cubicBezTo>
                <a:cubicBezTo>
                  <a:pt x="0" y="474"/>
                  <a:pt x="0" y="474"/>
                  <a:pt x="0" y="474"/>
                </a:cubicBezTo>
                <a:cubicBezTo>
                  <a:pt x="285" y="1012"/>
                  <a:pt x="443" y="1625"/>
                  <a:pt x="443" y="2276"/>
                </a:cubicBezTo>
              </a:path>
            </a:pathLst>
          </a:custGeom>
          <a:solidFill>
            <a:schemeClr val="accent2"/>
          </a:solidFill>
          <a:ln>
            <a:noFill/>
          </a:ln>
          <a:effectLst/>
        </p:spPr>
        <p:txBody>
          <a:bodyPr wrap="none" anchor="ctr"/>
          <a:lstStyle/>
          <a:p>
            <a:endParaRPr lang="en-US" sz="1800" dirty="0">
              <a:latin typeface="微软雅黑" panose="020B0503020204020204" charset="-122"/>
            </a:endParaRPr>
          </a:p>
        </p:txBody>
      </p:sp>
      <p:sp>
        <p:nvSpPr>
          <p:cNvPr id="61" name="Freeform 16"/>
          <p:cNvSpPr>
            <a:spLocks noChangeArrowheads="1"/>
          </p:cNvSpPr>
          <p:nvPr/>
        </p:nvSpPr>
        <p:spPr bwMode="auto">
          <a:xfrm>
            <a:off x="1705735" y="3693242"/>
            <a:ext cx="828845" cy="577914"/>
          </a:xfrm>
          <a:custGeom>
            <a:avLst/>
            <a:gdLst>
              <a:gd name="T0" fmla="*/ 816 w 3947"/>
              <a:gd name="T1" fmla="*/ 0 h 2751"/>
              <a:gd name="T2" fmla="*/ 816 w 3947"/>
              <a:gd name="T3" fmla="*/ 0 h 2751"/>
              <a:gd name="T4" fmla="*/ 0 w 3947"/>
              <a:gd name="T5" fmla="*/ 474 h 2751"/>
              <a:gd name="T6" fmla="*/ 3946 w 3947"/>
              <a:gd name="T7" fmla="*/ 2750 h 2751"/>
              <a:gd name="T8" fmla="*/ 3946 w 3947"/>
              <a:gd name="T9" fmla="*/ 1808 h 2751"/>
              <a:gd name="T10" fmla="*/ 816 w 3947"/>
              <a:gd name="T11" fmla="*/ 0 h 2751"/>
            </a:gdLst>
            <a:ahLst/>
            <a:cxnLst>
              <a:cxn ang="0">
                <a:pos x="T0" y="T1"/>
              </a:cxn>
              <a:cxn ang="0">
                <a:pos x="T2" y="T3"/>
              </a:cxn>
              <a:cxn ang="0">
                <a:pos x="T4" y="T5"/>
              </a:cxn>
              <a:cxn ang="0">
                <a:pos x="T6" y="T7"/>
              </a:cxn>
              <a:cxn ang="0">
                <a:pos x="T8" y="T9"/>
              </a:cxn>
              <a:cxn ang="0">
                <a:pos x="T10" y="T11"/>
              </a:cxn>
            </a:cxnLst>
            <a:rect l="0" t="0" r="r" b="b"/>
            <a:pathLst>
              <a:path w="3947" h="2751">
                <a:moveTo>
                  <a:pt x="816" y="0"/>
                </a:moveTo>
                <a:lnTo>
                  <a:pt x="816" y="0"/>
                </a:lnTo>
                <a:cubicBezTo>
                  <a:pt x="0" y="474"/>
                  <a:pt x="0" y="474"/>
                  <a:pt x="0" y="474"/>
                </a:cubicBezTo>
                <a:cubicBezTo>
                  <a:pt x="829" y="1802"/>
                  <a:pt x="2283" y="2700"/>
                  <a:pt x="3946" y="2750"/>
                </a:cubicBezTo>
                <a:cubicBezTo>
                  <a:pt x="3946" y="1808"/>
                  <a:pt x="3946" y="1808"/>
                  <a:pt x="3946" y="1808"/>
                </a:cubicBezTo>
                <a:cubicBezTo>
                  <a:pt x="2631" y="1757"/>
                  <a:pt x="1480" y="1049"/>
                  <a:pt x="816" y="0"/>
                </a:cubicBezTo>
              </a:path>
            </a:pathLst>
          </a:custGeom>
          <a:solidFill>
            <a:schemeClr val="accent5"/>
          </a:solidFill>
          <a:ln>
            <a:noFill/>
          </a:ln>
          <a:effectLst/>
        </p:spPr>
        <p:txBody>
          <a:bodyPr wrap="none" anchor="ctr"/>
          <a:lstStyle/>
          <a:p>
            <a:endParaRPr lang="en-US" sz="1800" dirty="0">
              <a:latin typeface="微软雅黑" panose="020B0503020204020204" charset="-122"/>
            </a:endParaRPr>
          </a:p>
        </p:txBody>
      </p:sp>
      <p:sp>
        <p:nvSpPr>
          <p:cNvPr id="62" name="Freeform 17"/>
          <p:cNvSpPr>
            <a:spLocks noChangeArrowheads="1"/>
          </p:cNvSpPr>
          <p:nvPr/>
        </p:nvSpPr>
        <p:spPr bwMode="auto">
          <a:xfrm>
            <a:off x="1552931" y="2780990"/>
            <a:ext cx="293569" cy="957634"/>
          </a:xfrm>
          <a:custGeom>
            <a:avLst/>
            <a:gdLst>
              <a:gd name="T0" fmla="*/ 949 w 1398"/>
              <a:gd name="T1" fmla="*/ 2276 h 4559"/>
              <a:gd name="T2" fmla="*/ 949 w 1398"/>
              <a:gd name="T3" fmla="*/ 2276 h 4559"/>
              <a:gd name="T4" fmla="*/ 1397 w 1398"/>
              <a:gd name="T5" fmla="*/ 474 h 4559"/>
              <a:gd name="T6" fmla="*/ 576 w 1398"/>
              <a:gd name="T7" fmla="*/ 0 h 4559"/>
              <a:gd name="T8" fmla="*/ 0 w 1398"/>
              <a:gd name="T9" fmla="*/ 2276 h 4559"/>
              <a:gd name="T10" fmla="*/ 576 w 1398"/>
              <a:gd name="T11" fmla="*/ 4558 h 4559"/>
              <a:gd name="T12" fmla="*/ 1397 w 1398"/>
              <a:gd name="T13" fmla="*/ 4083 h 4559"/>
              <a:gd name="T14" fmla="*/ 949 w 1398"/>
              <a:gd name="T15" fmla="*/ 2276 h 45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98" h="4559">
                <a:moveTo>
                  <a:pt x="949" y="2276"/>
                </a:moveTo>
                <a:lnTo>
                  <a:pt x="949" y="2276"/>
                </a:lnTo>
                <a:cubicBezTo>
                  <a:pt x="949" y="1625"/>
                  <a:pt x="1113" y="1012"/>
                  <a:pt x="1397" y="474"/>
                </a:cubicBezTo>
                <a:cubicBezTo>
                  <a:pt x="576" y="0"/>
                  <a:pt x="576" y="0"/>
                  <a:pt x="576" y="0"/>
                </a:cubicBezTo>
                <a:cubicBezTo>
                  <a:pt x="209" y="676"/>
                  <a:pt x="0" y="1454"/>
                  <a:pt x="0" y="2276"/>
                </a:cubicBezTo>
                <a:cubicBezTo>
                  <a:pt x="0" y="3103"/>
                  <a:pt x="209" y="3881"/>
                  <a:pt x="576" y="4558"/>
                </a:cubicBezTo>
                <a:cubicBezTo>
                  <a:pt x="1397" y="4083"/>
                  <a:pt x="1397" y="4083"/>
                  <a:pt x="1397" y="4083"/>
                </a:cubicBezTo>
                <a:cubicBezTo>
                  <a:pt x="1113" y="3546"/>
                  <a:pt x="949" y="2933"/>
                  <a:pt x="949" y="2276"/>
                </a:cubicBezTo>
              </a:path>
            </a:pathLst>
          </a:custGeom>
          <a:solidFill>
            <a:schemeClr val="accent4"/>
          </a:solidFill>
          <a:ln>
            <a:noFill/>
          </a:ln>
          <a:effectLst/>
        </p:spPr>
        <p:txBody>
          <a:bodyPr wrap="none" anchor="ctr"/>
          <a:lstStyle/>
          <a:p>
            <a:endParaRPr lang="en-US" sz="1800" dirty="0">
              <a:latin typeface="微软雅黑" panose="020B0503020204020204" charset="-122"/>
            </a:endParaRPr>
          </a:p>
        </p:txBody>
      </p:sp>
      <p:sp>
        <p:nvSpPr>
          <p:cNvPr id="67" name="Freeform 18"/>
          <p:cNvSpPr>
            <a:spLocks noChangeArrowheads="1"/>
          </p:cNvSpPr>
          <p:nvPr/>
        </p:nvSpPr>
        <p:spPr bwMode="auto">
          <a:xfrm>
            <a:off x="2598480" y="2247530"/>
            <a:ext cx="828845" cy="578841"/>
          </a:xfrm>
          <a:custGeom>
            <a:avLst/>
            <a:gdLst>
              <a:gd name="T0" fmla="*/ 3129 w 3945"/>
              <a:gd name="T1" fmla="*/ 2757 h 2758"/>
              <a:gd name="T2" fmla="*/ 3129 w 3945"/>
              <a:gd name="T3" fmla="*/ 2757 h 2758"/>
              <a:gd name="T4" fmla="*/ 3944 w 3945"/>
              <a:gd name="T5" fmla="*/ 2282 h 2758"/>
              <a:gd name="T6" fmla="*/ 0 w 3945"/>
              <a:gd name="T7" fmla="*/ 0 h 2758"/>
              <a:gd name="T8" fmla="*/ 0 w 3945"/>
              <a:gd name="T9" fmla="*/ 948 h 2758"/>
              <a:gd name="T10" fmla="*/ 3129 w 3945"/>
              <a:gd name="T11" fmla="*/ 2757 h 2758"/>
            </a:gdLst>
            <a:ahLst/>
            <a:cxnLst>
              <a:cxn ang="0">
                <a:pos x="T0" y="T1"/>
              </a:cxn>
              <a:cxn ang="0">
                <a:pos x="T2" y="T3"/>
              </a:cxn>
              <a:cxn ang="0">
                <a:pos x="T4" y="T5"/>
              </a:cxn>
              <a:cxn ang="0">
                <a:pos x="T6" y="T7"/>
              </a:cxn>
              <a:cxn ang="0">
                <a:pos x="T8" y="T9"/>
              </a:cxn>
              <a:cxn ang="0">
                <a:pos x="T10" y="T11"/>
              </a:cxn>
            </a:cxnLst>
            <a:rect l="0" t="0" r="r" b="b"/>
            <a:pathLst>
              <a:path w="3945" h="2758">
                <a:moveTo>
                  <a:pt x="3129" y="2757"/>
                </a:moveTo>
                <a:lnTo>
                  <a:pt x="3129" y="2757"/>
                </a:lnTo>
                <a:cubicBezTo>
                  <a:pt x="3944" y="2282"/>
                  <a:pt x="3944" y="2282"/>
                  <a:pt x="3944" y="2282"/>
                </a:cubicBezTo>
                <a:cubicBezTo>
                  <a:pt x="3116" y="955"/>
                  <a:pt x="1663" y="57"/>
                  <a:pt x="0" y="0"/>
                </a:cubicBezTo>
                <a:cubicBezTo>
                  <a:pt x="0" y="948"/>
                  <a:pt x="0" y="948"/>
                  <a:pt x="0" y="948"/>
                </a:cubicBezTo>
                <a:cubicBezTo>
                  <a:pt x="1315" y="999"/>
                  <a:pt x="2465" y="1707"/>
                  <a:pt x="3129" y="2757"/>
                </a:cubicBezTo>
              </a:path>
            </a:pathLst>
          </a:custGeom>
          <a:solidFill>
            <a:schemeClr val="accent1"/>
          </a:solidFill>
          <a:ln>
            <a:noFill/>
          </a:ln>
          <a:effectLst/>
        </p:spPr>
        <p:txBody>
          <a:bodyPr wrap="none" anchor="ctr"/>
          <a:lstStyle/>
          <a:p>
            <a:endParaRPr lang="en-US" sz="1800" dirty="0">
              <a:latin typeface="微软雅黑" panose="020B0503020204020204" charset="-122"/>
            </a:endParaRPr>
          </a:p>
        </p:txBody>
      </p:sp>
      <p:sp>
        <p:nvSpPr>
          <p:cNvPr id="68" name="Freeform 19"/>
          <p:cNvSpPr>
            <a:spLocks noChangeArrowheads="1"/>
          </p:cNvSpPr>
          <p:nvPr/>
        </p:nvSpPr>
        <p:spPr bwMode="auto">
          <a:xfrm>
            <a:off x="1705735" y="2247530"/>
            <a:ext cx="828845" cy="578841"/>
          </a:xfrm>
          <a:custGeom>
            <a:avLst/>
            <a:gdLst>
              <a:gd name="T0" fmla="*/ 3946 w 3947"/>
              <a:gd name="T1" fmla="*/ 948 h 2758"/>
              <a:gd name="T2" fmla="*/ 3946 w 3947"/>
              <a:gd name="T3" fmla="*/ 948 h 2758"/>
              <a:gd name="T4" fmla="*/ 3946 w 3947"/>
              <a:gd name="T5" fmla="*/ 0 h 2758"/>
              <a:gd name="T6" fmla="*/ 0 w 3947"/>
              <a:gd name="T7" fmla="*/ 2282 h 2758"/>
              <a:gd name="T8" fmla="*/ 816 w 3947"/>
              <a:gd name="T9" fmla="*/ 2757 h 2758"/>
              <a:gd name="T10" fmla="*/ 3946 w 3947"/>
              <a:gd name="T11" fmla="*/ 948 h 2758"/>
            </a:gdLst>
            <a:ahLst/>
            <a:cxnLst>
              <a:cxn ang="0">
                <a:pos x="T0" y="T1"/>
              </a:cxn>
              <a:cxn ang="0">
                <a:pos x="T2" y="T3"/>
              </a:cxn>
              <a:cxn ang="0">
                <a:pos x="T4" y="T5"/>
              </a:cxn>
              <a:cxn ang="0">
                <a:pos x="T6" y="T7"/>
              </a:cxn>
              <a:cxn ang="0">
                <a:pos x="T8" y="T9"/>
              </a:cxn>
              <a:cxn ang="0">
                <a:pos x="T10" y="T11"/>
              </a:cxn>
            </a:cxnLst>
            <a:rect l="0" t="0" r="r" b="b"/>
            <a:pathLst>
              <a:path w="3947" h="2758">
                <a:moveTo>
                  <a:pt x="3946" y="948"/>
                </a:moveTo>
                <a:lnTo>
                  <a:pt x="3946" y="948"/>
                </a:lnTo>
                <a:cubicBezTo>
                  <a:pt x="3946" y="0"/>
                  <a:pt x="3946" y="0"/>
                  <a:pt x="3946" y="0"/>
                </a:cubicBezTo>
                <a:cubicBezTo>
                  <a:pt x="2283" y="57"/>
                  <a:pt x="829" y="955"/>
                  <a:pt x="0" y="2282"/>
                </a:cubicBezTo>
                <a:cubicBezTo>
                  <a:pt x="816" y="2757"/>
                  <a:pt x="816" y="2757"/>
                  <a:pt x="816" y="2757"/>
                </a:cubicBezTo>
                <a:cubicBezTo>
                  <a:pt x="1480" y="1707"/>
                  <a:pt x="2631" y="999"/>
                  <a:pt x="3946" y="948"/>
                </a:cubicBezTo>
              </a:path>
            </a:pathLst>
          </a:custGeom>
          <a:solidFill>
            <a:schemeClr val="accent1"/>
          </a:solidFill>
          <a:ln>
            <a:noFill/>
          </a:ln>
          <a:effectLst/>
        </p:spPr>
        <p:txBody>
          <a:bodyPr wrap="none" anchor="ctr"/>
          <a:lstStyle/>
          <a:p>
            <a:endParaRPr lang="en-US" sz="1800" dirty="0">
              <a:latin typeface="微软雅黑" panose="020B0503020204020204" charset="-122"/>
            </a:endParaRPr>
          </a:p>
        </p:txBody>
      </p:sp>
      <p:sp>
        <p:nvSpPr>
          <p:cNvPr id="69" name="Freeform 20"/>
          <p:cNvSpPr>
            <a:spLocks noChangeArrowheads="1"/>
          </p:cNvSpPr>
          <p:nvPr/>
        </p:nvSpPr>
        <p:spPr bwMode="auto">
          <a:xfrm>
            <a:off x="3527342" y="2910650"/>
            <a:ext cx="257452" cy="697387"/>
          </a:xfrm>
          <a:custGeom>
            <a:avLst/>
            <a:gdLst>
              <a:gd name="T0" fmla="*/ 284 w 1228"/>
              <a:gd name="T1" fmla="*/ 1657 h 3320"/>
              <a:gd name="T2" fmla="*/ 284 w 1228"/>
              <a:gd name="T3" fmla="*/ 1657 h 3320"/>
              <a:gd name="T4" fmla="*/ 0 w 1228"/>
              <a:gd name="T5" fmla="*/ 2845 h 3320"/>
              <a:gd name="T6" fmla="*/ 822 w 1228"/>
              <a:gd name="T7" fmla="*/ 3319 h 3320"/>
              <a:gd name="T8" fmla="*/ 1227 w 1228"/>
              <a:gd name="T9" fmla="*/ 1657 h 3320"/>
              <a:gd name="T10" fmla="*/ 822 w 1228"/>
              <a:gd name="T11" fmla="*/ 0 h 3320"/>
              <a:gd name="T12" fmla="*/ 0 w 1228"/>
              <a:gd name="T13" fmla="*/ 475 h 3320"/>
              <a:gd name="T14" fmla="*/ 284 w 1228"/>
              <a:gd name="T15" fmla="*/ 1657 h 33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8" h="3320">
                <a:moveTo>
                  <a:pt x="284" y="1657"/>
                </a:moveTo>
                <a:lnTo>
                  <a:pt x="284" y="1657"/>
                </a:lnTo>
                <a:cubicBezTo>
                  <a:pt x="284" y="2086"/>
                  <a:pt x="183" y="2491"/>
                  <a:pt x="0" y="2845"/>
                </a:cubicBezTo>
                <a:cubicBezTo>
                  <a:pt x="822" y="3319"/>
                  <a:pt x="822" y="3319"/>
                  <a:pt x="822" y="3319"/>
                </a:cubicBezTo>
                <a:cubicBezTo>
                  <a:pt x="1081" y="2820"/>
                  <a:pt x="1227" y="2257"/>
                  <a:pt x="1227" y="1657"/>
                </a:cubicBezTo>
                <a:cubicBezTo>
                  <a:pt x="1227" y="1063"/>
                  <a:pt x="1081" y="500"/>
                  <a:pt x="822" y="0"/>
                </a:cubicBezTo>
                <a:cubicBezTo>
                  <a:pt x="0" y="475"/>
                  <a:pt x="0" y="475"/>
                  <a:pt x="0" y="475"/>
                </a:cubicBezTo>
                <a:cubicBezTo>
                  <a:pt x="183" y="829"/>
                  <a:pt x="284" y="1233"/>
                  <a:pt x="284" y="1657"/>
                </a:cubicBezTo>
              </a:path>
            </a:pathLst>
          </a:custGeom>
          <a:solidFill>
            <a:schemeClr val="accent2"/>
          </a:solidFill>
          <a:ln>
            <a:noFill/>
          </a:ln>
          <a:effectLst/>
        </p:spPr>
        <p:txBody>
          <a:bodyPr wrap="none" anchor="ctr"/>
          <a:lstStyle/>
          <a:p>
            <a:endParaRPr lang="en-US" sz="1800" dirty="0">
              <a:latin typeface="微软雅黑" panose="020B0503020204020204" charset="-122"/>
            </a:endParaRPr>
          </a:p>
        </p:txBody>
      </p:sp>
      <p:sp>
        <p:nvSpPr>
          <p:cNvPr id="70" name="Freeform 21"/>
          <p:cNvSpPr>
            <a:spLocks noChangeArrowheads="1"/>
          </p:cNvSpPr>
          <p:nvPr/>
        </p:nvSpPr>
        <p:spPr bwMode="auto">
          <a:xfrm>
            <a:off x="3900555" y="3176453"/>
            <a:ext cx="1244657" cy="1621679"/>
          </a:xfrm>
          <a:custGeom>
            <a:avLst/>
            <a:gdLst>
              <a:gd name="T0" fmla="*/ 3857 w 5926"/>
              <a:gd name="T1" fmla="*/ 0 h 7720"/>
              <a:gd name="T2" fmla="*/ 5925 w 5926"/>
              <a:gd name="T3" fmla="*/ 0 h 7720"/>
              <a:gd name="T4" fmla="*/ 5925 w 5926"/>
              <a:gd name="T5" fmla="*/ 7719 h 7720"/>
              <a:gd name="T6" fmla="*/ 0 w 5926"/>
              <a:gd name="T7" fmla="*/ 7719 h 7720"/>
            </a:gdLst>
            <a:ahLst/>
            <a:cxnLst>
              <a:cxn ang="0">
                <a:pos x="T0" y="T1"/>
              </a:cxn>
              <a:cxn ang="0">
                <a:pos x="T2" y="T3"/>
              </a:cxn>
              <a:cxn ang="0">
                <a:pos x="T4" y="T5"/>
              </a:cxn>
              <a:cxn ang="0">
                <a:pos x="T6" y="T7"/>
              </a:cxn>
            </a:cxnLst>
            <a:rect l="0" t="0" r="r" b="b"/>
            <a:pathLst>
              <a:path w="5926" h="7720">
                <a:moveTo>
                  <a:pt x="3857" y="0"/>
                </a:moveTo>
                <a:lnTo>
                  <a:pt x="5925" y="0"/>
                </a:lnTo>
                <a:lnTo>
                  <a:pt x="5925" y="7719"/>
                </a:lnTo>
                <a:lnTo>
                  <a:pt x="0" y="7719"/>
                </a:lnTo>
              </a:path>
            </a:pathLst>
          </a:custGeom>
          <a:noFill/>
          <a:ln w="2160" cap="flat">
            <a:solidFill>
              <a:schemeClr val="bg1">
                <a:lumMod val="65000"/>
              </a:schemeClr>
            </a:solidFill>
            <a:round/>
          </a:ln>
          <a:effectLst/>
        </p:spPr>
        <p:txBody>
          <a:bodyPr wrap="none" anchor="ctr"/>
          <a:lstStyle/>
          <a:p>
            <a:endParaRPr lang="en-US" sz="1800" dirty="0">
              <a:latin typeface="微软雅黑" panose="020B0503020204020204" charset="-122"/>
            </a:endParaRPr>
          </a:p>
        </p:txBody>
      </p:sp>
      <p:sp>
        <p:nvSpPr>
          <p:cNvPr id="76" name="TextBox 75"/>
          <p:cNvSpPr txBox="1"/>
          <p:nvPr/>
        </p:nvSpPr>
        <p:spPr>
          <a:xfrm>
            <a:off x="4054392" y="4294615"/>
            <a:ext cx="923925" cy="530225"/>
          </a:xfrm>
          <a:prstGeom prst="rect">
            <a:avLst/>
          </a:prstGeom>
          <a:noFill/>
        </p:spPr>
        <p:txBody>
          <a:bodyPr wrap="none" lIns="91421" tIns="45711" rIns="91421" bIns="45711" rtlCol="0">
            <a:spAutoFit/>
          </a:bodyPr>
          <a:lstStyle/>
          <a:p>
            <a:pPr algn="ctr"/>
            <a:r>
              <a:rPr lang="id-ID" sz="2700" b="1" dirty="0">
                <a:latin typeface="微软雅黑" panose="020B0503020204020204" charset="-122"/>
                <a:cs typeface="Aparajita" panose="020B0604020202020204" pitchFamily="34" charset="0"/>
              </a:rPr>
              <a:t>25%</a:t>
            </a:r>
          </a:p>
        </p:txBody>
      </p:sp>
      <p:sp>
        <p:nvSpPr>
          <p:cNvPr id="78" name="TextBox 77"/>
          <p:cNvSpPr txBox="1"/>
          <p:nvPr/>
        </p:nvSpPr>
        <p:spPr>
          <a:xfrm>
            <a:off x="2023488" y="2934090"/>
            <a:ext cx="1089025" cy="628650"/>
          </a:xfrm>
          <a:prstGeom prst="rect">
            <a:avLst/>
          </a:prstGeom>
          <a:noFill/>
        </p:spPr>
        <p:txBody>
          <a:bodyPr wrap="none" lIns="91421" tIns="45711" rIns="91421" bIns="45711" rtlCol="0">
            <a:spAutoFit/>
          </a:bodyPr>
          <a:lstStyle/>
          <a:p>
            <a:pPr algn="ctr"/>
            <a:r>
              <a:rPr lang="id-ID" sz="3300" b="1" dirty="0">
                <a:latin typeface="微软雅黑" panose="020B0503020204020204" charset="-122"/>
                <a:cs typeface="Aparajita" panose="020B0604020202020204" pitchFamily="34" charset="0"/>
              </a:rPr>
              <a:t>75%</a:t>
            </a:r>
          </a:p>
        </p:txBody>
      </p:sp>
      <p:grpSp>
        <p:nvGrpSpPr>
          <p:cNvPr id="105" name="Group 104"/>
          <p:cNvGrpSpPr/>
          <p:nvPr/>
        </p:nvGrpSpPr>
        <p:grpSpPr>
          <a:xfrm>
            <a:off x="8606707" y="3499013"/>
            <a:ext cx="702462" cy="647130"/>
            <a:chOff x="13296064" y="10607541"/>
            <a:chExt cx="1265763" cy="1166060"/>
          </a:xfrm>
          <a:solidFill>
            <a:schemeClr val="accent2"/>
          </a:solidFill>
        </p:grpSpPr>
        <p:sp>
          <p:nvSpPr>
            <p:cNvPr id="107" name="Freeform 269"/>
            <p:cNvSpPr>
              <a:spLocks noChangeArrowheads="1"/>
            </p:cNvSpPr>
            <p:nvPr/>
          </p:nvSpPr>
          <p:spPr bwMode="auto">
            <a:xfrm>
              <a:off x="13349333" y="10670914"/>
              <a:ext cx="1141470" cy="1039314"/>
            </a:xfrm>
            <a:custGeom>
              <a:avLst/>
              <a:gdLst>
                <a:gd name="T0" fmla="*/ 994 w 1989"/>
                <a:gd name="T1" fmla="*/ 0 h 1812"/>
                <a:gd name="T2" fmla="*/ 994 w 1989"/>
                <a:gd name="T3" fmla="*/ 0 h 1812"/>
                <a:gd name="T4" fmla="*/ 354 w 1989"/>
                <a:gd name="T5" fmla="*/ 268 h 1812"/>
                <a:gd name="T6" fmla="*/ 354 w 1989"/>
                <a:gd name="T7" fmla="*/ 1548 h 1812"/>
                <a:gd name="T8" fmla="*/ 994 w 1989"/>
                <a:gd name="T9" fmla="*/ 1811 h 1812"/>
                <a:gd name="T10" fmla="*/ 1634 w 1989"/>
                <a:gd name="T11" fmla="*/ 1548 h 1812"/>
                <a:gd name="T12" fmla="*/ 1634 w 1989"/>
                <a:gd name="T13" fmla="*/ 268 h 1812"/>
                <a:gd name="T14" fmla="*/ 994 w 1989"/>
                <a:gd name="T15" fmla="*/ 0 h 18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89" h="1812">
                  <a:moveTo>
                    <a:pt x="994" y="0"/>
                  </a:moveTo>
                  <a:lnTo>
                    <a:pt x="994" y="0"/>
                  </a:lnTo>
                  <a:cubicBezTo>
                    <a:pt x="766" y="0"/>
                    <a:pt x="532" y="91"/>
                    <a:pt x="354" y="268"/>
                  </a:cubicBezTo>
                  <a:cubicBezTo>
                    <a:pt x="0" y="622"/>
                    <a:pt x="0" y="1194"/>
                    <a:pt x="354" y="1548"/>
                  </a:cubicBezTo>
                  <a:cubicBezTo>
                    <a:pt x="532" y="1725"/>
                    <a:pt x="766" y="1811"/>
                    <a:pt x="994" y="1811"/>
                  </a:cubicBezTo>
                  <a:cubicBezTo>
                    <a:pt x="1229" y="1811"/>
                    <a:pt x="1457" y="1725"/>
                    <a:pt x="1634" y="1548"/>
                  </a:cubicBezTo>
                  <a:cubicBezTo>
                    <a:pt x="1988" y="1194"/>
                    <a:pt x="1988" y="622"/>
                    <a:pt x="1634" y="268"/>
                  </a:cubicBezTo>
                  <a:cubicBezTo>
                    <a:pt x="1457" y="91"/>
                    <a:pt x="1229" y="0"/>
                    <a:pt x="994" y="0"/>
                  </a:cubicBezTo>
                </a:path>
              </a:pathLst>
            </a:custGeom>
            <a:solidFill>
              <a:schemeClr val="accent4"/>
            </a:solidFill>
            <a:ln w="9525" cap="flat">
              <a:noFill/>
              <a:bevel/>
            </a:ln>
            <a:effectLst/>
          </p:spPr>
          <p:txBody>
            <a:bodyPr wrap="none" anchor="ctr"/>
            <a:lstStyle/>
            <a:p>
              <a:endParaRPr lang="en-US" sz="1800" dirty="0">
                <a:latin typeface="微软雅黑" panose="020B0503020204020204" charset="-122"/>
              </a:endParaRPr>
            </a:p>
          </p:txBody>
        </p:sp>
        <p:sp>
          <p:nvSpPr>
            <p:cNvPr id="108" name="Freeform 270"/>
            <p:cNvSpPr>
              <a:spLocks noChangeArrowheads="1"/>
            </p:cNvSpPr>
            <p:nvPr/>
          </p:nvSpPr>
          <p:spPr bwMode="auto">
            <a:xfrm>
              <a:off x="13296064" y="10607541"/>
              <a:ext cx="1265763" cy="1166060"/>
            </a:xfrm>
            <a:custGeom>
              <a:avLst/>
              <a:gdLst>
                <a:gd name="T0" fmla="*/ 1085 w 2206"/>
                <a:gd name="T1" fmla="*/ 2005 h 2035"/>
                <a:gd name="T2" fmla="*/ 1085 w 2206"/>
                <a:gd name="T3" fmla="*/ 2005 h 2035"/>
                <a:gd name="T4" fmla="*/ 383 w 2206"/>
                <a:gd name="T5" fmla="*/ 1714 h 2035"/>
                <a:gd name="T6" fmla="*/ 383 w 2206"/>
                <a:gd name="T7" fmla="*/ 314 h 2035"/>
                <a:gd name="T8" fmla="*/ 1085 w 2206"/>
                <a:gd name="T9" fmla="*/ 23 h 2035"/>
                <a:gd name="T10" fmla="*/ 1788 w 2206"/>
                <a:gd name="T11" fmla="*/ 314 h 2035"/>
                <a:gd name="T12" fmla="*/ 1788 w 2206"/>
                <a:gd name="T13" fmla="*/ 1714 h 2035"/>
                <a:gd name="T14" fmla="*/ 1085 w 2206"/>
                <a:gd name="T15" fmla="*/ 2005 h 2035"/>
                <a:gd name="T16" fmla="*/ 1085 w 2206"/>
                <a:gd name="T17" fmla="*/ 0 h 2035"/>
                <a:gd name="T18" fmla="*/ 1085 w 2206"/>
                <a:gd name="T19" fmla="*/ 0 h 2035"/>
                <a:gd name="T20" fmla="*/ 366 w 2206"/>
                <a:gd name="T21" fmla="*/ 297 h 2035"/>
                <a:gd name="T22" fmla="*/ 68 w 2206"/>
                <a:gd name="T23" fmla="*/ 1017 h 2035"/>
                <a:gd name="T24" fmla="*/ 366 w 2206"/>
                <a:gd name="T25" fmla="*/ 1737 h 2035"/>
                <a:gd name="T26" fmla="*/ 1085 w 2206"/>
                <a:gd name="T27" fmla="*/ 2034 h 2035"/>
                <a:gd name="T28" fmla="*/ 1085 w 2206"/>
                <a:gd name="T29" fmla="*/ 2034 h 2035"/>
                <a:gd name="T30" fmla="*/ 1805 w 2206"/>
                <a:gd name="T31" fmla="*/ 1737 h 2035"/>
                <a:gd name="T32" fmla="*/ 1805 w 2206"/>
                <a:gd name="T33" fmla="*/ 297 h 2035"/>
                <a:gd name="T34" fmla="*/ 1085 w 2206"/>
                <a:gd name="T35" fmla="*/ 0 h 2035"/>
                <a:gd name="T36" fmla="*/ 1085 w 2206"/>
                <a:gd name="T37" fmla="*/ 2005 h 2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06" h="2035">
                  <a:moveTo>
                    <a:pt x="1085" y="2005"/>
                  </a:moveTo>
                  <a:lnTo>
                    <a:pt x="1085" y="2005"/>
                  </a:lnTo>
                  <a:cubicBezTo>
                    <a:pt x="823" y="2005"/>
                    <a:pt x="571" y="1902"/>
                    <a:pt x="383" y="1714"/>
                  </a:cubicBezTo>
                  <a:cubicBezTo>
                    <a:pt x="0" y="1331"/>
                    <a:pt x="0" y="703"/>
                    <a:pt x="383" y="314"/>
                  </a:cubicBezTo>
                  <a:cubicBezTo>
                    <a:pt x="571" y="126"/>
                    <a:pt x="823" y="23"/>
                    <a:pt x="1085" y="23"/>
                  </a:cubicBezTo>
                  <a:cubicBezTo>
                    <a:pt x="1354" y="23"/>
                    <a:pt x="1600" y="126"/>
                    <a:pt x="1788" y="314"/>
                  </a:cubicBezTo>
                  <a:cubicBezTo>
                    <a:pt x="2177" y="703"/>
                    <a:pt x="2177" y="1331"/>
                    <a:pt x="1788" y="1714"/>
                  </a:cubicBezTo>
                  <a:cubicBezTo>
                    <a:pt x="1600" y="1902"/>
                    <a:pt x="1354" y="2005"/>
                    <a:pt x="1085" y="2005"/>
                  </a:cubicBezTo>
                  <a:lnTo>
                    <a:pt x="1085" y="0"/>
                  </a:lnTo>
                  <a:lnTo>
                    <a:pt x="1085" y="0"/>
                  </a:lnTo>
                  <a:cubicBezTo>
                    <a:pt x="817" y="0"/>
                    <a:pt x="560" y="103"/>
                    <a:pt x="366" y="297"/>
                  </a:cubicBezTo>
                  <a:cubicBezTo>
                    <a:pt x="177" y="486"/>
                    <a:pt x="68" y="743"/>
                    <a:pt x="68" y="1017"/>
                  </a:cubicBezTo>
                  <a:cubicBezTo>
                    <a:pt x="68" y="1285"/>
                    <a:pt x="177" y="1542"/>
                    <a:pt x="366" y="1737"/>
                  </a:cubicBezTo>
                  <a:cubicBezTo>
                    <a:pt x="560" y="1925"/>
                    <a:pt x="817" y="2034"/>
                    <a:pt x="1085" y="2034"/>
                  </a:cubicBezTo>
                  <a:lnTo>
                    <a:pt x="1085" y="2034"/>
                  </a:lnTo>
                  <a:cubicBezTo>
                    <a:pt x="1360" y="2034"/>
                    <a:pt x="1611" y="1925"/>
                    <a:pt x="1805" y="1737"/>
                  </a:cubicBezTo>
                  <a:cubicBezTo>
                    <a:pt x="2205" y="1337"/>
                    <a:pt x="2205" y="691"/>
                    <a:pt x="1805" y="297"/>
                  </a:cubicBezTo>
                  <a:cubicBezTo>
                    <a:pt x="1611" y="103"/>
                    <a:pt x="1360" y="0"/>
                    <a:pt x="1085" y="0"/>
                  </a:cubicBezTo>
                  <a:lnTo>
                    <a:pt x="1085" y="2005"/>
                  </a:lnTo>
                </a:path>
              </a:pathLst>
            </a:custGeom>
            <a:solidFill>
              <a:schemeClr val="accent4"/>
            </a:solidFill>
            <a:ln w="9525" cap="flat">
              <a:noFill/>
              <a:bevel/>
            </a:ln>
            <a:effectLst/>
          </p:spPr>
          <p:txBody>
            <a:bodyPr wrap="none" anchor="ctr"/>
            <a:lstStyle/>
            <a:p>
              <a:endParaRPr lang="en-US" sz="1800" dirty="0">
                <a:latin typeface="微软雅黑" panose="020B0503020204020204" charset="-122"/>
              </a:endParaRPr>
            </a:p>
          </p:txBody>
        </p:sp>
      </p:grpSp>
      <p:sp>
        <p:nvSpPr>
          <p:cNvPr id="106" name="Freeform 116"/>
          <p:cNvSpPr>
            <a:spLocks noChangeArrowheads="1"/>
          </p:cNvSpPr>
          <p:nvPr/>
        </p:nvSpPr>
        <p:spPr bwMode="auto">
          <a:xfrm>
            <a:off x="8827130" y="3666636"/>
            <a:ext cx="266368" cy="276915"/>
          </a:xfrm>
          <a:custGeom>
            <a:avLst/>
            <a:gdLst>
              <a:gd name="T0" fmla="*/ 400 w 445"/>
              <a:gd name="T1" fmla="*/ 159 h 462"/>
              <a:gd name="T2" fmla="*/ 400 w 445"/>
              <a:gd name="T3" fmla="*/ 159 h 462"/>
              <a:gd name="T4" fmla="*/ 266 w 445"/>
              <a:gd name="T5" fmla="*/ 8 h 462"/>
              <a:gd name="T6" fmla="*/ 36 w 445"/>
              <a:gd name="T7" fmla="*/ 248 h 462"/>
              <a:gd name="T8" fmla="*/ 9 w 445"/>
              <a:gd name="T9" fmla="*/ 319 h 462"/>
              <a:gd name="T10" fmla="*/ 81 w 445"/>
              <a:gd name="T11" fmla="*/ 355 h 462"/>
              <a:gd name="T12" fmla="*/ 98 w 445"/>
              <a:gd name="T13" fmla="*/ 346 h 462"/>
              <a:gd name="T14" fmla="*/ 134 w 445"/>
              <a:gd name="T15" fmla="*/ 372 h 462"/>
              <a:gd name="T16" fmla="*/ 160 w 445"/>
              <a:gd name="T17" fmla="*/ 434 h 462"/>
              <a:gd name="T18" fmla="*/ 187 w 445"/>
              <a:gd name="T19" fmla="*/ 452 h 462"/>
              <a:gd name="T20" fmla="*/ 240 w 445"/>
              <a:gd name="T21" fmla="*/ 434 h 462"/>
              <a:gd name="T22" fmla="*/ 249 w 445"/>
              <a:gd name="T23" fmla="*/ 416 h 462"/>
              <a:gd name="T24" fmla="*/ 231 w 445"/>
              <a:gd name="T25" fmla="*/ 390 h 462"/>
              <a:gd name="T26" fmla="*/ 204 w 445"/>
              <a:gd name="T27" fmla="*/ 337 h 462"/>
              <a:gd name="T28" fmla="*/ 231 w 445"/>
              <a:gd name="T29" fmla="*/ 310 h 462"/>
              <a:gd name="T30" fmla="*/ 417 w 445"/>
              <a:gd name="T31" fmla="*/ 355 h 462"/>
              <a:gd name="T32" fmla="*/ 400 w 445"/>
              <a:gd name="T33" fmla="*/ 159 h 462"/>
              <a:gd name="T34" fmla="*/ 390 w 445"/>
              <a:gd name="T35" fmla="*/ 310 h 462"/>
              <a:gd name="T36" fmla="*/ 390 w 445"/>
              <a:gd name="T37" fmla="*/ 310 h 462"/>
              <a:gd name="T38" fmla="*/ 302 w 445"/>
              <a:gd name="T39" fmla="*/ 204 h 462"/>
              <a:gd name="T40" fmla="*/ 284 w 445"/>
              <a:gd name="T41" fmla="*/ 62 h 462"/>
              <a:gd name="T42" fmla="*/ 364 w 445"/>
              <a:gd name="T43" fmla="*/ 177 h 462"/>
              <a:gd name="T44" fmla="*/ 390 w 445"/>
              <a:gd name="T45" fmla="*/ 310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45" h="462">
                <a:moveTo>
                  <a:pt x="400" y="159"/>
                </a:moveTo>
                <a:lnTo>
                  <a:pt x="400" y="159"/>
                </a:lnTo>
                <a:cubicBezTo>
                  <a:pt x="364" y="71"/>
                  <a:pt x="302" y="0"/>
                  <a:pt x="266" y="8"/>
                </a:cubicBezTo>
                <a:cubicBezTo>
                  <a:pt x="213" y="36"/>
                  <a:pt x="302" y="142"/>
                  <a:pt x="36" y="248"/>
                </a:cubicBezTo>
                <a:cubicBezTo>
                  <a:pt x="9" y="257"/>
                  <a:pt x="0" y="292"/>
                  <a:pt x="9" y="319"/>
                </a:cubicBezTo>
                <a:cubicBezTo>
                  <a:pt x="18" y="337"/>
                  <a:pt x="53" y="363"/>
                  <a:pt x="81" y="355"/>
                </a:cubicBezTo>
                <a:lnTo>
                  <a:pt x="98" y="346"/>
                </a:lnTo>
                <a:cubicBezTo>
                  <a:pt x="116" y="372"/>
                  <a:pt x="134" y="355"/>
                  <a:pt x="134" y="372"/>
                </a:cubicBezTo>
                <a:cubicBezTo>
                  <a:pt x="143" y="390"/>
                  <a:pt x="160" y="425"/>
                  <a:pt x="160" y="434"/>
                </a:cubicBezTo>
                <a:cubicBezTo>
                  <a:pt x="169" y="443"/>
                  <a:pt x="178" y="461"/>
                  <a:pt x="187" y="452"/>
                </a:cubicBezTo>
                <a:cubicBezTo>
                  <a:pt x="196" y="452"/>
                  <a:pt x="231" y="443"/>
                  <a:pt x="240" y="434"/>
                </a:cubicBezTo>
                <a:cubicBezTo>
                  <a:pt x="257" y="434"/>
                  <a:pt x="257" y="425"/>
                  <a:pt x="249" y="416"/>
                </a:cubicBezTo>
                <a:cubicBezTo>
                  <a:pt x="249" y="408"/>
                  <a:pt x="231" y="399"/>
                  <a:pt x="231" y="390"/>
                </a:cubicBezTo>
                <a:cubicBezTo>
                  <a:pt x="222" y="381"/>
                  <a:pt x="213" y="346"/>
                  <a:pt x="204" y="337"/>
                </a:cubicBezTo>
                <a:cubicBezTo>
                  <a:pt x="196" y="328"/>
                  <a:pt x="213" y="310"/>
                  <a:pt x="231" y="310"/>
                </a:cubicBezTo>
                <a:cubicBezTo>
                  <a:pt x="355" y="302"/>
                  <a:pt x="373" y="372"/>
                  <a:pt x="417" y="355"/>
                </a:cubicBezTo>
                <a:cubicBezTo>
                  <a:pt x="444" y="346"/>
                  <a:pt x="444" y="248"/>
                  <a:pt x="400" y="159"/>
                </a:cubicBezTo>
                <a:close/>
                <a:moveTo>
                  <a:pt x="390" y="310"/>
                </a:moveTo>
                <a:lnTo>
                  <a:pt x="390" y="310"/>
                </a:lnTo>
                <a:cubicBezTo>
                  <a:pt x="381" y="310"/>
                  <a:pt x="328" y="275"/>
                  <a:pt x="302" y="204"/>
                </a:cubicBezTo>
                <a:cubicBezTo>
                  <a:pt x="275" y="133"/>
                  <a:pt x="275" y="62"/>
                  <a:pt x="284" y="62"/>
                </a:cubicBezTo>
                <a:cubicBezTo>
                  <a:pt x="293" y="62"/>
                  <a:pt x="337" y="106"/>
                  <a:pt x="364" y="177"/>
                </a:cubicBezTo>
                <a:cubicBezTo>
                  <a:pt x="400" y="248"/>
                  <a:pt x="390" y="302"/>
                  <a:pt x="390" y="310"/>
                </a:cubicBezTo>
                <a:close/>
              </a:path>
            </a:pathLst>
          </a:custGeom>
          <a:solidFill>
            <a:schemeClr val="bg1"/>
          </a:solidFill>
          <a:ln>
            <a:noFill/>
          </a:ln>
          <a:effectLst/>
        </p:spPr>
        <p:txBody>
          <a:bodyPr wrap="none" anchor="ctr"/>
          <a:lstStyle/>
          <a:p>
            <a:endParaRPr lang="en-US" sz="1800" dirty="0">
              <a:latin typeface="微软雅黑" panose="020B0503020204020204" charset="-122"/>
            </a:endParaRPr>
          </a:p>
        </p:txBody>
      </p:sp>
      <p:sp>
        <p:nvSpPr>
          <p:cNvPr id="91" name="TextBox 90"/>
          <p:cNvSpPr txBox="1"/>
          <p:nvPr/>
        </p:nvSpPr>
        <p:spPr>
          <a:xfrm>
            <a:off x="9476875" y="3632711"/>
            <a:ext cx="1817370" cy="334010"/>
          </a:xfrm>
          <a:prstGeom prst="rect">
            <a:avLst/>
          </a:prstGeom>
          <a:noFill/>
        </p:spPr>
        <p:txBody>
          <a:bodyPr wrap="none" lIns="91421" tIns="45711" rIns="91421" bIns="45711" rtlCol="0">
            <a:spAutoFit/>
          </a:bodyPr>
          <a:lstStyle/>
          <a:p>
            <a:pPr algn="l"/>
            <a:r>
              <a:rPr lang="en-US" sz="1600" b="1" dirty="0">
                <a:latin typeface="微软雅黑" panose="020B0503020204020204" charset="-122"/>
              </a:rPr>
              <a:t>单击此处添加标题</a:t>
            </a:r>
          </a:p>
        </p:txBody>
      </p:sp>
      <p:grpSp>
        <p:nvGrpSpPr>
          <p:cNvPr id="93" name="Group 92"/>
          <p:cNvGrpSpPr/>
          <p:nvPr/>
        </p:nvGrpSpPr>
        <p:grpSpPr>
          <a:xfrm>
            <a:off x="9365005" y="3743118"/>
            <a:ext cx="152036" cy="151935"/>
            <a:chOff x="8571240" y="5550087"/>
            <a:chExt cx="304072" cy="303870"/>
          </a:xfrm>
        </p:grpSpPr>
        <p:sp>
          <p:nvSpPr>
            <p:cNvPr id="96" name="Freeform 324"/>
            <p:cNvSpPr>
              <a:spLocks noChangeArrowheads="1"/>
            </p:cNvSpPr>
            <p:nvPr/>
          </p:nvSpPr>
          <p:spPr bwMode="auto">
            <a:xfrm>
              <a:off x="8571240" y="5550087"/>
              <a:ext cx="304072" cy="303870"/>
            </a:xfrm>
            <a:custGeom>
              <a:avLst/>
              <a:gdLst>
                <a:gd name="T0" fmla="*/ 480 w 481"/>
                <a:gd name="T1" fmla="*/ 240 h 481"/>
                <a:gd name="T2" fmla="*/ 480 w 481"/>
                <a:gd name="T3" fmla="*/ 240 h 481"/>
                <a:gd name="T4" fmla="*/ 240 w 481"/>
                <a:gd name="T5" fmla="*/ 0 h 481"/>
                <a:gd name="T6" fmla="*/ 0 w 481"/>
                <a:gd name="T7" fmla="*/ 240 h 481"/>
                <a:gd name="T8" fmla="*/ 240 w 481"/>
                <a:gd name="T9" fmla="*/ 480 h 481"/>
                <a:gd name="T10" fmla="*/ 480 w 481"/>
                <a:gd name="T11" fmla="*/ 240 h 481"/>
              </a:gdLst>
              <a:ahLst/>
              <a:cxnLst>
                <a:cxn ang="0">
                  <a:pos x="T0" y="T1"/>
                </a:cxn>
                <a:cxn ang="0">
                  <a:pos x="T2" y="T3"/>
                </a:cxn>
                <a:cxn ang="0">
                  <a:pos x="T4" y="T5"/>
                </a:cxn>
                <a:cxn ang="0">
                  <a:pos x="T6" y="T7"/>
                </a:cxn>
                <a:cxn ang="0">
                  <a:pos x="T8" y="T9"/>
                </a:cxn>
                <a:cxn ang="0">
                  <a:pos x="T10" y="T11"/>
                </a:cxn>
              </a:cxnLst>
              <a:rect l="0" t="0" r="r" b="b"/>
              <a:pathLst>
                <a:path w="481" h="481">
                  <a:moveTo>
                    <a:pt x="480" y="240"/>
                  </a:moveTo>
                  <a:lnTo>
                    <a:pt x="480" y="240"/>
                  </a:lnTo>
                  <a:cubicBezTo>
                    <a:pt x="480" y="109"/>
                    <a:pt x="371" y="0"/>
                    <a:pt x="240" y="0"/>
                  </a:cubicBezTo>
                  <a:cubicBezTo>
                    <a:pt x="103" y="0"/>
                    <a:pt x="0" y="109"/>
                    <a:pt x="0" y="240"/>
                  </a:cubicBezTo>
                  <a:cubicBezTo>
                    <a:pt x="0" y="372"/>
                    <a:pt x="103" y="480"/>
                    <a:pt x="240" y="480"/>
                  </a:cubicBezTo>
                  <a:cubicBezTo>
                    <a:pt x="371" y="480"/>
                    <a:pt x="480" y="372"/>
                    <a:pt x="480" y="240"/>
                  </a:cubicBezTo>
                </a:path>
              </a:pathLst>
            </a:custGeom>
            <a:solidFill>
              <a:schemeClr val="accent4"/>
            </a:solidFill>
            <a:ln>
              <a:noFill/>
            </a:ln>
            <a:effectLst/>
          </p:spPr>
          <p:txBody>
            <a:bodyPr wrap="none" anchor="ctr"/>
            <a:lstStyle/>
            <a:p>
              <a:endParaRPr lang="en-US" sz="1800" dirty="0">
                <a:latin typeface="微软雅黑" panose="020B0503020204020204" charset="-122"/>
              </a:endParaRPr>
            </a:p>
          </p:txBody>
        </p:sp>
        <p:grpSp>
          <p:nvGrpSpPr>
            <p:cNvPr id="97" name="Group 96"/>
            <p:cNvGrpSpPr/>
            <p:nvPr/>
          </p:nvGrpSpPr>
          <p:grpSpPr>
            <a:xfrm>
              <a:off x="8633181" y="5620427"/>
              <a:ext cx="183006" cy="180070"/>
              <a:chOff x="8633181" y="5620427"/>
              <a:chExt cx="183006" cy="180070"/>
            </a:xfrm>
            <a:solidFill>
              <a:schemeClr val="bg1"/>
            </a:solidFill>
          </p:grpSpPr>
          <p:sp>
            <p:nvSpPr>
              <p:cNvPr id="99" name="Freeform 325"/>
              <p:cNvSpPr>
                <a:spLocks noChangeArrowheads="1"/>
              </p:cNvSpPr>
              <p:nvPr/>
            </p:nvSpPr>
            <p:spPr bwMode="auto">
              <a:xfrm>
                <a:off x="8717645" y="5620427"/>
                <a:ext cx="16893" cy="180070"/>
              </a:xfrm>
              <a:custGeom>
                <a:avLst/>
                <a:gdLst>
                  <a:gd name="T0" fmla="*/ 28 w 29"/>
                  <a:gd name="T1" fmla="*/ 285 h 286"/>
                  <a:gd name="T2" fmla="*/ 0 w 29"/>
                  <a:gd name="T3" fmla="*/ 285 h 286"/>
                  <a:gd name="T4" fmla="*/ 0 w 29"/>
                  <a:gd name="T5" fmla="*/ 0 h 286"/>
                  <a:gd name="T6" fmla="*/ 28 w 29"/>
                  <a:gd name="T7" fmla="*/ 0 h 286"/>
                  <a:gd name="T8" fmla="*/ 28 w 29"/>
                  <a:gd name="T9" fmla="*/ 285 h 286"/>
                </a:gdLst>
                <a:ahLst/>
                <a:cxnLst>
                  <a:cxn ang="0">
                    <a:pos x="T0" y="T1"/>
                  </a:cxn>
                  <a:cxn ang="0">
                    <a:pos x="T2" y="T3"/>
                  </a:cxn>
                  <a:cxn ang="0">
                    <a:pos x="T4" y="T5"/>
                  </a:cxn>
                  <a:cxn ang="0">
                    <a:pos x="T6" y="T7"/>
                  </a:cxn>
                  <a:cxn ang="0">
                    <a:pos x="T8" y="T9"/>
                  </a:cxn>
                </a:cxnLst>
                <a:rect l="0" t="0" r="r" b="b"/>
                <a:pathLst>
                  <a:path w="29" h="286">
                    <a:moveTo>
                      <a:pt x="28" y="285"/>
                    </a:moveTo>
                    <a:lnTo>
                      <a:pt x="0" y="285"/>
                    </a:lnTo>
                    <a:lnTo>
                      <a:pt x="0" y="0"/>
                    </a:lnTo>
                    <a:lnTo>
                      <a:pt x="28" y="0"/>
                    </a:lnTo>
                    <a:lnTo>
                      <a:pt x="28" y="285"/>
                    </a:lnTo>
                  </a:path>
                </a:pathLst>
              </a:custGeom>
              <a:grpFill/>
              <a:ln>
                <a:noFill/>
              </a:ln>
              <a:effectLst/>
            </p:spPr>
            <p:txBody>
              <a:bodyPr wrap="none" anchor="ctr"/>
              <a:lstStyle/>
              <a:p>
                <a:endParaRPr lang="en-US" sz="1800" dirty="0">
                  <a:latin typeface="微软雅黑" panose="020B0503020204020204" charset="-122"/>
                </a:endParaRPr>
              </a:p>
            </p:txBody>
          </p:sp>
          <p:sp>
            <p:nvSpPr>
              <p:cNvPr id="104" name="Freeform 326"/>
              <p:cNvSpPr>
                <a:spLocks noChangeArrowheads="1"/>
              </p:cNvSpPr>
              <p:nvPr/>
            </p:nvSpPr>
            <p:spPr bwMode="auto">
              <a:xfrm>
                <a:off x="8633181" y="5699209"/>
                <a:ext cx="183006" cy="19695"/>
              </a:xfrm>
              <a:custGeom>
                <a:avLst/>
                <a:gdLst>
                  <a:gd name="T0" fmla="*/ 0 w 293"/>
                  <a:gd name="T1" fmla="*/ 35 h 36"/>
                  <a:gd name="T2" fmla="*/ 0 w 293"/>
                  <a:gd name="T3" fmla="*/ 0 h 36"/>
                  <a:gd name="T4" fmla="*/ 292 w 293"/>
                  <a:gd name="T5" fmla="*/ 0 h 36"/>
                  <a:gd name="T6" fmla="*/ 292 w 293"/>
                  <a:gd name="T7" fmla="*/ 35 h 36"/>
                  <a:gd name="T8" fmla="*/ 0 w 293"/>
                  <a:gd name="T9" fmla="*/ 35 h 36"/>
                </a:gdLst>
                <a:ahLst/>
                <a:cxnLst>
                  <a:cxn ang="0">
                    <a:pos x="T0" y="T1"/>
                  </a:cxn>
                  <a:cxn ang="0">
                    <a:pos x="T2" y="T3"/>
                  </a:cxn>
                  <a:cxn ang="0">
                    <a:pos x="T4" y="T5"/>
                  </a:cxn>
                  <a:cxn ang="0">
                    <a:pos x="T6" y="T7"/>
                  </a:cxn>
                  <a:cxn ang="0">
                    <a:pos x="T8" y="T9"/>
                  </a:cxn>
                </a:cxnLst>
                <a:rect l="0" t="0" r="r" b="b"/>
                <a:pathLst>
                  <a:path w="293" h="36">
                    <a:moveTo>
                      <a:pt x="0" y="35"/>
                    </a:moveTo>
                    <a:lnTo>
                      <a:pt x="0" y="0"/>
                    </a:lnTo>
                    <a:lnTo>
                      <a:pt x="292" y="0"/>
                    </a:lnTo>
                    <a:lnTo>
                      <a:pt x="292" y="35"/>
                    </a:lnTo>
                    <a:lnTo>
                      <a:pt x="0" y="35"/>
                    </a:lnTo>
                  </a:path>
                </a:pathLst>
              </a:custGeom>
              <a:grpFill/>
              <a:ln>
                <a:noFill/>
              </a:ln>
              <a:effectLst/>
            </p:spPr>
            <p:txBody>
              <a:bodyPr wrap="none" anchor="ctr"/>
              <a:lstStyle/>
              <a:p>
                <a:endParaRPr lang="en-US" sz="1800" dirty="0">
                  <a:latin typeface="微软雅黑" panose="020B0503020204020204" charset="-122"/>
                </a:endParaRPr>
              </a:p>
            </p:txBody>
          </p:sp>
        </p:grpSp>
      </p:grpSp>
      <p:sp>
        <p:nvSpPr>
          <p:cNvPr id="94" name="TextBox 93"/>
          <p:cNvSpPr txBox="1"/>
          <p:nvPr/>
        </p:nvSpPr>
        <p:spPr>
          <a:xfrm>
            <a:off x="9461341" y="3869668"/>
            <a:ext cx="1956020" cy="711200"/>
          </a:xfrm>
          <a:prstGeom prst="rect">
            <a:avLst/>
          </a:prstGeom>
          <a:noFill/>
        </p:spPr>
        <p:txBody>
          <a:bodyPr wrap="square" lIns="109709" tIns="54855" rIns="109709" bIns="54855" rtlCol="0">
            <a:spAutoFit/>
          </a:bodyPr>
          <a:lstStyle/>
          <a:p>
            <a:pPr>
              <a:lnSpc>
                <a:spcPct val="110000"/>
              </a:lnSpc>
            </a:pPr>
            <a:r>
              <a:rPr lang="en-US" sz="1200" dirty="0">
                <a:latin typeface="微软雅黑" panose="020B0503020204020204" charset="-122"/>
                <a:cs typeface="Aparajita" panose="020B0604020202020204" pitchFamily="34" charset="0"/>
              </a:rPr>
              <a:t>请在此粘贴或者输入您的文字内容请在此粘贴或者输入您的文字内容</a:t>
            </a:r>
          </a:p>
        </p:txBody>
      </p:sp>
      <p:grpSp>
        <p:nvGrpSpPr>
          <p:cNvPr id="118" name="Group 117"/>
          <p:cNvGrpSpPr/>
          <p:nvPr/>
        </p:nvGrpSpPr>
        <p:grpSpPr>
          <a:xfrm>
            <a:off x="8606706" y="2139945"/>
            <a:ext cx="702462" cy="647130"/>
            <a:chOff x="13296063" y="10607541"/>
            <a:chExt cx="1265763" cy="1166060"/>
          </a:xfrm>
          <a:solidFill>
            <a:schemeClr val="accent2"/>
          </a:solidFill>
        </p:grpSpPr>
        <p:sp>
          <p:nvSpPr>
            <p:cNvPr id="120" name="Freeform 269"/>
            <p:cNvSpPr>
              <a:spLocks noChangeArrowheads="1"/>
            </p:cNvSpPr>
            <p:nvPr/>
          </p:nvSpPr>
          <p:spPr bwMode="auto">
            <a:xfrm>
              <a:off x="13349333" y="10670914"/>
              <a:ext cx="1141470" cy="1039314"/>
            </a:xfrm>
            <a:custGeom>
              <a:avLst/>
              <a:gdLst>
                <a:gd name="T0" fmla="*/ 994 w 1989"/>
                <a:gd name="T1" fmla="*/ 0 h 1812"/>
                <a:gd name="T2" fmla="*/ 994 w 1989"/>
                <a:gd name="T3" fmla="*/ 0 h 1812"/>
                <a:gd name="T4" fmla="*/ 354 w 1989"/>
                <a:gd name="T5" fmla="*/ 268 h 1812"/>
                <a:gd name="T6" fmla="*/ 354 w 1989"/>
                <a:gd name="T7" fmla="*/ 1548 h 1812"/>
                <a:gd name="T8" fmla="*/ 994 w 1989"/>
                <a:gd name="T9" fmla="*/ 1811 h 1812"/>
                <a:gd name="T10" fmla="*/ 1634 w 1989"/>
                <a:gd name="T11" fmla="*/ 1548 h 1812"/>
                <a:gd name="T12" fmla="*/ 1634 w 1989"/>
                <a:gd name="T13" fmla="*/ 268 h 1812"/>
                <a:gd name="T14" fmla="*/ 994 w 1989"/>
                <a:gd name="T15" fmla="*/ 0 h 18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89" h="1812">
                  <a:moveTo>
                    <a:pt x="994" y="0"/>
                  </a:moveTo>
                  <a:lnTo>
                    <a:pt x="994" y="0"/>
                  </a:lnTo>
                  <a:cubicBezTo>
                    <a:pt x="766" y="0"/>
                    <a:pt x="532" y="91"/>
                    <a:pt x="354" y="268"/>
                  </a:cubicBezTo>
                  <a:cubicBezTo>
                    <a:pt x="0" y="622"/>
                    <a:pt x="0" y="1194"/>
                    <a:pt x="354" y="1548"/>
                  </a:cubicBezTo>
                  <a:cubicBezTo>
                    <a:pt x="532" y="1725"/>
                    <a:pt x="766" y="1811"/>
                    <a:pt x="994" y="1811"/>
                  </a:cubicBezTo>
                  <a:cubicBezTo>
                    <a:pt x="1229" y="1811"/>
                    <a:pt x="1457" y="1725"/>
                    <a:pt x="1634" y="1548"/>
                  </a:cubicBezTo>
                  <a:cubicBezTo>
                    <a:pt x="1988" y="1194"/>
                    <a:pt x="1988" y="622"/>
                    <a:pt x="1634" y="268"/>
                  </a:cubicBezTo>
                  <a:cubicBezTo>
                    <a:pt x="1457" y="91"/>
                    <a:pt x="1229" y="0"/>
                    <a:pt x="994" y="0"/>
                  </a:cubicBezTo>
                </a:path>
              </a:pathLst>
            </a:custGeom>
            <a:solidFill>
              <a:schemeClr val="accent2"/>
            </a:solidFill>
            <a:ln w="9525" cap="flat">
              <a:noFill/>
              <a:bevel/>
            </a:ln>
            <a:effectLst/>
          </p:spPr>
          <p:txBody>
            <a:bodyPr wrap="none" anchor="ctr"/>
            <a:lstStyle/>
            <a:p>
              <a:endParaRPr lang="en-US" sz="1800" dirty="0">
                <a:latin typeface="微软雅黑" panose="020B0503020204020204" charset="-122"/>
              </a:endParaRPr>
            </a:p>
          </p:txBody>
        </p:sp>
        <p:sp>
          <p:nvSpPr>
            <p:cNvPr id="121" name="Freeform 270"/>
            <p:cNvSpPr>
              <a:spLocks noChangeArrowheads="1"/>
            </p:cNvSpPr>
            <p:nvPr/>
          </p:nvSpPr>
          <p:spPr bwMode="auto">
            <a:xfrm>
              <a:off x="13296063" y="10607541"/>
              <a:ext cx="1265763" cy="1166060"/>
            </a:xfrm>
            <a:custGeom>
              <a:avLst/>
              <a:gdLst>
                <a:gd name="T0" fmla="*/ 1085 w 2206"/>
                <a:gd name="T1" fmla="*/ 2005 h 2035"/>
                <a:gd name="T2" fmla="*/ 1085 w 2206"/>
                <a:gd name="T3" fmla="*/ 2005 h 2035"/>
                <a:gd name="T4" fmla="*/ 383 w 2206"/>
                <a:gd name="T5" fmla="*/ 1714 h 2035"/>
                <a:gd name="T6" fmla="*/ 383 w 2206"/>
                <a:gd name="T7" fmla="*/ 314 h 2035"/>
                <a:gd name="T8" fmla="*/ 1085 w 2206"/>
                <a:gd name="T9" fmla="*/ 23 h 2035"/>
                <a:gd name="T10" fmla="*/ 1788 w 2206"/>
                <a:gd name="T11" fmla="*/ 314 h 2035"/>
                <a:gd name="T12" fmla="*/ 1788 w 2206"/>
                <a:gd name="T13" fmla="*/ 1714 h 2035"/>
                <a:gd name="T14" fmla="*/ 1085 w 2206"/>
                <a:gd name="T15" fmla="*/ 2005 h 2035"/>
                <a:gd name="T16" fmla="*/ 1085 w 2206"/>
                <a:gd name="T17" fmla="*/ 0 h 2035"/>
                <a:gd name="T18" fmla="*/ 1085 w 2206"/>
                <a:gd name="T19" fmla="*/ 0 h 2035"/>
                <a:gd name="T20" fmla="*/ 366 w 2206"/>
                <a:gd name="T21" fmla="*/ 297 h 2035"/>
                <a:gd name="T22" fmla="*/ 68 w 2206"/>
                <a:gd name="T23" fmla="*/ 1017 h 2035"/>
                <a:gd name="T24" fmla="*/ 366 w 2206"/>
                <a:gd name="T25" fmla="*/ 1737 h 2035"/>
                <a:gd name="T26" fmla="*/ 1085 w 2206"/>
                <a:gd name="T27" fmla="*/ 2034 h 2035"/>
                <a:gd name="T28" fmla="*/ 1085 w 2206"/>
                <a:gd name="T29" fmla="*/ 2034 h 2035"/>
                <a:gd name="T30" fmla="*/ 1805 w 2206"/>
                <a:gd name="T31" fmla="*/ 1737 h 2035"/>
                <a:gd name="T32" fmla="*/ 1805 w 2206"/>
                <a:gd name="T33" fmla="*/ 297 h 2035"/>
                <a:gd name="T34" fmla="*/ 1085 w 2206"/>
                <a:gd name="T35" fmla="*/ 0 h 2035"/>
                <a:gd name="T36" fmla="*/ 1085 w 2206"/>
                <a:gd name="T37" fmla="*/ 2005 h 2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06" h="2035">
                  <a:moveTo>
                    <a:pt x="1085" y="2005"/>
                  </a:moveTo>
                  <a:lnTo>
                    <a:pt x="1085" y="2005"/>
                  </a:lnTo>
                  <a:cubicBezTo>
                    <a:pt x="823" y="2005"/>
                    <a:pt x="571" y="1902"/>
                    <a:pt x="383" y="1714"/>
                  </a:cubicBezTo>
                  <a:cubicBezTo>
                    <a:pt x="0" y="1331"/>
                    <a:pt x="0" y="703"/>
                    <a:pt x="383" y="314"/>
                  </a:cubicBezTo>
                  <a:cubicBezTo>
                    <a:pt x="571" y="126"/>
                    <a:pt x="823" y="23"/>
                    <a:pt x="1085" y="23"/>
                  </a:cubicBezTo>
                  <a:cubicBezTo>
                    <a:pt x="1354" y="23"/>
                    <a:pt x="1600" y="126"/>
                    <a:pt x="1788" y="314"/>
                  </a:cubicBezTo>
                  <a:cubicBezTo>
                    <a:pt x="2177" y="703"/>
                    <a:pt x="2177" y="1331"/>
                    <a:pt x="1788" y="1714"/>
                  </a:cubicBezTo>
                  <a:cubicBezTo>
                    <a:pt x="1600" y="1902"/>
                    <a:pt x="1354" y="2005"/>
                    <a:pt x="1085" y="2005"/>
                  </a:cubicBezTo>
                  <a:lnTo>
                    <a:pt x="1085" y="0"/>
                  </a:lnTo>
                  <a:lnTo>
                    <a:pt x="1085" y="0"/>
                  </a:lnTo>
                  <a:cubicBezTo>
                    <a:pt x="817" y="0"/>
                    <a:pt x="560" y="103"/>
                    <a:pt x="366" y="297"/>
                  </a:cubicBezTo>
                  <a:cubicBezTo>
                    <a:pt x="177" y="486"/>
                    <a:pt x="68" y="743"/>
                    <a:pt x="68" y="1017"/>
                  </a:cubicBezTo>
                  <a:cubicBezTo>
                    <a:pt x="68" y="1285"/>
                    <a:pt x="177" y="1542"/>
                    <a:pt x="366" y="1737"/>
                  </a:cubicBezTo>
                  <a:cubicBezTo>
                    <a:pt x="560" y="1925"/>
                    <a:pt x="817" y="2034"/>
                    <a:pt x="1085" y="2034"/>
                  </a:cubicBezTo>
                  <a:lnTo>
                    <a:pt x="1085" y="2034"/>
                  </a:lnTo>
                  <a:cubicBezTo>
                    <a:pt x="1360" y="2034"/>
                    <a:pt x="1611" y="1925"/>
                    <a:pt x="1805" y="1737"/>
                  </a:cubicBezTo>
                  <a:cubicBezTo>
                    <a:pt x="2205" y="1337"/>
                    <a:pt x="2205" y="691"/>
                    <a:pt x="1805" y="297"/>
                  </a:cubicBezTo>
                  <a:cubicBezTo>
                    <a:pt x="1611" y="103"/>
                    <a:pt x="1360" y="0"/>
                    <a:pt x="1085" y="0"/>
                  </a:cubicBezTo>
                  <a:lnTo>
                    <a:pt x="1085" y="2005"/>
                  </a:lnTo>
                </a:path>
              </a:pathLst>
            </a:custGeom>
            <a:solidFill>
              <a:schemeClr val="accent2"/>
            </a:solidFill>
            <a:ln w="9525" cap="flat">
              <a:noFill/>
              <a:bevel/>
            </a:ln>
            <a:effectLst/>
          </p:spPr>
          <p:txBody>
            <a:bodyPr wrap="none" anchor="ctr"/>
            <a:lstStyle/>
            <a:p>
              <a:endParaRPr lang="en-US" sz="1800" dirty="0">
                <a:latin typeface="微软雅黑" panose="020B0503020204020204" charset="-122"/>
              </a:endParaRPr>
            </a:p>
          </p:txBody>
        </p:sp>
      </p:grpSp>
      <p:sp>
        <p:nvSpPr>
          <p:cNvPr id="119" name="Freeform 116"/>
          <p:cNvSpPr>
            <a:spLocks noChangeArrowheads="1"/>
          </p:cNvSpPr>
          <p:nvPr/>
        </p:nvSpPr>
        <p:spPr bwMode="auto">
          <a:xfrm>
            <a:off x="8827130" y="2307569"/>
            <a:ext cx="266368" cy="276915"/>
          </a:xfrm>
          <a:custGeom>
            <a:avLst/>
            <a:gdLst>
              <a:gd name="T0" fmla="*/ 400 w 445"/>
              <a:gd name="T1" fmla="*/ 159 h 462"/>
              <a:gd name="T2" fmla="*/ 400 w 445"/>
              <a:gd name="T3" fmla="*/ 159 h 462"/>
              <a:gd name="T4" fmla="*/ 266 w 445"/>
              <a:gd name="T5" fmla="*/ 8 h 462"/>
              <a:gd name="T6" fmla="*/ 36 w 445"/>
              <a:gd name="T7" fmla="*/ 248 h 462"/>
              <a:gd name="T8" fmla="*/ 9 w 445"/>
              <a:gd name="T9" fmla="*/ 319 h 462"/>
              <a:gd name="T10" fmla="*/ 81 w 445"/>
              <a:gd name="T11" fmla="*/ 355 h 462"/>
              <a:gd name="T12" fmla="*/ 98 w 445"/>
              <a:gd name="T13" fmla="*/ 346 h 462"/>
              <a:gd name="T14" fmla="*/ 134 w 445"/>
              <a:gd name="T15" fmla="*/ 372 h 462"/>
              <a:gd name="T16" fmla="*/ 160 w 445"/>
              <a:gd name="T17" fmla="*/ 434 h 462"/>
              <a:gd name="T18" fmla="*/ 187 w 445"/>
              <a:gd name="T19" fmla="*/ 452 h 462"/>
              <a:gd name="T20" fmla="*/ 240 w 445"/>
              <a:gd name="T21" fmla="*/ 434 h 462"/>
              <a:gd name="T22" fmla="*/ 249 w 445"/>
              <a:gd name="T23" fmla="*/ 416 h 462"/>
              <a:gd name="T24" fmla="*/ 231 w 445"/>
              <a:gd name="T25" fmla="*/ 390 h 462"/>
              <a:gd name="T26" fmla="*/ 204 w 445"/>
              <a:gd name="T27" fmla="*/ 337 h 462"/>
              <a:gd name="T28" fmla="*/ 231 w 445"/>
              <a:gd name="T29" fmla="*/ 310 h 462"/>
              <a:gd name="T30" fmla="*/ 417 w 445"/>
              <a:gd name="T31" fmla="*/ 355 h 462"/>
              <a:gd name="T32" fmla="*/ 400 w 445"/>
              <a:gd name="T33" fmla="*/ 159 h 462"/>
              <a:gd name="T34" fmla="*/ 390 w 445"/>
              <a:gd name="T35" fmla="*/ 310 h 462"/>
              <a:gd name="T36" fmla="*/ 390 w 445"/>
              <a:gd name="T37" fmla="*/ 310 h 462"/>
              <a:gd name="T38" fmla="*/ 302 w 445"/>
              <a:gd name="T39" fmla="*/ 204 h 462"/>
              <a:gd name="T40" fmla="*/ 284 w 445"/>
              <a:gd name="T41" fmla="*/ 62 h 462"/>
              <a:gd name="T42" fmla="*/ 364 w 445"/>
              <a:gd name="T43" fmla="*/ 177 h 462"/>
              <a:gd name="T44" fmla="*/ 390 w 445"/>
              <a:gd name="T45" fmla="*/ 310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45" h="462">
                <a:moveTo>
                  <a:pt x="400" y="159"/>
                </a:moveTo>
                <a:lnTo>
                  <a:pt x="400" y="159"/>
                </a:lnTo>
                <a:cubicBezTo>
                  <a:pt x="364" y="71"/>
                  <a:pt x="302" y="0"/>
                  <a:pt x="266" y="8"/>
                </a:cubicBezTo>
                <a:cubicBezTo>
                  <a:pt x="213" y="36"/>
                  <a:pt x="302" y="142"/>
                  <a:pt x="36" y="248"/>
                </a:cubicBezTo>
                <a:cubicBezTo>
                  <a:pt x="9" y="257"/>
                  <a:pt x="0" y="292"/>
                  <a:pt x="9" y="319"/>
                </a:cubicBezTo>
                <a:cubicBezTo>
                  <a:pt x="18" y="337"/>
                  <a:pt x="53" y="363"/>
                  <a:pt x="81" y="355"/>
                </a:cubicBezTo>
                <a:lnTo>
                  <a:pt x="98" y="346"/>
                </a:lnTo>
                <a:cubicBezTo>
                  <a:pt x="116" y="372"/>
                  <a:pt x="134" y="355"/>
                  <a:pt x="134" y="372"/>
                </a:cubicBezTo>
                <a:cubicBezTo>
                  <a:pt x="143" y="390"/>
                  <a:pt x="160" y="425"/>
                  <a:pt x="160" y="434"/>
                </a:cubicBezTo>
                <a:cubicBezTo>
                  <a:pt x="169" y="443"/>
                  <a:pt x="178" y="461"/>
                  <a:pt x="187" y="452"/>
                </a:cubicBezTo>
                <a:cubicBezTo>
                  <a:pt x="196" y="452"/>
                  <a:pt x="231" y="443"/>
                  <a:pt x="240" y="434"/>
                </a:cubicBezTo>
                <a:cubicBezTo>
                  <a:pt x="257" y="434"/>
                  <a:pt x="257" y="425"/>
                  <a:pt x="249" y="416"/>
                </a:cubicBezTo>
                <a:cubicBezTo>
                  <a:pt x="249" y="408"/>
                  <a:pt x="231" y="399"/>
                  <a:pt x="231" y="390"/>
                </a:cubicBezTo>
                <a:cubicBezTo>
                  <a:pt x="222" y="381"/>
                  <a:pt x="213" y="346"/>
                  <a:pt x="204" y="337"/>
                </a:cubicBezTo>
                <a:cubicBezTo>
                  <a:pt x="196" y="328"/>
                  <a:pt x="213" y="310"/>
                  <a:pt x="231" y="310"/>
                </a:cubicBezTo>
                <a:cubicBezTo>
                  <a:pt x="355" y="302"/>
                  <a:pt x="373" y="372"/>
                  <a:pt x="417" y="355"/>
                </a:cubicBezTo>
                <a:cubicBezTo>
                  <a:pt x="444" y="346"/>
                  <a:pt x="444" y="248"/>
                  <a:pt x="400" y="159"/>
                </a:cubicBezTo>
                <a:close/>
                <a:moveTo>
                  <a:pt x="390" y="310"/>
                </a:moveTo>
                <a:lnTo>
                  <a:pt x="390" y="310"/>
                </a:lnTo>
                <a:cubicBezTo>
                  <a:pt x="381" y="310"/>
                  <a:pt x="328" y="275"/>
                  <a:pt x="302" y="204"/>
                </a:cubicBezTo>
                <a:cubicBezTo>
                  <a:pt x="275" y="133"/>
                  <a:pt x="275" y="62"/>
                  <a:pt x="284" y="62"/>
                </a:cubicBezTo>
                <a:cubicBezTo>
                  <a:pt x="293" y="62"/>
                  <a:pt x="337" y="106"/>
                  <a:pt x="364" y="177"/>
                </a:cubicBezTo>
                <a:cubicBezTo>
                  <a:pt x="400" y="248"/>
                  <a:pt x="390" y="302"/>
                  <a:pt x="390" y="310"/>
                </a:cubicBezTo>
                <a:close/>
              </a:path>
            </a:pathLst>
          </a:custGeom>
          <a:solidFill>
            <a:schemeClr val="bg1"/>
          </a:solidFill>
          <a:ln>
            <a:noFill/>
          </a:ln>
          <a:effectLst/>
        </p:spPr>
        <p:txBody>
          <a:bodyPr wrap="none" anchor="ctr"/>
          <a:lstStyle/>
          <a:p>
            <a:endParaRPr lang="en-US" sz="1800" dirty="0">
              <a:latin typeface="微软雅黑" panose="020B0503020204020204" charset="-122"/>
            </a:endParaRPr>
          </a:p>
        </p:txBody>
      </p:sp>
      <p:sp>
        <p:nvSpPr>
          <p:cNvPr id="111" name="TextBox 110"/>
          <p:cNvSpPr txBox="1"/>
          <p:nvPr/>
        </p:nvSpPr>
        <p:spPr>
          <a:xfrm>
            <a:off x="9476875" y="2273643"/>
            <a:ext cx="1817370" cy="334010"/>
          </a:xfrm>
          <a:prstGeom prst="rect">
            <a:avLst/>
          </a:prstGeom>
          <a:noFill/>
        </p:spPr>
        <p:txBody>
          <a:bodyPr wrap="none" lIns="91421" tIns="45711" rIns="91421" bIns="45711" rtlCol="0">
            <a:spAutoFit/>
          </a:bodyPr>
          <a:lstStyle/>
          <a:p>
            <a:pPr algn="l"/>
            <a:r>
              <a:rPr lang="en-US" sz="1600" b="1" dirty="0">
                <a:latin typeface="微软雅黑" panose="020B0503020204020204" charset="-122"/>
              </a:rPr>
              <a:t>单击此处添加标题</a:t>
            </a:r>
          </a:p>
        </p:txBody>
      </p:sp>
      <p:grpSp>
        <p:nvGrpSpPr>
          <p:cNvPr id="112" name="Group 111"/>
          <p:cNvGrpSpPr/>
          <p:nvPr/>
        </p:nvGrpSpPr>
        <p:grpSpPr>
          <a:xfrm>
            <a:off x="9365005" y="2384051"/>
            <a:ext cx="152036" cy="151935"/>
            <a:chOff x="8571240" y="5550087"/>
            <a:chExt cx="304072" cy="303870"/>
          </a:xfrm>
        </p:grpSpPr>
        <p:sp>
          <p:nvSpPr>
            <p:cNvPr id="114" name="Freeform 324"/>
            <p:cNvSpPr>
              <a:spLocks noChangeArrowheads="1"/>
            </p:cNvSpPr>
            <p:nvPr/>
          </p:nvSpPr>
          <p:spPr bwMode="auto">
            <a:xfrm>
              <a:off x="8571240" y="5550087"/>
              <a:ext cx="304072" cy="303870"/>
            </a:xfrm>
            <a:custGeom>
              <a:avLst/>
              <a:gdLst>
                <a:gd name="T0" fmla="*/ 480 w 481"/>
                <a:gd name="T1" fmla="*/ 240 h 481"/>
                <a:gd name="T2" fmla="*/ 480 w 481"/>
                <a:gd name="T3" fmla="*/ 240 h 481"/>
                <a:gd name="T4" fmla="*/ 240 w 481"/>
                <a:gd name="T5" fmla="*/ 0 h 481"/>
                <a:gd name="T6" fmla="*/ 0 w 481"/>
                <a:gd name="T7" fmla="*/ 240 h 481"/>
                <a:gd name="T8" fmla="*/ 240 w 481"/>
                <a:gd name="T9" fmla="*/ 480 h 481"/>
                <a:gd name="T10" fmla="*/ 480 w 481"/>
                <a:gd name="T11" fmla="*/ 240 h 481"/>
              </a:gdLst>
              <a:ahLst/>
              <a:cxnLst>
                <a:cxn ang="0">
                  <a:pos x="T0" y="T1"/>
                </a:cxn>
                <a:cxn ang="0">
                  <a:pos x="T2" y="T3"/>
                </a:cxn>
                <a:cxn ang="0">
                  <a:pos x="T4" y="T5"/>
                </a:cxn>
                <a:cxn ang="0">
                  <a:pos x="T6" y="T7"/>
                </a:cxn>
                <a:cxn ang="0">
                  <a:pos x="T8" y="T9"/>
                </a:cxn>
                <a:cxn ang="0">
                  <a:pos x="T10" y="T11"/>
                </a:cxn>
              </a:cxnLst>
              <a:rect l="0" t="0" r="r" b="b"/>
              <a:pathLst>
                <a:path w="481" h="481">
                  <a:moveTo>
                    <a:pt x="480" y="240"/>
                  </a:moveTo>
                  <a:lnTo>
                    <a:pt x="480" y="240"/>
                  </a:lnTo>
                  <a:cubicBezTo>
                    <a:pt x="480" y="109"/>
                    <a:pt x="371" y="0"/>
                    <a:pt x="240" y="0"/>
                  </a:cubicBezTo>
                  <a:cubicBezTo>
                    <a:pt x="103" y="0"/>
                    <a:pt x="0" y="109"/>
                    <a:pt x="0" y="240"/>
                  </a:cubicBezTo>
                  <a:cubicBezTo>
                    <a:pt x="0" y="372"/>
                    <a:pt x="103" y="480"/>
                    <a:pt x="240" y="480"/>
                  </a:cubicBezTo>
                  <a:cubicBezTo>
                    <a:pt x="371" y="480"/>
                    <a:pt x="480" y="372"/>
                    <a:pt x="480" y="240"/>
                  </a:cubicBezTo>
                </a:path>
              </a:pathLst>
            </a:custGeom>
            <a:solidFill>
              <a:schemeClr val="accent2"/>
            </a:solidFill>
            <a:ln>
              <a:noFill/>
            </a:ln>
            <a:effectLst/>
          </p:spPr>
          <p:txBody>
            <a:bodyPr wrap="none" anchor="ctr"/>
            <a:lstStyle/>
            <a:p>
              <a:endParaRPr lang="en-US" sz="1800" dirty="0">
                <a:latin typeface="微软雅黑" panose="020B0503020204020204" charset="-122"/>
              </a:endParaRPr>
            </a:p>
          </p:txBody>
        </p:sp>
        <p:grpSp>
          <p:nvGrpSpPr>
            <p:cNvPr id="115" name="Group 114"/>
            <p:cNvGrpSpPr/>
            <p:nvPr/>
          </p:nvGrpSpPr>
          <p:grpSpPr>
            <a:xfrm>
              <a:off x="8633181" y="5620427"/>
              <a:ext cx="183006" cy="180070"/>
              <a:chOff x="8633181" y="5620427"/>
              <a:chExt cx="183006" cy="180070"/>
            </a:xfrm>
            <a:solidFill>
              <a:schemeClr val="bg1"/>
            </a:solidFill>
          </p:grpSpPr>
          <p:sp>
            <p:nvSpPr>
              <p:cNvPr id="116" name="Freeform 325"/>
              <p:cNvSpPr>
                <a:spLocks noChangeArrowheads="1"/>
              </p:cNvSpPr>
              <p:nvPr/>
            </p:nvSpPr>
            <p:spPr bwMode="auto">
              <a:xfrm>
                <a:off x="8717645" y="5620427"/>
                <a:ext cx="16893" cy="180070"/>
              </a:xfrm>
              <a:custGeom>
                <a:avLst/>
                <a:gdLst>
                  <a:gd name="T0" fmla="*/ 28 w 29"/>
                  <a:gd name="T1" fmla="*/ 285 h 286"/>
                  <a:gd name="T2" fmla="*/ 0 w 29"/>
                  <a:gd name="T3" fmla="*/ 285 h 286"/>
                  <a:gd name="T4" fmla="*/ 0 w 29"/>
                  <a:gd name="T5" fmla="*/ 0 h 286"/>
                  <a:gd name="T6" fmla="*/ 28 w 29"/>
                  <a:gd name="T7" fmla="*/ 0 h 286"/>
                  <a:gd name="T8" fmla="*/ 28 w 29"/>
                  <a:gd name="T9" fmla="*/ 285 h 286"/>
                </a:gdLst>
                <a:ahLst/>
                <a:cxnLst>
                  <a:cxn ang="0">
                    <a:pos x="T0" y="T1"/>
                  </a:cxn>
                  <a:cxn ang="0">
                    <a:pos x="T2" y="T3"/>
                  </a:cxn>
                  <a:cxn ang="0">
                    <a:pos x="T4" y="T5"/>
                  </a:cxn>
                  <a:cxn ang="0">
                    <a:pos x="T6" y="T7"/>
                  </a:cxn>
                  <a:cxn ang="0">
                    <a:pos x="T8" y="T9"/>
                  </a:cxn>
                </a:cxnLst>
                <a:rect l="0" t="0" r="r" b="b"/>
                <a:pathLst>
                  <a:path w="29" h="286">
                    <a:moveTo>
                      <a:pt x="28" y="285"/>
                    </a:moveTo>
                    <a:lnTo>
                      <a:pt x="0" y="285"/>
                    </a:lnTo>
                    <a:lnTo>
                      <a:pt x="0" y="0"/>
                    </a:lnTo>
                    <a:lnTo>
                      <a:pt x="28" y="0"/>
                    </a:lnTo>
                    <a:lnTo>
                      <a:pt x="28" y="285"/>
                    </a:lnTo>
                  </a:path>
                </a:pathLst>
              </a:custGeom>
              <a:grpFill/>
              <a:ln>
                <a:noFill/>
              </a:ln>
              <a:effectLst/>
            </p:spPr>
            <p:txBody>
              <a:bodyPr wrap="none" anchor="ctr"/>
              <a:lstStyle/>
              <a:p>
                <a:endParaRPr lang="en-US" sz="1800" dirty="0">
                  <a:latin typeface="微软雅黑" panose="020B0503020204020204" charset="-122"/>
                </a:endParaRPr>
              </a:p>
            </p:txBody>
          </p:sp>
          <p:sp>
            <p:nvSpPr>
              <p:cNvPr id="117" name="Freeform 326"/>
              <p:cNvSpPr>
                <a:spLocks noChangeArrowheads="1"/>
              </p:cNvSpPr>
              <p:nvPr/>
            </p:nvSpPr>
            <p:spPr bwMode="auto">
              <a:xfrm>
                <a:off x="8633181" y="5699209"/>
                <a:ext cx="183006" cy="19695"/>
              </a:xfrm>
              <a:custGeom>
                <a:avLst/>
                <a:gdLst>
                  <a:gd name="T0" fmla="*/ 0 w 293"/>
                  <a:gd name="T1" fmla="*/ 35 h 36"/>
                  <a:gd name="T2" fmla="*/ 0 w 293"/>
                  <a:gd name="T3" fmla="*/ 0 h 36"/>
                  <a:gd name="T4" fmla="*/ 292 w 293"/>
                  <a:gd name="T5" fmla="*/ 0 h 36"/>
                  <a:gd name="T6" fmla="*/ 292 w 293"/>
                  <a:gd name="T7" fmla="*/ 35 h 36"/>
                  <a:gd name="T8" fmla="*/ 0 w 293"/>
                  <a:gd name="T9" fmla="*/ 35 h 36"/>
                </a:gdLst>
                <a:ahLst/>
                <a:cxnLst>
                  <a:cxn ang="0">
                    <a:pos x="T0" y="T1"/>
                  </a:cxn>
                  <a:cxn ang="0">
                    <a:pos x="T2" y="T3"/>
                  </a:cxn>
                  <a:cxn ang="0">
                    <a:pos x="T4" y="T5"/>
                  </a:cxn>
                  <a:cxn ang="0">
                    <a:pos x="T6" y="T7"/>
                  </a:cxn>
                  <a:cxn ang="0">
                    <a:pos x="T8" y="T9"/>
                  </a:cxn>
                </a:cxnLst>
                <a:rect l="0" t="0" r="r" b="b"/>
                <a:pathLst>
                  <a:path w="293" h="36">
                    <a:moveTo>
                      <a:pt x="0" y="35"/>
                    </a:moveTo>
                    <a:lnTo>
                      <a:pt x="0" y="0"/>
                    </a:lnTo>
                    <a:lnTo>
                      <a:pt x="292" y="0"/>
                    </a:lnTo>
                    <a:lnTo>
                      <a:pt x="292" y="35"/>
                    </a:lnTo>
                    <a:lnTo>
                      <a:pt x="0" y="35"/>
                    </a:lnTo>
                  </a:path>
                </a:pathLst>
              </a:custGeom>
              <a:grpFill/>
              <a:ln>
                <a:noFill/>
              </a:ln>
              <a:effectLst/>
            </p:spPr>
            <p:txBody>
              <a:bodyPr wrap="none" anchor="ctr"/>
              <a:lstStyle/>
              <a:p>
                <a:endParaRPr lang="en-US" sz="1800" dirty="0">
                  <a:latin typeface="微软雅黑" panose="020B0503020204020204" charset="-122"/>
                </a:endParaRPr>
              </a:p>
            </p:txBody>
          </p:sp>
        </p:grpSp>
      </p:grpSp>
      <p:sp>
        <p:nvSpPr>
          <p:cNvPr id="113" name="TextBox 112"/>
          <p:cNvSpPr txBox="1"/>
          <p:nvPr/>
        </p:nvSpPr>
        <p:spPr>
          <a:xfrm>
            <a:off x="9461341" y="2510600"/>
            <a:ext cx="2067423" cy="711200"/>
          </a:xfrm>
          <a:prstGeom prst="rect">
            <a:avLst/>
          </a:prstGeom>
          <a:noFill/>
        </p:spPr>
        <p:txBody>
          <a:bodyPr wrap="square" lIns="109709" tIns="54855" rIns="109709" bIns="54855" rtlCol="0">
            <a:spAutoFit/>
          </a:bodyPr>
          <a:lstStyle/>
          <a:p>
            <a:pPr>
              <a:lnSpc>
                <a:spcPct val="110000"/>
              </a:lnSpc>
            </a:pPr>
            <a:r>
              <a:rPr lang="en-US" sz="1200" dirty="0">
                <a:latin typeface="微软雅黑" panose="020B0503020204020204" charset="-122"/>
                <a:cs typeface="Aparajita" panose="020B0604020202020204" pitchFamily="34" charset="0"/>
              </a:rPr>
              <a:t>请在此粘贴或者输入您的文字内容请在此粘贴或者输入您的文字内容</a:t>
            </a:r>
          </a:p>
        </p:txBody>
      </p:sp>
      <p:grpSp>
        <p:nvGrpSpPr>
          <p:cNvPr id="131" name="Group 130"/>
          <p:cNvGrpSpPr/>
          <p:nvPr/>
        </p:nvGrpSpPr>
        <p:grpSpPr>
          <a:xfrm>
            <a:off x="5729210" y="3499013"/>
            <a:ext cx="702462" cy="647130"/>
            <a:chOff x="13296064" y="10607541"/>
            <a:chExt cx="1265763" cy="1166060"/>
          </a:xfrm>
          <a:solidFill>
            <a:schemeClr val="accent2"/>
          </a:solidFill>
        </p:grpSpPr>
        <p:sp>
          <p:nvSpPr>
            <p:cNvPr id="133" name="Freeform 269"/>
            <p:cNvSpPr>
              <a:spLocks noChangeArrowheads="1"/>
            </p:cNvSpPr>
            <p:nvPr/>
          </p:nvSpPr>
          <p:spPr bwMode="auto">
            <a:xfrm>
              <a:off x="13349333" y="10670914"/>
              <a:ext cx="1141470" cy="1039314"/>
            </a:xfrm>
            <a:custGeom>
              <a:avLst/>
              <a:gdLst>
                <a:gd name="T0" fmla="*/ 994 w 1989"/>
                <a:gd name="T1" fmla="*/ 0 h 1812"/>
                <a:gd name="T2" fmla="*/ 994 w 1989"/>
                <a:gd name="T3" fmla="*/ 0 h 1812"/>
                <a:gd name="T4" fmla="*/ 354 w 1989"/>
                <a:gd name="T5" fmla="*/ 268 h 1812"/>
                <a:gd name="T6" fmla="*/ 354 w 1989"/>
                <a:gd name="T7" fmla="*/ 1548 h 1812"/>
                <a:gd name="T8" fmla="*/ 994 w 1989"/>
                <a:gd name="T9" fmla="*/ 1811 h 1812"/>
                <a:gd name="T10" fmla="*/ 1634 w 1989"/>
                <a:gd name="T11" fmla="*/ 1548 h 1812"/>
                <a:gd name="T12" fmla="*/ 1634 w 1989"/>
                <a:gd name="T13" fmla="*/ 268 h 1812"/>
                <a:gd name="T14" fmla="*/ 994 w 1989"/>
                <a:gd name="T15" fmla="*/ 0 h 18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89" h="1812">
                  <a:moveTo>
                    <a:pt x="994" y="0"/>
                  </a:moveTo>
                  <a:lnTo>
                    <a:pt x="994" y="0"/>
                  </a:lnTo>
                  <a:cubicBezTo>
                    <a:pt x="766" y="0"/>
                    <a:pt x="532" y="91"/>
                    <a:pt x="354" y="268"/>
                  </a:cubicBezTo>
                  <a:cubicBezTo>
                    <a:pt x="0" y="622"/>
                    <a:pt x="0" y="1194"/>
                    <a:pt x="354" y="1548"/>
                  </a:cubicBezTo>
                  <a:cubicBezTo>
                    <a:pt x="532" y="1725"/>
                    <a:pt x="766" y="1811"/>
                    <a:pt x="994" y="1811"/>
                  </a:cubicBezTo>
                  <a:cubicBezTo>
                    <a:pt x="1229" y="1811"/>
                    <a:pt x="1457" y="1725"/>
                    <a:pt x="1634" y="1548"/>
                  </a:cubicBezTo>
                  <a:cubicBezTo>
                    <a:pt x="1988" y="1194"/>
                    <a:pt x="1988" y="622"/>
                    <a:pt x="1634" y="268"/>
                  </a:cubicBezTo>
                  <a:cubicBezTo>
                    <a:pt x="1457" y="91"/>
                    <a:pt x="1229" y="0"/>
                    <a:pt x="994" y="0"/>
                  </a:cubicBezTo>
                </a:path>
              </a:pathLst>
            </a:custGeom>
            <a:solidFill>
              <a:schemeClr val="accent3"/>
            </a:solidFill>
            <a:ln w="9525" cap="flat">
              <a:noFill/>
              <a:bevel/>
            </a:ln>
            <a:effectLst/>
          </p:spPr>
          <p:txBody>
            <a:bodyPr wrap="none" anchor="ctr"/>
            <a:lstStyle/>
            <a:p>
              <a:endParaRPr lang="en-US" sz="1800" dirty="0">
                <a:latin typeface="微软雅黑" panose="020B0503020204020204" charset="-122"/>
              </a:endParaRPr>
            </a:p>
          </p:txBody>
        </p:sp>
        <p:sp>
          <p:nvSpPr>
            <p:cNvPr id="134" name="Freeform 270"/>
            <p:cNvSpPr>
              <a:spLocks noChangeArrowheads="1"/>
            </p:cNvSpPr>
            <p:nvPr/>
          </p:nvSpPr>
          <p:spPr bwMode="auto">
            <a:xfrm>
              <a:off x="13296064" y="10607541"/>
              <a:ext cx="1265763" cy="1166060"/>
            </a:xfrm>
            <a:custGeom>
              <a:avLst/>
              <a:gdLst>
                <a:gd name="T0" fmla="*/ 1085 w 2206"/>
                <a:gd name="T1" fmla="*/ 2005 h 2035"/>
                <a:gd name="T2" fmla="*/ 1085 w 2206"/>
                <a:gd name="T3" fmla="*/ 2005 h 2035"/>
                <a:gd name="T4" fmla="*/ 383 w 2206"/>
                <a:gd name="T5" fmla="*/ 1714 h 2035"/>
                <a:gd name="T6" fmla="*/ 383 w 2206"/>
                <a:gd name="T7" fmla="*/ 314 h 2035"/>
                <a:gd name="T8" fmla="*/ 1085 w 2206"/>
                <a:gd name="T9" fmla="*/ 23 h 2035"/>
                <a:gd name="T10" fmla="*/ 1788 w 2206"/>
                <a:gd name="T11" fmla="*/ 314 h 2035"/>
                <a:gd name="T12" fmla="*/ 1788 w 2206"/>
                <a:gd name="T13" fmla="*/ 1714 h 2035"/>
                <a:gd name="T14" fmla="*/ 1085 w 2206"/>
                <a:gd name="T15" fmla="*/ 2005 h 2035"/>
                <a:gd name="T16" fmla="*/ 1085 w 2206"/>
                <a:gd name="T17" fmla="*/ 0 h 2035"/>
                <a:gd name="T18" fmla="*/ 1085 w 2206"/>
                <a:gd name="T19" fmla="*/ 0 h 2035"/>
                <a:gd name="T20" fmla="*/ 366 w 2206"/>
                <a:gd name="T21" fmla="*/ 297 h 2035"/>
                <a:gd name="T22" fmla="*/ 68 w 2206"/>
                <a:gd name="T23" fmla="*/ 1017 h 2035"/>
                <a:gd name="T24" fmla="*/ 366 w 2206"/>
                <a:gd name="T25" fmla="*/ 1737 h 2035"/>
                <a:gd name="T26" fmla="*/ 1085 w 2206"/>
                <a:gd name="T27" fmla="*/ 2034 h 2035"/>
                <a:gd name="T28" fmla="*/ 1085 w 2206"/>
                <a:gd name="T29" fmla="*/ 2034 h 2035"/>
                <a:gd name="T30" fmla="*/ 1805 w 2206"/>
                <a:gd name="T31" fmla="*/ 1737 h 2035"/>
                <a:gd name="T32" fmla="*/ 1805 w 2206"/>
                <a:gd name="T33" fmla="*/ 297 h 2035"/>
                <a:gd name="T34" fmla="*/ 1085 w 2206"/>
                <a:gd name="T35" fmla="*/ 0 h 2035"/>
                <a:gd name="T36" fmla="*/ 1085 w 2206"/>
                <a:gd name="T37" fmla="*/ 2005 h 2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06" h="2035">
                  <a:moveTo>
                    <a:pt x="1085" y="2005"/>
                  </a:moveTo>
                  <a:lnTo>
                    <a:pt x="1085" y="2005"/>
                  </a:lnTo>
                  <a:cubicBezTo>
                    <a:pt x="823" y="2005"/>
                    <a:pt x="571" y="1902"/>
                    <a:pt x="383" y="1714"/>
                  </a:cubicBezTo>
                  <a:cubicBezTo>
                    <a:pt x="0" y="1331"/>
                    <a:pt x="0" y="703"/>
                    <a:pt x="383" y="314"/>
                  </a:cubicBezTo>
                  <a:cubicBezTo>
                    <a:pt x="571" y="126"/>
                    <a:pt x="823" y="23"/>
                    <a:pt x="1085" y="23"/>
                  </a:cubicBezTo>
                  <a:cubicBezTo>
                    <a:pt x="1354" y="23"/>
                    <a:pt x="1600" y="126"/>
                    <a:pt x="1788" y="314"/>
                  </a:cubicBezTo>
                  <a:cubicBezTo>
                    <a:pt x="2177" y="703"/>
                    <a:pt x="2177" y="1331"/>
                    <a:pt x="1788" y="1714"/>
                  </a:cubicBezTo>
                  <a:cubicBezTo>
                    <a:pt x="1600" y="1902"/>
                    <a:pt x="1354" y="2005"/>
                    <a:pt x="1085" y="2005"/>
                  </a:cubicBezTo>
                  <a:lnTo>
                    <a:pt x="1085" y="0"/>
                  </a:lnTo>
                  <a:lnTo>
                    <a:pt x="1085" y="0"/>
                  </a:lnTo>
                  <a:cubicBezTo>
                    <a:pt x="817" y="0"/>
                    <a:pt x="560" y="103"/>
                    <a:pt x="366" y="297"/>
                  </a:cubicBezTo>
                  <a:cubicBezTo>
                    <a:pt x="177" y="486"/>
                    <a:pt x="68" y="743"/>
                    <a:pt x="68" y="1017"/>
                  </a:cubicBezTo>
                  <a:cubicBezTo>
                    <a:pt x="68" y="1285"/>
                    <a:pt x="177" y="1542"/>
                    <a:pt x="366" y="1737"/>
                  </a:cubicBezTo>
                  <a:cubicBezTo>
                    <a:pt x="560" y="1925"/>
                    <a:pt x="817" y="2034"/>
                    <a:pt x="1085" y="2034"/>
                  </a:cubicBezTo>
                  <a:lnTo>
                    <a:pt x="1085" y="2034"/>
                  </a:lnTo>
                  <a:cubicBezTo>
                    <a:pt x="1360" y="2034"/>
                    <a:pt x="1611" y="1925"/>
                    <a:pt x="1805" y="1737"/>
                  </a:cubicBezTo>
                  <a:cubicBezTo>
                    <a:pt x="2205" y="1337"/>
                    <a:pt x="2205" y="691"/>
                    <a:pt x="1805" y="297"/>
                  </a:cubicBezTo>
                  <a:cubicBezTo>
                    <a:pt x="1611" y="103"/>
                    <a:pt x="1360" y="0"/>
                    <a:pt x="1085" y="0"/>
                  </a:cubicBezTo>
                  <a:lnTo>
                    <a:pt x="1085" y="2005"/>
                  </a:lnTo>
                </a:path>
              </a:pathLst>
            </a:custGeom>
            <a:solidFill>
              <a:schemeClr val="accent3"/>
            </a:solidFill>
            <a:ln w="9525" cap="flat">
              <a:noFill/>
              <a:bevel/>
            </a:ln>
            <a:effectLst/>
          </p:spPr>
          <p:txBody>
            <a:bodyPr wrap="none" anchor="ctr"/>
            <a:lstStyle/>
            <a:p>
              <a:endParaRPr lang="en-US" sz="1800" dirty="0">
                <a:latin typeface="微软雅黑" panose="020B0503020204020204" charset="-122"/>
              </a:endParaRPr>
            </a:p>
          </p:txBody>
        </p:sp>
      </p:grpSp>
      <p:sp>
        <p:nvSpPr>
          <p:cNvPr id="132" name="Freeform 116"/>
          <p:cNvSpPr>
            <a:spLocks noChangeArrowheads="1"/>
          </p:cNvSpPr>
          <p:nvPr/>
        </p:nvSpPr>
        <p:spPr bwMode="auto">
          <a:xfrm>
            <a:off x="5949633" y="3666636"/>
            <a:ext cx="266368" cy="276915"/>
          </a:xfrm>
          <a:custGeom>
            <a:avLst/>
            <a:gdLst>
              <a:gd name="T0" fmla="*/ 400 w 445"/>
              <a:gd name="T1" fmla="*/ 159 h 462"/>
              <a:gd name="T2" fmla="*/ 400 w 445"/>
              <a:gd name="T3" fmla="*/ 159 h 462"/>
              <a:gd name="T4" fmla="*/ 266 w 445"/>
              <a:gd name="T5" fmla="*/ 8 h 462"/>
              <a:gd name="T6" fmla="*/ 36 w 445"/>
              <a:gd name="T7" fmla="*/ 248 h 462"/>
              <a:gd name="T8" fmla="*/ 9 w 445"/>
              <a:gd name="T9" fmla="*/ 319 h 462"/>
              <a:gd name="T10" fmla="*/ 81 w 445"/>
              <a:gd name="T11" fmla="*/ 355 h 462"/>
              <a:gd name="T12" fmla="*/ 98 w 445"/>
              <a:gd name="T13" fmla="*/ 346 h 462"/>
              <a:gd name="T14" fmla="*/ 134 w 445"/>
              <a:gd name="T15" fmla="*/ 372 h 462"/>
              <a:gd name="T16" fmla="*/ 160 w 445"/>
              <a:gd name="T17" fmla="*/ 434 h 462"/>
              <a:gd name="T18" fmla="*/ 187 w 445"/>
              <a:gd name="T19" fmla="*/ 452 h 462"/>
              <a:gd name="T20" fmla="*/ 240 w 445"/>
              <a:gd name="T21" fmla="*/ 434 h 462"/>
              <a:gd name="T22" fmla="*/ 249 w 445"/>
              <a:gd name="T23" fmla="*/ 416 h 462"/>
              <a:gd name="T24" fmla="*/ 231 w 445"/>
              <a:gd name="T25" fmla="*/ 390 h 462"/>
              <a:gd name="T26" fmla="*/ 204 w 445"/>
              <a:gd name="T27" fmla="*/ 337 h 462"/>
              <a:gd name="T28" fmla="*/ 231 w 445"/>
              <a:gd name="T29" fmla="*/ 310 h 462"/>
              <a:gd name="T30" fmla="*/ 417 w 445"/>
              <a:gd name="T31" fmla="*/ 355 h 462"/>
              <a:gd name="T32" fmla="*/ 400 w 445"/>
              <a:gd name="T33" fmla="*/ 159 h 462"/>
              <a:gd name="T34" fmla="*/ 390 w 445"/>
              <a:gd name="T35" fmla="*/ 310 h 462"/>
              <a:gd name="T36" fmla="*/ 390 w 445"/>
              <a:gd name="T37" fmla="*/ 310 h 462"/>
              <a:gd name="T38" fmla="*/ 302 w 445"/>
              <a:gd name="T39" fmla="*/ 204 h 462"/>
              <a:gd name="T40" fmla="*/ 284 w 445"/>
              <a:gd name="T41" fmla="*/ 62 h 462"/>
              <a:gd name="T42" fmla="*/ 364 w 445"/>
              <a:gd name="T43" fmla="*/ 177 h 462"/>
              <a:gd name="T44" fmla="*/ 390 w 445"/>
              <a:gd name="T45" fmla="*/ 310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45" h="462">
                <a:moveTo>
                  <a:pt x="400" y="159"/>
                </a:moveTo>
                <a:lnTo>
                  <a:pt x="400" y="159"/>
                </a:lnTo>
                <a:cubicBezTo>
                  <a:pt x="364" y="71"/>
                  <a:pt x="302" y="0"/>
                  <a:pt x="266" y="8"/>
                </a:cubicBezTo>
                <a:cubicBezTo>
                  <a:pt x="213" y="36"/>
                  <a:pt x="302" y="142"/>
                  <a:pt x="36" y="248"/>
                </a:cubicBezTo>
                <a:cubicBezTo>
                  <a:pt x="9" y="257"/>
                  <a:pt x="0" y="292"/>
                  <a:pt x="9" y="319"/>
                </a:cubicBezTo>
                <a:cubicBezTo>
                  <a:pt x="18" y="337"/>
                  <a:pt x="53" y="363"/>
                  <a:pt x="81" y="355"/>
                </a:cubicBezTo>
                <a:lnTo>
                  <a:pt x="98" y="346"/>
                </a:lnTo>
                <a:cubicBezTo>
                  <a:pt x="116" y="372"/>
                  <a:pt x="134" y="355"/>
                  <a:pt x="134" y="372"/>
                </a:cubicBezTo>
                <a:cubicBezTo>
                  <a:pt x="143" y="390"/>
                  <a:pt x="160" y="425"/>
                  <a:pt x="160" y="434"/>
                </a:cubicBezTo>
                <a:cubicBezTo>
                  <a:pt x="169" y="443"/>
                  <a:pt x="178" y="461"/>
                  <a:pt x="187" y="452"/>
                </a:cubicBezTo>
                <a:cubicBezTo>
                  <a:pt x="196" y="452"/>
                  <a:pt x="231" y="443"/>
                  <a:pt x="240" y="434"/>
                </a:cubicBezTo>
                <a:cubicBezTo>
                  <a:pt x="257" y="434"/>
                  <a:pt x="257" y="425"/>
                  <a:pt x="249" y="416"/>
                </a:cubicBezTo>
                <a:cubicBezTo>
                  <a:pt x="249" y="408"/>
                  <a:pt x="231" y="399"/>
                  <a:pt x="231" y="390"/>
                </a:cubicBezTo>
                <a:cubicBezTo>
                  <a:pt x="222" y="381"/>
                  <a:pt x="213" y="346"/>
                  <a:pt x="204" y="337"/>
                </a:cubicBezTo>
                <a:cubicBezTo>
                  <a:pt x="196" y="328"/>
                  <a:pt x="213" y="310"/>
                  <a:pt x="231" y="310"/>
                </a:cubicBezTo>
                <a:cubicBezTo>
                  <a:pt x="355" y="302"/>
                  <a:pt x="373" y="372"/>
                  <a:pt x="417" y="355"/>
                </a:cubicBezTo>
                <a:cubicBezTo>
                  <a:pt x="444" y="346"/>
                  <a:pt x="444" y="248"/>
                  <a:pt x="400" y="159"/>
                </a:cubicBezTo>
                <a:close/>
                <a:moveTo>
                  <a:pt x="390" y="310"/>
                </a:moveTo>
                <a:lnTo>
                  <a:pt x="390" y="310"/>
                </a:lnTo>
                <a:cubicBezTo>
                  <a:pt x="381" y="310"/>
                  <a:pt x="328" y="275"/>
                  <a:pt x="302" y="204"/>
                </a:cubicBezTo>
                <a:cubicBezTo>
                  <a:pt x="275" y="133"/>
                  <a:pt x="275" y="62"/>
                  <a:pt x="284" y="62"/>
                </a:cubicBezTo>
                <a:cubicBezTo>
                  <a:pt x="293" y="62"/>
                  <a:pt x="337" y="106"/>
                  <a:pt x="364" y="177"/>
                </a:cubicBezTo>
                <a:cubicBezTo>
                  <a:pt x="400" y="248"/>
                  <a:pt x="390" y="302"/>
                  <a:pt x="390" y="310"/>
                </a:cubicBezTo>
                <a:close/>
              </a:path>
            </a:pathLst>
          </a:custGeom>
          <a:solidFill>
            <a:schemeClr val="bg1"/>
          </a:solidFill>
          <a:ln>
            <a:noFill/>
          </a:ln>
          <a:effectLst/>
        </p:spPr>
        <p:txBody>
          <a:bodyPr wrap="none" anchor="ctr"/>
          <a:lstStyle/>
          <a:p>
            <a:endParaRPr lang="en-US" sz="1800" dirty="0">
              <a:latin typeface="微软雅黑" panose="020B0503020204020204" charset="-122"/>
            </a:endParaRPr>
          </a:p>
        </p:txBody>
      </p:sp>
      <p:sp>
        <p:nvSpPr>
          <p:cNvPr id="124" name="TextBox 123"/>
          <p:cNvSpPr txBox="1"/>
          <p:nvPr/>
        </p:nvSpPr>
        <p:spPr>
          <a:xfrm>
            <a:off x="6599378" y="3632711"/>
            <a:ext cx="1817370" cy="334010"/>
          </a:xfrm>
          <a:prstGeom prst="rect">
            <a:avLst/>
          </a:prstGeom>
          <a:noFill/>
        </p:spPr>
        <p:txBody>
          <a:bodyPr wrap="none" lIns="91421" tIns="45711" rIns="91421" bIns="45711" rtlCol="0">
            <a:spAutoFit/>
          </a:bodyPr>
          <a:lstStyle/>
          <a:p>
            <a:pPr algn="l"/>
            <a:r>
              <a:rPr lang="en-US" sz="1600" b="1" dirty="0">
                <a:latin typeface="微软雅黑" panose="020B0503020204020204" charset="-122"/>
              </a:rPr>
              <a:t>单击此处添加标题</a:t>
            </a:r>
          </a:p>
        </p:txBody>
      </p:sp>
      <p:grpSp>
        <p:nvGrpSpPr>
          <p:cNvPr id="125" name="Group 124"/>
          <p:cNvGrpSpPr/>
          <p:nvPr/>
        </p:nvGrpSpPr>
        <p:grpSpPr>
          <a:xfrm>
            <a:off x="6487508" y="3743118"/>
            <a:ext cx="152036" cy="151935"/>
            <a:chOff x="8571240" y="5550087"/>
            <a:chExt cx="304072" cy="303870"/>
          </a:xfrm>
        </p:grpSpPr>
        <p:sp>
          <p:nvSpPr>
            <p:cNvPr id="127" name="Freeform 324"/>
            <p:cNvSpPr>
              <a:spLocks noChangeArrowheads="1"/>
            </p:cNvSpPr>
            <p:nvPr/>
          </p:nvSpPr>
          <p:spPr bwMode="auto">
            <a:xfrm>
              <a:off x="8571240" y="5550087"/>
              <a:ext cx="304072" cy="303870"/>
            </a:xfrm>
            <a:custGeom>
              <a:avLst/>
              <a:gdLst>
                <a:gd name="T0" fmla="*/ 480 w 481"/>
                <a:gd name="T1" fmla="*/ 240 h 481"/>
                <a:gd name="T2" fmla="*/ 480 w 481"/>
                <a:gd name="T3" fmla="*/ 240 h 481"/>
                <a:gd name="T4" fmla="*/ 240 w 481"/>
                <a:gd name="T5" fmla="*/ 0 h 481"/>
                <a:gd name="T6" fmla="*/ 0 w 481"/>
                <a:gd name="T7" fmla="*/ 240 h 481"/>
                <a:gd name="T8" fmla="*/ 240 w 481"/>
                <a:gd name="T9" fmla="*/ 480 h 481"/>
                <a:gd name="T10" fmla="*/ 480 w 481"/>
                <a:gd name="T11" fmla="*/ 240 h 481"/>
              </a:gdLst>
              <a:ahLst/>
              <a:cxnLst>
                <a:cxn ang="0">
                  <a:pos x="T0" y="T1"/>
                </a:cxn>
                <a:cxn ang="0">
                  <a:pos x="T2" y="T3"/>
                </a:cxn>
                <a:cxn ang="0">
                  <a:pos x="T4" y="T5"/>
                </a:cxn>
                <a:cxn ang="0">
                  <a:pos x="T6" y="T7"/>
                </a:cxn>
                <a:cxn ang="0">
                  <a:pos x="T8" y="T9"/>
                </a:cxn>
                <a:cxn ang="0">
                  <a:pos x="T10" y="T11"/>
                </a:cxn>
              </a:cxnLst>
              <a:rect l="0" t="0" r="r" b="b"/>
              <a:pathLst>
                <a:path w="481" h="481">
                  <a:moveTo>
                    <a:pt x="480" y="240"/>
                  </a:moveTo>
                  <a:lnTo>
                    <a:pt x="480" y="240"/>
                  </a:lnTo>
                  <a:cubicBezTo>
                    <a:pt x="480" y="109"/>
                    <a:pt x="371" y="0"/>
                    <a:pt x="240" y="0"/>
                  </a:cubicBezTo>
                  <a:cubicBezTo>
                    <a:pt x="103" y="0"/>
                    <a:pt x="0" y="109"/>
                    <a:pt x="0" y="240"/>
                  </a:cubicBezTo>
                  <a:cubicBezTo>
                    <a:pt x="0" y="372"/>
                    <a:pt x="103" y="480"/>
                    <a:pt x="240" y="480"/>
                  </a:cubicBezTo>
                  <a:cubicBezTo>
                    <a:pt x="371" y="480"/>
                    <a:pt x="480" y="372"/>
                    <a:pt x="480" y="240"/>
                  </a:cubicBezTo>
                </a:path>
              </a:pathLst>
            </a:custGeom>
            <a:solidFill>
              <a:schemeClr val="accent3"/>
            </a:solidFill>
            <a:ln>
              <a:noFill/>
            </a:ln>
            <a:effectLst/>
          </p:spPr>
          <p:txBody>
            <a:bodyPr wrap="none" anchor="ctr"/>
            <a:lstStyle/>
            <a:p>
              <a:endParaRPr lang="en-US" sz="1800" dirty="0">
                <a:latin typeface="微软雅黑" panose="020B0503020204020204" charset="-122"/>
              </a:endParaRPr>
            </a:p>
          </p:txBody>
        </p:sp>
        <p:grpSp>
          <p:nvGrpSpPr>
            <p:cNvPr id="128" name="Group 127"/>
            <p:cNvGrpSpPr/>
            <p:nvPr/>
          </p:nvGrpSpPr>
          <p:grpSpPr>
            <a:xfrm>
              <a:off x="8633181" y="5620427"/>
              <a:ext cx="183006" cy="180070"/>
              <a:chOff x="8633181" y="5620427"/>
              <a:chExt cx="183006" cy="180070"/>
            </a:xfrm>
            <a:solidFill>
              <a:schemeClr val="bg1"/>
            </a:solidFill>
          </p:grpSpPr>
          <p:sp>
            <p:nvSpPr>
              <p:cNvPr id="129" name="Freeform 325"/>
              <p:cNvSpPr>
                <a:spLocks noChangeArrowheads="1"/>
              </p:cNvSpPr>
              <p:nvPr/>
            </p:nvSpPr>
            <p:spPr bwMode="auto">
              <a:xfrm>
                <a:off x="8717645" y="5620427"/>
                <a:ext cx="16893" cy="180070"/>
              </a:xfrm>
              <a:custGeom>
                <a:avLst/>
                <a:gdLst>
                  <a:gd name="T0" fmla="*/ 28 w 29"/>
                  <a:gd name="T1" fmla="*/ 285 h 286"/>
                  <a:gd name="T2" fmla="*/ 0 w 29"/>
                  <a:gd name="T3" fmla="*/ 285 h 286"/>
                  <a:gd name="T4" fmla="*/ 0 w 29"/>
                  <a:gd name="T5" fmla="*/ 0 h 286"/>
                  <a:gd name="T6" fmla="*/ 28 w 29"/>
                  <a:gd name="T7" fmla="*/ 0 h 286"/>
                  <a:gd name="T8" fmla="*/ 28 w 29"/>
                  <a:gd name="T9" fmla="*/ 285 h 286"/>
                </a:gdLst>
                <a:ahLst/>
                <a:cxnLst>
                  <a:cxn ang="0">
                    <a:pos x="T0" y="T1"/>
                  </a:cxn>
                  <a:cxn ang="0">
                    <a:pos x="T2" y="T3"/>
                  </a:cxn>
                  <a:cxn ang="0">
                    <a:pos x="T4" y="T5"/>
                  </a:cxn>
                  <a:cxn ang="0">
                    <a:pos x="T6" y="T7"/>
                  </a:cxn>
                  <a:cxn ang="0">
                    <a:pos x="T8" y="T9"/>
                  </a:cxn>
                </a:cxnLst>
                <a:rect l="0" t="0" r="r" b="b"/>
                <a:pathLst>
                  <a:path w="29" h="286">
                    <a:moveTo>
                      <a:pt x="28" y="285"/>
                    </a:moveTo>
                    <a:lnTo>
                      <a:pt x="0" y="285"/>
                    </a:lnTo>
                    <a:lnTo>
                      <a:pt x="0" y="0"/>
                    </a:lnTo>
                    <a:lnTo>
                      <a:pt x="28" y="0"/>
                    </a:lnTo>
                    <a:lnTo>
                      <a:pt x="28" y="285"/>
                    </a:lnTo>
                  </a:path>
                </a:pathLst>
              </a:custGeom>
              <a:grpFill/>
              <a:ln>
                <a:noFill/>
              </a:ln>
              <a:effectLst/>
            </p:spPr>
            <p:txBody>
              <a:bodyPr wrap="none" anchor="ctr"/>
              <a:lstStyle/>
              <a:p>
                <a:endParaRPr lang="en-US" sz="1800" dirty="0">
                  <a:latin typeface="微软雅黑" panose="020B0503020204020204" charset="-122"/>
                </a:endParaRPr>
              </a:p>
            </p:txBody>
          </p:sp>
          <p:sp>
            <p:nvSpPr>
              <p:cNvPr id="130" name="Freeform 326"/>
              <p:cNvSpPr>
                <a:spLocks noChangeArrowheads="1"/>
              </p:cNvSpPr>
              <p:nvPr/>
            </p:nvSpPr>
            <p:spPr bwMode="auto">
              <a:xfrm>
                <a:off x="8633181" y="5699209"/>
                <a:ext cx="183006" cy="19695"/>
              </a:xfrm>
              <a:custGeom>
                <a:avLst/>
                <a:gdLst>
                  <a:gd name="T0" fmla="*/ 0 w 293"/>
                  <a:gd name="T1" fmla="*/ 35 h 36"/>
                  <a:gd name="T2" fmla="*/ 0 w 293"/>
                  <a:gd name="T3" fmla="*/ 0 h 36"/>
                  <a:gd name="T4" fmla="*/ 292 w 293"/>
                  <a:gd name="T5" fmla="*/ 0 h 36"/>
                  <a:gd name="T6" fmla="*/ 292 w 293"/>
                  <a:gd name="T7" fmla="*/ 35 h 36"/>
                  <a:gd name="T8" fmla="*/ 0 w 293"/>
                  <a:gd name="T9" fmla="*/ 35 h 36"/>
                </a:gdLst>
                <a:ahLst/>
                <a:cxnLst>
                  <a:cxn ang="0">
                    <a:pos x="T0" y="T1"/>
                  </a:cxn>
                  <a:cxn ang="0">
                    <a:pos x="T2" y="T3"/>
                  </a:cxn>
                  <a:cxn ang="0">
                    <a:pos x="T4" y="T5"/>
                  </a:cxn>
                  <a:cxn ang="0">
                    <a:pos x="T6" y="T7"/>
                  </a:cxn>
                  <a:cxn ang="0">
                    <a:pos x="T8" y="T9"/>
                  </a:cxn>
                </a:cxnLst>
                <a:rect l="0" t="0" r="r" b="b"/>
                <a:pathLst>
                  <a:path w="293" h="36">
                    <a:moveTo>
                      <a:pt x="0" y="35"/>
                    </a:moveTo>
                    <a:lnTo>
                      <a:pt x="0" y="0"/>
                    </a:lnTo>
                    <a:lnTo>
                      <a:pt x="292" y="0"/>
                    </a:lnTo>
                    <a:lnTo>
                      <a:pt x="292" y="35"/>
                    </a:lnTo>
                    <a:lnTo>
                      <a:pt x="0" y="35"/>
                    </a:lnTo>
                  </a:path>
                </a:pathLst>
              </a:custGeom>
              <a:grpFill/>
              <a:ln>
                <a:noFill/>
              </a:ln>
              <a:effectLst/>
            </p:spPr>
            <p:txBody>
              <a:bodyPr wrap="none" anchor="ctr"/>
              <a:lstStyle/>
              <a:p>
                <a:endParaRPr lang="en-US" sz="1800" dirty="0">
                  <a:latin typeface="微软雅黑" panose="020B0503020204020204" charset="-122"/>
                </a:endParaRPr>
              </a:p>
            </p:txBody>
          </p:sp>
        </p:grpSp>
      </p:grpSp>
      <p:sp>
        <p:nvSpPr>
          <p:cNvPr id="126" name="TextBox 125"/>
          <p:cNvSpPr txBox="1"/>
          <p:nvPr/>
        </p:nvSpPr>
        <p:spPr>
          <a:xfrm>
            <a:off x="6583844" y="3869668"/>
            <a:ext cx="1956020" cy="711200"/>
          </a:xfrm>
          <a:prstGeom prst="rect">
            <a:avLst/>
          </a:prstGeom>
          <a:noFill/>
        </p:spPr>
        <p:txBody>
          <a:bodyPr wrap="square" lIns="109709" tIns="54855" rIns="109709" bIns="54855" rtlCol="0">
            <a:spAutoFit/>
          </a:bodyPr>
          <a:lstStyle/>
          <a:p>
            <a:pPr>
              <a:lnSpc>
                <a:spcPct val="110000"/>
              </a:lnSpc>
            </a:pPr>
            <a:r>
              <a:rPr lang="en-US" sz="1200" dirty="0">
                <a:latin typeface="微软雅黑" panose="020B0503020204020204" charset="-122"/>
                <a:cs typeface="Aparajita" panose="020B0604020202020204" pitchFamily="34" charset="0"/>
              </a:rPr>
              <a:t>请在此粘贴或者输入您的文字内容请在此粘贴或者输入您的文字内容</a:t>
            </a:r>
          </a:p>
        </p:txBody>
      </p:sp>
      <p:grpSp>
        <p:nvGrpSpPr>
          <p:cNvPr id="144" name="Group 143"/>
          <p:cNvGrpSpPr/>
          <p:nvPr/>
        </p:nvGrpSpPr>
        <p:grpSpPr>
          <a:xfrm>
            <a:off x="5729209" y="2139945"/>
            <a:ext cx="702462" cy="647130"/>
            <a:chOff x="13296063" y="10607541"/>
            <a:chExt cx="1265763" cy="1166060"/>
          </a:xfrm>
          <a:solidFill>
            <a:schemeClr val="accent2"/>
          </a:solidFill>
        </p:grpSpPr>
        <p:sp>
          <p:nvSpPr>
            <p:cNvPr id="146" name="Freeform 269"/>
            <p:cNvSpPr>
              <a:spLocks noChangeArrowheads="1"/>
            </p:cNvSpPr>
            <p:nvPr/>
          </p:nvSpPr>
          <p:spPr bwMode="auto">
            <a:xfrm>
              <a:off x="13349333" y="10670914"/>
              <a:ext cx="1141470" cy="1039314"/>
            </a:xfrm>
            <a:custGeom>
              <a:avLst/>
              <a:gdLst>
                <a:gd name="T0" fmla="*/ 994 w 1989"/>
                <a:gd name="T1" fmla="*/ 0 h 1812"/>
                <a:gd name="T2" fmla="*/ 994 w 1989"/>
                <a:gd name="T3" fmla="*/ 0 h 1812"/>
                <a:gd name="T4" fmla="*/ 354 w 1989"/>
                <a:gd name="T5" fmla="*/ 268 h 1812"/>
                <a:gd name="T6" fmla="*/ 354 w 1989"/>
                <a:gd name="T7" fmla="*/ 1548 h 1812"/>
                <a:gd name="T8" fmla="*/ 994 w 1989"/>
                <a:gd name="T9" fmla="*/ 1811 h 1812"/>
                <a:gd name="T10" fmla="*/ 1634 w 1989"/>
                <a:gd name="T11" fmla="*/ 1548 h 1812"/>
                <a:gd name="T12" fmla="*/ 1634 w 1989"/>
                <a:gd name="T13" fmla="*/ 268 h 1812"/>
                <a:gd name="T14" fmla="*/ 994 w 1989"/>
                <a:gd name="T15" fmla="*/ 0 h 18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89" h="1812">
                  <a:moveTo>
                    <a:pt x="994" y="0"/>
                  </a:moveTo>
                  <a:lnTo>
                    <a:pt x="994" y="0"/>
                  </a:lnTo>
                  <a:cubicBezTo>
                    <a:pt x="766" y="0"/>
                    <a:pt x="532" y="91"/>
                    <a:pt x="354" y="268"/>
                  </a:cubicBezTo>
                  <a:cubicBezTo>
                    <a:pt x="0" y="622"/>
                    <a:pt x="0" y="1194"/>
                    <a:pt x="354" y="1548"/>
                  </a:cubicBezTo>
                  <a:cubicBezTo>
                    <a:pt x="532" y="1725"/>
                    <a:pt x="766" y="1811"/>
                    <a:pt x="994" y="1811"/>
                  </a:cubicBezTo>
                  <a:cubicBezTo>
                    <a:pt x="1229" y="1811"/>
                    <a:pt x="1457" y="1725"/>
                    <a:pt x="1634" y="1548"/>
                  </a:cubicBezTo>
                  <a:cubicBezTo>
                    <a:pt x="1988" y="1194"/>
                    <a:pt x="1988" y="622"/>
                    <a:pt x="1634" y="268"/>
                  </a:cubicBezTo>
                  <a:cubicBezTo>
                    <a:pt x="1457" y="91"/>
                    <a:pt x="1229" y="0"/>
                    <a:pt x="994" y="0"/>
                  </a:cubicBezTo>
                </a:path>
              </a:pathLst>
            </a:custGeom>
            <a:solidFill>
              <a:schemeClr val="accent1"/>
            </a:solidFill>
            <a:ln w="9525" cap="flat">
              <a:noFill/>
              <a:bevel/>
            </a:ln>
            <a:effectLst/>
          </p:spPr>
          <p:txBody>
            <a:bodyPr wrap="none" anchor="ctr"/>
            <a:lstStyle/>
            <a:p>
              <a:endParaRPr lang="en-US" sz="1800" dirty="0">
                <a:latin typeface="微软雅黑" panose="020B0503020204020204" charset="-122"/>
              </a:endParaRPr>
            </a:p>
          </p:txBody>
        </p:sp>
        <p:sp>
          <p:nvSpPr>
            <p:cNvPr id="147" name="Freeform 270"/>
            <p:cNvSpPr>
              <a:spLocks noChangeArrowheads="1"/>
            </p:cNvSpPr>
            <p:nvPr/>
          </p:nvSpPr>
          <p:spPr bwMode="auto">
            <a:xfrm>
              <a:off x="13296063" y="10607541"/>
              <a:ext cx="1265763" cy="1166060"/>
            </a:xfrm>
            <a:custGeom>
              <a:avLst/>
              <a:gdLst>
                <a:gd name="T0" fmla="*/ 1085 w 2206"/>
                <a:gd name="T1" fmla="*/ 2005 h 2035"/>
                <a:gd name="T2" fmla="*/ 1085 w 2206"/>
                <a:gd name="T3" fmla="*/ 2005 h 2035"/>
                <a:gd name="T4" fmla="*/ 383 w 2206"/>
                <a:gd name="T5" fmla="*/ 1714 h 2035"/>
                <a:gd name="T6" fmla="*/ 383 w 2206"/>
                <a:gd name="T7" fmla="*/ 314 h 2035"/>
                <a:gd name="T8" fmla="*/ 1085 w 2206"/>
                <a:gd name="T9" fmla="*/ 23 h 2035"/>
                <a:gd name="T10" fmla="*/ 1788 w 2206"/>
                <a:gd name="T11" fmla="*/ 314 h 2035"/>
                <a:gd name="T12" fmla="*/ 1788 w 2206"/>
                <a:gd name="T13" fmla="*/ 1714 h 2035"/>
                <a:gd name="T14" fmla="*/ 1085 w 2206"/>
                <a:gd name="T15" fmla="*/ 2005 h 2035"/>
                <a:gd name="T16" fmla="*/ 1085 w 2206"/>
                <a:gd name="T17" fmla="*/ 0 h 2035"/>
                <a:gd name="T18" fmla="*/ 1085 w 2206"/>
                <a:gd name="T19" fmla="*/ 0 h 2035"/>
                <a:gd name="T20" fmla="*/ 366 w 2206"/>
                <a:gd name="T21" fmla="*/ 297 h 2035"/>
                <a:gd name="T22" fmla="*/ 68 w 2206"/>
                <a:gd name="T23" fmla="*/ 1017 h 2035"/>
                <a:gd name="T24" fmla="*/ 366 w 2206"/>
                <a:gd name="T25" fmla="*/ 1737 h 2035"/>
                <a:gd name="T26" fmla="*/ 1085 w 2206"/>
                <a:gd name="T27" fmla="*/ 2034 h 2035"/>
                <a:gd name="T28" fmla="*/ 1085 w 2206"/>
                <a:gd name="T29" fmla="*/ 2034 h 2035"/>
                <a:gd name="T30" fmla="*/ 1805 w 2206"/>
                <a:gd name="T31" fmla="*/ 1737 h 2035"/>
                <a:gd name="T32" fmla="*/ 1805 w 2206"/>
                <a:gd name="T33" fmla="*/ 297 h 2035"/>
                <a:gd name="T34" fmla="*/ 1085 w 2206"/>
                <a:gd name="T35" fmla="*/ 0 h 2035"/>
                <a:gd name="T36" fmla="*/ 1085 w 2206"/>
                <a:gd name="T37" fmla="*/ 2005 h 2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06" h="2035">
                  <a:moveTo>
                    <a:pt x="1085" y="2005"/>
                  </a:moveTo>
                  <a:lnTo>
                    <a:pt x="1085" y="2005"/>
                  </a:lnTo>
                  <a:cubicBezTo>
                    <a:pt x="823" y="2005"/>
                    <a:pt x="571" y="1902"/>
                    <a:pt x="383" y="1714"/>
                  </a:cubicBezTo>
                  <a:cubicBezTo>
                    <a:pt x="0" y="1331"/>
                    <a:pt x="0" y="703"/>
                    <a:pt x="383" y="314"/>
                  </a:cubicBezTo>
                  <a:cubicBezTo>
                    <a:pt x="571" y="126"/>
                    <a:pt x="823" y="23"/>
                    <a:pt x="1085" y="23"/>
                  </a:cubicBezTo>
                  <a:cubicBezTo>
                    <a:pt x="1354" y="23"/>
                    <a:pt x="1600" y="126"/>
                    <a:pt x="1788" y="314"/>
                  </a:cubicBezTo>
                  <a:cubicBezTo>
                    <a:pt x="2177" y="703"/>
                    <a:pt x="2177" y="1331"/>
                    <a:pt x="1788" y="1714"/>
                  </a:cubicBezTo>
                  <a:cubicBezTo>
                    <a:pt x="1600" y="1902"/>
                    <a:pt x="1354" y="2005"/>
                    <a:pt x="1085" y="2005"/>
                  </a:cubicBezTo>
                  <a:lnTo>
                    <a:pt x="1085" y="0"/>
                  </a:lnTo>
                  <a:lnTo>
                    <a:pt x="1085" y="0"/>
                  </a:lnTo>
                  <a:cubicBezTo>
                    <a:pt x="817" y="0"/>
                    <a:pt x="560" y="103"/>
                    <a:pt x="366" y="297"/>
                  </a:cubicBezTo>
                  <a:cubicBezTo>
                    <a:pt x="177" y="486"/>
                    <a:pt x="68" y="743"/>
                    <a:pt x="68" y="1017"/>
                  </a:cubicBezTo>
                  <a:cubicBezTo>
                    <a:pt x="68" y="1285"/>
                    <a:pt x="177" y="1542"/>
                    <a:pt x="366" y="1737"/>
                  </a:cubicBezTo>
                  <a:cubicBezTo>
                    <a:pt x="560" y="1925"/>
                    <a:pt x="817" y="2034"/>
                    <a:pt x="1085" y="2034"/>
                  </a:cubicBezTo>
                  <a:lnTo>
                    <a:pt x="1085" y="2034"/>
                  </a:lnTo>
                  <a:cubicBezTo>
                    <a:pt x="1360" y="2034"/>
                    <a:pt x="1611" y="1925"/>
                    <a:pt x="1805" y="1737"/>
                  </a:cubicBezTo>
                  <a:cubicBezTo>
                    <a:pt x="2205" y="1337"/>
                    <a:pt x="2205" y="691"/>
                    <a:pt x="1805" y="297"/>
                  </a:cubicBezTo>
                  <a:cubicBezTo>
                    <a:pt x="1611" y="103"/>
                    <a:pt x="1360" y="0"/>
                    <a:pt x="1085" y="0"/>
                  </a:cubicBezTo>
                  <a:lnTo>
                    <a:pt x="1085" y="2005"/>
                  </a:lnTo>
                </a:path>
              </a:pathLst>
            </a:custGeom>
            <a:solidFill>
              <a:schemeClr val="accent1"/>
            </a:solidFill>
            <a:ln w="9525" cap="flat">
              <a:noFill/>
              <a:bevel/>
            </a:ln>
            <a:effectLst/>
          </p:spPr>
          <p:txBody>
            <a:bodyPr wrap="none" anchor="ctr"/>
            <a:lstStyle/>
            <a:p>
              <a:endParaRPr lang="en-US" sz="1800" dirty="0">
                <a:latin typeface="微软雅黑" panose="020B0503020204020204" charset="-122"/>
              </a:endParaRPr>
            </a:p>
          </p:txBody>
        </p:sp>
      </p:grpSp>
      <p:sp>
        <p:nvSpPr>
          <p:cNvPr id="145" name="Freeform 116"/>
          <p:cNvSpPr>
            <a:spLocks noChangeArrowheads="1"/>
          </p:cNvSpPr>
          <p:nvPr/>
        </p:nvSpPr>
        <p:spPr bwMode="auto">
          <a:xfrm>
            <a:off x="5949633" y="2307569"/>
            <a:ext cx="266368" cy="276915"/>
          </a:xfrm>
          <a:custGeom>
            <a:avLst/>
            <a:gdLst>
              <a:gd name="T0" fmla="*/ 400 w 445"/>
              <a:gd name="T1" fmla="*/ 159 h 462"/>
              <a:gd name="T2" fmla="*/ 400 w 445"/>
              <a:gd name="T3" fmla="*/ 159 h 462"/>
              <a:gd name="T4" fmla="*/ 266 w 445"/>
              <a:gd name="T5" fmla="*/ 8 h 462"/>
              <a:gd name="T6" fmla="*/ 36 w 445"/>
              <a:gd name="T7" fmla="*/ 248 h 462"/>
              <a:gd name="T8" fmla="*/ 9 w 445"/>
              <a:gd name="T9" fmla="*/ 319 h 462"/>
              <a:gd name="T10" fmla="*/ 81 w 445"/>
              <a:gd name="T11" fmla="*/ 355 h 462"/>
              <a:gd name="T12" fmla="*/ 98 w 445"/>
              <a:gd name="T13" fmla="*/ 346 h 462"/>
              <a:gd name="T14" fmla="*/ 134 w 445"/>
              <a:gd name="T15" fmla="*/ 372 h 462"/>
              <a:gd name="T16" fmla="*/ 160 w 445"/>
              <a:gd name="T17" fmla="*/ 434 h 462"/>
              <a:gd name="T18" fmla="*/ 187 w 445"/>
              <a:gd name="T19" fmla="*/ 452 h 462"/>
              <a:gd name="T20" fmla="*/ 240 w 445"/>
              <a:gd name="T21" fmla="*/ 434 h 462"/>
              <a:gd name="T22" fmla="*/ 249 w 445"/>
              <a:gd name="T23" fmla="*/ 416 h 462"/>
              <a:gd name="T24" fmla="*/ 231 w 445"/>
              <a:gd name="T25" fmla="*/ 390 h 462"/>
              <a:gd name="T26" fmla="*/ 204 w 445"/>
              <a:gd name="T27" fmla="*/ 337 h 462"/>
              <a:gd name="T28" fmla="*/ 231 w 445"/>
              <a:gd name="T29" fmla="*/ 310 h 462"/>
              <a:gd name="T30" fmla="*/ 417 w 445"/>
              <a:gd name="T31" fmla="*/ 355 h 462"/>
              <a:gd name="T32" fmla="*/ 400 w 445"/>
              <a:gd name="T33" fmla="*/ 159 h 462"/>
              <a:gd name="T34" fmla="*/ 390 w 445"/>
              <a:gd name="T35" fmla="*/ 310 h 462"/>
              <a:gd name="T36" fmla="*/ 390 w 445"/>
              <a:gd name="T37" fmla="*/ 310 h 462"/>
              <a:gd name="T38" fmla="*/ 302 w 445"/>
              <a:gd name="T39" fmla="*/ 204 h 462"/>
              <a:gd name="T40" fmla="*/ 284 w 445"/>
              <a:gd name="T41" fmla="*/ 62 h 462"/>
              <a:gd name="T42" fmla="*/ 364 w 445"/>
              <a:gd name="T43" fmla="*/ 177 h 462"/>
              <a:gd name="T44" fmla="*/ 390 w 445"/>
              <a:gd name="T45" fmla="*/ 310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45" h="462">
                <a:moveTo>
                  <a:pt x="400" y="159"/>
                </a:moveTo>
                <a:lnTo>
                  <a:pt x="400" y="159"/>
                </a:lnTo>
                <a:cubicBezTo>
                  <a:pt x="364" y="71"/>
                  <a:pt x="302" y="0"/>
                  <a:pt x="266" y="8"/>
                </a:cubicBezTo>
                <a:cubicBezTo>
                  <a:pt x="213" y="36"/>
                  <a:pt x="302" y="142"/>
                  <a:pt x="36" y="248"/>
                </a:cubicBezTo>
                <a:cubicBezTo>
                  <a:pt x="9" y="257"/>
                  <a:pt x="0" y="292"/>
                  <a:pt x="9" y="319"/>
                </a:cubicBezTo>
                <a:cubicBezTo>
                  <a:pt x="18" y="337"/>
                  <a:pt x="53" y="363"/>
                  <a:pt x="81" y="355"/>
                </a:cubicBezTo>
                <a:lnTo>
                  <a:pt x="98" y="346"/>
                </a:lnTo>
                <a:cubicBezTo>
                  <a:pt x="116" y="372"/>
                  <a:pt x="134" y="355"/>
                  <a:pt x="134" y="372"/>
                </a:cubicBezTo>
                <a:cubicBezTo>
                  <a:pt x="143" y="390"/>
                  <a:pt x="160" y="425"/>
                  <a:pt x="160" y="434"/>
                </a:cubicBezTo>
                <a:cubicBezTo>
                  <a:pt x="169" y="443"/>
                  <a:pt x="178" y="461"/>
                  <a:pt x="187" y="452"/>
                </a:cubicBezTo>
                <a:cubicBezTo>
                  <a:pt x="196" y="452"/>
                  <a:pt x="231" y="443"/>
                  <a:pt x="240" y="434"/>
                </a:cubicBezTo>
                <a:cubicBezTo>
                  <a:pt x="257" y="434"/>
                  <a:pt x="257" y="425"/>
                  <a:pt x="249" y="416"/>
                </a:cubicBezTo>
                <a:cubicBezTo>
                  <a:pt x="249" y="408"/>
                  <a:pt x="231" y="399"/>
                  <a:pt x="231" y="390"/>
                </a:cubicBezTo>
                <a:cubicBezTo>
                  <a:pt x="222" y="381"/>
                  <a:pt x="213" y="346"/>
                  <a:pt x="204" y="337"/>
                </a:cubicBezTo>
                <a:cubicBezTo>
                  <a:pt x="196" y="328"/>
                  <a:pt x="213" y="310"/>
                  <a:pt x="231" y="310"/>
                </a:cubicBezTo>
                <a:cubicBezTo>
                  <a:pt x="355" y="302"/>
                  <a:pt x="373" y="372"/>
                  <a:pt x="417" y="355"/>
                </a:cubicBezTo>
                <a:cubicBezTo>
                  <a:pt x="444" y="346"/>
                  <a:pt x="444" y="248"/>
                  <a:pt x="400" y="159"/>
                </a:cubicBezTo>
                <a:close/>
                <a:moveTo>
                  <a:pt x="390" y="310"/>
                </a:moveTo>
                <a:lnTo>
                  <a:pt x="390" y="310"/>
                </a:lnTo>
                <a:cubicBezTo>
                  <a:pt x="381" y="310"/>
                  <a:pt x="328" y="275"/>
                  <a:pt x="302" y="204"/>
                </a:cubicBezTo>
                <a:cubicBezTo>
                  <a:pt x="275" y="133"/>
                  <a:pt x="275" y="62"/>
                  <a:pt x="284" y="62"/>
                </a:cubicBezTo>
                <a:cubicBezTo>
                  <a:pt x="293" y="62"/>
                  <a:pt x="337" y="106"/>
                  <a:pt x="364" y="177"/>
                </a:cubicBezTo>
                <a:cubicBezTo>
                  <a:pt x="400" y="248"/>
                  <a:pt x="390" y="302"/>
                  <a:pt x="390" y="310"/>
                </a:cubicBezTo>
                <a:close/>
              </a:path>
            </a:pathLst>
          </a:custGeom>
          <a:solidFill>
            <a:schemeClr val="bg1"/>
          </a:solidFill>
          <a:ln>
            <a:noFill/>
          </a:ln>
          <a:effectLst/>
        </p:spPr>
        <p:txBody>
          <a:bodyPr wrap="none" anchor="ctr"/>
          <a:lstStyle/>
          <a:p>
            <a:endParaRPr lang="en-US" sz="1800" dirty="0">
              <a:latin typeface="微软雅黑" panose="020B0503020204020204" charset="-122"/>
            </a:endParaRPr>
          </a:p>
        </p:txBody>
      </p:sp>
      <p:sp>
        <p:nvSpPr>
          <p:cNvPr id="137" name="TextBox 136"/>
          <p:cNvSpPr txBox="1"/>
          <p:nvPr/>
        </p:nvSpPr>
        <p:spPr>
          <a:xfrm>
            <a:off x="6599378" y="2273643"/>
            <a:ext cx="1817370" cy="334010"/>
          </a:xfrm>
          <a:prstGeom prst="rect">
            <a:avLst/>
          </a:prstGeom>
          <a:noFill/>
        </p:spPr>
        <p:txBody>
          <a:bodyPr wrap="none" lIns="91421" tIns="45711" rIns="91421" bIns="45711" rtlCol="0">
            <a:spAutoFit/>
          </a:bodyPr>
          <a:lstStyle/>
          <a:p>
            <a:pPr algn="l"/>
            <a:r>
              <a:rPr lang="en-US" sz="1600" b="1" dirty="0">
                <a:latin typeface="微软雅黑" panose="020B0503020204020204" charset="-122"/>
              </a:rPr>
              <a:t>单击此处添加标题</a:t>
            </a:r>
          </a:p>
        </p:txBody>
      </p:sp>
      <p:grpSp>
        <p:nvGrpSpPr>
          <p:cNvPr id="138" name="Group 137"/>
          <p:cNvGrpSpPr/>
          <p:nvPr/>
        </p:nvGrpSpPr>
        <p:grpSpPr>
          <a:xfrm>
            <a:off x="6487508" y="2384051"/>
            <a:ext cx="152036" cy="151935"/>
            <a:chOff x="8571240" y="5550087"/>
            <a:chExt cx="304072" cy="303870"/>
          </a:xfrm>
        </p:grpSpPr>
        <p:sp>
          <p:nvSpPr>
            <p:cNvPr id="140" name="Freeform 324"/>
            <p:cNvSpPr>
              <a:spLocks noChangeArrowheads="1"/>
            </p:cNvSpPr>
            <p:nvPr/>
          </p:nvSpPr>
          <p:spPr bwMode="auto">
            <a:xfrm>
              <a:off x="8571240" y="5550087"/>
              <a:ext cx="304072" cy="303870"/>
            </a:xfrm>
            <a:custGeom>
              <a:avLst/>
              <a:gdLst>
                <a:gd name="T0" fmla="*/ 480 w 481"/>
                <a:gd name="T1" fmla="*/ 240 h 481"/>
                <a:gd name="T2" fmla="*/ 480 w 481"/>
                <a:gd name="T3" fmla="*/ 240 h 481"/>
                <a:gd name="T4" fmla="*/ 240 w 481"/>
                <a:gd name="T5" fmla="*/ 0 h 481"/>
                <a:gd name="T6" fmla="*/ 0 w 481"/>
                <a:gd name="T7" fmla="*/ 240 h 481"/>
                <a:gd name="T8" fmla="*/ 240 w 481"/>
                <a:gd name="T9" fmla="*/ 480 h 481"/>
                <a:gd name="T10" fmla="*/ 480 w 481"/>
                <a:gd name="T11" fmla="*/ 240 h 481"/>
              </a:gdLst>
              <a:ahLst/>
              <a:cxnLst>
                <a:cxn ang="0">
                  <a:pos x="T0" y="T1"/>
                </a:cxn>
                <a:cxn ang="0">
                  <a:pos x="T2" y="T3"/>
                </a:cxn>
                <a:cxn ang="0">
                  <a:pos x="T4" y="T5"/>
                </a:cxn>
                <a:cxn ang="0">
                  <a:pos x="T6" y="T7"/>
                </a:cxn>
                <a:cxn ang="0">
                  <a:pos x="T8" y="T9"/>
                </a:cxn>
                <a:cxn ang="0">
                  <a:pos x="T10" y="T11"/>
                </a:cxn>
              </a:cxnLst>
              <a:rect l="0" t="0" r="r" b="b"/>
              <a:pathLst>
                <a:path w="481" h="481">
                  <a:moveTo>
                    <a:pt x="480" y="240"/>
                  </a:moveTo>
                  <a:lnTo>
                    <a:pt x="480" y="240"/>
                  </a:lnTo>
                  <a:cubicBezTo>
                    <a:pt x="480" y="109"/>
                    <a:pt x="371" y="0"/>
                    <a:pt x="240" y="0"/>
                  </a:cubicBezTo>
                  <a:cubicBezTo>
                    <a:pt x="103" y="0"/>
                    <a:pt x="0" y="109"/>
                    <a:pt x="0" y="240"/>
                  </a:cubicBezTo>
                  <a:cubicBezTo>
                    <a:pt x="0" y="372"/>
                    <a:pt x="103" y="480"/>
                    <a:pt x="240" y="480"/>
                  </a:cubicBezTo>
                  <a:cubicBezTo>
                    <a:pt x="371" y="480"/>
                    <a:pt x="480" y="372"/>
                    <a:pt x="480" y="240"/>
                  </a:cubicBezTo>
                </a:path>
              </a:pathLst>
            </a:custGeom>
            <a:solidFill>
              <a:schemeClr val="accent1"/>
            </a:solidFill>
            <a:ln>
              <a:noFill/>
            </a:ln>
            <a:effectLst/>
          </p:spPr>
          <p:txBody>
            <a:bodyPr wrap="none" anchor="ctr"/>
            <a:lstStyle/>
            <a:p>
              <a:endParaRPr lang="en-US" sz="1800" dirty="0">
                <a:latin typeface="微软雅黑" panose="020B0503020204020204" charset="-122"/>
              </a:endParaRPr>
            </a:p>
          </p:txBody>
        </p:sp>
        <p:grpSp>
          <p:nvGrpSpPr>
            <p:cNvPr id="141" name="Group 140"/>
            <p:cNvGrpSpPr/>
            <p:nvPr/>
          </p:nvGrpSpPr>
          <p:grpSpPr>
            <a:xfrm>
              <a:off x="8633181" y="5620427"/>
              <a:ext cx="183006" cy="180070"/>
              <a:chOff x="8633181" y="5620427"/>
              <a:chExt cx="183006" cy="180070"/>
            </a:xfrm>
            <a:solidFill>
              <a:schemeClr val="bg1"/>
            </a:solidFill>
          </p:grpSpPr>
          <p:sp>
            <p:nvSpPr>
              <p:cNvPr id="142" name="Freeform 325"/>
              <p:cNvSpPr>
                <a:spLocks noChangeArrowheads="1"/>
              </p:cNvSpPr>
              <p:nvPr/>
            </p:nvSpPr>
            <p:spPr bwMode="auto">
              <a:xfrm>
                <a:off x="8717645" y="5620427"/>
                <a:ext cx="16893" cy="180070"/>
              </a:xfrm>
              <a:custGeom>
                <a:avLst/>
                <a:gdLst>
                  <a:gd name="T0" fmla="*/ 28 w 29"/>
                  <a:gd name="T1" fmla="*/ 285 h 286"/>
                  <a:gd name="T2" fmla="*/ 0 w 29"/>
                  <a:gd name="T3" fmla="*/ 285 h 286"/>
                  <a:gd name="T4" fmla="*/ 0 w 29"/>
                  <a:gd name="T5" fmla="*/ 0 h 286"/>
                  <a:gd name="T6" fmla="*/ 28 w 29"/>
                  <a:gd name="T7" fmla="*/ 0 h 286"/>
                  <a:gd name="T8" fmla="*/ 28 w 29"/>
                  <a:gd name="T9" fmla="*/ 285 h 286"/>
                </a:gdLst>
                <a:ahLst/>
                <a:cxnLst>
                  <a:cxn ang="0">
                    <a:pos x="T0" y="T1"/>
                  </a:cxn>
                  <a:cxn ang="0">
                    <a:pos x="T2" y="T3"/>
                  </a:cxn>
                  <a:cxn ang="0">
                    <a:pos x="T4" y="T5"/>
                  </a:cxn>
                  <a:cxn ang="0">
                    <a:pos x="T6" y="T7"/>
                  </a:cxn>
                  <a:cxn ang="0">
                    <a:pos x="T8" y="T9"/>
                  </a:cxn>
                </a:cxnLst>
                <a:rect l="0" t="0" r="r" b="b"/>
                <a:pathLst>
                  <a:path w="29" h="286">
                    <a:moveTo>
                      <a:pt x="28" y="285"/>
                    </a:moveTo>
                    <a:lnTo>
                      <a:pt x="0" y="285"/>
                    </a:lnTo>
                    <a:lnTo>
                      <a:pt x="0" y="0"/>
                    </a:lnTo>
                    <a:lnTo>
                      <a:pt x="28" y="0"/>
                    </a:lnTo>
                    <a:lnTo>
                      <a:pt x="28" y="285"/>
                    </a:lnTo>
                  </a:path>
                </a:pathLst>
              </a:custGeom>
              <a:grpFill/>
              <a:ln>
                <a:noFill/>
              </a:ln>
              <a:effectLst/>
            </p:spPr>
            <p:txBody>
              <a:bodyPr wrap="none" anchor="ctr"/>
              <a:lstStyle/>
              <a:p>
                <a:endParaRPr lang="en-US" sz="1800" dirty="0">
                  <a:latin typeface="微软雅黑" panose="020B0503020204020204" charset="-122"/>
                </a:endParaRPr>
              </a:p>
            </p:txBody>
          </p:sp>
          <p:sp>
            <p:nvSpPr>
              <p:cNvPr id="143" name="Freeform 326"/>
              <p:cNvSpPr>
                <a:spLocks noChangeArrowheads="1"/>
              </p:cNvSpPr>
              <p:nvPr/>
            </p:nvSpPr>
            <p:spPr bwMode="auto">
              <a:xfrm>
                <a:off x="8633181" y="5699209"/>
                <a:ext cx="183006" cy="19695"/>
              </a:xfrm>
              <a:custGeom>
                <a:avLst/>
                <a:gdLst>
                  <a:gd name="T0" fmla="*/ 0 w 293"/>
                  <a:gd name="T1" fmla="*/ 35 h 36"/>
                  <a:gd name="T2" fmla="*/ 0 w 293"/>
                  <a:gd name="T3" fmla="*/ 0 h 36"/>
                  <a:gd name="T4" fmla="*/ 292 w 293"/>
                  <a:gd name="T5" fmla="*/ 0 h 36"/>
                  <a:gd name="T6" fmla="*/ 292 w 293"/>
                  <a:gd name="T7" fmla="*/ 35 h 36"/>
                  <a:gd name="T8" fmla="*/ 0 w 293"/>
                  <a:gd name="T9" fmla="*/ 35 h 36"/>
                </a:gdLst>
                <a:ahLst/>
                <a:cxnLst>
                  <a:cxn ang="0">
                    <a:pos x="T0" y="T1"/>
                  </a:cxn>
                  <a:cxn ang="0">
                    <a:pos x="T2" y="T3"/>
                  </a:cxn>
                  <a:cxn ang="0">
                    <a:pos x="T4" y="T5"/>
                  </a:cxn>
                  <a:cxn ang="0">
                    <a:pos x="T6" y="T7"/>
                  </a:cxn>
                  <a:cxn ang="0">
                    <a:pos x="T8" y="T9"/>
                  </a:cxn>
                </a:cxnLst>
                <a:rect l="0" t="0" r="r" b="b"/>
                <a:pathLst>
                  <a:path w="293" h="36">
                    <a:moveTo>
                      <a:pt x="0" y="35"/>
                    </a:moveTo>
                    <a:lnTo>
                      <a:pt x="0" y="0"/>
                    </a:lnTo>
                    <a:lnTo>
                      <a:pt x="292" y="0"/>
                    </a:lnTo>
                    <a:lnTo>
                      <a:pt x="292" y="35"/>
                    </a:lnTo>
                    <a:lnTo>
                      <a:pt x="0" y="35"/>
                    </a:lnTo>
                  </a:path>
                </a:pathLst>
              </a:custGeom>
              <a:grpFill/>
              <a:ln>
                <a:noFill/>
              </a:ln>
              <a:effectLst/>
            </p:spPr>
            <p:txBody>
              <a:bodyPr wrap="none" anchor="ctr"/>
              <a:lstStyle/>
              <a:p>
                <a:endParaRPr lang="en-US" sz="1800" dirty="0">
                  <a:latin typeface="微软雅黑" panose="020B0503020204020204" charset="-122"/>
                </a:endParaRPr>
              </a:p>
            </p:txBody>
          </p:sp>
        </p:grpSp>
      </p:grpSp>
      <p:sp>
        <p:nvSpPr>
          <p:cNvPr id="139" name="TextBox 138"/>
          <p:cNvSpPr txBox="1"/>
          <p:nvPr/>
        </p:nvSpPr>
        <p:spPr>
          <a:xfrm>
            <a:off x="6583844" y="2510600"/>
            <a:ext cx="2067423" cy="711200"/>
          </a:xfrm>
          <a:prstGeom prst="rect">
            <a:avLst/>
          </a:prstGeom>
          <a:noFill/>
        </p:spPr>
        <p:txBody>
          <a:bodyPr wrap="square" lIns="109709" tIns="54855" rIns="109709" bIns="54855" rtlCol="0">
            <a:spAutoFit/>
          </a:bodyPr>
          <a:lstStyle/>
          <a:p>
            <a:pPr>
              <a:lnSpc>
                <a:spcPct val="110000"/>
              </a:lnSpc>
            </a:pPr>
            <a:r>
              <a:rPr lang="en-US" sz="1200" dirty="0">
                <a:latin typeface="微软雅黑" panose="020B0503020204020204" charset="-122"/>
                <a:cs typeface="Aparajita" panose="020B0604020202020204" pitchFamily="34" charset="0"/>
              </a:rPr>
              <a:t>请在此粘贴或者输入您的文字内容请在此粘贴或者输入您的文字内容</a:t>
            </a:r>
          </a:p>
        </p:txBody>
      </p:sp>
    </p:spTree>
  </p:cSld>
  <p:clrMapOvr>
    <a:masterClrMapping/>
  </p:clrMapOvr>
  <p:transition advTm="2761">
    <p:checke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par>
                                <p:cTn id="12" presetID="2" presetClass="entr" presetSubtype="8" fill="hold" nodeType="withEffect">
                                  <p:stCondLst>
                                    <p:cond delay="25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0-#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par>
                          <p:cTn id="20" fill="hold">
                            <p:stCondLst>
                              <p:cond delay="850"/>
                            </p:stCondLst>
                            <p:childTnLst>
                              <p:par>
                                <p:cTn id="21" presetID="49" presetClass="entr" presetSubtype="0" decel="100000" fill="hold" grpId="0" nodeType="afterEffect">
                                  <p:stCondLst>
                                    <p:cond delay="0"/>
                                  </p:stCondLst>
                                  <p:childTnLst>
                                    <p:set>
                                      <p:cBhvr>
                                        <p:cTn id="22" dur="1" fill="hold">
                                          <p:stCondLst>
                                            <p:cond delay="0"/>
                                          </p:stCondLst>
                                        </p:cTn>
                                        <p:tgtEl>
                                          <p:spTgt spid="37"/>
                                        </p:tgtEl>
                                        <p:attrNameLst>
                                          <p:attrName>style.visibility</p:attrName>
                                        </p:attrNameLst>
                                      </p:cBhvr>
                                      <p:to>
                                        <p:strVal val="visible"/>
                                      </p:to>
                                    </p:set>
                                    <p:anim calcmode="lin" valueType="num">
                                      <p:cBhvr>
                                        <p:cTn id="23" dur="500" fill="hold"/>
                                        <p:tgtEl>
                                          <p:spTgt spid="37"/>
                                        </p:tgtEl>
                                        <p:attrNameLst>
                                          <p:attrName>ppt_w</p:attrName>
                                        </p:attrNameLst>
                                      </p:cBhvr>
                                      <p:tavLst>
                                        <p:tav tm="0">
                                          <p:val>
                                            <p:fltVal val="0"/>
                                          </p:val>
                                        </p:tav>
                                        <p:tav tm="100000">
                                          <p:val>
                                            <p:strVal val="#ppt_w"/>
                                          </p:val>
                                        </p:tav>
                                      </p:tavLst>
                                    </p:anim>
                                    <p:anim calcmode="lin" valueType="num">
                                      <p:cBhvr>
                                        <p:cTn id="24" dur="500" fill="hold"/>
                                        <p:tgtEl>
                                          <p:spTgt spid="37"/>
                                        </p:tgtEl>
                                        <p:attrNameLst>
                                          <p:attrName>ppt_h</p:attrName>
                                        </p:attrNameLst>
                                      </p:cBhvr>
                                      <p:tavLst>
                                        <p:tav tm="0">
                                          <p:val>
                                            <p:fltVal val="0"/>
                                          </p:val>
                                        </p:tav>
                                        <p:tav tm="100000">
                                          <p:val>
                                            <p:strVal val="#ppt_h"/>
                                          </p:val>
                                        </p:tav>
                                      </p:tavLst>
                                    </p:anim>
                                    <p:anim calcmode="lin" valueType="num">
                                      <p:cBhvr>
                                        <p:cTn id="25" dur="500" fill="hold"/>
                                        <p:tgtEl>
                                          <p:spTgt spid="37"/>
                                        </p:tgtEl>
                                        <p:attrNameLst>
                                          <p:attrName>style.rotation</p:attrName>
                                        </p:attrNameLst>
                                      </p:cBhvr>
                                      <p:tavLst>
                                        <p:tav tm="0">
                                          <p:val>
                                            <p:fltVal val="360"/>
                                          </p:val>
                                        </p:tav>
                                        <p:tav tm="100000">
                                          <p:val>
                                            <p:fltVal val="0"/>
                                          </p:val>
                                        </p:tav>
                                      </p:tavLst>
                                    </p:anim>
                                    <p:animEffect transition="in" filter="fade">
                                      <p:cBhvr>
                                        <p:cTn id="26" dur="500"/>
                                        <p:tgtEl>
                                          <p:spTgt spid="37"/>
                                        </p:tgtEl>
                                      </p:cBhvr>
                                    </p:animEffect>
                                  </p:childTnLst>
                                </p:cTn>
                              </p:par>
                              <p:par>
                                <p:cTn id="27" presetID="49" presetClass="entr" presetSubtype="0" decel="100000" fill="hold" grpId="0" nodeType="withEffect">
                                  <p:stCondLst>
                                    <p:cond delay="0"/>
                                  </p:stCondLst>
                                  <p:childTnLst>
                                    <p:set>
                                      <p:cBhvr>
                                        <p:cTn id="28" dur="1" fill="hold">
                                          <p:stCondLst>
                                            <p:cond delay="0"/>
                                          </p:stCondLst>
                                        </p:cTn>
                                        <p:tgtEl>
                                          <p:spTgt spid="38"/>
                                        </p:tgtEl>
                                        <p:attrNameLst>
                                          <p:attrName>style.visibility</p:attrName>
                                        </p:attrNameLst>
                                      </p:cBhvr>
                                      <p:to>
                                        <p:strVal val="visible"/>
                                      </p:to>
                                    </p:set>
                                    <p:anim calcmode="lin" valueType="num">
                                      <p:cBhvr>
                                        <p:cTn id="29" dur="500" fill="hold"/>
                                        <p:tgtEl>
                                          <p:spTgt spid="38"/>
                                        </p:tgtEl>
                                        <p:attrNameLst>
                                          <p:attrName>ppt_w</p:attrName>
                                        </p:attrNameLst>
                                      </p:cBhvr>
                                      <p:tavLst>
                                        <p:tav tm="0">
                                          <p:val>
                                            <p:fltVal val="0"/>
                                          </p:val>
                                        </p:tav>
                                        <p:tav tm="100000">
                                          <p:val>
                                            <p:strVal val="#ppt_w"/>
                                          </p:val>
                                        </p:tav>
                                      </p:tavLst>
                                    </p:anim>
                                    <p:anim calcmode="lin" valueType="num">
                                      <p:cBhvr>
                                        <p:cTn id="30" dur="500" fill="hold"/>
                                        <p:tgtEl>
                                          <p:spTgt spid="38"/>
                                        </p:tgtEl>
                                        <p:attrNameLst>
                                          <p:attrName>ppt_h</p:attrName>
                                        </p:attrNameLst>
                                      </p:cBhvr>
                                      <p:tavLst>
                                        <p:tav tm="0">
                                          <p:val>
                                            <p:fltVal val="0"/>
                                          </p:val>
                                        </p:tav>
                                        <p:tav tm="100000">
                                          <p:val>
                                            <p:strVal val="#ppt_h"/>
                                          </p:val>
                                        </p:tav>
                                      </p:tavLst>
                                    </p:anim>
                                    <p:anim calcmode="lin" valueType="num">
                                      <p:cBhvr>
                                        <p:cTn id="31" dur="500" fill="hold"/>
                                        <p:tgtEl>
                                          <p:spTgt spid="38"/>
                                        </p:tgtEl>
                                        <p:attrNameLst>
                                          <p:attrName>style.rotation</p:attrName>
                                        </p:attrNameLst>
                                      </p:cBhvr>
                                      <p:tavLst>
                                        <p:tav tm="0">
                                          <p:val>
                                            <p:fltVal val="360"/>
                                          </p:val>
                                        </p:tav>
                                        <p:tav tm="100000">
                                          <p:val>
                                            <p:fltVal val="0"/>
                                          </p:val>
                                        </p:tav>
                                      </p:tavLst>
                                    </p:anim>
                                    <p:animEffect transition="in" filter="fade">
                                      <p:cBhvr>
                                        <p:cTn id="32" dur="500"/>
                                        <p:tgtEl>
                                          <p:spTgt spid="38"/>
                                        </p:tgtEl>
                                      </p:cBhvr>
                                    </p:animEffect>
                                  </p:childTnLst>
                                </p:cTn>
                              </p:par>
                              <p:par>
                                <p:cTn id="33" presetID="49" presetClass="entr" presetSubtype="0" decel="100000" fill="hold" grpId="0" nodeType="withEffect">
                                  <p:stCondLst>
                                    <p:cond delay="0"/>
                                  </p:stCondLst>
                                  <p:childTnLst>
                                    <p:set>
                                      <p:cBhvr>
                                        <p:cTn id="34" dur="1" fill="hold">
                                          <p:stCondLst>
                                            <p:cond delay="0"/>
                                          </p:stCondLst>
                                        </p:cTn>
                                        <p:tgtEl>
                                          <p:spTgt spid="39"/>
                                        </p:tgtEl>
                                        <p:attrNameLst>
                                          <p:attrName>style.visibility</p:attrName>
                                        </p:attrNameLst>
                                      </p:cBhvr>
                                      <p:to>
                                        <p:strVal val="visible"/>
                                      </p:to>
                                    </p:set>
                                    <p:anim calcmode="lin" valueType="num">
                                      <p:cBhvr>
                                        <p:cTn id="35" dur="500" fill="hold"/>
                                        <p:tgtEl>
                                          <p:spTgt spid="39"/>
                                        </p:tgtEl>
                                        <p:attrNameLst>
                                          <p:attrName>ppt_w</p:attrName>
                                        </p:attrNameLst>
                                      </p:cBhvr>
                                      <p:tavLst>
                                        <p:tav tm="0">
                                          <p:val>
                                            <p:fltVal val="0"/>
                                          </p:val>
                                        </p:tav>
                                        <p:tav tm="100000">
                                          <p:val>
                                            <p:strVal val="#ppt_w"/>
                                          </p:val>
                                        </p:tav>
                                      </p:tavLst>
                                    </p:anim>
                                    <p:anim calcmode="lin" valueType="num">
                                      <p:cBhvr>
                                        <p:cTn id="36" dur="500" fill="hold"/>
                                        <p:tgtEl>
                                          <p:spTgt spid="39"/>
                                        </p:tgtEl>
                                        <p:attrNameLst>
                                          <p:attrName>ppt_h</p:attrName>
                                        </p:attrNameLst>
                                      </p:cBhvr>
                                      <p:tavLst>
                                        <p:tav tm="0">
                                          <p:val>
                                            <p:fltVal val="0"/>
                                          </p:val>
                                        </p:tav>
                                        <p:tav tm="100000">
                                          <p:val>
                                            <p:strVal val="#ppt_h"/>
                                          </p:val>
                                        </p:tav>
                                      </p:tavLst>
                                    </p:anim>
                                    <p:anim calcmode="lin" valueType="num">
                                      <p:cBhvr>
                                        <p:cTn id="37" dur="500" fill="hold"/>
                                        <p:tgtEl>
                                          <p:spTgt spid="39"/>
                                        </p:tgtEl>
                                        <p:attrNameLst>
                                          <p:attrName>style.rotation</p:attrName>
                                        </p:attrNameLst>
                                      </p:cBhvr>
                                      <p:tavLst>
                                        <p:tav tm="0">
                                          <p:val>
                                            <p:fltVal val="360"/>
                                          </p:val>
                                        </p:tav>
                                        <p:tav tm="100000">
                                          <p:val>
                                            <p:fltVal val="0"/>
                                          </p:val>
                                        </p:tav>
                                      </p:tavLst>
                                    </p:anim>
                                    <p:animEffect transition="in" filter="fade">
                                      <p:cBhvr>
                                        <p:cTn id="38" dur="500"/>
                                        <p:tgtEl>
                                          <p:spTgt spid="39"/>
                                        </p:tgtEl>
                                      </p:cBhvr>
                                    </p:animEffect>
                                  </p:childTnLst>
                                </p:cTn>
                              </p:par>
                              <p:par>
                                <p:cTn id="39" presetID="49" presetClass="entr" presetSubtype="0" decel="100000" fill="hold" grpId="0" nodeType="withEffect">
                                  <p:stCondLst>
                                    <p:cond delay="0"/>
                                  </p:stCondLst>
                                  <p:childTnLst>
                                    <p:set>
                                      <p:cBhvr>
                                        <p:cTn id="40" dur="1" fill="hold">
                                          <p:stCondLst>
                                            <p:cond delay="0"/>
                                          </p:stCondLst>
                                        </p:cTn>
                                        <p:tgtEl>
                                          <p:spTgt spid="48"/>
                                        </p:tgtEl>
                                        <p:attrNameLst>
                                          <p:attrName>style.visibility</p:attrName>
                                        </p:attrNameLst>
                                      </p:cBhvr>
                                      <p:to>
                                        <p:strVal val="visible"/>
                                      </p:to>
                                    </p:set>
                                    <p:anim calcmode="lin" valueType="num">
                                      <p:cBhvr>
                                        <p:cTn id="41" dur="500" fill="hold"/>
                                        <p:tgtEl>
                                          <p:spTgt spid="48"/>
                                        </p:tgtEl>
                                        <p:attrNameLst>
                                          <p:attrName>ppt_w</p:attrName>
                                        </p:attrNameLst>
                                      </p:cBhvr>
                                      <p:tavLst>
                                        <p:tav tm="0">
                                          <p:val>
                                            <p:fltVal val="0"/>
                                          </p:val>
                                        </p:tav>
                                        <p:tav tm="100000">
                                          <p:val>
                                            <p:strVal val="#ppt_w"/>
                                          </p:val>
                                        </p:tav>
                                      </p:tavLst>
                                    </p:anim>
                                    <p:anim calcmode="lin" valueType="num">
                                      <p:cBhvr>
                                        <p:cTn id="42" dur="500" fill="hold"/>
                                        <p:tgtEl>
                                          <p:spTgt spid="48"/>
                                        </p:tgtEl>
                                        <p:attrNameLst>
                                          <p:attrName>ppt_h</p:attrName>
                                        </p:attrNameLst>
                                      </p:cBhvr>
                                      <p:tavLst>
                                        <p:tav tm="0">
                                          <p:val>
                                            <p:fltVal val="0"/>
                                          </p:val>
                                        </p:tav>
                                        <p:tav tm="100000">
                                          <p:val>
                                            <p:strVal val="#ppt_h"/>
                                          </p:val>
                                        </p:tav>
                                      </p:tavLst>
                                    </p:anim>
                                    <p:anim calcmode="lin" valueType="num">
                                      <p:cBhvr>
                                        <p:cTn id="43" dur="500" fill="hold"/>
                                        <p:tgtEl>
                                          <p:spTgt spid="48"/>
                                        </p:tgtEl>
                                        <p:attrNameLst>
                                          <p:attrName>style.rotation</p:attrName>
                                        </p:attrNameLst>
                                      </p:cBhvr>
                                      <p:tavLst>
                                        <p:tav tm="0">
                                          <p:val>
                                            <p:fltVal val="360"/>
                                          </p:val>
                                        </p:tav>
                                        <p:tav tm="100000">
                                          <p:val>
                                            <p:fltVal val="0"/>
                                          </p:val>
                                        </p:tav>
                                      </p:tavLst>
                                    </p:anim>
                                    <p:animEffect transition="in" filter="fade">
                                      <p:cBhvr>
                                        <p:cTn id="44" dur="500"/>
                                        <p:tgtEl>
                                          <p:spTgt spid="48"/>
                                        </p:tgtEl>
                                      </p:cBhvr>
                                    </p:animEffect>
                                  </p:childTnLst>
                                </p:cTn>
                              </p:par>
                              <p:par>
                                <p:cTn id="45" presetID="49" presetClass="entr" presetSubtype="0" decel="100000" fill="hold" grpId="0" nodeType="withEffect">
                                  <p:stCondLst>
                                    <p:cond delay="0"/>
                                  </p:stCondLst>
                                  <p:childTnLst>
                                    <p:set>
                                      <p:cBhvr>
                                        <p:cTn id="46" dur="1" fill="hold">
                                          <p:stCondLst>
                                            <p:cond delay="0"/>
                                          </p:stCondLst>
                                        </p:cTn>
                                        <p:tgtEl>
                                          <p:spTgt spid="49"/>
                                        </p:tgtEl>
                                        <p:attrNameLst>
                                          <p:attrName>style.visibility</p:attrName>
                                        </p:attrNameLst>
                                      </p:cBhvr>
                                      <p:to>
                                        <p:strVal val="visible"/>
                                      </p:to>
                                    </p:set>
                                    <p:anim calcmode="lin" valueType="num">
                                      <p:cBhvr>
                                        <p:cTn id="47" dur="500" fill="hold"/>
                                        <p:tgtEl>
                                          <p:spTgt spid="49"/>
                                        </p:tgtEl>
                                        <p:attrNameLst>
                                          <p:attrName>ppt_w</p:attrName>
                                        </p:attrNameLst>
                                      </p:cBhvr>
                                      <p:tavLst>
                                        <p:tav tm="0">
                                          <p:val>
                                            <p:fltVal val="0"/>
                                          </p:val>
                                        </p:tav>
                                        <p:tav tm="100000">
                                          <p:val>
                                            <p:strVal val="#ppt_w"/>
                                          </p:val>
                                        </p:tav>
                                      </p:tavLst>
                                    </p:anim>
                                    <p:anim calcmode="lin" valueType="num">
                                      <p:cBhvr>
                                        <p:cTn id="48" dur="500" fill="hold"/>
                                        <p:tgtEl>
                                          <p:spTgt spid="49"/>
                                        </p:tgtEl>
                                        <p:attrNameLst>
                                          <p:attrName>ppt_h</p:attrName>
                                        </p:attrNameLst>
                                      </p:cBhvr>
                                      <p:tavLst>
                                        <p:tav tm="0">
                                          <p:val>
                                            <p:fltVal val="0"/>
                                          </p:val>
                                        </p:tav>
                                        <p:tav tm="100000">
                                          <p:val>
                                            <p:strVal val="#ppt_h"/>
                                          </p:val>
                                        </p:tav>
                                      </p:tavLst>
                                    </p:anim>
                                    <p:anim calcmode="lin" valueType="num">
                                      <p:cBhvr>
                                        <p:cTn id="49" dur="500" fill="hold"/>
                                        <p:tgtEl>
                                          <p:spTgt spid="49"/>
                                        </p:tgtEl>
                                        <p:attrNameLst>
                                          <p:attrName>style.rotation</p:attrName>
                                        </p:attrNameLst>
                                      </p:cBhvr>
                                      <p:tavLst>
                                        <p:tav tm="0">
                                          <p:val>
                                            <p:fltVal val="360"/>
                                          </p:val>
                                        </p:tav>
                                        <p:tav tm="100000">
                                          <p:val>
                                            <p:fltVal val="0"/>
                                          </p:val>
                                        </p:tav>
                                      </p:tavLst>
                                    </p:anim>
                                    <p:animEffect transition="in" filter="fade">
                                      <p:cBhvr>
                                        <p:cTn id="50" dur="500"/>
                                        <p:tgtEl>
                                          <p:spTgt spid="49"/>
                                        </p:tgtEl>
                                      </p:cBhvr>
                                    </p:animEffect>
                                  </p:childTnLst>
                                </p:cTn>
                              </p:par>
                              <p:par>
                                <p:cTn id="51" presetID="49" presetClass="entr" presetSubtype="0" decel="100000" fill="hold" grpId="0" nodeType="withEffect">
                                  <p:stCondLst>
                                    <p:cond delay="0"/>
                                  </p:stCondLst>
                                  <p:childTnLst>
                                    <p:set>
                                      <p:cBhvr>
                                        <p:cTn id="52" dur="1" fill="hold">
                                          <p:stCondLst>
                                            <p:cond delay="0"/>
                                          </p:stCondLst>
                                        </p:cTn>
                                        <p:tgtEl>
                                          <p:spTgt spid="52"/>
                                        </p:tgtEl>
                                        <p:attrNameLst>
                                          <p:attrName>style.visibility</p:attrName>
                                        </p:attrNameLst>
                                      </p:cBhvr>
                                      <p:to>
                                        <p:strVal val="visible"/>
                                      </p:to>
                                    </p:set>
                                    <p:anim calcmode="lin" valueType="num">
                                      <p:cBhvr>
                                        <p:cTn id="53" dur="500" fill="hold"/>
                                        <p:tgtEl>
                                          <p:spTgt spid="52"/>
                                        </p:tgtEl>
                                        <p:attrNameLst>
                                          <p:attrName>ppt_w</p:attrName>
                                        </p:attrNameLst>
                                      </p:cBhvr>
                                      <p:tavLst>
                                        <p:tav tm="0">
                                          <p:val>
                                            <p:fltVal val="0"/>
                                          </p:val>
                                        </p:tav>
                                        <p:tav tm="100000">
                                          <p:val>
                                            <p:strVal val="#ppt_w"/>
                                          </p:val>
                                        </p:tav>
                                      </p:tavLst>
                                    </p:anim>
                                    <p:anim calcmode="lin" valueType="num">
                                      <p:cBhvr>
                                        <p:cTn id="54" dur="500" fill="hold"/>
                                        <p:tgtEl>
                                          <p:spTgt spid="52"/>
                                        </p:tgtEl>
                                        <p:attrNameLst>
                                          <p:attrName>ppt_h</p:attrName>
                                        </p:attrNameLst>
                                      </p:cBhvr>
                                      <p:tavLst>
                                        <p:tav tm="0">
                                          <p:val>
                                            <p:fltVal val="0"/>
                                          </p:val>
                                        </p:tav>
                                        <p:tav tm="100000">
                                          <p:val>
                                            <p:strVal val="#ppt_h"/>
                                          </p:val>
                                        </p:tav>
                                      </p:tavLst>
                                    </p:anim>
                                    <p:anim calcmode="lin" valueType="num">
                                      <p:cBhvr>
                                        <p:cTn id="55" dur="500" fill="hold"/>
                                        <p:tgtEl>
                                          <p:spTgt spid="52"/>
                                        </p:tgtEl>
                                        <p:attrNameLst>
                                          <p:attrName>style.rotation</p:attrName>
                                        </p:attrNameLst>
                                      </p:cBhvr>
                                      <p:tavLst>
                                        <p:tav tm="0">
                                          <p:val>
                                            <p:fltVal val="360"/>
                                          </p:val>
                                        </p:tav>
                                        <p:tav tm="100000">
                                          <p:val>
                                            <p:fltVal val="0"/>
                                          </p:val>
                                        </p:tav>
                                      </p:tavLst>
                                    </p:anim>
                                    <p:animEffect transition="in" filter="fade">
                                      <p:cBhvr>
                                        <p:cTn id="56" dur="500"/>
                                        <p:tgtEl>
                                          <p:spTgt spid="52"/>
                                        </p:tgtEl>
                                      </p:cBhvr>
                                    </p:animEffect>
                                  </p:childTnLst>
                                </p:cTn>
                              </p:par>
                              <p:par>
                                <p:cTn id="57" presetID="49" presetClass="entr" presetSubtype="0" decel="100000" fill="hold" grpId="0" nodeType="withEffect">
                                  <p:stCondLst>
                                    <p:cond delay="0"/>
                                  </p:stCondLst>
                                  <p:childTnLst>
                                    <p:set>
                                      <p:cBhvr>
                                        <p:cTn id="58" dur="1" fill="hold">
                                          <p:stCondLst>
                                            <p:cond delay="0"/>
                                          </p:stCondLst>
                                        </p:cTn>
                                        <p:tgtEl>
                                          <p:spTgt spid="53"/>
                                        </p:tgtEl>
                                        <p:attrNameLst>
                                          <p:attrName>style.visibility</p:attrName>
                                        </p:attrNameLst>
                                      </p:cBhvr>
                                      <p:to>
                                        <p:strVal val="visible"/>
                                      </p:to>
                                    </p:set>
                                    <p:anim calcmode="lin" valueType="num">
                                      <p:cBhvr>
                                        <p:cTn id="59" dur="500" fill="hold"/>
                                        <p:tgtEl>
                                          <p:spTgt spid="53"/>
                                        </p:tgtEl>
                                        <p:attrNameLst>
                                          <p:attrName>ppt_w</p:attrName>
                                        </p:attrNameLst>
                                      </p:cBhvr>
                                      <p:tavLst>
                                        <p:tav tm="0">
                                          <p:val>
                                            <p:fltVal val="0"/>
                                          </p:val>
                                        </p:tav>
                                        <p:tav tm="100000">
                                          <p:val>
                                            <p:strVal val="#ppt_w"/>
                                          </p:val>
                                        </p:tav>
                                      </p:tavLst>
                                    </p:anim>
                                    <p:anim calcmode="lin" valueType="num">
                                      <p:cBhvr>
                                        <p:cTn id="60" dur="500" fill="hold"/>
                                        <p:tgtEl>
                                          <p:spTgt spid="53"/>
                                        </p:tgtEl>
                                        <p:attrNameLst>
                                          <p:attrName>ppt_h</p:attrName>
                                        </p:attrNameLst>
                                      </p:cBhvr>
                                      <p:tavLst>
                                        <p:tav tm="0">
                                          <p:val>
                                            <p:fltVal val="0"/>
                                          </p:val>
                                        </p:tav>
                                        <p:tav tm="100000">
                                          <p:val>
                                            <p:strVal val="#ppt_h"/>
                                          </p:val>
                                        </p:tav>
                                      </p:tavLst>
                                    </p:anim>
                                    <p:anim calcmode="lin" valueType="num">
                                      <p:cBhvr>
                                        <p:cTn id="61" dur="500" fill="hold"/>
                                        <p:tgtEl>
                                          <p:spTgt spid="53"/>
                                        </p:tgtEl>
                                        <p:attrNameLst>
                                          <p:attrName>style.rotation</p:attrName>
                                        </p:attrNameLst>
                                      </p:cBhvr>
                                      <p:tavLst>
                                        <p:tav tm="0">
                                          <p:val>
                                            <p:fltVal val="360"/>
                                          </p:val>
                                        </p:tav>
                                        <p:tav tm="100000">
                                          <p:val>
                                            <p:fltVal val="0"/>
                                          </p:val>
                                        </p:tav>
                                      </p:tavLst>
                                    </p:anim>
                                    <p:animEffect transition="in" filter="fade">
                                      <p:cBhvr>
                                        <p:cTn id="62" dur="500"/>
                                        <p:tgtEl>
                                          <p:spTgt spid="53"/>
                                        </p:tgtEl>
                                      </p:cBhvr>
                                    </p:animEffect>
                                  </p:childTnLst>
                                </p:cTn>
                              </p:par>
                              <p:par>
                                <p:cTn id="63" presetID="49" presetClass="entr" presetSubtype="0" decel="100000" fill="hold" grpId="0" nodeType="withEffect">
                                  <p:stCondLst>
                                    <p:cond delay="0"/>
                                  </p:stCondLst>
                                  <p:childTnLst>
                                    <p:set>
                                      <p:cBhvr>
                                        <p:cTn id="64" dur="1" fill="hold">
                                          <p:stCondLst>
                                            <p:cond delay="0"/>
                                          </p:stCondLst>
                                        </p:cTn>
                                        <p:tgtEl>
                                          <p:spTgt spid="54"/>
                                        </p:tgtEl>
                                        <p:attrNameLst>
                                          <p:attrName>style.visibility</p:attrName>
                                        </p:attrNameLst>
                                      </p:cBhvr>
                                      <p:to>
                                        <p:strVal val="visible"/>
                                      </p:to>
                                    </p:set>
                                    <p:anim calcmode="lin" valueType="num">
                                      <p:cBhvr>
                                        <p:cTn id="65" dur="500" fill="hold"/>
                                        <p:tgtEl>
                                          <p:spTgt spid="54"/>
                                        </p:tgtEl>
                                        <p:attrNameLst>
                                          <p:attrName>ppt_w</p:attrName>
                                        </p:attrNameLst>
                                      </p:cBhvr>
                                      <p:tavLst>
                                        <p:tav tm="0">
                                          <p:val>
                                            <p:fltVal val="0"/>
                                          </p:val>
                                        </p:tav>
                                        <p:tav tm="100000">
                                          <p:val>
                                            <p:strVal val="#ppt_w"/>
                                          </p:val>
                                        </p:tav>
                                      </p:tavLst>
                                    </p:anim>
                                    <p:anim calcmode="lin" valueType="num">
                                      <p:cBhvr>
                                        <p:cTn id="66" dur="500" fill="hold"/>
                                        <p:tgtEl>
                                          <p:spTgt spid="54"/>
                                        </p:tgtEl>
                                        <p:attrNameLst>
                                          <p:attrName>ppt_h</p:attrName>
                                        </p:attrNameLst>
                                      </p:cBhvr>
                                      <p:tavLst>
                                        <p:tav tm="0">
                                          <p:val>
                                            <p:fltVal val="0"/>
                                          </p:val>
                                        </p:tav>
                                        <p:tav tm="100000">
                                          <p:val>
                                            <p:strVal val="#ppt_h"/>
                                          </p:val>
                                        </p:tav>
                                      </p:tavLst>
                                    </p:anim>
                                    <p:anim calcmode="lin" valueType="num">
                                      <p:cBhvr>
                                        <p:cTn id="67" dur="500" fill="hold"/>
                                        <p:tgtEl>
                                          <p:spTgt spid="54"/>
                                        </p:tgtEl>
                                        <p:attrNameLst>
                                          <p:attrName>style.rotation</p:attrName>
                                        </p:attrNameLst>
                                      </p:cBhvr>
                                      <p:tavLst>
                                        <p:tav tm="0">
                                          <p:val>
                                            <p:fltVal val="360"/>
                                          </p:val>
                                        </p:tav>
                                        <p:tav tm="100000">
                                          <p:val>
                                            <p:fltVal val="0"/>
                                          </p:val>
                                        </p:tav>
                                      </p:tavLst>
                                    </p:anim>
                                    <p:animEffect transition="in" filter="fade">
                                      <p:cBhvr>
                                        <p:cTn id="68" dur="500"/>
                                        <p:tgtEl>
                                          <p:spTgt spid="54"/>
                                        </p:tgtEl>
                                      </p:cBhvr>
                                    </p:animEffect>
                                  </p:childTnLst>
                                </p:cTn>
                              </p:par>
                              <p:par>
                                <p:cTn id="69" presetID="49" presetClass="entr" presetSubtype="0" decel="100000" fill="hold" grpId="0" nodeType="withEffect">
                                  <p:stCondLst>
                                    <p:cond delay="0"/>
                                  </p:stCondLst>
                                  <p:childTnLst>
                                    <p:set>
                                      <p:cBhvr>
                                        <p:cTn id="70" dur="1" fill="hold">
                                          <p:stCondLst>
                                            <p:cond delay="0"/>
                                          </p:stCondLst>
                                        </p:cTn>
                                        <p:tgtEl>
                                          <p:spTgt spid="55"/>
                                        </p:tgtEl>
                                        <p:attrNameLst>
                                          <p:attrName>style.visibility</p:attrName>
                                        </p:attrNameLst>
                                      </p:cBhvr>
                                      <p:to>
                                        <p:strVal val="visible"/>
                                      </p:to>
                                    </p:set>
                                    <p:anim calcmode="lin" valueType="num">
                                      <p:cBhvr>
                                        <p:cTn id="71" dur="500" fill="hold"/>
                                        <p:tgtEl>
                                          <p:spTgt spid="55"/>
                                        </p:tgtEl>
                                        <p:attrNameLst>
                                          <p:attrName>ppt_w</p:attrName>
                                        </p:attrNameLst>
                                      </p:cBhvr>
                                      <p:tavLst>
                                        <p:tav tm="0">
                                          <p:val>
                                            <p:fltVal val="0"/>
                                          </p:val>
                                        </p:tav>
                                        <p:tav tm="100000">
                                          <p:val>
                                            <p:strVal val="#ppt_w"/>
                                          </p:val>
                                        </p:tav>
                                      </p:tavLst>
                                    </p:anim>
                                    <p:anim calcmode="lin" valueType="num">
                                      <p:cBhvr>
                                        <p:cTn id="72" dur="500" fill="hold"/>
                                        <p:tgtEl>
                                          <p:spTgt spid="55"/>
                                        </p:tgtEl>
                                        <p:attrNameLst>
                                          <p:attrName>ppt_h</p:attrName>
                                        </p:attrNameLst>
                                      </p:cBhvr>
                                      <p:tavLst>
                                        <p:tav tm="0">
                                          <p:val>
                                            <p:fltVal val="0"/>
                                          </p:val>
                                        </p:tav>
                                        <p:tav tm="100000">
                                          <p:val>
                                            <p:strVal val="#ppt_h"/>
                                          </p:val>
                                        </p:tav>
                                      </p:tavLst>
                                    </p:anim>
                                    <p:anim calcmode="lin" valueType="num">
                                      <p:cBhvr>
                                        <p:cTn id="73" dur="500" fill="hold"/>
                                        <p:tgtEl>
                                          <p:spTgt spid="55"/>
                                        </p:tgtEl>
                                        <p:attrNameLst>
                                          <p:attrName>style.rotation</p:attrName>
                                        </p:attrNameLst>
                                      </p:cBhvr>
                                      <p:tavLst>
                                        <p:tav tm="0">
                                          <p:val>
                                            <p:fltVal val="360"/>
                                          </p:val>
                                        </p:tav>
                                        <p:tav tm="100000">
                                          <p:val>
                                            <p:fltVal val="0"/>
                                          </p:val>
                                        </p:tav>
                                      </p:tavLst>
                                    </p:anim>
                                    <p:animEffect transition="in" filter="fade">
                                      <p:cBhvr>
                                        <p:cTn id="74" dur="500"/>
                                        <p:tgtEl>
                                          <p:spTgt spid="55"/>
                                        </p:tgtEl>
                                      </p:cBhvr>
                                    </p:animEffect>
                                  </p:childTnLst>
                                </p:cTn>
                              </p:par>
                              <p:par>
                                <p:cTn id="75" presetID="49" presetClass="entr" presetSubtype="0" decel="100000" fill="hold" grpId="0" nodeType="withEffect">
                                  <p:stCondLst>
                                    <p:cond delay="0"/>
                                  </p:stCondLst>
                                  <p:childTnLst>
                                    <p:set>
                                      <p:cBhvr>
                                        <p:cTn id="76" dur="1" fill="hold">
                                          <p:stCondLst>
                                            <p:cond delay="0"/>
                                          </p:stCondLst>
                                        </p:cTn>
                                        <p:tgtEl>
                                          <p:spTgt spid="56"/>
                                        </p:tgtEl>
                                        <p:attrNameLst>
                                          <p:attrName>style.visibility</p:attrName>
                                        </p:attrNameLst>
                                      </p:cBhvr>
                                      <p:to>
                                        <p:strVal val="visible"/>
                                      </p:to>
                                    </p:set>
                                    <p:anim calcmode="lin" valueType="num">
                                      <p:cBhvr>
                                        <p:cTn id="77" dur="500" fill="hold"/>
                                        <p:tgtEl>
                                          <p:spTgt spid="56"/>
                                        </p:tgtEl>
                                        <p:attrNameLst>
                                          <p:attrName>ppt_w</p:attrName>
                                        </p:attrNameLst>
                                      </p:cBhvr>
                                      <p:tavLst>
                                        <p:tav tm="0">
                                          <p:val>
                                            <p:fltVal val="0"/>
                                          </p:val>
                                        </p:tav>
                                        <p:tav tm="100000">
                                          <p:val>
                                            <p:strVal val="#ppt_w"/>
                                          </p:val>
                                        </p:tav>
                                      </p:tavLst>
                                    </p:anim>
                                    <p:anim calcmode="lin" valueType="num">
                                      <p:cBhvr>
                                        <p:cTn id="78" dur="500" fill="hold"/>
                                        <p:tgtEl>
                                          <p:spTgt spid="56"/>
                                        </p:tgtEl>
                                        <p:attrNameLst>
                                          <p:attrName>ppt_h</p:attrName>
                                        </p:attrNameLst>
                                      </p:cBhvr>
                                      <p:tavLst>
                                        <p:tav tm="0">
                                          <p:val>
                                            <p:fltVal val="0"/>
                                          </p:val>
                                        </p:tav>
                                        <p:tav tm="100000">
                                          <p:val>
                                            <p:strVal val="#ppt_h"/>
                                          </p:val>
                                        </p:tav>
                                      </p:tavLst>
                                    </p:anim>
                                    <p:anim calcmode="lin" valueType="num">
                                      <p:cBhvr>
                                        <p:cTn id="79" dur="500" fill="hold"/>
                                        <p:tgtEl>
                                          <p:spTgt spid="56"/>
                                        </p:tgtEl>
                                        <p:attrNameLst>
                                          <p:attrName>style.rotation</p:attrName>
                                        </p:attrNameLst>
                                      </p:cBhvr>
                                      <p:tavLst>
                                        <p:tav tm="0">
                                          <p:val>
                                            <p:fltVal val="360"/>
                                          </p:val>
                                        </p:tav>
                                        <p:tav tm="100000">
                                          <p:val>
                                            <p:fltVal val="0"/>
                                          </p:val>
                                        </p:tav>
                                      </p:tavLst>
                                    </p:anim>
                                    <p:animEffect transition="in" filter="fade">
                                      <p:cBhvr>
                                        <p:cTn id="80" dur="500"/>
                                        <p:tgtEl>
                                          <p:spTgt spid="56"/>
                                        </p:tgtEl>
                                      </p:cBhvr>
                                    </p:animEffect>
                                  </p:childTnLst>
                                </p:cTn>
                              </p:par>
                              <p:par>
                                <p:cTn id="81" presetID="49" presetClass="entr" presetSubtype="0" decel="100000" fill="hold" grpId="0" nodeType="withEffect">
                                  <p:stCondLst>
                                    <p:cond delay="0"/>
                                  </p:stCondLst>
                                  <p:childTnLst>
                                    <p:set>
                                      <p:cBhvr>
                                        <p:cTn id="82" dur="1" fill="hold">
                                          <p:stCondLst>
                                            <p:cond delay="0"/>
                                          </p:stCondLst>
                                        </p:cTn>
                                        <p:tgtEl>
                                          <p:spTgt spid="57"/>
                                        </p:tgtEl>
                                        <p:attrNameLst>
                                          <p:attrName>style.visibility</p:attrName>
                                        </p:attrNameLst>
                                      </p:cBhvr>
                                      <p:to>
                                        <p:strVal val="visible"/>
                                      </p:to>
                                    </p:set>
                                    <p:anim calcmode="lin" valueType="num">
                                      <p:cBhvr>
                                        <p:cTn id="83" dur="500" fill="hold"/>
                                        <p:tgtEl>
                                          <p:spTgt spid="57"/>
                                        </p:tgtEl>
                                        <p:attrNameLst>
                                          <p:attrName>ppt_w</p:attrName>
                                        </p:attrNameLst>
                                      </p:cBhvr>
                                      <p:tavLst>
                                        <p:tav tm="0">
                                          <p:val>
                                            <p:fltVal val="0"/>
                                          </p:val>
                                        </p:tav>
                                        <p:tav tm="100000">
                                          <p:val>
                                            <p:strVal val="#ppt_w"/>
                                          </p:val>
                                        </p:tav>
                                      </p:tavLst>
                                    </p:anim>
                                    <p:anim calcmode="lin" valueType="num">
                                      <p:cBhvr>
                                        <p:cTn id="84" dur="500" fill="hold"/>
                                        <p:tgtEl>
                                          <p:spTgt spid="57"/>
                                        </p:tgtEl>
                                        <p:attrNameLst>
                                          <p:attrName>ppt_h</p:attrName>
                                        </p:attrNameLst>
                                      </p:cBhvr>
                                      <p:tavLst>
                                        <p:tav tm="0">
                                          <p:val>
                                            <p:fltVal val="0"/>
                                          </p:val>
                                        </p:tav>
                                        <p:tav tm="100000">
                                          <p:val>
                                            <p:strVal val="#ppt_h"/>
                                          </p:val>
                                        </p:tav>
                                      </p:tavLst>
                                    </p:anim>
                                    <p:anim calcmode="lin" valueType="num">
                                      <p:cBhvr>
                                        <p:cTn id="85" dur="500" fill="hold"/>
                                        <p:tgtEl>
                                          <p:spTgt spid="57"/>
                                        </p:tgtEl>
                                        <p:attrNameLst>
                                          <p:attrName>style.rotation</p:attrName>
                                        </p:attrNameLst>
                                      </p:cBhvr>
                                      <p:tavLst>
                                        <p:tav tm="0">
                                          <p:val>
                                            <p:fltVal val="360"/>
                                          </p:val>
                                        </p:tav>
                                        <p:tav tm="100000">
                                          <p:val>
                                            <p:fltVal val="0"/>
                                          </p:val>
                                        </p:tav>
                                      </p:tavLst>
                                    </p:anim>
                                    <p:animEffect transition="in" filter="fade">
                                      <p:cBhvr>
                                        <p:cTn id="86" dur="500"/>
                                        <p:tgtEl>
                                          <p:spTgt spid="57"/>
                                        </p:tgtEl>
                                      </p:cBhvr>
                                    </p:animEffect>
                                  </p:childTnLst>
                                </p:cTn>
                              </p:par>
                              <p:par>
                                <p:cTn id="87" presetID="49" presetClass="entr" presetSubtype="0" decel="100000" fill="hold" grpId="0" nodeType="withEffect">
                                  <p:stCondLst>
                                    <p:cond delay="0"/>
                                  </p:stCondLst>
                                  <p:childTnLst>
                                    <p:set>
                                      <p:cBhvr>
                                        <p:cTn id="88" dur="1" fill="hold">
                                          <p:stCondLst>
                                            <p:cond delay="0"/>
                                          </p:stCondLst>
                                        </p:cTn>
                                        <p:tgtEl>
                                          <p:spTgt spid="58"/>
                                        </p:tgtEl>
                                        <p:attrNameLst>
                                          <p:attrName>style.visibility</p:attrName>
                                        </p:attrNameLst>
                                      </p:cBhvr>
                                      <p:to>
                                        <p:strVal val="visible"/>
                                      </p:to>
                                    </p:set>
                                    <p:anim calcmode="lin" valueType="num">
                                      <p:cBhvr>
                                        <p:cTn id="89" dur="500" fill="hold"/>
                                        <p:tgtEl>
                                          <p:spTgt spid="58"/>
                                        </p:tgtEl>
                                        <p:attrNameLst>
                                          <p:attrName>ppt_w</p:attrName>
                                        </p:attrNameLst>
                                      </p:cBhvr>
                                      <p:tavLst>
                                        <p:tav tm="0">
                                          <p:val>
                                            <p:fltVal val="0"/>
                                          </p:val>
                                        </p:tav>
                                        <p:tav tm="100000">
                                          <p:val>
                                            <p:strVal val="#ppt_w"/>
                                          </p:val>
                                        </p:tav>
                                      </p:tavLst>
                                    </p:anim>
                                    <p:anim calcmode="lin" valueType="num">
                                      <p:cBhvr>
                                        <p:cTn id="90" dur="500" fill="hold"/>
                                        <p:tgtEl>
                                          <p:spTgt spid="58"/>
                                        </p:tgtEl>
                                        <p:attrNameLst>
                                          <p:attrName>ppt_h</p:attrName>
                                        </p:attrNameLst>
                                      </p:cBhvr>
                                      <p:tavLst>
                                        <p:tav tm="0">
                                          <p:val>
                                            <p:fltVal val="0"/>
                                          </p:val>
                                        </p:tav>
                                        <p:tav tm="100000">
                                          <p:val>
                                            <p:strVal val="#ppt_h"/>
                                          </p:val>
                                        </p:tav>
                                      </p:tavLst>
                                    </p:anim>
                                    <p:anim calcmode="lin" valueType="num">
                                      <p:cBhvr>
                                        <p:cTn id="91" dur="500" fill="hold"/>
                                        <p:tgtEl>
                                          <p:spTgt spid="58"/>
                                        </p:tgtEl>
                                        <p:attrNameLst>
                                          <p:attrName>style.rotation</p:attrName>
                                        </p:attrNameLst>
                                      </p:cBhvr>
                                      <p:tavLst>
                                        <p:tav tm="0">
                                          <p:val>
                                            <p:fltVal val="360"/>
                                          </p:val>
                                        </p:tav>
                                        <p:tav tm="100000">
                                          <p:val>
                                            <p:fltVal val="0"/>
                                          </p:val>
                                        </p:tav>
                                      </p:tavLst>
                                    </p:anim>
                                    <p:animEffect transition="in" filter="fade">
                                      <p:cBhvr>
                                        <p:cTn id="92" dur="500"/>
                                        <p:tgtEl>
                                          <p:spTgt spid="58"/>
                                        </p:tgtEl>
                                      </p:cBhvr>
                                    </p:animEffect>
                                  </p:childTnLst>
                                </p:cTn>
                              </p:par>
                              <p:par>
                                <p:cTn id="93" presetID="49" presetClass="entr" presetSubtype="0" decel="100000" fill="hold" grpId="0" nodeType="withEffect">
                                  <p:stCondLst>
                                    <p:cond delay="0"/>
                                  </p:stCondLst>
                                  <p:childTnLst>
                                    <p:set>
                                      <p:cBhvr>
                                        <p:cTn id="94" dur="1" fill="hold">
                                          <p:stCondLst>
                                            <p:cond delay="0"/>
                                          </p:stCondLst>
                                        </p:cTn>
                                        <p:tgtEl>
                                          <p:spTgt spid="59"/>
                                        </p:tgtEl>
                                        <p:attrNameLst>
                                          <p:attrName>style.visibility</p:attrName>
                                        </p:attrNameLst>
                                      </p:cBhvr>
                                      <p:to>
                                        <p:strVal val="visible"/>
                                      </p:to>
                                    </p:set>
                                    <p:anim calcmode="lin" valueType="num">
                                      <p:cBhvr>
                                        <p:cTn id="95" dur="500" fill="hold"/>
                                        <p:tgtEl>
                                          <p:spTgt spid="59"/>
                                        </p:tgtEl>
                                        <p:attrNameLst>
                                          <p:attrName>ppt_w</p:attrName>
                                        </p:attrNameLst>
                                      </p:cBhvr>
                                      <p:tavLst>
                                        <p:tav tm="0">
                                          <p:val>
                                            <p:fltVal val="0"/>
                                          </p:val>
                                        </p:tav>
                                        <p:tav tm="100000">
                                          <p:val>
                                            <p:strVal val="#ppt_w"/>
                                          </p:val>
                                        </p:tav>
                                      </p:tavLst>
                                    </p:anim>
                                    <p:anim calcmode="lin" valueType="num">
                                      <p:cBhvr>
                                        <p:cTn id="96" dur="500" fill="hold"/>
                                        <p:tgtEl>
                                          <p:spTgt spid="59"/>
                                        </p:tgtEl>
                                        <p:attrNameLst>
                                          <p:attrName>ppt_h</p:attrName>
                                        </p:attrNameLst>
                                      </p:cBhvr>
                                      <p:tavLst>
                                        <p:tav tm="0">
                                          <p:val>
                                            <p:fltVal val="0"/>
                                          </p:val>
                                        </p:tav>
                                        <p:tav tm="100000">
                                          <p:val>
                                            <p:strVal val="#ppt_h"/>
                                          </p:val>
                                        </p:tav>
                                      </p:tavLst>
                                    </p:anim>
                                    <p:anim calcmode="lin" valueType="num">
                                      <p:cBhvr>
                                        <p:cTn id="97" dur="500" fill="hold"/>
                                        <p:tgtEl>
                                          <p:spTgt spid="59"/>
                                        </p:tgtEl>
                                        <p:attrNameLst>
                                          <p:attrName>style.rotation</p:attrName>
                                        </p:attrNameLst>
                                      </p:cBhvr>
                                      <p:tavLst>
                                        <p:tav tm="0">
                                          <p:val>
                                            <p:fltVal val="360"/>
                                          </p:val>
                                        </p:tav>
                                        <p:tav tm="100000">
                                          <p:val>
                                            <p:fltVal val="0"/>
                                          </p:val>
                                        </p:tav>
                                      </p:tavLst>
                                    </p:anim>
                                    <p:animEffect transition="in" filter="fade">
                                      <p:cBhvr>
                                        <p:cTn id="98" dur="500"/>
                                        <p:tgtEl>
                                          <p:spTgt spid="59"/>
                                        </p:tgtEl>
                                      </p:cBhvr>
                                    </p:animEffect>
                                  </p:childTnLst>
                                </p:cTn>
                              </p:par>
                              <p:par>
                                <p:cTn id="99" presetID="49" presetClass="entr" presetSubtype="0" decel="100000" fill="hold" grpId="0" nodeType="withEffect">
                                  <p:stCondLst>
                                    <p:cond delay="0"/>
                                  </p:stCondLst>
                                  <p:childTnLst>
                                    <p:set>
                                      <p:cBhvr>
                                        <p:cTn id="100" dur="1" fill="hold">
                                          <p:stCondLst>
                                            <p:cond delay="0"/>
                                          </p:stCondLst>
                                        </p:cTn>
                                        <p:tgtEl>
                                          <p:spTgt spid="60"/>
                                        </p:tgtEl>
                                        <p:attrNameLst>
                                          <p:attrName>style.visibility</p:attrName>
                                        </p:attrNameLst>
                                      </p:cBhvr>
                                      <p:to>
                                        <p:strVal val="visible"/>
                                      </p:to>
                                    </p:set>
                                    <p:anim calcmode="lin" valueType="num">
                                      <p:cBhvr>
                                        <p:cTn id="101" dur="500" fill="hold"/>
                                        <p:tgtEl>
                                          <p:spTgt spid="60"/>
                                        </p:tgtEl>
                                        <p:attrNameLst>
                                          <p:attrName>ppt_w</p:attrName>
                                        </p:attrNameLst>
                                      </p:cBhvr>
                                      <p:tavLst>
                                        <p:tav tm="0">
                                          <p:val>
                                            <p:fltVal val="0"/>
                                          </p:val>
                                        </p:tav>
                                        <p:tav tm="100000">
                                          <p:val>
                                            <p:strVal val="#ppt_w"/>
                                          </p:val>
                                        </p:tav>
                                      </p:tavLst>
                                    </p:anim>
                                    <p:anim calcmode="lin" valueType="num">
                                      <p:cBhvr>
                                        <p:cTn id="102" dur="500" fill="hold"/>
                                        <p:tgtEl>
                                          <p:spTgt spid="60"/>
                                        </p:tgtEl>
                                        <p:attrNameLst>
                                          <p:attrName>ppt_h</p:attrName>
                                        </p:attrNameLst>
                                      </p:cBhvr>
                                      <p:tavLst>
                                        <p:tav tm="0">
                                          <p:val>
                                            <p:fltVal val="0"/>
                                          </p:val>
                                        </p:tav>
                                        <p:tav tm="100000">
                                          <p:val>
                                            <p:strVal val="#ppt_h"/>
                                          </p:val>
                                        </p:tav>
                                      </p:tavLst>
                                    </p:anim>
                                    <p:anim calcmode="lin" valueType="num">
                                      <p:cBhvr>
                                        <p:cTn id="103" dur="500" fill="hold"/>
                                        <p:tgtEl>
                                          <p:spTgt spid="60"/>
                                        </p:tgtEl>
                                        <p:attrNameLst>
                                          <p:attrName>style.rotation</p:attrName>
                                        </p:attrNameLst>
                                      </p:cBhvr>
                                      <p:tavLst>
                                        <p:tav tm="0">
                                          <p:val>
                                            <p:fltVal val="360"/>
                                          </p:val>
                                        </p:tav>
                                        <p:tav tm="100000">
                                          <p:val>
                                            <p:fltVal val="0"/>
                                          </p:val>
                                        </p:tav>
                                      </p:tavLst>
                                    </p:anim>
                                    <p:animEffect transition="in" filter="fade">
                                      <p:cBhvr>
                                        <p:cTn id="104" dur="500"/>
                                        <p:tgtEl>
                                          <p:spTgt spid="60"/>
                                        </p:tgtEl>
                                      </p:cBhvr>
                                    </p:animEffect>
                                  </p:childTnLst>
                                </p:cTn>
                              </p:par>
                              <p:par>
                                <p:cTn id="105" presetID="49" presetClass="entr" presetSubtype="0" decel="100000" fill="hold" grpId="0" nodeType="withEffect">
                                  <p:stCondLst>
                                    <p:cond delay="0"/>
                                  </p:stCondLst>
                                  <p:childTnLst>
                                    <p:set>
                                      <p:cBhvr>
                                        <p:cTn id="106" dur="1" fill="hold">
                                          <p:stCondLst>
                                            <p:cond delay="0"/>
                                          </p:stCondLst>
                                        </p:cTn>
                                        <p:tgtEl>
                                          <p:spTgt spid="61"/>
                                        </p:tgtEl>
                                        <p:attrNameLst>
                                          <p:attrName>style.visibility</p:attrName>
                                        </p:attrNameLst>
                                      </p:cBhvr>
                                      <p:to>
                                        <p:strVal val="visible"/>
                                      </p:to>
                                    </p:set>
                                    <p:anim calcmode="lin" valueType="num">
                                      <p:cBhvr>
                                        <p:cTn id="107" dur="500" fill="hold"/>
                                        <p:tgtEl>
                                          <p:spTgt spid="61"/>
                                        </p:tgtEl>
                                        <p:attrNameLst>
                                          <p:attrName>ppt_w</p:attrName>
                                        </p:attrNameLst>
                                      </p:cBhvr>
                                      <p:tavLst>
                                        <p:tav tm="0">
                                          <p:val>
                                            <p:fltVal val="0"/>
                                          </p:val>
                                        </p:tav>
                                        <p:tav tm="100000">
                                          <p:val>
                                            <p:strVal val="#ppt_w"/>
                                          </p:val>
                                        </p:tav>
                                      </p:tavLst>
                                    </p:anim>
                                    <p:anim calcmode="lin" valueType="num">
                                      <p:cBhvr>
                                        <p:cTn id="108" dur="500" fill="hold"/>
                                        <p:tgtEl>
                                          <p:spTgt spid="61"/>
                                        </p:tgtEl>
                                        <p:attrNameLst>
                                          <p:attrName>ppt_h</p:attrName>
                                        </p:attrNameLst>
                                      </p:cBhvr>
                                      <p:tavLst>
                                        <p:tav tm="0">
                                          <p:val>
                                            <p:fltVal val="0"/>
                                          </p:val>
                                        </p:tav>
                                        <p:tav tm="100000">
                                          <p:val>
                                            <p:strVal val="#ppt_h"/>
                                          </p:val>
                                        </p:tav>
                                      </p:tavLst>
                                    </p:anim>
                                    <p:anim calcmode="lin" valueType="num">
                                      <p:cBhvr>
                                        <p:cTn id="109" dur="500" fill="hold"/>
                                        <p:tgtEl>
                                          <p:spTgt spid="61"/>
                                        </p:tgtEl>
                                        <p:attrNameLst>
                                          <p:attrName>style.rotation</p:attrName>
                                        </p:attrNameLst>
                                      </p:cBhvr>
                                      <p:tavLst>
                                        <p:tav tm="0">
                                          <p:val>
                                            <p:fltVal val="360"/>
                                          </p:val>
                                        </p:tav>
                                        <p:tav tm="100000">
                                          <p:val>
                                            <p:fltVal val="0"/>
                                          </p:val>
                                        </p:tav>
                                      </p:tavLst>
                                    </p:anim>
                                    <p:animEffect transition="in" filter="fade">
                                      <p:cBhvr>
                                        <p:cTn id="110" dur="500"/>
                                        <p:tgtEl>
                                          <p:spTgt spid="61"/>
                                        </p:tgtEl>
                                      </p:cBhvr>
                                    </p:animEffect>
                                  </p:childTnLst>
                                </p:cTn>
                              </p:par>
                              <p:par>
                                <p:cTn id="111" presetID="49" presetClass="entr" presetSubtype="0" decel="100000" fill="hold" grpId="0" nodeType="withEffect">
                                  <p:stCondLst>
                                    <p:cond delay="0"/>
                                  </p:stCondLst>
                                  <p:childTnLst>
                                    <p:set>
                                      <p:cBhvr>
                                        <p:cTn id="112" dur="1" fill="hold">
                                          <p:stCondLst>
                                            <p:cond delay="0"/>
                                          </p:stCondLst>
                                        </p:cTn>
                                        <p:tgtEl>
                                          <p:spTgt spid="62"/>
                                        </p:tgtEl>
                                        <p:attrNameLst>
                                          <p:attrName>style.visibility</p:attrName>
                                        </p:attrNameLst>
                                      </p:cBhvr>
                                      <p:to>
                                        <p:strVal val="visible"/>
                                      </p:to>
                                    </p:set>
                                    <p:anim calcmode="lin" valueType="num">
                                      <p:cBhvr>
                                        <p:cTn id="113" dur="500" fill="hold"/>
                                        <p:tgtEl>
                                          <p:spTgt spid="62"/>
                                        </p:tgtEl>
                                        <p:attrNameLst>
                                          <p:attrName>ppt_w</p:attrName>
                                        </p:attrNameLst>
                                      </p:cBhvr>
                                      <p:tavLst>
                                        <p:tav tm="0">
                                          <p:val>
                                            <p:fltVal val="0"/>
                                          </p:val>
                                        </p:tav>
                                        <p:tav tm="100000">
                                          <p:val>
                                            <p:strVal val="#ppt_w"/>
                                          </p:val>
                                        </p:tav>
                                      </p:tavLst>
                                    </p:anim>
                                    <p:anim calcmode="lin" valueType="num">
                                      <p:cBhvr>
                                        <p:cTn id="114" dur="500" fill="hold"/>
                                        <p:tgtEl>
                                          <p:spTgt spid="62"/>
                                        </p:tgtEl>
                                        <p:attrNameLst>
                                          <p:attrName>ppt_h</p:attrName>
                                        </p:attrNameLst>
                                      </p:cBhvr>
                                      <p:tavLst>
                                        <p:tav tm="0">
                                          <p:val>
                                            <p:fltVal val="0"/>
                                          </p:val>
                                        </p:tav>
                                        <p:tav tm="100000">
                                          <p:val>
                                            <p:strVal val="#ppt_h"/>
                                          </p:val>
                                        </p:tav>
                                      </p:tavLst>
                                    </p:anim>
                                    <p:anim calcmode="lin" valueType="num">
                                      <p:cBhvr>
                                        <p:cTn id="115" dur="500" fill="hold"/>
                                        <p:tgtEl>
                                          <p:spTgt spid="62"/>
                                        </p:tgtEl>
                                        <p:attrNameLst>
                                          <p:attrName>style.rotation</p:attrName>
                                        </p:attrNameLst>
                                      </p:cBhvr>
                                      <p:tavLst>
                                        <p:tav tm="0">
                                          <p:val>
                                            <p:fltVal val="360"/>
                                          </p:val>
                                        </p:tav>
                                        <p:tav tm="100000">
                                          <p:val>
                                            <p:fltVal val="0"/>
                                          </p:val>
                                        </p:tav>
                                      </p:tavLst>
                                    </p:anim>
                                    <p:animEffect transition="in" filter="fade">
                                      <p:cBhvr>
                                        <p:cTn id="116" dur="500"/>
                                        <p:tgtEl>
                                          <p:spTgt spid="62"/>
                                        </p:tgtEl>
                                      </p:cBhvr>
                                    </p:animEffect>
                                  </p:childTnLst>
                                </p:cTn>
                              </p:par>
                              <p:par>
                                <p:cTn id="117" presetID="49" presetClass="entr" presetSubtype="0" decel="100000" fill="hold" grpId="0" nodeType="withEffect">
                                  <p:stCondLst>
                                    <p:cond delay="0"/>
                                  </p:stCondLst>
                                  <p:childTnLst>
                                    <p:set>
                                      <p:cBhvr>
                                        <p:cTn id="118" dur="1" fill="hold">
                                          <p:stCondLst>
                                            <p:cond delay="0"/>
                                          </p:stCondLst>
                                        </p:cTn>
                                        <p:tgtEl>
                                          <p:spTgt spid="67"/>
                                        </p:tgtEl>
                                        <p:attrNameLst>
                                          <p:attrName>style.visibility</p:attrName>
                                        </p:attrNameLst>
                                      </p:cBhvr>
                                      <p:to>
                                        <p:strVal val="visible"/>
                                      </p:to>
                                    </p:set>
                                    <p:anim calcmode="lin" valueType="num">
                                      <p:cBhvr>
                                        <p:cTn id="119" dur="500" fill="hold"/>
                                        <p:tgtEl>
                                          <p:spTgt spid="67"/>
                                        </p:tgtEl>
                                        <p:attrNameLst>
                                          <p:attrName>ppt_w</p:attrName>
                                        </p:attrNameLst>
                                      </p:cBhvr>
                                      <p:tavLst>
                                        <p:tav tm="0">
                                          <p:val>
                                            <p:fltVal val="0"/>
                                          </p:val>
                                        </p:tav>
                                        <p:tav tm="100000">
                                          <p:val>
                                            <p:strVal val="#ppt_w"/>
                                          </p:val>
                                        </p:tav>
                                      </p:tavLst>
                                    </p:anim>
                                    <p:anim calcmode="lin" valueType="num">
                                      <p:cBhvr>
                                        <p:cTn id="120" dur="500" fill="hold"/>
                                        <p:tgtEl>
                                          <p:spTgt spid="67"/>
                                        </p:tgtEl>
                                        <p:attrNameLst>
                                          <p:attrName>ppt_h</p:attrName>
                                        </p:attrNameLst>
                                      </p:cBhvr>
                                      <p:tavLst>
                                        <p:tav tm="0">
                                          <p:val>
                                            <p:fltVal val="0"/>
                                          </p:val>
                                        </p:tav>
                                        <p:tav tm="100000">
                                          <p:val>
                                            <p:strVal val="#ppt_h"/>
                                          </p:val>
                                        </p:tav>
                                      </p:tavLst>
                                    </p:anim>
                                    <p:anim calcmode="lin" valueType="num">
                                      <p:cBhvr>
                                        <p:cTn id="121" dur="500" fill="hold"/>
                                        <p:tgtEl>
                                          <p:spTgt spid="67"/>
                                        </p:tgtEl>
                                        <p:attrNameLst>
                                          <p:attrName>style.rotation</p:attrName>
                                        </p:attrNameLst>
                                      </p:cBhvr>
                                      <p:tavLst>
                                        <p:tav tm="0">
                                          <p:val>
                                            <p:fltVal val="360"/>
                                          </p:val>
                                        </p:tav>
                                        <p:tav tm="100000">
                                          <p:val>
                                            <p:fltVal val="0"/>
                                          </p:val>
                                        </p:tav>
                                      </p:tavLst>
                                    </p:anim>
                                    <p:animEffect transition="in" filter="fade">
                                      <p:cBhvr>
                                        <p:cTn id="122" dur="500"/>
                                        <p:tgtEl>
                                          <p:spTgt spid="67"/>
                                        </p:tgtEl>
                                      </p:cBhvr>
                                    </p:animEffect>
                                  </p:childTnLst>
                                </p:cTn>
                              </p:par>
                              <p:par>
                                <p:cTn id="123" presetID="49" presetClass="entr" presetSubtype="0" decel="100000" fill="hold" grpId="0" nodeType="withEffect">
                                  <p:stCondLst>
                                    <p:cond delay="0"/>
                                  </p:stCondLst>
                                  <p:childTnLst>
                                    <p:set>
                                      <p:cBhvr>
                                        <p:cTn id="124" dur="1" fill="hold">
                                          <p:stCondLst>
                                            <p:cond delay="0"/>
                                          </p:stCondLst>
                                        </p:cTn>
                                        <p:tgtEl>
                                          <p:spTgt spid="68"/>
                                        </p:tgtEl>
                                        <p:attrNameLst>
                                          <p:attrName>style.visibility</p:attrName>
                                        </p:attrNameLst>
                                      </p:cBhvr>
                                      <p:to>
                                        <p:strVal val="visible"/>
                                      </p:to>
                                    </p:set>
                                    <p:anim calcmode="lin" valueType="num">
                                      <p:cBhvr>
                                        <p:cTn id="125" dur="500" fill="hold"/>
                                        <p:tgtEl>
                                          <p:spTgt spid="68"/>
                                        </p:tgtEl>
                                        <p:attrNameLst>
                                          <p:attrName>ppt_w</p:attrName>
                                        </p:attrNameLst>
                                      </p:cBhvr>
                                      <p:tavLst>
                                        <p:tav tm="0">
                                          <p:val>
                                            <p:fltVal val="0"/>
                                          </p:val>
                                        </p:tav>
                                        <p:tav tm="100000">
                                          <p:val>
                                            <p:strVal val="#ppt_w"/>
                                          </p:val>
                                        </p:tav>
                                      </p:tavLst>
                                    </p:anim>
                                    <p:anim calcmode="lin" valueType="num">
                                      <p:cBhvr>
                                        <p:cTn id="126" dur="500" fill="hold"/>
                                        <p:tgtEl>
                                          <p:spTgt spid="68"/>
                                        </p:tgtEl>
                                        <p:attrNameLst>
                                          <p:attrName>ppt_h</p:attrName>
                                        </p:attrNameLst>
                                      </p:cBhvr>
                                      <p:tavLst>
                                        <p:tav tm="0">
                                          <p:val>
                                            <p:fltVal val="0"/>
                                          </p:val>
                                        </p:tav>
                                        <p:tav tm="100000">
                                          <p:val>
                                            <p:strVal val="#ppt_h"/>
                                          </p:val>
                                        </p:tav>
                                      </p:tavLst>
                                    </p:anim>
                                    <p:anim calcmode="lin" valueType="num">
                                      <p:cBhvr>
                                        <p:cTn id="127" dur="500" fill="hold"/>
                                        <p:tgtEl>
                                          <p:spTgt spid="68"/>
                                        </p:tgtEl>
                                        <p:attrNameLst>
                                          <p:attrName>style.rotation</p:attrName>
                                        </p:attrNameLst>
                                      </p:cBhvr>
                                      <p:tavLst>
                                        <p:tav tm="0">
                                          <p:val>
                                            <p:fltVal val="360"/>
                                          </p:val>
                                        </p:tav>
                                        <p:tav tm="100000">
                                          <p:val>
                                            <p:fltVal val="0"/>
                                          </p:val>
                                        </p:tav>
                                      </p:tavLst>
                                    </p:anim>
                                    <p:animEffect transition="in" filter="fade">
                                      <p:cBhvr>
                                        <p:cTn id="128" dur="500"/>
                                        <p:tgtEl>
                                          <p:spTgt spid="68"/>
                                        </p:tgtEl>
                                      </p:cBhvr>
                                    </p:animEffect>
                                  </p:childTnLst>
                                </p:cTn>
                              </p:par>
                              <p:par>
                                <p:cTn id="129" presetID="49" presetClass="entr" presetSubtype="0" decel="100000" fill="hold" grpId="0" nodeType="withEffect">
                                  <p:stCondLst>
                                    <p:cond delay="0"/>
                                  </p:stCondLst>
                                  <p:childTnLst>
                                    <p:set>
                                      <p:cBhvr>
                                        <p:cTn id="130" dur="1" fill="hold">
                                          <p:stCondLst>
                                            <p:cond delay="0"/>
                                          </p:stCondLst>
                                        </p:cTn>
                                        <p:tgtEl>
                                          <p:spTgt spid="69"/>
                                        </p:tgtEl>
                                        <p:attrNameLst>
                                          <p:attrName>style.visibility</p:attrName>
                                        </p:attrNameLst>
                                      </p:cBhvr>
                                      <p:to>
                                        <p:strVal val="visible"/>
                                      </p:to>
                                    </p:set>
                                    <p:anim calcmode="lin" valueType="num">
                                      <p:cBhvr>
                                        <p:cTn id="131" dur="500" fill="hold"/>
                                        <p:tgtEl>
                                          <p:spTgt spid="69"/>
                                        </p:tgtEl>
                                        <p:attrNameLst>
                                          <p:attrName>ppt_w</p:attrName>
                                        </p:attrNameLst>
                                      </p:cBhvr>
                                      <p:tavLst>
                                        <p:tav tm="0">
                                          <p:val>
                                            <p:fltVal val="0"/>
                                          </p:val>
                                        </p:tav>
                                        <p:tav tm="100000">
                                          <p:val>
                                            <p:strVal val="#ppt_w"/>
                                          </p:val>
                                        </p:tav>
                                      </p:tavLst>
                                    </p:anim>
                                    <p:anim calcmode="lin" valueType="num">
                                      <p:cBhvr>
                                        <p:cTn id="132" dur="500" fill="hold"/>
                                        <p:tgtEl>
                                          <p:spTgt spid="69"/>
                                        </p:tgtEl>
                                        <p:attrNameLst>
                                          <p:attrName>ppt_h</p:attrName>
                                        </p:attrNameLst>
                                      </p:cBhvr>
                                      <p:tavLst>
                                        <p:tav tm="0">
                                          <p:val>
                                            <p:fltVal val="0"/>
                                          </p:val>
                                        </p:tav>
                                        <p:tav tm="100000">
                                          <p:val>
                                            <p:strVal val="#ppt_h"/>
                                          </p:val>
                                        </p:tav>
                                      </p:tavLst>
                                    </p:anim>
                                    <p:anim calcmode="lin" valueType="num">
                                      <p:cBhvr>
                                        <p:cTn id="133" dur="500" fill="hold"/>
                                        <p:tgtEl>
                                          <p:spTgt spid="69"/>
                                        </p:tgtEl>
                                        <p:attrNameLst>
                                          <p:attrName>style.rotation</p:attrName>
                                        </p:attrNameLst>
                                      </p:cBhvr>
                                      <p:tavLst>
                                        <p:tav tm="0">
                                          <p:val>
                                            <p:fltVal val="360"/>
                                          </p:val>
                                        </p:tav>
                                        <p:tav tm="100000">
                                          <p:val>
                                            <p:fltVal val="0"/>
                                          </p:val>
                                        </p:tav>
                                      </p:tavLst>
                                    </p:anim>
                                    <p:animEffect transition="in" filter="fade">
                                      <p:cBhvr>
                                        <p:cTn id="134" dur="500"/>
                                        <p:tgtEl>
                                          <p:spTgt spid="69"/>
                                        </p:tgtEl>
                                      </p:cBhvr>
                                    </p:animEffect>
                                  </p:childTnLst>
                                </p:cTn>
                              </p:par>
                              <p:par>
                                <p:cTn id="135" presetID="49" presetClass="entr" presetSubtype="0" decel="100000" fill="hold" grpId="0" nodeType="withEffect">
                                  <p:stCondLst>
                                    <p:cond delay="0"/>
                                  </p:stCondLst>
                                  <p:childTnLst>
                                    <p:set>
                                      <p:cBhvr>
                                        <p:cTn id="136" dur="1" fill="hold">
                                          <p:stCondLst>
                                            <p:cond delay="0"/>
                                          </p:stCondLst>
                                        </p:cTn>
                                        <p:tgtEl>
                                          <p:spTgt spid="70"/>
                                        </p:tgtEl>
                                        <p:attrNameLst>
                                          <p:attrName>style.visibility</p:attrName>
                                        </p:attrNameLst>
                                      </p:cBhvr>
                                      <p:to>
                                        <p:strVal val="visible"/>
                                      </p:to>
                                    </p:set>
                                    <p:anim calcmode="lin" valueType="num">
                                      <p:cBhvr>
                                        <p:cTn id="137" dur="500" fill="hold"/>
                                        <p:tgtEl>
                                          <p:spTgt spid="70"/>
                                        </p:tgtEl>
                                        <p:attrNameLst>
                                          <p:attrName>ppt_w</p:attrName>
                                        </p:attrNameLst>
                                      </p:cBhvr>
                                      <p:tavLst>
                                        <p:tav tm="0">
                                          <p:val>
                                            <p:fltVal val="0"/>
                                          </p:val>
                                        </p:tav>
                                        <p:tav tm="100000">
                                          <p:val>
                                            <p:strVal val="#ppt_w"/>
                                          </p:val>
                                        </p:tav>
                                      </p:tavLst>
                                    </p:anim>
                                    <p:anim calcmode="lin" valueType="num">
                                      <p:cBhvr>
                                        <p:cTn id="138" dur="500" fill="hold"/>
                                        <p:tgtEl>
                                          <p:spTgt spid="70"/>
                                        </p:tgtEl>
                                        <p:attrNameLst>
                                          <p:attrName>ppt_h</p:attrName>
                                        </p:attrNameLst>
                                      </p:cBhvr>
                                      <p:tavLst>
                                        <p:tav tm="0">
                                          <p:val>
                                            <p:fltVal val="0"/>
                                          </p:val>
                                        </p:tav>
                                        <p:tav tm="100000">
                                          <p:val>
                                            <p:strVal val="#ppt_h"/>
                                          </p:val>
                                        </p:tav>
                                      </p:tavLst>
                                    </p:anim>
                                    <p:anim calcmode="lin" valueType="num">
                                      <p:cBhvr>
                                        <p:cTn id="139" dur="500" fill="hold"/>
                                        <p:tgtEl>
                                          <p:spTgt spid="70"/>
                                        </p:tgtEl>
                                        <p:attrNameLst>
                                          <p:attrName>style.rotation</p:attrName>
                                        </p:attrNameLst>
                                      </p:cBhvr>
                                      <p:tavLst>
                                        <p:tav tm="0">
                                          <p:val>
                                            <p:fltVal val="360"/>
                                          </p:val>
                                        </p:tav>
                                        <p:tav tm="100000">
                                          <p:val>
                                            <p:fltVal val="0"/>
                                          </p:val>
                                        </p:tav>
                                      </p:tavLst>
                                    </p:anim>
                                    <p:animEffect transition="in" filter="fade">
                                      <p:cBhvr>
                                        <p:cTn id="140" dur="500"/>
                                        <p:tgtEl>
                                          <p:spTgt spid="70"/>
                                        </p:tgtEl>
                                      </p:cBhvr>
                                    </p:animEffect>
                                  </p:childTnLst>
                                </p:cTn>
                              </p:par>
                              <p:par>
                                <p:cTn id="141" presetID="49" presetClass="entr" presetSubtype="0" decel="100000" fill="hold" grpId="0" nodeType="withEffect">
                                  <p:stCondLst>
                                    <p:cond delay="0"/>
                                  </p:stCondLst>
                                  <p:childTnLst>
                                    <p:set>
                                      <p:cBhvr>
                                        <p:cTn id="142" dur="1" fill="hold">
                                          <p:stCondLst>
                                            <p:cond delay="0"/>
                                          </p:stCondLst>
                                        </p:cTn>
                                        <p:tgtEl>
                                          <p:spTgt spid="76"/>
                                        </p:tgtEl>
                                        <p:attrNameLst>
                                          <p:attrName>style.visibility</p:attrName>
                                        </p:attrNameLst>
                                      </p:cBhvr>
                                      <p:to>
                                        <p:strVal val="visible"/>
                                      </p:to>
                                    </p:set>
                                    <p:anim calcmode="lin" valueType="num">
                                      <p:cBhvr>
                                        <p:cTn id="143" dur="500" fill="hold"/>
                                        <p:tgtEl>
                                          <p:spTgt spid="76"/>
                                        </p:tgtEl>
                                        <p:attrNameLst>
                                          <p:attrName>ppt_w</p:attrName>
                                        </p:attrNameLst>
                                      </p:cBhvr>
                                      <p:tavLst>
                                        <p:tav tm="0">
                                          <p:val>
                                            <p:fltVal val="0"/>
                                          </p:val>
                                        </p:tav>
                                        <p:tav tm="100000">
                                          <p:val>
                                            <p:strVal val="#ppt_w"/>
                                          </p:val>
                                        </p:tav>
                                      </p:tavLst>
                                    </p:anim>
                                    <p:anim calcmode="lin" valueType="num">
                                      <p:cBhvr>
                                        <p:cTn id="144" dur="500" fill="hold"/>
                                        <p:tgtEl>
                                          <p:spTgt spid="76"/>
                                        </p:tgtEl>
                                        <p:attrNameLst>
                                          <p:attrName>ppt_h</p:attrName>
                                        </p:attrNameLst>
                                      </p:cBhvr>
                                      <p:tavLst>
                                        <p:tav tm="0">
                                          <p:val>
                                            <p:fltVal val="0"/>
                                          </p:val>
                                        </p:tav>
                                        <p:tav tm="100000">
                                          <p:val>
                                            <p:strVal val="#ppt_h"/>
                                          </p:val>
                                        </p:tav>
                                      </p:tavLst>
                                    </p:anim>
                                    <p:anim calcmode="lin" valueType="num">
                                      <p:cBhvr>
                                        <p:cTn id="145" dur="500" fill="hold"/>
                                        <p:tgtEl>
                                          <p:spTgt spid="76"/>
                                        </p:tgtEl>
                                        <p:attrNameLst>
                                          <p:attrName>style.rotation</p:attrName>
                                        </p:attrNameLst>
                                      </p:cBhvr>
                                      <p:tavLst>
                                        <p:tav tm="0">
                                          <p:val>
                                            <p:fltVal val="360"/>
                                          </p:val>
                                        </p:tav>
                                        <p:tav tm="100000">
                                          <p:val>
                                            <p:fltVal val="0"/>
                                          </p:val>
                                        </p:tav>
                                      </p:tavLst>
                                    </p:anim>
                                    <p:animEffect transition="in" filter="fade">
                                      <p:cBhvr>
                                        <p:cTn id="146" dur="500"/>
                                        <p:tgtEl>
                                          <p:spTgt spid="76"/>
                                        </p:tgtEl>
                                      </p:cBhvr>
                                    </p:animEffect>
                                  </p:childTnLst>
                                </p:cTn>
                              </p:par>
                              <p:par>
                                <p:cTn id="147" presetID="49" presetClass="entr" presetSubtype="0" decel="100000" fill="hold" grpId="0" nodeType="withEffect">
                                  <p:stCondLst>
                                    <p:cond delay="0"/>
                                  </p:stCondLst>
                                  <p:childTnLst>
                                    <p:set>
                                      <p:cBhvr>
                                        <p:cTn id="148" dur="1" fill="hold">
                                          <p:stCondLst>
                                            <p:cond delay="0"/>
                                          </p:stCondLst>
                                        </p:cTn>
                                        <p:tgtEl>
                                          <p:spTgt spid="78"/>
                                        </p:tgtEl>
                                        <p:attrNameLst>
                                          <p:attrName>style.visibility</p:attrName>
                                        </p:attrNameLst>
                                      </p:cBhvr>
                                      <p:to>
                                        <p:strVal val="visible"/>
                                      </p:to>
                                    </p:set>
                                    <p:anim calcmode="lin" valueType="num">
                                      <p:cBhvr>
                                        <p:cTn id="149" dur="500" fill="hold"/>
                                        <p:tgtEl>
                                          <p:spTgt spid="78"/>
                                        </p:tgtEl>
                                        <p:attrNameLst>
                                          <p:attrName>ppt_w</p:attrName>
                                        </p:attrNameLst>
                                      </p:cBhvr>
                                      <p:tavLst>
                                        <p:tav tm="0">
                                          <p:val>
                                            <p:fltVal val="0"/>
                                          </p:val>
                                        </p:tav>
                                        <p:tav tm="100000">
                                          <p:val>
                                            <p:strVal val="#ppt_w"/>
                                          </p:val>
                                        </p:tav>
                                      </p:tavLst>
                                    </p:anim>
                                    <p:anim calcmode="lin" valueType="num">
                                      <p:cBhvr>
                                        <p:cTn id="150" dur="500" fill="hold"/>
                                        <p:tgtEl>
                                          <p:spTgt spid="78"/>
                                        </p:tgtEl>
                                        <p:attrNameLst>
                                          <p:attrName>ppt_h</p:attrName>
                                        </p:attrNameLst>
                                      </p:cBhvr>
                                      <p:tavLst>
                                        <p:tav tm="0">
                                          <p:val>
                                            <p:fltVal val="0"/>
                                          </p:val>
                                        </p:tav>
                                        <p:tav tm="100000">
                                          <p:val>
                                            <p:strVal val="#ppt_h"/>
                                          </p:val>
                                        </p:tav>
                                      </p:tavLst>
                                    </p:anim>
                                    <p:anim calcmode="lin" valueType="num">
                                      <p:cBhvr>
                                        <p:cTn id="151" dur="500" fill="hold"/>
                                        <p:tgtEl>
                                          <p:spTgt spid="78"/>
                                        </p:tgtEl>
                                        <p:attrNameLst>
                                          <p:attrName>style.rotation</p:attrName>
                                        </p:attrNameLst>
                                      </p:cBhvr>
                                      <p:tavLst>
                                        <p:tav tm="0">
                                          <p:val>
                                            <p:fltVal val="360"/>
                                          </p:val>
                                        </p:tav>
                                        <p:tav tm="100000">
                                          <p:val>
                                            <p:fltVal val="0"/>
                                          </p:val>
                                        </p:tav>
                                      </p:tavLst>
                                    </p:anim>
                                    <p:animEffect transition="in" filter="fade">
                                      <p:cBhvr>
                                        <p:cTn id="152" dur="500"/>
                                        <p:tgtEl>
                                          <p:spTgt spid="78"/>
                                        </p:tgtEl>
                                      </p:cBhvr>
                                    </p:animEffect>
                                  </p:childTnLst>
                                </p:cTn>
                              </p:par>
                            </p:childTnLst>
                          </p:cTn>
                        </p:par>
                        <p:par>
                          <p:cTn id="153" fill="hold">
                            <p:stCondLst>
                              <p:cond delay="1350"/>
                            </p:stCondLst>
                            <p:childTnLst>
                              <p:par>
                                <p:cTn id="154" presetID="2" presetClass="entr" presetSubtype="4" fill="hold" nodeType="afterEffect">
                                  <p:stCondLst>
                                    <p:cond delay="0"/>
                                  </p:stCondLst>
                                  <p:childTnLst>
                                    <p:set>
                                      <p:cBhvr>
                                        <p:cTn id="155" dur="1" fill="hold">
                                          <p:stCondLst>
                                            <p:cond delay="0"/>
                                          </p:stCondLst>
                                        </p:cTn>
                                        <p:tgtEl>
                                          <p:spTgt spid="105"/>
                                        </p:tgtEl>
                                        <p:attrNameLst>
                                          <p:attrName>style.visibility</p:attrName>
                                        </p:attrNameLst>
                                      </p:cBhvr>
                                      <p:to>
                                        <p:strVal val="visible"/>
                                      </p:to>
                                    </p:set>
                                    <p:anim calcmode="lin" valueType="num">
                                      <p:cBhvr additive="base">
                                        <p:cTn id="156" dur="500" fill="hold"/>
                                        <p:tgtEl>
                                          <p:spTgt spid="105"/>
                                        </p:tgtEl>
                                        <p:attrNameLst>
                                          <p:attrName>ppt_x</p:attrName>
                                        </p:attrNameLst>
                                      </p:cBhvr>
                                      <p:tavLst>
                                        <p:tav tm="0">
                                          <p:val>
                                            <p:strVal val="#ppt_x"/>
                                          </p:val>
                                        </p:tav>
                                        <p:tav tm="100000">
                                          <p:val>
                                            <p:strVal val="#ppt_x"/>
                                          </p:val>
                                        </p:tav>
                                      </p:tavLst>
                                    </p:anim>
                                    <p:anim calcmode="lin" valueType="num">
                                      <p:cBhvr additive="base">
                                        <p:cTn id="157" dur="500" fill="hold"/>
                                        <p:tgtEl>
                                          <p:spTgt spid="105"/>
                                        </p:tgtEl>
                                        <p:attrNameLst>
                                          <p:attrName>ppt_y</p:attrName>
                                        </p:attrNameLst>
                                      </p:cBhvr>
                                      <p:tavLst>
                                        <p:tav tm="0">
                                          <p:val>
                                            <p:strVal val="1+#ppt_h/2"/>
                                          </p:val>
                                        </p:tav>
                                        <p:tav tm="100000">
                                          <p:val>
                                            <p:strVal val="#ppt_y"/>
                                          </p:val>
                                        </p:tav>
                                      </p:tavLst>
                                    </p:anim>
                                  </p:childTnLst>
                                </p:cTn>
                              </p:par>
                              <p:par>
                                <p:cTn id="158" presetID="2" presetClass="entr" presetSubtype="4" fill="hold" grpId="0" nodeType="withEffect">
                                  <p:stCondLst>
                                    <p:cond delay="0"/>
                                  </p:stCondLst>
                                  <p:childTnLst>
                                    <p:set>
                                      <p:cBhvr>
                                        <p:cTn id="159" dur="1" fill="hold">
                                          <p:stCondLst>
                                            <p:cond delay="0"/>
                                          </p:stCondLst>
                                        </p:cTn>
                                        <p:tgtEl>
                                          <p:spTgt spid="106"/>
                                        </p:tgtEl>
                                        <p:attrNameLst>
                                          <p:attrName>style.visibility</p:attrName>
                                        </p:attrNameLst>
                                      </p:cBhvr>
                                      <p:to>
                                        <p:strVal val="visible"/>
                                      </p:to>
                                    </p:set>
                                    <p:anim calcmode="lin" valueType="num">
                                      <p:cBhvr additive="base">
                                        <p:cTn id="160" dur="500" fill="hold"/>
                                        <p:tgtEl>
                                          <p:spTgt spid="106"/>
                                        </p:tgtEl>
                                        <p:attrNameLst>
                                          <p:attrName>ppt_x</p:attrName>
                                        </p:attrNameLst>
                                      </p:cBhvr>
                                      <p:tavLst>
                                        <p:tav tm="0">
                                          <p:val>
                                            <p:strVal val="#ppt_x"/>
                                          </p:val>
                                        </p:tav>
                                        <p:tav tm="100000">
                                          <p:val>
                                            <p:strVal val="#ppt_x"/>
                                          </p:val>
                                        </p:tav>
                                      </p:tavLst>
                                    </p:anim>
                                    <p:anim calcmode="lin" valueType="num">
                                      <p:cBhvr additive="base">
                                        <p:cTn id="161" dur="500" fill="hold"/>
                                        <p:tgtEl>
                                          <p:spTgt spid="106"/>
                                        </p:tgtEl>
                                        <p:attrNameLst>
                                          <p:attrName>ppt_y</p:attrName>
                                        </p:attrNameLst>
                                      </p:cBhvr>
                                      <p:tavLst>
                                        <p:tav tm="0">
                                          <p:val>
                                            <p:strVal val="1+#ppt_h/2"/>
                                          </p:val>
                                        </p:tav>
                                        <p:tav tm="100000">
                                          <p:val>
                                            <p:strVal val="#ppt_y"/>
                                          </p:val>
                                        </p:tav>
                                      </p:tavLst>
                                    </p:anim>
                                  </p:childTnLst>
                                </p:cTn>
                              </p:par>
                              <p:par>
                                <p:cTn id="162" presetID="2" presetClass="entr" presetSubtype="4" fill="hold" grpId="0" nodeType="withEffect">
                                  <p:stCondLst>
                                    <p:cond delay="0"/>
                                  </p:stCondLst>
                                  <p:childTnLst>
                                    <p:set>
                                      <p:cBhvr>
                                        <p:cTn id="163" dur="1" fill="hold">
                                          <p:stCondLst>
                                            <p:cond delay="0"/>
                                          </p:stCondLst>
                                        </p:cTn>
                                        <p:tgtEl>
                                          <p:spTgt spid="91"/>
                                        </p:tgtEl>
                                        <p:attrNameLst>
                                          <p:attrName>style.visibility</p:attrName>
                                        </p:attrNameLst>
                                      </p:cBhvr>
                                      <p:to>
                                        <p:strVal val="visible"/>
                                      </p:to>
                                    </p:set>
                                    <p:anim calcmode="lin" valueType="num">
                                      <p:cBhvr additive="base">
                                        <p:cTn id="164" dur="500" fill="hold"/>
                                        <p:tgtEl>
                                          <p:spTgt spid="91"/>
                                        </p:tgtEl>
                                        <p:attrNameLst>
                                          <p:attrName>ppt_x</p:attrName>
                                        </p:attrNameLst>
                                      </p:cBhvr>
                                      <p:tavLst>
                                        <p:tav tm="0">
                                          <p:val>
                                            <p:strVal val="#ppt_x"/>
                                          </p:val>
                                        </p:tav>
                                        <p:tav tm="100000">
                                          <p:val>
                                            <p:strVal val="#ppt_x"/>
                                          </p:val>
                                        </p:tav>
                                      </p:tavLst>
                                    </p:anim>
                                    <p:anim calcmode="lin" valueType="num">
                                      <p:cBhvr additive="base">
                                        <p:cTn id="165" dur="500" fill="hold"/>
                                        <p:tgtEl>
                                          <p:spTgt spid="91"/>
                                        </p:tgtEl>
                                        <p:attrNameLst>
                                          <p:attrName>ppt_y</p:attrName>
                                        </p:attrNameLst>
                                      </p:cBhvr>
                                      <p:tavLst>
                                        <p:tav tm="0">
                                          <p:val>
                                            <p:strVal val="1+#ppt_h/2"/>
                                          </p:val>
                                        </p:tav>
                                        <p:tav tm="100000">
                                          <p:val>
                                            <p:strVal val="#ppt_y"/>
                                          </p:val>
                                        </p:tav>
                                      </p:tavLst>
                                    </p:anim>
                                  </p:childTnLst>
                                </p:cTn>
                              </p:par>
                              <p:par>
                                <p:cTn id="166" presetID="2" presetClass="entr" presetSubtype="4" fill="hold" nodeType="withEffect">
                                  <p:stCondLst>
                                    <p:cond delay="0"/>
                                  </p:stCondLst>
                                  <p:childTnLst>
                                    <p:set>
                                      <p:cBhvr>
                                        <p:cTn id="167" dur="1" fill="hold">
                                          <p:stCondLst>
                                            <p:cond delay="0"/>
                                          </p:stCondLst>
                                        </p:cTn>
                                        <p:tgtEl>
                                          <p:spTgt spid="93"/>
                                        </p:tgtEl>
                                        <p:attrNameLst>
                                          <p:attrName>style.visibility</p:attrName>
                                        </p:attrNameLst>
                                      </p:cBhvr>
                                      <p:to>
                                        <p:strVal val="visible"/>
                                      </p:to>
                                    </p:set>
                                    <p:anim calcmode="lin" valueType="num">
                                      <p:cBhvr additive="base">
                                        <p:cTn id="168" dur="500" fill="hold"/>
                                        <p:tgtEl>
                                          <p:spTgt spid="93"/>
                                        </p:tgtEl>
                                        <p:attrNameLst>
                                          <p:attrName>ppt_x</p:attrName>
                                        </p:attrNameLst>
                                      </p:cBhvr>
                                      <p:tavLst>
                                        <p:tav tm="0">
                                          <p:val>
                                            <p:strVal val="#ppt_x"/>
                                          </p:val>
                                        </p:tav>
                                        <p:tav tm="100000">
                                          <p:val>
                                            <p:strVal val="#ppt_x"/>
                                          </p:val>
                                        </p:tav>
                                      </p:tavLst>
                                    </p:anim>
                                    <p:anim calcmode="lin" valueType="num">
                                      <p:cBhvr additive="base">
                                        <p:cTn id="169" dur="500" fill="hold"/>
                                        <p:tgtEl>
                                          <p:spTgt spid="93"/>
                                        </p:tgtEl>
                                        <p:attrNameLst>
                                          <p:attrName>ppt_y</p:attrName>
                                        </p:attrNameLst>
                                      </p:cBhvr>
                                      <p:tavLst>
                                        <p:tav tm="0">
                                          <p:val>
                                            <p:strVal val="1+#ppt_h/2"/>
                                          </p:val>
                                        </p:tav>
                                        <p:tav tm="100000">
                                          <p:val>
                                            <p:strVal val="#ppt_y"/>
                                          </p:val>
                                        </p:tav>
                                      </p:tavLst>
                                    </p:anim>
                                  </p:childTnLst>
                                </p:cTn>
                              </p:par>
                              <p:par>
                                <p:cTn id="170" presetID="2" presetClass="entr" presetSubtype="4" fill="hold" grpId="0" nodeType="withEffect">
                                  <p:stCondLst>
                                    <p:cond delay="0"/>
                                  </p:stCondLst>
                                  <p:childTnLst>
                                    <p:set>
                                      <p:cBhvr>
                                        <p:cTn id="171" dur="1" fill="hold">
                                          <p:stCondLst>
                                            <p:cond delay="0"/>
                                          </p:stCondLst>
                                        </p:cTn>
                                        <p:tgtEl>
                                          <p:spTgt spid="94"/>
                                        </p:tgtEl>
                                        <p:attrNameLst>
                                          <p:attrName>style.visibility</p:attrName>
                                        </p:attrNameLst>
                                      </p:cBhvr>
                                      <p:to>
                                        <p:strVal val="visible"/>
                                      </p:to>
                                    </p:set>
                                    <p:anim calcmode="lin" valueType="num">
                                      <p:cBhvr additive="base">
                                        <p:cTn id="172" dur="500" fill="hold"/>
                                        <p:tgtEl>
                                          <p:spTgt spid="94"/>
                                        </p:tgtEl>
                                        <p:attrNameLst>
                                          <p:attrName>ppt_x</p:attrName>
                                        </p:attrNameLst>
                                      </p:cBhvr>
                                      <p:tavLst>
                                        <p:tav tm="0">
                                          <p:val>
                                            <p:strVal val="#ppt_x"/>
                                          </p:val>
                                        </p:tav>
                                        <p:tav tm="100000">
                                          <p:val>
                                            <p:strVal val="#ppt_x"/>
                                          </p:val>
                                        </p:tav>
                                      </p:tavLst>
                                    </p:anim>
                                    <p:anim calcmode="lin" valueType="num">
                                      <p:cBhvr additive="base">
                                        <p:cTn id="173" dur="500" fill="hold"/>
                                        <p:tgtEl>
                                          <p:spTgt spid="94"/>
                                        </p:tgtEl>
                                        <p:attrNameLst>
                                          <p:attrName>ppt_y</p:attrName>
                                        </p:attrNameLst>
                                      </p:cBhvr>
                                      <p:tavLst>
                                        <p:tav tm="0">
                                          <p:val>
                                            <p:strVal val="1+#ppt_h/2"/>
                                          </p:val>
                                        </p:tav>
                                        <p:tav tm="100000">
                                          <p:val>
                                            <p:strVal val="#ppt_y"/>
                                          </p:val>
                                        </p:tav>
                                      </p:tavLst>
                                    </p:anim>
                                  </p:childTnLst>
                                </p:cTn>
                              </p:par>
                              <p:par>
                                <p:cTn id="174" presetID="2" presetClass="entr" presetSubtype="4" fill="hold" nodeType="withEffect">
                                  <p:stCondLst>
                                    <p:cond delay="0"/>
                                  </p:stCondLst>
                                  <p:childTnLst>
                                    <p:set>
                                      <p:cBhvr>
                                        <p:cTn id="175" dur="1" fill="hold">
                                          <p:stCondLst>
                                            <p:cond delay="0"/>
                                          </p:stCondLst>
                                        </p:cTn>
                                        <p:tgtEl>
                                          <p:spTgt spid="118"/>
                                        </p:tgtEl>
                                        <p:attrNameLst>
                                          <p:attrName>style.visibility</p:attrName>
                                        </p:attrNameLst>
                                      </p:cBhvr>
                                      <p:to>
                                        <p:strVal val="visible"/>
                                      </p:to>
                                    </p:set>
                                    <p:anim calcmode="lin" valueType="num">
                                      <p:cBhvr additive="base">
                                        <p:cTn id="176" dur="500" fill="hold"/>
                                        <p:tgtEl>
                                          <p:spTgt spid="118"/>
                                        </p:tgtEl>
                                        <p:attrNameLst>
                                          <p:attrName>ppt_x</p:attrName>
                                        </p:attrNameLst>
                                      </p:cBhvr>
                                      <p:tavLst>
                                        <p:tav tm="0">
                                          <p:val>
                                            <p:strVal val="#ppt_x"/>
                                          </p:val>
                                        </p:tav>
                                        <p:tav tm="100000">
                                          <p:val>
                                            <p:strVal val="#ppt_x"/>
                                          </p:val>
                                        </p:tav>
                                      </p:tavLst>
                                    </p:anim>
                                    <p:anim calcmode="lin" valueType="num">
                                      <p:cBhvr additive="base">
                                        <p:cTn id="177" dur="500" fill="hold"/>
                                        <p:tgtEl>
                                          <p:spTgt spid="118"/>
                                        </p:tgtEl>
                                        <p:attrNameLst>
                                          <p:attrName>ppt_y</p:attrName>
                                        </p:attrNameLst>
                                      </p:cBhvr>
                                      <p:tavLst>
                                        <p:tav tm="0">
                                          <p:val>
                                            <p:strVal val="1+#ppt_h/2"/>
                                          </p:val>
                                        </p:tav>
                                        <p:tav tm="100000">
                                          <p:val>
                                            <p:strVal val="#ppt_y"/>
                                          </p:val>
                                        </p:tav>
                                      </p:tavLst>
                                    </p:anim>
                                  </p:childTnLst>
                                </p:cTn>
                              </p:par>
                              <p:par>
                                <p:cTn id="178" presetID="2" presetClass="entr" presetSubtype="4" fill="hold" grpId="0" nodeType="withEffect">
                                  <p:stCondLst>
                                    <p:cond delay="0"/>
                                  </p:stCondLst>
                                  <p:childTnLst>
                                    <p:set>
                                      <p:cBhvr>
                                        <p:cTn id="179" dur="1" fill="hold">
                                          <p:stCondLst>
                                            <p:cond delay="0"/>
                                          </p:stCondLst>
                                        </p:cTn>
                                        <p:tgtEl>
                                          <p:spTgt spid="119"/>
                                        </p:tgtEl>
                                        <p:attrNameLst>
                                          <p:attrName>style.visibility</p:attrName>
                                        </p:attrNameLst>
                                      </p:cBhvr>
                                      <p:to>
                                        <p:strVal val="visible"/>
                                      </p:to>
                                    </p:set>
                                    <p:anim calcmode="lin" valueType="num">
                                      <p:cBhvr additive="base">
                                        <p:cTn id="180" dur="500" fill="hold"/>
                                        <p:tgtEl>
                                          <p:spTgt spid="119"/>
                                        </p:tgtEl>
                                        <p:attrNameLst>
                                          <p:attrName>ppt_x</p:attrName>
                                        </p:attrNameLst>
                                      </p:cBhvr>
                                      <p:tavLst>
                                        <p:tav tm="0">
                                          <p:val>
                                            <p:strVal val="#ppt_x"/>
                                          </p:val>
                                        </p:tav>
                                        <p:tav tm="100000">
                                          <p:val>
                                            <p:strVal val="#ppt_x"/>
                                          </p:val>
                                        </p:tav>
                                      </p:tavLst>
                                    </p:anim>
                                    <p:anim calcmode="lin" valueType="num">
                                      <p:cBhvr additive="base">
                                        <p:cTn id="181" dur="500" fill="hold"/>
                                        <p:tgtEl>
                                          <p:spTgt spid="119"/>
                                        </p:tgtEl>
                                        <p:attrNameLst>
                                          <p:attrName>ppt_y</p:attrName>
                                        </p:attrNameLst>
                                      </p:cBhvr>
                                      <p:tavLst>
                                        <p:tav tm="0">
                                          <p:val>
                                            <p:strVal val="1+#ppt_h/2"/>
                                          </p:val>
                                        </p:tav>
                                        <p:tav tm="100000">
                                          <p:val>
                                            <p:strVal val="#ppt_y"/>
                                          </p:val>
                                        </p:tav>
                                      </p:tavLst>
                                    </p:anim>
                                  </p:childTnLst>
                                </p:cTn>
                              </p:par>
                              <p:par>
                                <p:cTn id="182" presetID="2" presetClass="entr" presetSubtype="4" fill="hold" grpId="0" nodeType="withEffect">
                                  <p:stCondLst>
                                    <p:cond delay="0"/>
                                  </p:stCondLst>
                                  <p:childTnLst>
                                    <p:set>
                                      <p:cBhvr>
                                        <p:cTn id="183" dur="1" fill="hold">
                                          <p:stCondLst>
                                            <p:cond delay="0"/>
                                          </p:stCondLst>
                                        </p:cTn>
                                        <p:tgtEl>
                                          <p:spTgt spid="111"/>
                                        </p:tgtEl>
                                        <p:attrNameLst>
                                          <p:attrName>style.visibility</p:attrName>
                                        </p:attrNameLst>
                                      </p:cBhvr>
                                      <p:to>
                                        <p:strVal val="visible"/>
                                      </p:to>
                                    </p:set>
                                    <p:anim calcmode="lin" valueType="num">
                                      <p:cBhvr additive="base">
                                        <p:cTn id="184" dur="500" fill="hold"/>
                                        <p:tgtEl>
                                          <p:spTgt spid="111"/>
                                        </p:tgtEl>
                                        <p:attrNameLst>
                                          <p:attrName>ppt_x</p:attrName>
                                        </p:attrNameLst>
                                      </p:cBhvr>
                                      <p:tavLst>
                                        <p:tav tm="0">
                                          <p:val>
                                            <p:strVal val="#ppt_x"/>
                                          </p:val>
                                        </p:tav>
                                        <p:tav tm="100000">
                                          <p:val>
                                            <p:strVal val="#ppt_x"/>
                                          </p:val>
                                        </p:tav>
                                      </p:tavLst>
                                    </p:anim>
                                    <p:anim calcmode="lin" valueType="num">
                                      <p:cBhvr additive="base">
                                        <p:cTn id="185" dur="500" fill="hold"/>
                                        <p:tgtEl>
                                          <p:spTgt spid="111"/>
                                        </p:tgtEl>
                                        <p:attrNameLst>
                                          <p:attrName>ppt_y</p:attrName>
                                        </p:attrNameLst>
                                      </p:cBhvr>
                                      <p:tavLst>
                                        <p:tav tm="0">
                                          <p:val>
                                            <p:strVal val="1+#ppt_h/2"/>
                                          </p:val>
                                        </p:tav>
                                        <p:tav tm="100000">
                                          <p:val>
                                            <p:strVal val="#ppt_y"/>
                                          </p:val>
                                        </p:tav>
                                      </p:tavLst>
                                    </p:anim>
                                  </p:childTnLst>
                                </p:cTn>
                              </p:par>
                              <p:par>
                                <p:cTn id="186" presetID="2" presetClass="entr" presetSubtype="4" fill="hold" nodeType="withEffect">
                                  <p:stCondLst>
                                    <p:cond delay="0"/>
                                  </p:stCondLst>
                                  <p:childTnLst>
                                    <p:set>
                                      <p:cBhvr>
                                        <p:cTn id="187" dur="1" fill="hold">
                                          <p:stCondLst>
                                            <p:cond delay="0"/>
                                          </p:stCondLst>
                                        </p:cTn>
                                        <p:tgtEl>
                                          <p:spTgt spid="112"/>
                                        </p:tgtEl>
                                        <p:attrNameLst>
                                          <p:attrName>style.visibility</p:attrName>
                                        </p:attrNameLst>
                                      </p:cBhvr>
                                      <p:to>
                                        <p:strVal val="visible"/>
                                      </p:to>
                                    </p:set>
                                    <p:anim calcmode="lin" valueType="num">
                                      <p:cBhvr additive="base">
                                        <p:cTn id="188" dur="500" fill="hold"/>
                                        <p:tgtEl>
                                          <p:spTgt spid="112"/>
                                        </p:tgtEl>
                                        <p:attrNameLst>
                                          <p:attrName>ppt_x</p:attrName>
                                        </p:attrNameLst>
                                      </p:cBhvr>
                                      <p:tavLst>
                                        <p:tav tm="0">
                                          <p:val>
                                            <p:strVal val="#ppt_x"/>
                                          </p:val>
                                        </p:tav>
                                        <p:tav tm="100000">
                                          <p:val>
                                            <p:strVal val="#ppt_x"/>
                                          </p:val>
                                        </p:tav>
                                      </p:tavLst>
                                    </p:anim>
                                    <p:anim calcmode="lin" valueType="num">
                                      <p:cBhvr additive="base">
                                        <p:cTn id="189" dur="500" fill="hold"/>
                                        <p:tgtEl>
                                          <p:spTgt spid="112"/>
                                        </p:tgtEl>
                                        <p:attrNameLst>
                                          <p:attrName>ppt_y</p:attrName>
                                        </p:attrNameLst>
                                      </p:cBhvr>
                                      <p:tavLst>
                                        <p:tav tm="0">
                                          <p:val>
                                            <p:strVal val="1+#ppt_h/2"/>
                                          </p:val>
                                        </p:tav>
                                        <p:tav tm="100000">
                                          <p:val>
                                            <p:strVal val="#ppt_y"/>
                                          </p:val>
                                        </p:tav>
                                      </p:tavLst>
                                    </p:anim>
                                  </p:childTnLst>
                                </p:cTn>
                              </p:par>
                              <p:par>
                                <p:cTn id="190" presetID="2" presetClass="entr" presetSubtype="4" fill="hold" grpId="0" nodeType="withEffect">
                                  <p:stCondLst>
                                    <p:cond delay="0"/>
                                  </p:stCondLst>
                                  <p:childTnLst>
                                    <p:set>
                                      <p:cBhvr>
                                        <p:cTn id="191" dur="1" fill="hold">
                                          <p:stCondLst>
                                            <p:cond delay="0"/>
                                          </p:stCondLst>
                                        </p:cTn>
                                        <p:tgtEl>
                                          <p:spTgt spid="113"/>
                                        </p:tgtEl>
                                        <p:attrNameLst>
                                          <p:attrName>style.visibility</p:attrName>
                                        </p:attrNameLst>
                                      </p:cBhvr>
                                      <p:to>
                                        <p:strVal val="visible"/>
                                      </p:to>
                                    </p:set>
                                    <p:anim calcmode="lin" valueType="num">
                                      <p:cBhvr additive="base">
                                        <p:cTn id="192" dur="500" fill="hold"/>
                                        <p:tgtEl>
                                          <p:spTgt spid="113"/>
                                        </p:tgtEl>
                                        <p:attrNameLst>
                                          <p:attrName>ppt_x</p:attrName>
                                        </p:attrNameLst>
                                      </p:cBhvr>
                                      <p:tavLst>
                                        <p:tav tm="0">
                                          <p:val>
                                            <p:strVal val="#ppt_x"/>
                                          </p:val>
                                        </p:tav>
                                        <p:tav tm="100000">
                                          <p:val>
                                            <p:strVal val="#ppt_x"/>
                                          </p:val>
                                        </p:tav>
                                      </p:tavLst>
                                    </p:anim>
                                    <p:anim calcmode="lin" valueType="num">
                                      <p:cBhvr additive="base">
                                        <p:cTn id="193" dur="500" fill="hold"/>
                                        <p:tgtEl>
                                          <p:spTgt spid="113"/>
                                        </p:tgtEl>
                                        <p:attrNameLst>
                                          <p:attrName>ppt_y</p:attrName>
                                        </p:attrNameLst>
                                      </p:cBhvr>
                                      <p:tavLst>
                                        <p:tav tm="0">
                                          <p:val>
                                            <p:strVal val="1+#ppt_h/2"/>
                                          </p:val>
                                        </p:tav>
                                        <p:tav tm="100000">
                                          <p:val>
                                            <p:strVal val="#ppt_y"/>
                                          </p:val>
                                        </p:tav>
                                      </p:tavLst>
                                    </p:anim>
                                  </p:childTnLst>
                                </p:cTn>
                              </p:par>
                              <p:par>
                                <p:cTn id="194" presetID="2" presetClass="entr" presetSubtype="4" fill="hold" nodeType="withEffect">
                                  <p:stCondLst>
                                    <p:cond delay="0"/>
                                  </p:stCondLst>
                                  <p:childTnLst>
                                    <p:set>
                                      <p:cBhvr>
                                        <p:cTn id="195" dur="1" fill="hold">
                                          <p:stCondLst>
                                            <p:cond delay="0"/>
                                          </p:stCondLst>
                                        </p:cTn>
                                        <p:tgtEl>
                                          <p:spTgt spid="131"/>
                                        </p:tgtEl>
                                        <p:attrNameLst>
                                          <p:attrName>style.visibility</p:attrName>
                                        </p:attrNameLst>
                                      </p:cBhvr>
                                      <p:to>
                                        <p:strVal val="visible"/>
                                      </p:to>
                                    </p:set>
                                    <p:anim calcmode="lin" valueType="num">
                                      <p:cBhvr additive="base">
                                        <p:cTn id="196" dur="500" fill="hold"/>
                                        <p:tgtEl>
                                          <p:spTgt spid="131"/>
                                        </p:tgtEl>
                                        <p:attrNameLst>
                                          <p:attrName>ppt_x</p:attrName>
                                        </p:attrNameLst>
                                      </p:cBhvr>
                                      <p:tavLst>
                                        <p:tav tm="0">
                                          <p:val>
                                            <p:strVal val="#ppt_x"/>
                                          </p:val>
                                        </p:tav>
                                        <p:tav tm="100000">
                                          <p:val>
                                            <p:strVal val="#ppt_x"/>
                                          </p:val>
                                        </p:tav>
                                      </p:tavLst>
                                    </p:anim>
                                    <p:anim calcmode="lin" valueType="num">
                                      <p:cBhvr additive="base">
                                        <p:cTn id="197" dur="500" fill="hold"/>
                                        <p:tgtEl>
                                          <p:spTgt spid="131"/>
                                        </p:tgtEl>
                                        <p:attrNameLst>
                                          <p:attrName>ppt_y</p:attrName>
                                        </p:attrNameLst>
                                      </p:cBhvr>
                                      <p:tavLst>
                                        <p:tav tm="0">
                                          <p:val>
                                            <p:strVal val="1+#ppt_h/2"/>
                                          </p:val>
                                        </p:tav>
                                        <p:tav tm="100000">
                                          <p:val>
                                            <p:strVal val="#ppt_y"/>
                                          </p:val>
                                        </p:tav>
                                      </p:tavLst>
                                    </p:anim>
                                  </p:childTnLst>
                                </p:cTn>
                              </p:par>
                              <p:par>
                                <p:cTn id="198" presetID="2" presetClass="entr" presetSubtype="4" fill="hold" grpId="0" nodeType="withEffect">
                                  <p:stCondLst>
                                    <p:cond delay="0"/>
                                  </p:stCondLst>
                                  <p:childTnLst>
                                    <p:set>
                                      <p:cBhvr>
                                        <p:cTn id="199" dur="1" fill="hold">
                                          <p:stCondLst>
                                            <p:cond delay="0"/>
                                          </p:stCondLst>
                                        </p:cTn>
                                        <p:tgtEl>
                                          <p:spTgt spid="132"/>
                                        </p:tgtEl>
                                        <p:attrNameLst>
                                          <p:attrName>style.visibility</p:attrName>
                                        </p:attrNameLst>
                                      </p:cBhvr>
                                      <p:to>
                                        <p:strVal val="visible"/>
                                      </p:to>
                                    </p:set>
                                    <p:anim calcmode="lin" valueType="num">
                                      <p:cBhvr additive="base">
                                        <p:cTn id="200" dur="500" fill="hold"/>
                                        <p:tgtEl>
                                          <p:spTgt spid="132"/>
                                        </p:tgtEl>
                                        <p:attrNameLst>
                                          <p:attrName>ppt_x</p:attrName>
                                        </p:attrNameLst>
                                      </p:cBhvr>
                                      <p:tavLst>
                                        <p:tav tm="0">
                                          <p:val>
                                            <p:strVal val="#ppt_x"/>
                                          </p:val>
                                        </p:tav>
                                        <p:tav tm="100000">
                                          <p:val>
                                            <p:strVal val="#ppt_x"/>
                                          </p:val>
                                        </p:tav>
                                      </p:tavLst>
                                    </p:anim>
                                    <p:anim calcmode="lin" valueType="num">
                                      <p:cBhvr additive="base">
                                        <p:cTn id="201" dur="500" fill="hold"/>
                                        <p:tgtEl>
                                          <p:spTgt spid="132"/>
                                        </p:tgtEl>
                                        <p:attrNameLst>
                                          <p:attrName>ppt_y</p:attrName>
                                        </p:attrNameLst>
                                      </p:cBhvr>
                                      <p:tavLst>
                                        <p:tav tm="0">
                                          <p:val>
                                            <p:strVal val="1+#ppt_h/2"/>
                                          </p:val>
                                        </p:tav>
                                        <p:tav tm="100000">
                                          <p:val>
                                            <p:strVal val="#ppt_y"/>
                                          </p:val>
                                        </p:tav>
                                      </p:tavLst>
                                    </p:anim>
                                  </p:childTnLst>
                                </p:cTn>
                              </p:par>
                              <p:par>
                                <p:cTn id="202" presetID="2" presetClass="entr" presetSubtype="4" fill="hold" grpId="0" nodeType="withEffect">
                                  <p:stCondLst>
                                    <p:cond delay="0"/>
                                  </p:stCondLst>
                                  <p:childTnLst>
                                    <p:set>
                                      <p:cBhvr>
                                        <p:cTn id="203" dur="1" fill="hold">
                                          <p:stCondLst>
                                            <p:cond delay="0"/>
                                          </p:stCondLst>
                                        </p:cTn>
                                        <p:tgtEl>
                                          <p:spTgt spid="124"/>
                                        </p:tgtEl>
                                        <p:attrNameLst>
                                          <p:attrName>style.visibility</p:attrName>
                                        </p:attrNameLst>
                                      </p:cBhvr>
                                      <p:to>
                                        <p:strVal val="visible"/>
                                      </p:to>
                                    </p:set>
                                    <p:anim calcmode="lin" valueType="num">
                                      <p:cBhvr additive="base">
                                        <p:cTn id="204" dur="500" fill="hold"/>
                                        <p:tgtEl>
                                          <p:spTgt spid="124"/>
                                        </p:tgtEl>
                                        <p:attrNameLst>
                                          <p:attrName>ppt_x</p:attrName>
                                        </p:attrNameLst>
                                      </p:cBhvr>
                                      <p:tavLst>
                                        <p:tav tm="0">
                                          <p:val>
                                            <p:strVal val="#ppt_x"/>
                                          </p:val>
                                        </p:tav>
                                        <p:tav tm="100000">
                                          <p:val>
                                            <p:strVal val="#ppt_x"/>
                                          </p:val>
                                        </p:tav>
                                      </p:tavLst>
                                    </p:anim>
                                    <p:anim calcmode="lin" valueType="num">
                                      <p:cBhvr additive="base">
                                        <p:cTn id="205" dur="500" fill="hold"/>
                                        <p:tgtEl>
                                          <p:spTgt spid="124"/>
                                        </p:tgtEl>
                                        <p:attrNameLst>
                                          <p:attrName>ppt_y</p:attrName>
                                        </p:attrNameLst>
                                      </p:cBhvr>
                                      <p:tavLst>
                                        <p:tav tm="0">
                                          <p:val>
                                            <p:strVal val="1+#ppt_h/2"/>
                                          </p:val>
                                        </p:tav>
                                        <p:tav tm="100000">
                                          <p:val>
                                            <p:strVal val="#ppt_y"/>
                                          </p:val>
                                        </p:tav>
                                      </p:tavLst>
                                    </p:anim>
                                  </p:childTnLst>
                                </p:cTn>
                              </p:par>
                              <p:par>
                                <p:cTn id="206" presetID="2" presetClass="entr" presetSubtype="4" fill="hold" nodeType="withEffect">
                                  <p:stCondLst>
                                    <p:cond delay="0"/>
                                  </p:stCondLst>
                                  <p:childTnLst>
                                    <p:set>
                                      <p:cBhvr>
                                        <p:cTn id="207" dur="1" fill="hold">
                                          <p:stCondLst>
                                            <p:cond delay="0"/>
                                          </p:stCondLst>
                                        </p:cTn>
                                        <p:tgtEl>
                                          <p:spTgt spid="125"/>
                                        </p:tgtEl>
                                        <p:attrNameLst>
                                          <p:attrName>style.visibility</p:attrName>
                                        </p:attrNameLst>
                                      </p:cBhvr>
                                      <p:to>
                                        <p:strVal val="visible"/>
                                      </p:to>
                                    </p:set>
                                    <p:anim calcmode="lin" valueType="num">
                                      <p:cBhvr additive="base">
                                        <p:cTn id="208" dur="500" fill="hold"/>
                                        <p:tgtEl>
                                          <p:spTgt spid="125"/>
                                        </p:tgtEl>
                                        <p:attrNameLst>
                                          <p:attrName>ppt_x</p:attrName>
                                        </p:attrNameLst>
                                      </p:cBhvr>
                                      <p:tavLst>
                                        <p:tav tm="0">
                                          <p:val>
                                            <p:strVal val="#ppt_x"/>
                                          </p:val>
                                        </p:tav>
                                        <p:tav tm="100000">
                                          <p:val>
                                            <p:strVal val="#ppt_x"/>
                                          </p:val>
                                        </p:tav>
                                      </p:tavLst>
                                    </p:anim>
                                    <p:anim calcmode="lin" valueType="num">
                                      <p:cBhvr additive="base">
                                        <p:cTn id="209" dur="500" fill="hold"/>
                                        <p:tgtEl>
                                          <p:spTgt spid="125"/>
                                        </p:tgtEl>
                                        <p:attrNameLst>
                                          <p:attrName>ppt_y</p:attrName>
                                        </p:attrNameLst>
                                      </p:cBhvr>
                                      <p:tavLst>
                                        <p:tav tm="0">
                                          <p:val>
                                            <p:strVal val="1+#ppt_h/2"/>
                                          </p:val>
                                        </p:tav>
                                        <p:tav tm="100000">
                                          <p:val>
                                            <p:strVal val="#ppt_y"/>
                                          </p:val>
                                        </p:tav>
                                      </p:tavLst>
                                    </p:anim>
                                  </p:childTnLst>
                                </p:cTn>
                              </p:par>
                              <p:par>
                                <p:cTn id="210" presetID="2" presetClass="entr" presetSubtype="4" fill="hold" grpId="0" nodeType="withEffect">
                                  <p:stCondLst>
                                    <p:cond delay="0"/>
                                  </p:stCondLst>
                                  <p:childTnLst>
                                    <p:set>
                                      <p:cBhvr>
                                        <p:cTn id="211" dur="1" fill="hold">
                                          <p:stCondLst>
                                            <p:cond delay="0"/>
                                          </p:stCondLst>
                                        </p:cTn>
                                        <p:tgtEl>
                                          <p:spTgt spid="126"/>
                                        </p:tgtEl>
                                        <p:attrNameLst>
                                          <p:attrName>style.visibility</p:attrName>
                                        </p:attrNameLst>
                                      </p:cBhvr>
                                      <p:to>
                                        <p:strVal val="visible"/>
                                      </p:to>
                                    </p:set>
                                    <p:anim calcmode="lin" valueType="num">
                                      <p:cBhvr additive="base">
                                        <p:cTn id="212" dur="500" fill="hold"/>
                                        <p:tgtEl>
                                          <p:spTgt spid="126"/>
                                        </p:tgtEl>
                                        <p:attrNameLst>
                                          <p:attrName>ppt_x</p:attrName>
                                        </p:attrNameLst>
                                      </p:cBhvr>
                                      <p:tavLst>
                                        <p:tav tm="0">
                                          <p:val>
                                            <p:strVal val="#ppt_x"/>
                                          </p:val>
                                        </p:tav>
                                        <p:tav tm="100000">
                                          <p:val>
                                            <p:strVal val="#ppt_x"/>
                                          </p:val>
                                        </p:tav>
                                      </p:tavLst>
                                    </p:anim>
                                    <p:anim calcmode="lin" valueType="num">
                                      <p:cBhvr additive="base">
                                        <p:cTn id="213" dur="500" fill="hold"/>
                                        <p:tgtEl>
                                          <p:spTgt spid="126"/>
                                        </p:tgtEl>
                                        <p:attrNameLst>
                                          <p:attrName>ppt_y</p:attrName>
                                        </p:attrNameLst>
                                      </p:cBhvr>
                                      <p:tavLst>
                                        <p:tav tm="0">
                                          <p:val>
                                            <p:strVal val="1+#ppt_h/2"/>
                                          </p:val>
                                        </p:tav>
                                        <p:tav tm="100000">
                                          <p:val>
                                            <p:strVal val="#ppt_y"/>
                                          </p:val>
                                        </p:tav>
                                      </p:tavLst>
                                    </p:anim>
                                  </p:childTnLst>
                                </p:cTn>
                              </p:par>
                              <p:par>
                                <p:cTn id="214" presetID="2" presetClass="entr" presetSubtype="4" fill="hold" nodeType="withEffect">
                                  <p:stCondLst>
                                    <p:cond delay="0"/>
                                  </p:stCondLst>
                                  <p:childTnLst>
                                    <p:set>
                                      <p:cBhvr>
                                        <p:cTn id="215" dur="1" fill="hold">
                                          <p:stCondLst>
                                            <p:cond delay="0"/>
                                          </p:stCondLst>
                                        </p:cTn>
                                        <p:tgtEl>
                                          <p:spTgt spid="144"/>
                                        </p:tgtEl>
                                        <p:attrNameLst>
                                          <p:attrName>style.visibility</p:attrName>
                                        </p:attrNameLst>
                                      </p:cBhvr>
                                      <p:to>
                                        <p:strVal val="visible"/>
                                      </p:to>
                                    </p:set>
                                    <p:anim calcmode="lin" valueType="num">
                                      <p:cBhvr additive="base">
                                        <p:cTn id="216" dur="500" fill="hold"/>
                                        <p:tgtEl>
                                          <p:spTgt spid="144"/>
                                        </p:tgtEl>
                                        <p:attrNameLst>
                                          <p:attrName>ppt_x</p:attrName>
                                        </p:attrNameLst>
                                      </p:cBhvr>
                                      <p:tavLst>
                                        <p:tav tm="0">
                                          <p:val>
                                            <p:strVal val="#ppt_x"/>
                                          </p:val>
                                        </p:tav>
                                        <p:tav tm="100000">
                                          <p:val>
                                            <p:strVal val="#ppt_x"/>
                                          </p:val>
                                        </p:tav>
                                      </p:tavLst>
                                    </p:anim>
                                    <p:anim calcmode="lin" valueType="num">
                                      <p:cBhvr additive="base">
                                        <p:cTn id="217" dur="500" fill="hold"/>
                                        <p:tgtEl>
                                          <p:spTgt spid="144"/>
                                        </p:tgtEl>
                                        <p:attrNameLst>
                                          <p:attrName>ppt_y</p:attrName>
                                        </p:attrNameLst>
                                      </p:cBhvr>
                                      <p:tavLst>
                                        <p:tav tm="0">
                                          <p:val>
                                            <p:strVal val="1+#ppt_h/2"/>
                                          </p:val>
                                        </p:tav>
                                        <p:tav tm="100000">
                                          <p:val>
                                            <p:strVal val="#ppt_y"/>
                                          </p:val>
                                        </p:tav>
                                      </p:tavLst>
                                    </p:anim>
                                  </p:childTnLst>
                                </p:cTn>
                              </p:par>
                              <p:par>
                                <p:cTn id="218" presetID="2" presetClass="entr" presetSubtype="4" fill="hold" grpId="0" nodeType="withEffect">
                                  <p:stCondLst>
                                    <p:cond delay="0"/>
                                  </p:stCondLst>
                                  <p:childTnLst>
                                    <p:set>
                                      <p:cBhvr>
                                        <p:cTn id="219" dur="1" fill="hold">
                                          <p:stCondLst>
                                            <p:cond delay="0"/>
                                          </p:stCondLst>
                                        </p:cTn>
                                        <p:tgtEl>
                                          <p:spTgt spid="145"/>
                                        </p:tgtEl>
                                        <p:attrNameLst>
                                          <p:attrName>style.visibility</p:attrName>
                                        </p:attrNameLst>
                                      </p:cBhvr>
                                      <p:to>
                                        <p:strVal val="visible"/>
                                      </p:to>
                                    </p:set>
                                    <p:anim calcmode="lin" valueType="num">
                                      <p:cBhvr additive="base">
                                        <p:cTn id="220" dur="500" fill="hold"/>
                                        <p:tgtEl>
                                          <p:spTgt spid="145"/>
                                        </p:tgtEl>
                                        <p:attrNameLst>
                                          <p:attrName>ppt_x</p:attrName>
                                        </p:attrNameLst>
                                      </p:cBhvr>
                                      <p:tavLst>
                                        <p:tav tm="0">
                                          <p:val>
                                            <p:strVal val="#ppt_x"/>
                                          </p:val>
                                        </p:tav>
                                        <p:tav tm="100000">
                                          <p:val>
                                            <p:strVal val="#ppt_x"/>
                                          </p:val>
                                        </p:tav>
                                      </p:tavLst>
                                    </p:anim>
                                    <p:anim calcmode="lin" valueType="num">
                                      <p:cBhvr additive="base">
                                        <p:cTn id="221" dur="500" fill="hold"/>
                                        <p:tgtEl>
                                          <p:spTgt spid="145"/>
                                        </p:tgtEl>
                                        <p:attrNameLst>
                                          <p:attrName>ppt_y</p:attrName>
                                        </p:attrNameLst>
                                      </p:cBhvr>
                                      <p:tavLst>
                                        <p:tav tm="0">
                                          <p:val>
                                            <p:strVal val="1+#ppt_h/2"/>
                                          </p:val>
                                        </p:tav>
                                        <p:tav tm="100000">
                                          <p:val>
                                            <p:strVal val="#ppt_y"/>
                                          </p:val>
                                        </p:tav>
                                      </p:tavLst>
                                    </p:anim>
                                  </p:childTnLst>
                                </p:cTn>
                              </p:par>
                              <p:par>
                                <p:cTn id="222" presetID="2" presetClass="entr" presetSubtype="4" fill="hold" grpId="0" nodeType="withEffect">
                                  <p:stCondLst>
                                    <p:cond delay="0"/>
                                  </p:stCondLst>
                                  <p:childTnLst>
                                    <p:set>
                                      <p:cBhvr>
                                        <p:cTn id="223" dur="1" fill="hold">
                                          <p:stCondLst>
                                            <p:cond delay="0"/>
                                          </p:stCondLst>
                                        </p:cTn>
                                        <p:tgtEl>
                                          <p:spTgt spid="137"/>
                                        </p:tgtEl>
                                        <p:attrNameLst>
                                          <p:attrName>style.visibility</p:attrName>
                                        </p:attrNameLst>
                                      </p:cBhvr>
                                      <p:to>
                                        <p:strVal val="visible"/>
                                      </p:to>
                                    </p:set>
                                    <p:anim calcmode="lin" valueType="num">
                                      <p:cBhvr additive="base">
                                        <p:cTn id="224" dur="500" fill="hold"/>
                                        <p:tgtEl>
                                          <p:spTgt spid="137"/>
                                        </p:tgtEl>
                                        <p:attrNameLst>
                                          <p:attrName>ppt_x</p:attrName>
                                        </p:attrNameLst>
                                      </p:cBhvr>
                                      <p:tavLst>
                                        <p:tav tm="0">
                                          <p:val>
                                            <p:strVal val="#ppt_x"/>
                                          </p:val>
                                        </p:tav>
                                        <p:tav tm="100000">
                                          <p:val>
                                            <p:strVal val="#ppt_x"/>
                                          </p:val>
                                        </p:tav>
                                      </p:tavLst>
                                    </p:anim>
                                    <p:anim calcmode="lin" valueType="num">
                                      <p:cBhvr additive="base">
                                        <p:cTn id="225" dur="500" fill="hold"/>
                                        <p:tgtEl>
                                          <p:spTgt spid="137"/>
                                        </p:tgtEl>
                                        <p:attrNameLst>
                                          <p:attrName>ppt_y</p:attrName>
                                        </p:attrNameLst>
                                      </p:cBhvr>
                                      <p:tavLst>
                                        <p:tav tm="0">
                                          <p:val>
                                            <p:strVal val="1+#ppt_h/2"/>
                                          </p:val>
                                        </p:tav>
                                        <p:tav tm="100000">
                                          <p:val>
                                            <p:strVal val="#ppt_y"/>
                                          </p:val>
                                        </p:tav>
                                      </p:tavLst>
                                    </p:anim>
                                  </p:childTnLst>
                                </p:cTn>
                              </p:par>
                              <p:par>
                                <p:cTn id="226" presetID="2" presetClass="entr" presetSubtype="4" fill="hold" nodeType="withEffect">
                                  <p:stCondLst>
                                    <p:cond delay="0"/>
                                  </p:stCondLst>
                                  <p:childTnLst>
                                    <p:set>
                                      <p:cBhvr>
                                        <p:cTn id="227" dur="1" fill="hold">
                                          <p:stCondLst>
                                            <p:cond delay="0"/>
                                          </p:stCondLst>
                                        </p:cTn>
                                        <p:tgtEl>
                                          <p:spTgt spid="138"/>
                                        </p:tgtEl>
                                        <p:attrNameLst>
                                          <p:attrName>style.visibility</p:attrName>
                                        </p:attrNameLst>
                                      </p:cBhvr>
                                      <p:to>
                                        <p:strVal val="visible"/>
                                      </p:to>
                                    </p:set>
                                    <p:anim calcmode="lin" valueType="num">
                                      <p:cBhvr additive="base">
                                        <p:cTn id="228" dur="500" fill="hold"/>
                                        <p:tgtEl>
                                          <p:spTgt spid="138"/>
                                        </p:tgtEl>
                                        <p:attrNameLst>
                                          <p:attrName>ppt_x</p:attrName>
                                        </p:attrNameLst>
                                      </p:cBhvr>
                                      <p:tavLst>
                                        <p:tav tm="0">
                                          <p:val>
                                            <p:strVal val="#ppt_x"/>
                                          </p:val>
                                        </p:tav>
                                        <p:tav tm="100000">
                                          <p:val>
                                            <p:strVal val="#ppt_x"/>
                                          </p:val>
                                        </p:tav>
                                      </p:tavLst>
                                    </p:anim>
                                    <p:anim calcmode="lin" valueType="num">
                                      <p:cBhvr additive="base">
                                        <p:cTn id="229" dur="500" fill="hold"/>
                                        <p:tgtEl>
                                          <p:spTgt spid="138"/>
                                        </p:tgtEl>
                                        <p:attrNameLst>
                                          <p:attrName>ppt_y</p:attrName>
                                        </p:attrNameLst>
                                      </p:cBhvr>
                                      <p:tavLst>
                                        <p:tav tm="0">
                                          <p:val>
                                            <p:strVal val="1+#ppt_h/2"/>
                                          </p:val>
                                        </p:tav>
                                        <p:tav tm="100000">
                                          <p:val>
                                            <p:strVal val="#ppt_y"/>
                                          </p:val>
                                        </p:tav>
                                      </p:tavLst>
                                    </p:anim>
                                  </p:childTnLst>
                                </p:cTn>
                              </p:par>
                              <p:par>
                                <p:cTn id="230" presetID="2" presetClass="entr" presetSubtype="4" fill="hold" grpId="0" nodeType="withEffect">
                                  <p:stCondLst>
                                    <p:cond delay="0"/>
                                  </p:stCondLst>
                                  <p:childTnLst>
                                    <p:set>
                                      <p:cBhvr>
                                        <p:cTn id="231" dur="1" fill="hold">
                                          <p:stCondLst>
                                            <p:cond delay="0"/>
                                          </p:stCondLst>
                                        </p:cTn>
                                        <p:tgtEl>
                                          <p:spTgt spid="139"/>
                                        </p:tgtEl>
                                        <p:attrNameLst>
                                          <p:attrName>style.visibility</p:attrName>
                                        </p:attrNameLst>
                                      </p:cBhvr>
                                      <p:to>
                                        <p:strVal val="visible"/>
                                      </p:to>
                                    </p:set>
                                    <p:anim calcmode="lin" valueType="num">
                                      <p:cBhvr additive="base">
                                        <p:cTn id="232" dur="500" fill="hold"/>
                                        <p:tgtEl>
                                          <p:spTgt spid="139"/>
                                        </p:tgtEl>
                                        <p:attrNameLst>
                                          <p:attrName>ppt_x</p:attrName>
                                        </p:attrNameLst>
                                      </p:cBhvr>
                                      <p:tavLst>
                                        <p:tav tm="0">
                                          <p:val>
                                            <p:strVal val="#ppt_x"/>
                                          </p:val>
                                        </p:tav>
                                        <p:tav tm="100000">
                                          <p:val>
                                            <p:strVal val="#ppt_x"/>
                                          </p:val>
                                        </p:tav>
                                      </p:tavLst>
                                    </p:anim>
                                    <p:anim calcmode="lin" valueType="num">
                                      <p:cBhvr additive="base">
                                        <p:cTn id="233" dur="500" fill="hold"/>
                                        <p:tgtEl>
                                          <p:spTgt spid="1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7" grpId="0" animBg="1"/>
      <p:bldP spid="38" grpId="0" animBg="1"/>
      <p:bldP spid="39" grpId="0" animBg="1"/>
      <p:bldP spid="48" grpId="0" animBg="1"/>
      <p:bldP spid="49"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7" grpId="0" animBg="1"/>
      <p:bldP spid="68" grpId="0" animBg="1"/>
      <p:bldP spid="69" grpId="0" animBg="1"/>
      <p:bldP spid="70" grpId="0" animBg="1"/>
      <p:bldP spid="76" grpId="0"/>
      <p:bldP spid="78" grpId="0"/>
      <p:bldP spid="106" grpId="0" animBg="1"/>
      <p:bldP spid="91" grpId="0"/>
      <p:bldP spid="94" grpId="0"/>
      <p:bldP spid="119" grpId="0" animBg="1"/>
      <p:bldP spid="111" grpId="0"/>
      <p:bldP spid="113" grpId="0"/>
      <p:bldP spid="132" grpId="0" animBg="1"/>
      <p:bldP spid="124" grpId="0"/>
      <p:bldP spid="126" grpId="0"/>
      <p:bldP spid="145" grpId="0" animBg="1"/>
      <p:bldP spid="137" grpId="0"/>
      <p:bldP spid="13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769876" y="189165"/>
            <a:ext cx="2622658" cy="483235"/>
          </a:xfrm>
          <a:prstGeom prst="rect">
            <a:avLst/>
          </a:prstGeom>
          <a:noFill/>
        </p:spPr>
        <p:txBody>
          <a:bodyPr wrap="square" rtlCol="0">
            <a:spAutoFit/>
          </a:bodyPr>
          <a:lstStyle/>
          <a:p>
            <a:pPr algn="ctr"/>
            <a:r>
              <a:rPr lang="zh-CN" altLang="en-US" sz="2400" b="1" dirty="0">
                <a:solidFill>
                  <a:schemeClr val="tx1">
                    <a:lumMod val="75000"/>
                    <a:lumOff val="25000"/>
                  </a:schemeClr>
                </a:solidFill>
                <a:latin typeface="微软雅黑" panose="020B0503020204020204" charset="-122"/>
                <a:ea typeface="微软雅黑" panose="020B0503020204020204" charset="-122"/>
              </a:rPr>
              <a:t>单击此处添加标题</a:t>
            </a:r>
          </a:p>
        </p:txBody>
      </p:sp>
      <p:cxnSp>
        <p:nvCxnSpPr>
          <p:cNvPr id="6" name="直接连接符 5"/>
          <p:cNvCxnSpPr/>
          <p:nvPr/>
        </p:nvCxnSpPr>
        <p:spPr>
          <a:xfrm>
            <a:off x="7392534" y="477150"/>
            <a:ext cx="4463773"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36892" y="481504"/>
            <a:ext cx="439177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2196773" y="1396787"/>
            <a:ext cx="1955800" cy="368300"/>
          </a:xfrm>
          <a:prstGeom prst="rect">
            <a:avLst/>
          </a:prstGeom>
        </p:spPr>
        <p:txBody>
          <a:bodyPr wrap="none" lIns="109709" tIns="54855" rIns="109709" bIns="54855">
            <a:spAutoFit/>
          </a:bodyPr>
          <a:lstStyle/>
          <a:p>
            <a:pPr algn="l"/>
            <a:r>
              <a:rPr lang="en-US" sz="1700" b="1" dirty="0">
                <a:latin typeface="微软雅黑" panose="020B0503020204020204" charset="-122"/>
                <a:ea typeface="Open Sans Light" panose="020B0306030504020204" pitchFamily="34" charset="0"/>
                <a:cs typeface="Aparajita" panose="020B0604020202020204" pitchFamily="34" charset="0"/>
              </a:rPr>
              <a:t>单击此处添加标题</a:t>
            </a:r>
          </a:p>
        </p:txBody>
      </p:sp>
      <p:sp>
        <p:nvSpPr>
          <p:cNvPr id="27" name="TextBox 26"/>
          <p:cNvSpPr txBox="1"/>
          <p:nvPr/>
        </p:nvSpPr>
        <p:spPr>
          <a:xfrm>
            <a:off x="2211051" y="1666515"/>
            <a:ext cx="3221215" cy="661670"/>
          </a:xfrm>
          <a:prstGeom prst="rect">
            <a:avLst/>
          </a:prstGeom>
          <a:noFill/>
        </p:spPr>
        <p:txBody>
          <a:bodyPr wrap="square" lIns="109709" tIns="54855" rIns="109709" bIns="54855" rtlCol="0">
            <a:spAutoFit/>
          </a:bodyPr>
          <a:lstStyle/>
          <a:p>
            <a:pPr>
              <a:lnSpc>
                <a:spcPct val="110000"/>
              </a:lnSpc>
            </a:pPr>
            <a:r>
              <a:rPr lang="en-US" sz="1100" dirty="0">
                <a:latin typeface="微软雅黑" panose="020B0503020204020204" charset="-122"/>
                <a:cs typeface="Aparajita" panose="020B0604020202020204" pitchFamily="34" charset="0"/>
              </a:rPr>
              <a:t>请在此粘贴或者输入您的文字内容请在此粘贴或者输入您的文字内容请在此粘贴或者输入您的文字内容</a:t>
            </a:r>
          </a:p>
        </p:txBody>
      </p:sp>
      <p:sp>
        <p:nvSpPr>
          <p:cNvPr id="28" name="Oval 27"/>
          <p:cNvSpPr/>
          <p:nvPr/>
        </p:nvSpPr>
        <p:spPr bwMode="auto">
          <a:xfrm>
            <a:off x="1402869" y="1508019"/>
            <a:ext cx="764860" cy="76506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1218565">
              <a:defRPr/>
            </a:pPr>
            <a:endParaRPr lang="en-US" sz="1800" dirty="0">
              <a:latin typeface="微软雅黑" panose="020B0503020204020204" charset="-122"/>
            </a:endParaRPr>
          </a:p>
        </p:txBody>
      </p:sp>
      <p:sp>
        <p:nvSpPr>
          <p:cNvPr id="29" name="Oval 28"/>
          <p:cNvSpPr/>
          <p:nvPr/>
        </p:nvSpPr>
        <p:spPr bwMode="auto">
          <a:xfrm>
            <a:off x="1409633" y="2499508"/>
            <a:ext cx="764860" cy="76506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1218565">
              <a:defRPr/>
            </a:pPr>
            <a:endParaRPr lang="en-US" sz="1800" dirty="0">
              <a:latin typeface="微软雅黑" panose="020B0503020204020204" charset="-122"/>
            </a:endParaRPr>
          </a:p>
        </p:txBody>
      </p:sp>
      <p:sp>
        <p:nvSpPr>
          <p:cNvPr id="30" name="Oval 29"/>
          <p:cNvSpPr/>
          <p:nvPr/>
        </p:nvSpPr>
        <p:spPr bwMode="auto">
          <a:xfrm>
            <a:off x="1405082" y="3503879"/>
            <a:ext cx="764860" cy="765060"/>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1218565">
              <a:defRPr/>
            </a:pPr>
            <a:endParaRPr lang="en-US" sz="1800" dirty="0">
              <a:latin typeface="微软雅黑" panose="020B0503020204020204" charset="-122"/>
            </a:endParaRPr>
          </a:p>
        </p:txBody>
      </p:sp>
      <p:sp>
        <p:nvSpPr>
          <p:cNvPr id="31" name="Rectangle 30"/>
          <p:cNvSpPr/>
          <p:nvPr/>
        </p:nvSpPr>
        <p:spPr>
          <a:xfrm>
            <a:off x="2193010" y="2376472"/>
            <a:ext cx="1955800" cy="368300"/>
          </a:xfrm>
          <a:prstGeom prst="rect">
            <a:avLst/>
          </a:prstGeom>
        </p:spPr>
        <p:txBody>
          <a:bodyPr wrap="none" lIns="109709" tIns="54855" rIns="109709" bIns="54855">
            <a:spAutoFit/>
          </a:bodyPr>
          <a:lstStyle/>
          <a:p>
            <a:pPr algn="l"/>
            <a:r>
              <a:rPr lang="en-US" sz="1700" b="1" dirty="0">
                <a:latin typeface="微软雅黑" panose="020B0503020204020204" charset="-122"/>
                <a:ea typeface="Open Sans Light" panose="020B0306030504020204" pitchFamily="34" charset="0"/>
                <a:cs typeface="Aparajita" panose="020B0604020202020204" pitchFamily="34" charset="0"/>
              </a:rPr>
              <a:t>单击此处添加标题</a:t>
            </a:r>
          </a:p>
        </p:txBody>
      </p:sp>
      <p:sp>
        <p:nvSpPr>
          <p:cNvPr id="32" name="TextBox 31"/>
          <p:cNvSpPr txBox="1"/>
          <p:nvPr/>
        </p:nvSpPr>
        <p:spPr>
          <a:xfrm>
            <a:off x="2207288" y="2646200"/>
            <a:ext cx="3221215" cy="661670"/>
          </a:xfrm>
          <a:prstGeom prst="rect">
            <a:avLst/>
          </a:prstGeom>
          <a:noFill/>
        </p:spPr>
        <p:txBody>
          <a:bodyPr wrap="square" lIns="109709" tIns="54855" rIns="109709" bIns="54855" rtlCol="0">
            <a:spAutoFit/>
          </a:bodyPr>
          <a:lstStyle/>
          <a:p>
            <a:pPr>
              <a:lnSpc>
                <a:spcPct val="110000"/>
              </a:lnSpc>
            </a:pPr>
            <a:r>
              <a:rPr lang="en-US" sz="1100" dirty="0">
                <a:latin typeface="微软雅黑" panose="020B0503020204020204" charset="-122"/>
                <a:cs typeface="Aparajita" panose="020B0604020202020204" pitchFamily="34" charset="0"/>
              </a:rPr>
              <a:t>请在此粘贴或者输入您的文字内容请在此粘贴或者输入您的文字内容请在此粘贴或者输入您的文字内容</a:t>
            </a:r>
          </a:p>
        </p:txBody>
      </p:sp>
      <p:sp>
        <p:nvSpPr>
          <p:cNvPr id="33" name="Rectangle 32"/>
          <p:cNvSpPr/>
          <p:nvPr/>
        </p:nvSpPr>
        <p:spPr>
          <a:xfrm>
            <a:off x="2193010" y="3390790"/>
            <a:ext cx="1955800" cy="368300"/>
          </a:xfrm>
          <a:prstGeom prst="rect">
            <a:avLst/>
          </a:prstGeom>
        </p:spPr>
        <p:txBody>
          <a:bodyPr wrap="none" lIns="109709" tIns="54855" rIns="109709" bIns="54855">
            <a:spAutoFit/>
          </a:bodyPr>
          <a:lstStyle/>
          <a:p>
            <a:pPr algn="l"/>
            <a:r>
              <a:rPr lang="en-US" sz="1700" b="1" dirty="0">
                <a:latin typeface="微软雅黑" panose="020B0503020204020204" charset="-122"/>
                <a:ea typeface="Open Sans Light" panose="020B0306030504020204" pitchFamily="34" charset="0"/>
                <a:cs typeface="Aparajita" panose="020B0604020202020204" pitchFamily="34" charset="0"/>
              </a:rPr>
              <a:t>单击此处添加标题</a:t>
            </a:r>
          </a:p>
        </p:txBody>
      </p:sp>
      <p:sp>
        <p:nvSpPr>
          <p:cNvPr id="34" name="TextBox 33"/>
          <p:cNvSpPr txBox="1"/>
          <p:nvPr/>
        </p:nvSpPr>
        <p:spPr>
          <a:xfrm>
            <a:off x="2207288" y="3660518"/>
            <a:ext cx="3221215" cy="661670"/>
          </a:xfrm>
          <a:prstGeom prst="rect">
            <a:avLst/>
          </a:prstGeom>
          <a:noFill/>
        </p:spPr>
        <p:txBody>
          <a:bodyPr wrap="square" lIns="109709" tIns="54855" rIns="109709" bIns="54855" rtlCol="0">
            <a:spAutoFit/>
          </a:bodyPr>
          <a:lstStyle/>
          <a:p>
            <a:pPr>
              <a:lnSpc>
                <a:spcPct val="110000"/>
              </a:lnSpc>
            </a:pPr>
            <a:r>
              <a:rPr lang="en-US" sz="1100" dirty="0">
                <a:latin typeface="微软雅黑" panose="020B0503020204020204" charset="-122"/>
                <a:cs typeface="Aparajita" panose="020B0604020202020204" pitchFamily="34" charset="0"/>
              </a:rPr>
              <a:t>请在此粘贴或者输入您的文字内容请在此粘贴或者输入您的文字内容请在此粘贴或者输入您的文字内容</a:t>
            </a:r>
          </a:p>
        </p:txBody>
      </p:sp>
      <p:sp>
        <p:nvSpPr>
          <p:cNvPr id="35" name="Freeform 36"/>
          <p:cNvSpPr>
            <a:spLocks noChangeArrowheads="1"/>
          </p:cNvSpPr>
          <p:nvPr/>
        </p:nvSpPr>
        <p:spPr bwMode="auto">
          <a:xfrm>
            <a:off x="1651285" y="1713479"/>
            <a:ext cx="272695" cy="354873"/>
          </a:xfrm>
          <a:custGeom>
            <a:avLst/>
            <a:gdLst>
              <a:gd name="T0" fmla="*/ 115 w 320"/>
              <a:gd name="T1" fmla="*/ 62 h 417"/>
              <a:gd name="T2" fmla="*/ 115 w 320"/>
              <a:gd name="T3" fmla="*/ 62 h 417"/>
              <a:gd name="T4" fmla="*/ 62 w 320"/>
              <a:gd name="T5" fmla="*/ 0 h 417"/>
              <a:gd name="T6" fmla="*/ 0 w 320"/>
              <a:gd name="T7" fmla="*/ 62 h 417"/>
              <a:gd name="T8" fmla="*/ 36 w 320"/>
              <a:gd name="T9" fmla="*/ 115 h 417"/>
              <a:gd name="T10" fmla="*/ 36 w 320"/>
              <a:gd name="T11" fmla="*/ 301 h 417"/>
              <a:gd name="T12" fmla="*/ 0 w 320"/>
              <a:gd name="T13" fmla="*/ 354 h 417"/>
              <a:gd name="T14" fmla="*/ 62 w 320"/>
              <a:gd name="T15" fmla="*/ 416 h 417"/>
              <a:gd name="T16" fmla="*/ 115 w 320"/>
              <a:gd name="T17" fmla="*/ 354 h 417"/>
              <a:gd name="T18" fmla="*/ 80 w 320"/>
              <a:gd name="T19" fmla="*/ 301 h 417"/>
              <a:gd name="T20" fmla="*/ 80 w 320"/>
              <a:gd name="T21" fmla="*/ 115 h 417"/>
              <a:gd name="T22" fmla="*/ 115 w 320"/>
              <a:gd name="T23" fmla="*/ 62 h 417"/>
              <a:gd name="T24" fmla="*/ 98 w 320"/>
              <a:gd name="T25" fmla="*/ 354 h 417"/>
              <a:gd name="T26" fmla="*/ 98 w 320"/>
              <a:gd name="T27" fmla="*/ 354 h 417"/>
              <a:gd name="T28" fmla="*/ 62 w 320"/>
              <a:gd name="T29" fmla="*/ 390 h 417"/>
              <a:gd name="T30" fmla="*/ 27 w 320"/>
              <a:gd name="T31" fmla="*/ 354 h 417"/>
              <a:gd name="T32" fmla="*/ 62 w 320"/>
              <a:gd name="T33" fmla="*/ 319 h 417"/>
              <a:gd name="T34" fmla="*/ 98 w 320"/>
              <a:gd name="T35" fmla="*/ 354 h 417"/>
              <a:gd name="T36" fmla="*/ 62 w 320"/>
              <a:gd name="T37" fmla="*/ 88 h 417"/>
              <a:gd name="T38" fmla="*/ 62 w 320"/>
              <a:gd name="T39" fmla="*/ 88 h 417"/>
              <a:gd name="T40" fmla="*/ 27 w 320"/>
              <a:gd name="T41" fmla="*/ 62 h 417"/>
              <a:gd name="T42" fmla="*/ 62 w 320"/>
              <a:gd name="T43" fmla="*/ 27 h 417"/>
              <a:gd name="T44" fmla="*/ 98 w 320"/>
              <a:gd name="T45" fmla="*/ 62 h 417"/>
              <a:gd name="T46" fmla="*/ 62 w 320"/>
              <a:gd name="T47" fmla="*/ 88 h 417"/>
              <a:gd name="T48" fmla="*/ 284 w 320"/>
              <a:gd name="T49" fmla="*/ 301 h 417"/>
              <a:gd name="T50" fmla="*/ 284 w 320"/>
              <a:gd name="T51" fmla="*/ 301 h 417"/>
              <a:gd name="T52" fmla="*/ 284 w 320"/>
              <a:gd name="T53" fmla="*/ 115 h 417"/>
              <a:gd name="T54" fmla="*/ 319 w 320"/>
              <a:gd name="T55" fmla="*/ 62 h 417"/>
              <a:gd name="T56" fmla="*/ 257 w 320"/>
              <a:gd name="T57" fmla="*/ 0 h 417"/>
              <a:gd name="T58" fmla="*/ 195 w 320"/>
              <a:gd name="T59" fmla="*/ 62 h 417"/>
              <a:gd name="T60" fmla="*/ 239 w 320"/>
              <a:gd name="T61" fmla="*/ 115 h 417"/>
              <a:gd name="T62" fmla="*/ 239 w 320"/>
              <a:gd name="T63" fmla="*/ 301 h 417"/>
              <a:gd name="T64" fmla="*/ 195 w 320"/>
              <a:gd name="T65" fmla="*/ 354 h 417"/>
              <a:gd name="T66" fmla="*/ 257 w 320"/>
              <a:gd name="T67" fmla="*/ 416 h 417"/>
              <a:gd name="T68" fmla="*/ 319 w 320"/>
              <a:gd name="T69" fmla="*/ 354 h 417"/>
              <a:gd name="T70" fmla="*/ 284 w 320"/>
              <a:gd name="T71" fmla="*/ 301 h 417"/>
              <a:gd name="T72" fmla="*/ 221 w 320"/>
              <a:gd name="T73" fmla="*/ 62 h 417"/>
              <a:gd name="T74" fmla="*/ 221 w 320"/>
              <a:gd name="T75" fmla="*/ 62 h 417"/>
              <a:gd name="T76" fmla="*/ 257 w 320"/>
              <a:gd name="T77" fmla="*/ 27 h 417"/>
              <a:gd name="T78" fmla="*/ 292 w 320"/>
              <a:gd name="T79" fmla="*/ 62 h 417"/>
              <a:gd name="T80" fmla="*/ 257 w 320"/>
              <a:gd name="T81" fmla="*/ 88 h 417"/>
              <a:gd name="T82" fmla="*/ 221 w 320"/>
              <a:gd name="T83" fmla="*/ 62 h 417"/>
              <a:gd name="T84" fmla="*/ 257 w 320"/>
              <a:gd name="T85" fmla="*/ 390 h 417"/>
              <a:gd name="T86" fmla="*/ 257 w 320"/>
              <a:gd name="T87" fmla="*/ 390 h 417"/>
              <a:gd name="T88" fmla="*/ 221 w 320"/>
              <a:gd name="T89" fmla="*/ 354 h 417"/>
              <a:gd name="T90" fmla="*/ 257 w 320"/>
              <a:gd name="T91" fmla="*/ 319 h 417"/>
              <a:gd name="T92" fmla="*/ 292 w 320"/>
              <a:gd name="T93" fmla="*/ 354 h 417"/>
              <a:gd name="T94" fmla="*/ 257 w 320"/>
              <a:gd name="T95" fmla="*/ 39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0" h="417">
                <a:moveTo>
                  <a:pt x="115" y="62"/>
                </a:moveTo>
                <a:lnTo>
                  <a:pt x="115" y="62"/>
                </a:lnTo>
                <a:cubicBezTo>
                  <a:pt x="115" y="27"/>
                  <a:pt x="89" y="0"/>
                  <a:pt x="62" y="0"/>
                </a:cubicBezTo>
                <a:cubicBezTo>
                  <a:pt x="27" y="0"/>
                  <a:pt x="0" y="27"/>
                  <a:pt x="0" y="62"/>
                </a:cubicBezTo>
                <a:cubicBezTo>
                  <a:pt x="0" y="80"/>
                  <a:pt x="18" y="106"/>
                  <a:pt x="36" y="115"/>
                </a:cubicBezTo>
                <a:cubicBezTo>
                  <a:pt x="36" y="301"/>
                  <a:pt x="36" y="301"/>
                  <a:pt x="36" y="301"/>
                </a:cubicBezTo>
                <a:cubicBezTo>
                  <a:pt x="18" y="310"/>
                  <a:pt x="0" y="328"/>
                  <a:pt x="0" y="354"/>
                </a:cubicBezTo>
                <a:cubicBezTo>
                  <a:pt x="0" y="390"/>
                  <a:pt x="27" y="416"/>
                  <a:pt x="62" y="416"/>
                </a:cubicBezTo>
                <a:cubicBezTo>
                  <a:pt x="89" y="416"/>
                  <a:pt x="115" y="390"/>
                  <a:pt x="115" y="354"/>
                </a:cubicBezTo>
                <a:cubicBezTo>
                  <a:pt x="115" y="328"/>
                  <a:pt x="106" y="310"/>
                  <a:pt x="80" y="301"/>
                </a:cubicBezTo>
                <a:cubicBezTo>
                  <a:pt x="80" y="115"/>
                  <a:pt x="80" y="115"/>
                  <a:pt x="80" y="115"/>
                </a:cubicBezTo>
                <a:cubicBezTo>
                  <a:pt x="106" y="106"/>
                  <a:pt x="115" y="80"/>
                  <a:pt x="115" y="62"/>
                </a:cubicBezTo>
                <a:close/>
                <a:moveTo>
                  <a:pt x="98" y="354"/>
                </a:moveTo>
                <a:lnTo>
                  <a:pt x="98" y="354"/>
                </a:lnTo>
                <a:cubicBezTo>
                  <a:pt x="98" y="372"/>
                  <a:pt x="80" y="390"/>
                  <a:pt x="62" y="390"/>
                </a:cubicBezTo>
                <a:cubicBezTo>
                  <a:pt x="44" y="390"/>
                  <a:pt x="27" y="372"/>
                  <a:pt x="27" y="354"/>
                </a:cubicBezTo>
                <a:cubicBezTo>
                  <a:pt x="27" y="337"/>
                  <a:pt x="44" y="319"/>
                  <a:pt x="62" y="319"/>
                </a:cubicBezTo>
                <a:cubicBezTo>
                  <a:pt x="80" y="319"/>
                  <a:pt x="98" y="337"/>
                  <a:pt x="98" y="354"/>
                </a:cubicBezTo>
                <a:close/>
                <a:moveTo>
                  <a:pt x="62" y="88"/>
                </a:moveTo>
                <a:lnTo>
                  <a:pt x="62" y="88"/>
                </a:lnTo>
                <a:cubicBezTo>
                  <a:pt x="44" y="88"/>
                  <a:pt x="27" y="80"/>
                  <a:pt x="27" y="62"/>
                </a:cubicBezTo>
                <a:cubicBezTo>
                  <a:pt x="27" y="35"/>
                  <a:pt x="44" y="27"/>
                  <a:pt x="62" y="27"/>
                </a:cubicBezTo>
                <a:cubicBezTo>
                  <a:pt x="80" y="27"/>
                  <a:pt x="98" y="35"/>
                  <a:pt x="98" y="62"/>
                </a:cubicBezTo>
                <a:cubicBezTo>
                  <a:pt x="98" y="80"/>
                  <a:pt x="80" y="88"/>
                  <a:pt x="62" y="88"/>
                </a:cubicBezTo>
                <a:close/>
                <a:moveTo>
                  <a:pt x="284" y="301"/>
                </a:moveTo>
                <a:lnTo>
                  <a:pt x="284" y="301"/>
                </a:lnTo>
                <a:cubicBezTo>
                  <a:pt x="284" y="115"/>
                  <a:pt x="284" y="115"/>
                  <a:pt x="284" y="115"/>
                </a:cubicBezTo>
                <a:cubicBezTo>
                  <a:pt x="302" y="106"/>
                  <a:pt x="319" y="80"/>
                  <a:pt x="319" y="62"/>
                </a:cubicBezTo>
                <a:cubicBezTo>
                  <a:pt x="319" y="27"/>
                  <a:pt x="292" y="0"/>
                  <a:pt x="257" y="0"/>
                </a:cubicBezTo>
                <a:cubicBezTo>
                  <a:pt x="221" y="0"/>
                  <a:pt x="195" y="27"/>
                  <a:pt x="195" y="62"/>
                </a:cubicBezTo>
                <a:cubicBezTo>
                  <a:pt x="195" y="80"/>
                  <a:pt x="212" y="106"/>
                  <a:pt x="239" y="115"/>
                </a:cubicBezTo>
                <a:cubicBezTo>
                  <a:pt x="239" y="301"/>
                  <a:pt x="239" y="301"/>
                  <a:pt x="239" y="301"/>
                </a:cubicBezTo>
                <a:cubicBezTo>
                  <a:pt x="212" y="310"/>
                  <a:pt x="195" y="328"/>
                  <a:pt x="195" y="354"/>
                </a:cubicBezTo>
                <a:cubicBezTo>
                  <a:pt x="195" y="390"/>
                  <a:pt x="221" y="416"/>
                  <a:pt x="257" y="416"/>
                </a:cubicBezTo>
                <a:cubicBezTo>
                  <a:pt x="292" y="416"/>
                  <a:pt x="319" y="390"/>
                  <a:pt x="319" y="354"/>
                </a:cubicBezTo>
                <a:cubicBezTo>
                  <a:pt x="319" y="328"/>
                  <a:pt x="302" y="310"/>
                  <a:pt x="284" y="301"/>
                </a:cubicBezTo>
                <a:close/>
                <a:moveTo>
                  <a:pt x="221" y="62"/>
                </a:moveTo>
                <a:lnTo>
                  <a:pt x="221" y="62"/>
                </a:lnTo>
                <a:cubicBezTo>
                  <a:pt x="221" y="35"/>
                  <a:pt x="239" y="27"/>
                  <a:pt x="257" y="27"/>
                </a:cubicBezTo>
                <a:cubicBezTo>
                  <a:pt x="275" y="27"/>
                  <a:pt x="292" y="35"/>
                  <a:pt x="292" y="62"/>
                </a:cubicBezTo>
                <a:cubicBezTo>
                  <a:pt x="292" y="80"/>
                  <a:pt x="275" y="88"/>
                  <a:pt x="257" y="88"/>
                </a:cubicBezTo>
                <a:cubicBezTo>
                  <a:pt x="239" y="88"/>
                  <a:pt x="221" y="80"/>
                  <a:pt x="221" y="62"/>
                </a:cubicBezTo>
                <a:close/>
                <a:moveTo>
                  <a:pt x="257" y="390"/>
                </a:moveTo>
                <a:lnTo>
                  <a:pt x="257" y="390"/>
                </a:lnTo>
                <a:cubicBezTo>
                  <a:pt x="239" y="390"/>
                  <a:pt x="221" y="372"/>
                  <a:pt x="221" y="354"/>
                </a:cubicBezTo>
                <a:cubicBezTo>
                  <a:pt x="221" y="337"/>
                  <a:pt x="239" y="319"/>
                  <a:pt x="257" y="319"/>
                </a:cubicBezTo>
                <a:cubicBezTo>
                  <a:pt x="275" y="319"/>
                  <a:pt x="292" y="337"/>
                  <a:pt x="292" y="354"/>
                </a:cubicBezTo>
                <a:cubicBezTo>
                  <a:pt x="292" y="372"/>
                  <a:pt x="275" y="390"/>
                  <a:pt x="257" y="390"/>
                </a:cubicBezTo>
                <a:close/>
              </a:path>
            </a:pathLst>
          </a:custGeom>
          <a:solidFill>
            <a:schemeClr val="bg1"/>
          </a:solidFill>
          <a:ln>
            <a:noFill/>
          </a:ln>
          <a:effectLst/>
        </p:spPr>
        <p:txBody>
          <a:bodyPr wrap="none" anchor="ctr"/>
          <a:lstStyle/>
          <a:p>
            <a:endParaRPr lang="en-US" sz="1800" dirty="0">
              <a:latin typeface="微软雅黑" panose="020B0503020204020204" charset="-122"/>
            </a:endParaRPr>
          </a:p>
        </p:txBody>
      </p:sp>
      <p:sp>
        <p:nvSpPr>
          <p:cNvPr id="36" name="Freeform 39"/>
          <p:cNvSpPr>
            <a:spLocks noChangeArrowheads="1"/>
          </p:cNvSpPr>
          <p:nvPr/>
        </p:nvSpPr>
        <p:spPr bwMode="auto">
          <a:xfrm>
            <a:off x="1629795" y="2707407"/>
            <a:ext cx="316312" cy="316315"/>
          </a:xfrm>
          <a:custGeom>
            <a:avLst/>
            <a:gdLst>
              <a:gd name="T0" fmla="*/ 399 w 444"/>
              <a:gd name="T1" fmla="*/ 53 h 444"/>
              <a:gd name="T2" fmla="*/ 399 w 444"/>
              <a:gd name="T3" fmla="*/ 53 h 444"/>
              <a:gd name="T4" fmla="*/ 372 w 444"/>
              <a:gd name="T5" fmla="*/ 53 h 444"/>
              <a:gd name="T6" fmla="*/ 372 w 444"/>
              <a:gd name="T7" fmla="*/ 98 h 444"/>
              <a:gd name="T8" fmla="*/ 293 w 444"/>
              <a:gd name="T9" fmla="*/ 98 h 444"/>
              <a:gd name="T10" fmla="*/ 293 w 444"/>
              <a:gd name="T11" fmla="*/ 53 h 444"/>
              <a:gd name="T12" fmla="*/ 151 w 444"/>
              <a:gd name="T13" fmla="*/ 53 h 444"/>
              <a:gd name="T14" fmla="*/ 151 w 444"/>
              <a:gd name="T15" fmla="*/ 98 h 444"/>
              <a:gd name="T16" fmla="*/ 71 w 444"/>
              <a:gd name="T17" fmla="*/ 98 h 444"/>
              <a:gd name="T18" fmla="*/ 71 w 444"/>
              <a:gd name="T19" fmla="*/ 53 h 444"/>
              <a:gd name="T20" fmla="*/ 45 w 444"/>
              <a:gd name="T21" fmla="*/ 53 h 444"/>
              <a:gd name="T22" fmla="*/ 0 w 444"/>
              <a:gd name="T23" fmla="*/ 98 h 444"/>
              <a:gd name="T24" fmla="*/ 0 w 444"/>
              <a:gd name="T25" fmla="*/ 399 h 444"/>
              <a:gd name="T26" fmla="*/ 45 w 444"/>
              <a:gd name="T27" fmla="*/ 443 h 444"/>
              <a:gd name="T28" fmla="*/ 399 w 444"/>
              <a:gd name="T29" fmla="*/ 443 h 444"/>
              <a:gd name="T30" fmla="*/ 443 w 444"/>
              <a:gd name="T31" fmla="*/ 399 h 444"/>
              <a:gd name="T32" fmla="*/ 443 w 444"/>
              <a:gd name="T33" fmla="*/ 98 h 444"/>
              <a:gd name="T34" fmla="*/ 399 w 444"/>
              <a:gd name="T35" fmla="*/ 53 h 444"/>
              <a:gd name="T36" fmla="*/ 399 w 444"/>
              <a:gd name="T37" fmla="*/ 399 h 444"/>
              <a:gd name="T38" fmla="*/ 399 w 444"/>
              <a:gd name="T39" fmla="*/ 399 h 444"/>
              <a:gd name="T40" fmla="*/ 45 w 444"/>
              <a:gd name="T41" fmla="*/ 399 h 444"/>
              <a:gd name="T42" fmla="*/ 45 w 444"/>
              <a:gd name="T43" fmla="*/ 196 h 444"/>
              <a:gd name="T44" fmla="*/ 399 w 444"/>
              <a:gd name="T45" fmla="*/ 196 h 444"/>
              <a:gd name="T46" fmla="*/ 399 w 444"/>
              <a:gd name="T47" fmla="*/ 399 h 444"/>
              <a:gd name="T48" fmla="*/ 124 w 444"/>
              <a:gd name="T49" fmla="*/ 0 h 444"/>
              <a:gd name="T50" fmla="*/ 124 w 444"/>
              <a:gd name="T51" fmla="*/ 0 h 444"/>
              <a:gd name="T52" fmla="*/ 89 w 444"/>
              <a:gd name="T53" fmla="*/ 0 h 444"/>
              <a:gd name="T54" fmla="*/ 89 w 444"/>
              <a:gd name="T55" fmla="*/ 89 h 444"/>
              <a:gd name="T56" fmla="*/ 124 w 444"/>
              <a:gd name="T57" fmla="*/ 89 h 444"/>
              <a:gd name="T58" fmla="*/ 124 w 444"/>
              <a:gd name="T59" fmla="*/ 0 h 444"/>
              <a:gd name="T60" fmla="*/ 354 w 444"/>
              <a:gd name="T61" fmla="*/ 0 h 444"/>
              <a:gd name="T62" fmla="*/ 354 w 444"/>
              <a:gd name="T63" fmla="*/ 0 h 444"/>
              <a:gd name="T64" fmla="*/ 319 w 444"/>
              <a:gd name="T65" fmla="*/ 0 h 444"/>
              <a:gd name="T66" fmla="*/ 319 w 444"/>
              <a:gd name="T67" fmla="*/ 89 h 444"/>
              <a:gd name="T68" fmla="*/ 354 w 444"/>
              <a:gd name="T69" fmla="*/ 89 h 444"/>
              <a:gd name="T70" fmla="*/ 354 w 444"/>
              <a:gd name="T71" fmla="*/ 0 h 4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44" h="444">
                <a:moveTo>
                  <a:pt x="399" y="53"/>
                </a:moveTo>
                <a:lnTo>
                  <a:pt x="399" y="53"/>
                </a:lnTo>
                <a:cubicBezTo>
                  <a:pt x="372" y="53"/>
                  <a:pt x="372" y="53"/>
                  <a:pt x="372" y="53"/>
                </a:cubicBezTo>
                <a:cubicBezTo>
                  <a:pt x="372" y="98"/>
                  <a:pt x="372" y="98"/>
                  <a:pt x="372" y="98"/>
                </a:cubicBezTo>
                <a:cubicBezTo>
                  <a:pt x="293" y="98"/>
                  <a:pt x="293" y="98"/>
                  <a:pt x="293" y="98"/>
                </a:cubicBezTo>
                <a:cubicBezTo>
                  <a:pt x="293" y="53"/>
                  <a:pt x="293" y="53"/>
                  <a:pt x="293" y="53"/>
                </a:cubicBezTo>
                <a:cubicBezTo>
                  <a:pt x="151" y="53"/>
                  <a:pt x="151" y="53"/>
                  <a:pt x="151" y="53"/>
                </a:cubicBezTo>
                <a:cubicBezTo>
                  <a:pt x="151" y="98"/>
                  <a:pt x="151" y="98"/>
                  <a:pt x="151" y="98"/>
                </a:cubicBezTo>
                <a:cubicBezTo>
                  <a:pt x="71" y="98"/>
                  <a:pt x="71" y="98"/>
                  <a:pt x="71" y="98"/>
                </a:cubicBezTo>
                <a:cubicBezTo>
                  <a:pt x="71" y="53"/>
                  <a:pt x="71" y="53"/>
                  <a:pt x="71" y="53"/>
                </a:cubicBezTo>
                <a:cubicBezTo>
                  <a:pt x="45" y="53"/>
                  <a:pt x="45" y="53"/>
                  <a:pt x="45" y="53"/>
                </a:cubicBezTo>
                <a:cubicBezTo>
                  <a:pt x="18" y="53"/>
                  <a:pt x="0" y="71"/>
                  <a:pt x="0" y="98"/>
                </a:cubicBezTo>
                <a:cubicBezTo>
                  <a:pt x="0" y="399"/>
                  <a:pt x="0" y="399"/>
                  <a:pt x="0" y="399"/>
                </a:cubicBezTo>
                <a:cubicBezTo>
                  <a:pt x="0" y="425"/>
                  <a:pt x="18" y="443"/>
                  <a:pt x="45" y="443"/>
                </a:cubicBezTo>
                <a:cubicBezTo>
                  <a:pt x="399" y="443"/>
                  <a:pt x="399" y="443"/>
                  <a:pt x="399" y="443"/>
                </a:cubicBezTo>
                <a:cubicBezTo>
                  <a:pt x="425" y="443"/>
                  <a:pt x="443" y="425"/>
                  <a:pt x="443" y="399"/>
                </a:cubicBezTo>
                <a:cubicBezTo>
                  <a:pt x="443" y="98"/>
                  <a:pt x="443" y="98"/>
                  <a:pt x="443" y="98"/>
                </a:cubicBezTo>
                <a:cubicBezTo>
                  <a:pt x="443" y="71"/>
                  <a:pt x="425" y="53"/>
                  <a:pt x="399" y="53"/>
                </a:cubicBezTo>
                <a:close/>
                <a:moveTo>
                  <a:pt x="399" y="399"/>
                </a:moveTo>
                <a:lnTo>
                  <a:pt x="399" y="399"/>
                </a:lnTo>
                <a:cubicBezTo>
                  <a:pt x="45" y="399"/>
                  <a:pt x="45" y="399"/>
                  <a:pt x="45" y="399"/>
                </a:cubicBezTo>
                <a:cubicBezTo>
                  <a:pt x="45" y="196"/>
                  <a:pt x="45" y="196"/>
                  <a:pt x="45" y="196"/>
                </a:cubicBezTo>
                <a:cubicBezTo>
                  <a:pt x="399" y="196"/>
                  <a:pt x="399" y="196"/>
                  <a:pt x="399" y="196"/>
                </a:cubicBezTo>
                <a:lnTo>
                  <a:pt x="399" y="399"/>
                </a:lnTo>
                <a:close/>
                <a:moveTo>
                  <a:pt x="124" y="0"/>
                </a:moveTo>
                <a:lnTo>
                  <a:pt x="124" y="0"/>
                </a:lnTo>
                <a:cubicBezTo>
                  <a:pt x="89" y="0"/>
                  <a:pt x="89" y="0"/>
                  <a:pt x="89" y="0"/>
                </a:cubicBezTo>
                <a:cubicBezTo>
                  <a:pt x="89" y="89"/>
                  <a:pt x="89" y="89"/>
                  <a:pt x="89" y="89"/>
                </a:cubicBezTo>
                <a:cubicBezTo>
                  <a:pt x="124" y="89"/>
                  <a:pt x="124" y="89"/>
                  <a:pt x="124" y="89"/>
                </a:cubicBezTo>
                <a:lnTo>
                  <a:pt x="124" y="0"/>
                </a:lnTo>
                <a:close/>
                <a:moveTo>
                  <a:pt x="354" y="0"/>
                </a:moveTo>
                <a:lnTo>
                  <a:pt x="354" y="0"/>
                </a:lnTo>
                <a:cubicBezTo>
                  <a:pt x="319" y="0"/>
                  <a:pt x="319" y="0"/>
                  <a:pt x="319" y="0"/>
                </a:cubicBezTo>
                <a:cubicBezTo>
                  <a:pt x="319" y="89"/>
                  <a:pt x="319" y="89"/>
                  <a:pt x="319" y="89"/>
                </a:cubicBezTo>
                <a:cubicBezTo>
                  <a:pt x="354" y="89"/>
                  <a:pt x="354" y="89"/>
                  <a:pt x="354" y="89"/>
                </a:cubicBezTo>
                <a:lnTo>
                  <a:pt x="354" y="0"/>
                </a:lnTo>
                <a:close/>
              </a:path>
            </a:pathLst>
          </a:custGeom>
          <a:solidFill>
            <a:schemeClr val="bg1"/>
          </a:solidFill>
          <a:ln>
            <a:noFill/>
          </a:ln>
          <a:effectLst/>
        </p:spPr>
        <p:txBody>
          <a:bodyPr wrap="none" anchor="ctr"/>
          <a:lstStyle/>
          <a:p>
            <a:endParaRPr lang="en-US" sz="1800" dirty="0">
              <a:latin typeface="微软雅黑" panose="020B0503020204020204" charset="-122"/>
            </a:endParaRPr>
          </a:p>
        </p:txBody>
      </p:sp>
      <p:sp>
        <p:nvSpPr>
          <p:cNvPr id="37" name="Freeform 21"/>
          <p:cNvSpPr>
            <a:spLocks noChangeArrowheads="1"/>
          </p:cNvSpPr>
          <p:nvPr/>
        </p:nvSpPr>
        <p:spPr bwMode="auto">
          <a:xfrm>
            <a:off x="1547247" y="3755727"/>
            <a:ext cx="493793" cy="275302"/>
          </a:xfrm>
          <a:custGeom>
            <a:avLst/>
            <a:gdLst>
              <a:gd name="T0" fmla="*/ 249 w 497"/>
              <a:gd name="T1" fmla="*/ 0 h 276"/>
              <a:gd name="T2" fmla="*/ 249 w 497"/>
              <a:gd name="T3" fmla="*/ 0 h 276"/>
              <a:gd name="T4" fmla="*/ 0 w 497"/>
              <a:gd name="T5" fmla="*/ 133 h 276"/>
              <a:gd name="T6" fmla="*/ 249 w 497"/>
              <a:gd name="T7" fmla="*/ 275 h 276"/>
              <a:gd name="T8" fmla="*/ 496 w 497"/>
              <a:gd name="T9" fmla="*/ 133 h 276"/>
              <a:gd name="T10" fmla="*/ 249 w 497"/>
              <a:gd name="T11" fmla="*/ 0 h 276"/>
              <a:gd name="T12" fmla="*/ 249 w 497"/>
              <a:gd name="T13" fmla="*/ 239 h 276"/>
              <a:gd name="T14" fmla="*/ 249 w 497"/>
              <a:gd name="T15" fmla="*/ 239 h 276"/>
              <a:gd name="T16" fmla="*/ 142 w 497"/>
              <a:gd name="T17" fmla="*/ 133 h 276"/>
              <a:gd name="T18" fmla="*/ 249 w 497"/>
              <a:gd name="T19" fmla="*/ 26 h 276"/>
              <a:gd name="T20" fmla="*/ 355 w 497"/>
              <a:gd name="T21" fmla="*/ 133 h 276"/>
              <a:gd name="T22" fmla="*/ 249 w 497"/>
              <a:gd name="T23" fmla="*/ 239 h 276"/>
              <a:gd name="T24" fmla="*/ 249 w 497"/>
              <a:gd name="T25" fmla="*/ 133 h 276"/>
              <a:gd name="T26" fmla="*/ 249 w 497"/>
              <a:gd name="T27" fmla="*/ 133 h 276"/>
              <a:gd name="T28" fmla="*/ 249 w 497"/>
              <a:gd name="T29" fmla="*/ 79 h 276"/>
              <a:gd name="T30" fmla="*/ 195 w 497"/>
              <a:gd name="T31" fmla="*/ 133 h 276"/>
              <a:gd name="T32" fmla="*/ 249 w 497"/>
              <a:gd name="T33" fmla="*/ 186 h 276"/>
              <a:gd name="T34" fmla="*/ 302 w 497"/>
              <a:gd name="T35" fmla="*/ 133 h 276"/>
              <a:gd name="T36" fmla="*/ 249 w 497"/>
              <a:gd name="T37" fmla="*/ 13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97" h="276">
                <a:moveTo>
                  <a:pt x="249" y="0"/>
                </a:moveTo>
                <a:lnTo>
                  <a:pt x="249" y="0"/>
                </a:lnTo>
                <a:cubicBezTo>
                  <a:pt x="89" y="0"/>
                  <a:pt x="0" y="115"/>
                  <a:pt x="0" y="133"/>
                </a:cubicBezTo>
                <a:cubicBezTo>
                  <a:pt x="0" y="151"/>
                  <a:pt x="89" y="275"/>
                  <a:pt x="249" y="275"/>
                </a:cubicBezTo>
                <a:cubicBezTo>
                  <a:pt x="408" y="275"/>
                  <a:pt x="496" y="151"/>
                  <a:pt x="496" y="133"/>
                </a:cubicBezTo>
                <a:cubicBezTo>
                  <a:pt x="496" y="115"/>
                  <a:pt x="408" y="0"/>
                  <a:pt x="249" y="0"/>
                </a:cubicBezTo>
                <a:close/>
                <a:moveTo>
                  <a:pt x="249" y="239"/>
                </a:moveTo>
                <a:lnTo>
                  <a:pt x="249" y="239"/>
                </a:lnTo>
                <a:cubicBezTo>
                  <a:pt x="186" y="239"/>
                  <a:pt x="142" y="195"/>
                  <a:pt x="142" y="133"/>
                </a:cubicBezTo>
                <a:cubicBezTo>
                  <a:pt x="142" y="79"/>
                  <a:pt x="186" y="26"/>
                  <a:pt x="249" y="26"/>
                </a:cubicBezTo>
                <a:cubicBezTo>
                  <a:pt x="310" y="26"/>
                  <a:pt x="355" y="79"/>
                  <a:pt x="355" y="133"/>
                </a:cubicBezTo>
                <a:cubicBezTo>
                  <a:pt x="355" y="195"/>
                  <a:pt x="310" y="239"/>
                  <a:pt x="249" y="239"/>
                </a:cubicBezTo>
                <a:close/>
                <a:moveTo>
                  <a:pt x="249" y="133"/>
                </a:moveTo>
                <a:lnTo>
                  <a:pt x="249" y="133"/>
                </a:lnTo>
                <a:cubicBezTo>
                  <a:pt x="239" y="123"/>
                  <a:pt x="266" y="79"/>
                  <a:pt x="249" y="79"/>
                </a:cubicBezTo>
                <a:cubicBezTo>
                  <a:pt x="221" y="79"/>
                  <a:pt x="195" y="107"/>
                  <a:pt x="195" y="133"/>
                </a:cubicBezTo>
                <a:cubicBezTo>
                  <a:pt x="195" y="168"/>
                  <a:pt x="221" y="186"/>
                  <a:pt x="249" y="186"/>
                </a:cubicBezTo>
                <a:cubicBezTo>
                  <a:pt x="274" y="186"/>
                  <a:pt x="302" y="168"/>
                  <a:pt x="302" y="133"/>
                </a:cubicBezTo>
                <a:cubicBezTo>
                  <a:pt x="302" y="123"/>
                  <a:pt x="257" y="142"/>
                  <a:pt x="249" y="133"/>
                </a:cubicBezTo>
                <a:close/>
              </a:path>
            </a:pathLst>
          </a:custGeom>
          <a:solidFill>
            <a:schemeClr val="bg1"/>
          </a:solidFill>
          <a:ln>
            <a:noFill/>
          </a:ln>
          <a:effectLst/>
        </p:spPr>
        <p:txBody>
          <a:bodyPr wrap="none" anchor="ctr"/>
          <a:lstStyle/>
          <a:p>
            <a:endParaRPr lang="en-US" sz="1800" dirty="0">
              <a:latin typeface="微软雅黑" panose="020B0503020204020204" charset="-122"/>
            </a:endParaRPr>
          </a:p>
        </p:txBody>
      </p:sp>
      <p:sp>
        <p:nvSpPr>
          <p:cNvPr id="38" name="Oval 37"/>
          <p:cNvSpPr/>
          <p:nvPr/>
        </p:nvSpPr>
        <p:spPr bwMode="auto">
          <a:xfrm>
            <a:off x="1413151" y="4477566"/>
            <a:ext cx="764860" cy="76506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1218565">
              <a:defRPr/>
            </a:pPr>
            <a:endParaRPr lang="en-US" sz="1800" dirty="0">
              <a:latin typeface="微软雅黑" panose="020B0503020204020204" charset="-122"/>
            </a:endParaRPr>
          </a:p>
        </p:txBody>
      </p:sp>
      <p:sp>
        <p:nvSpPr>
          <p:cNvPr id="39" name="Rectangle 38"/>
          <p:cNvSpPr/>
          <p:nvPr/>
        </p:nvSpPr>
        <p:spPr>
          <a:xfrm>
            <a:off x="2220124" y="4374038"/>
            <a:ext cx="1955800" cy="368300"/>
          </a:xfrm>
          <a:prstGeom prst="rect">
            <a:avLst/>
          </a:prstGeom>
        </p:spPr>
        <p:txBody>
          <a:bodyPr wrap="none" lIns="109709" tIns="54855" rIns="109709" bIns="54855">
            <a:spAutoFit/>
          </a:bodyPr>
          <a:lstStyle/>
          <a:p>
            <a:pPr algn="l"/>
            <a:r>
              <a:rPr lang="en-US" sz="1700" b="1" dirty="0">
                <a:latin typeface="微软雅黑" panose="020B0503020204020204" charset="-122"/>
                <a:ea typeface="Open Sans Light" panose="020B0306030504020204" pitchFamily="34" charset="0"/>
                <a:cs typeface="Aparajita" panose="020B0604020202020204" pitchFamily="34" charset="0"/>
              </a:rPr>
              <a:t>单击此处添加标题</a:t>
            </a:r>
          </a:p>
        </p:txBody>
      </p:sp>
      <p:sp>
        <p:nvSpPr>
          <p:cNvPr id="40" name="TextBox 39"/>
          <p:cNvSpPr txBox="1"/>
          <p:nvPr/>
        </p:nvSpPr>
        <p:spPr>
          <a:xfrm>
            <a:off x="2234402" y="4643766"/>
            <a:ext cx="3221215" cy="661670"/>
          </a:xfrm>
          <a:prstGeom prst="rect">
            <a:avLst/>
          </a:prstGeom>
          <a:noFill/>
        </p:spPr>
        <p:txBody>
          <a:bodyPr wrap="square" lIns="109709" tIns="54855" rIns="109709" bIns="54855" rtlCol="0">
            <a:spAutoFit/>
          </a:bodyPr>
          <a:lstStyle/>
          <a:p>
            <a:pPr>
              <a:lnSpc>
                <a:spcPct val="110000"/>
              </a:lnSpc>
            </a:pPr>
            <a:r>
              <a:rPr lang="en-US" sz="1100" dirty="0">
                <a:latin typeface="微软雅黑" panose="020B0503020204020204" charset="-122"/>
                <a:cs typeface="Aparajita" panose="020B0604020202020204" pitchFamily="34" charset="0"/>
              </a:rPr>
              <a:t>请在此粘贴或者输入您的文字内容请在此粘贴或者输入您的文字内容请在此粘贴或者输入您的文字内容</a:t>
            </a:r>
          </a:p>
        </p:txBody>
      </p:sp>
      <p:sp>
        <p:nvSpPr>
          <p:cNvPr id="41" name="Freeform 127"/>
          <p:cNvSpPr>
            <a:spLocks noChangeArrowheads="1"/>
          </p:cNvSpPr>
          <p:nvPr/>
        </p:nvSpPr>
        <p:spPr bwMode="auto">
          <a:xfrm>
            <a:off x="1599685" y="4690729"/>
            <a:ext cx="414209" cy="333566"/>
          </a:xfrm>
          <a:custGeom>
            <a:avLst/>
            <a:gdLst>
              <a:gd name="T0" fmla="*/ 169 w 497"/>
              <a:gd name="T1" fmla="*/ 196 h 400"/>
              <a:gd name="T2" fmla="*/ 169 w 497"/>
              <a:gd name="T3" fmla="*/ 196 h 400"/>
              <a:gd name="T4" fmla="*/ 248 w 497"/>
              <a:gd name="T5" fmla="*/ 275 h 400"/>
              <a:gd name="T6" fmla="*/ 328 w 497"/>
              <a:gd name="T7" fmla="*/ 196 h 400"/>
              <a:gd name="T8" fmla="*/ 248 w 497"/>
              <a:gd name="T9" fmla="*/ 116 h 400"/>
              <a:gd name="T10" fmla="*/ 169 w 497"/>
              <a:gd name="T11" fmla="*/ 196 h 400"/>
              <a:gd name="T12" fmla="*/ 116 w 497"/>
              <a:gd name="T13" fmla="*/ 169 h 400"/>
              <a:gd name="T14" fmla="*/ 116 w 497"/>
              <a:gd name="T15" fmla="*/ 169 h 400"/>
              <a:gd name="T16" fmla="*/ 248 w 497"/>
              <a:gd name="T17" fmla="*/ 63 h 400"/>
              <a:gd name="T18" fmla="*/ 345 w 497"/>
              <a:gd name="T19" fmla="*/ 98 h 400"/>
              <a:gd name="T20" fmla="*/ 390 w 497"/>
              <a:gd name="T21" fmla="*/ 98 h 400"/>
              <a:gd name="T22" fmla="*/ 390 w 497"/>
              <a:gd name="T23" fmla="*/ 54 h 400"/>
              <a:gd name="T24" fmla="*/ 248 w 497"/>
              <a:gd name="T25" fmla="*/ 0 h 400"/>
              <a:gd name="T26" fmla="*/ 62 w 497"/>
              <a:gd name="T27" fmla="*/ 143 h 400"/>
              <a:gd name="T28" fmla="*/ 0 w 497"/>
              <a:gd name="T29" fmla="*/ 143 h 400"/>
              <a:gd name="T30" fmla="*/ 0 w 497"/>
              <a:gd name="T31" fmla="*/ 196 h 400"/>
              <a:gd name="T32" fmla="*/ 80 w 497"/>
              <a:gd name="T33" fmla="*/ 196 h 400"/>
              <a:gd name="T34" fmla="*/ 116 w 497"/>
              <a:gd name="T35" fmla="*/ 169 h 400"/>
              <a:gd name="T36" fmla="*/ 416 w 497"/>
              <a:gd name="T37" fmla="*/ 196 h 400"/>
              <a:gd name="T38" fmla="*/ 416 w 497"/>
              <a:gd name="T39" fmla="*/ 196 h 400"/>
              <a:gd name="T40" fmla="*/ 381 w 497"/>
              <a:gd name="T41" fmla="*/ 231 h 400"/>
              <a:gd name="T42" fmla="*/ 248 w 497"/>
              <a:gd name="T43" fmla="*/ 337 h 400"/>
              <a:gd name="T44" fmla="*/ 151 w 497"/>
              <a:gd name="T45" fmla="*/ 293 h 400"/>
              <a:gd name="T46" fmla="*/ 107 w 497"/>
              <a:gd name="T47" fmla="*/ 293 h 400"/>
              <a:gd name="T48" fmla="*/ 107 w 497"/>
              <a:gd name="T49" fmla="*/ 337 h 400"/>
              <a:gd name="T50" fmla="*/ 248 w 497"/>
              <a:gd name="T51" fmla="*/ 399 h 400"/>
              <a:gd name="T52" fmla="*/ 435 w 497"/>
              <a:gd name="T53" fmla="*/ 257 h 400"/>
              <a:gd name="T54" fmla="*/ 496 w 497"/>
              <a:gd name="T55" fmla="*/ 257 h 400"/>
              <a:gd name="T56" fmla="*/ 496 w 497"/>
              <a:gd name="T57" fmla="*/ 196 h 400"/>
              <a:gd name="T58" fmla="*/ 416 w 497"/>
              <a:gd name="T59" fmla="*/ 196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97" h="400">
                <a:moveTo>
                  <a:pt x="169" y="196"/>
                </a:moveTo>
                <a:lnTo>
                  <a:pt x="169" y="196"/>
                </a:lnTo>
                <a:cubicBezTo>
                  <a:pt x="169" y="240"/>
                  <a:pt x="204" y="275"/>
                  <a:pt x="248" y="275"/>
                </a:cubicBezTo>
                <a:cubicBezTo>
                  <a:pt x="292" y="275"/>
                  <a:pt x="328" y="240"/>
                  <a:pt x="328" y="196"/>
                </a:cubicBezTo>
                <a:cubicBezTo>
                  <a:pt x="328" y="151"/>
                  <a:pt x="292" y="116"/>
                  <a:pt x="248" y="116"/>
                </a:cubicBezTo>
                <a:cubicBezTo>
                  <a:pt x="204" y="116"/>
                  <a:pt x="169" y="151"/>
                  <a:pt x="169" y="196"/>
                </a:cubicBezTo>
                <a:close/>
                <a:moveTo>
                  <a:pt x="116" y="169"/>
                </a:moveTo>
                <a:lnTo>
                  <a:pt x="116" y="169"/>
                </a:lnTo>
                <a:cubicBezTo>
                  <a:pt x="124" y="107"/>
                  <a:pt x="186" y="63"/>
                  <a:pt x="248" y="63"/>
                </a:cubicBezTo>
                <a:cubicBezTo>
                  <a:pt x="284" y="63"/>
                  <a:pt x="319" y="71"/>
                  <a:pt x="345" y="98"/>
                </a:cubicBezTo>
                <a:cubicBezTo>
                  <a:pt x="354" y="107"/>
                  <a:pt x="381" y="107"/>
                  <a:pt x="390" y="98"/>
                </a:cubicBezTo>
                <a:cubicBezTo>
                  <a:pt x="399" y="89"/>
                  <a:pt x="399" y="71"/>
                  <a:pt x="390" y="54"/>
                </a:cubicBezTo>
                <a:cubicBezTo>
                  <a:pt x="354" y="18"/>
                  <a:pt x="301" y="0"/>
                  <a:pt x="248" y="0"/>
                </a:cubicBezTo>
                <a:cubicBezTo>
                  <a:pt x="160" y="0"/>
                  <a:pt x="80" y="54"/>
                  <a:pt x="62" y="143"/>
                </a:cubicBezTo>
                <a:cubicBezTo>
                  <a:pt x="0" y="143"/>
                  <a:pt x="0" y="143"/>
                  <a:pt x="0" y="143"/>
                </a:cubicBezTo>
                <a:cubicBezTo>
                  <a:pt x="0" y="196"/>
                  <a:pt x="0" y="196"/>
                  <a:pt x="0" y="196"/>
                </a:cubicBezTo>
                <a:cubicBezTo>
                  <a:pt x="80" y="196"/>
                  <a:pt x="80" y="196"/>
                  <a:pt x="80" y="196"/>
                </a:cubicBezTo>
                <a:cubicBezTo>
                  <a:pt x="107" y="196"/>
                  <a:pt x="107" y="178"/>
                  <a:pt x="116" y="169"/>
                </a:cubicBezTo>
                <a:close/>
                <a:moveTo>
                  <a:pt x="416" y="196"/>
                </a:moveTo>
                <a:lnTo>
                  <a:pt x="416" y="196"/>
                </a:lnTo>
                <a:cubicBezTo>
                  <a:pt x="390" y="196"/>
                  <a:pt x="390" y="222"/>
                  <a:pt x="381" y="231"/>
                </a:cubicBezTo>
                <a:cubicBezTo>
                  <a:pt x="372" y="293"/>
                  <a:pt x="319" y="337"/>
                  <a:pt x="248" y="337"/>
                </a:cubicBezTo>
                <a:cubicBezTo>
                  <a:pt x="213" y="337"/>
                  <a:pt x="177" y="319"/>
                  <a:pt x="151" y="293"/>
                </a:cubicBezTo>
                <a:cubicBezTo>
                  <a:pt x="142" y="284"/>
                  <a:pt x="116" y="284"/>
                  <a:pt x="107" y="293"/>
                </a:cubicBezTo>
                <a:cubicBezTo>
                  <a:pt x="97" y="310"/>
                  <a:pt x="97" y="328"/>
                  <a:pt x="107" y="337"/>
                </a:cubicBezTo>
                <a:cubicBezTo>
                  <a:pt x="142" y="373"/>
                  <a:pt x="195" y="399"/>
                  <a:pt x="248" y="399"/>
                </a:cubicBezTo>
                <a:cubicBezTo>
                  <a:pt x="337" y="399"/>
                  <a:pt x="416" y="337"/>
                  <a:pt x="435" y="257"/>
                </a:cubicBezTo>
                <a:cubicBezTo>
                  <a:pt x="496" y="257"/>
                  <a:pt x="496" y="257"/>
                  <a:pt x="496" y="257"/>
                </a:cubicBezTo>
                <a:cubicBezTo>
                  <a:pt x="496" y="196"/>
                  <a:pt x="496" y="196"/>
                  <a:pt x="496" y="196"/>
                </a:cubicBezTo>
                <a:lnTo>
                  <a:pt x="416" y="196"/>
                </a:lnTo>
                <a:close/>
              </a:path>
            </a:pathLst>
          </a:custGeom>
          <a:solidFill>
            <a:schemeClr val="bg1"/>
          </a:solidFill>
          <a:ln>
            <a:noFill/>
          </a:ln>
          <a:effectLst/>
        </p:spPr>
        <p:txBody>
          <a:bodyPr wrap="none" anchor="ctr"/>
          <a:lstStyle/>
          <a:p>
            <a:endParaRPr lang="en-US" sz="1800" dirty="0">
              <a:latin typeface="微软雅黑" panose="020B0503020204020204" charset="-122"/>
            </a:endParaRPr>
          </a:p>
        </p:txBody>
      </p:sp>
      <p:sp>
        <p:nvSpPr>
          <p:cNvPr id="61" name="Freeform 24"/>
          <p:cNvSpPr>
            <a:spLocks noChangeArrowheads="1"/>
          </p:cNvSpPr>
          <p:nvPr/>
        </p:nvSpPr>
        <p:spPr bwMode="auto">
          <a:xfrm>
            <a:off x="6730316" y="3013530"/>
            <a:ext cx="206283" cy="1828627"/>
          </a:xfrm>
          <a:custGeom>
            <a:avLst/>
            <a:gdLst>
              <a:gd name="T0" fmla="*/ 525 w 908"/>
              <a:gd name="T1" fmla="*/ 0 h 8054"/>
              <a:gd name="T2" fmla="*/ 525 w 908"/>
              <a:gd name="T3" fmla="*/ 0 h 8054"/>
              <a:gd name="T4" fmla="*/ 388 w 908"/>
              <a:gd name="T5" fmla="*/ 0 h 8054"/>
              <a:gd name="T6" fmla="*/ 0 w 908"/>
              <a:gd name="T7" fmla="*/ 381 h 8054"/>
              <a:gd name="T8" fmla="*/ 0 w 908"/>
              <a:gd name="T9" fmla="*/ 8053 h 8054"/>
              <a:gd name="T10" fmla="*/ 907 w 908"/>
              <a:gd name="T11" fmla="*/ 8053 h 8054"/>
              <a:gd name="T12" fmla="*/ 907 w 908"/>
              <a:gd name="T13" fmla="*/ 381 h 8054"/>
              <a:gd name="T14" fmla="*/ 525 w 908"/>
              <a:gd name="T15" fmla="*/ 0 h 80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08" h="8054">
                <a:moveTo>
                  <a:pt x="525" y="0"/>
                </a:moveTo>
                <a:lnTo>
                  <a:pt x="525" y="0"/>
                </a:lnTo>
                <a:cubicBezTo>
                  <a:pt x="388" y="0"/>
                  <a:pt x="388" y="0"/>
                  <a:pt x="388" y="0"/>
                </a:cubicBezTo>
                <a:cubicBezTo>
                  <a:pt x="175" y="0"/>
                  <a:pt x="0" y="168"/>
                  <a:pt x="0" y="381"/>
                </a:cubicBezTo>
                <a:cubicBezTo>
                  <a:pt x="0" y="8053"/>
                  <a:pt x="0" y="8053"/>
                  <a:pt x="0" y="8053"/>
                </a:cubicBezTo>
                <a:cubicBezTo>
                  <a:pt x="907" y="8053"/>
                  <a:pt x="907" y="8053"/>
                  <a:pt x="907" y="8053"/>
                </a:cubicBezTo>
                <a:cubicBezTo>
                  <a:pt x="907" y="381"/>
                  <a:pt x="907" y="381"/>
                  <a:pt x="907" y="381"/>
                </a:cubicBezTo>
                <a:cubicBezTo>
                  <a:pt x="907" y="168"/>
                  <a:pt x="739" y="0"/>
                  <a:pt x="525" y="0"/>
                </a:cubicBezTo>
              </a:path>
            </a:pathLst>
          </a:custGeom>
          <a:solidFill>
            <a:schemeClr val="accent3"/>
          </a:solidFill>
          <a:ln>
            <a:noFill/>
          </a:ln>
          <a:effectLst/>
        </p:spPr>
        <p:txBody>
          <a:bodyPr wrap="none" anchor="ctr"/>
          <a:lstStyle/>
          <a:p>
            <a:endParaRPr lang="en-US" sz="1800" dirty="0">
              <a:latin typeface="微软雅黑" panose="020B0503020204020204" charset="-122"/>
            </a:endParaRPr>
          </a:p>
        </p:txBody>
      </p:sp>
      <p:sp>
        <p:nvSpPr>
          <p:cNvPr id="62" name="Freeform 25"/>
          <p:cNvSpPr>
            <a:spLocks noChangeArrowheads="1"/>
          </p:cNvSpPr>
          <p:nvPr/>
        </p:nvSpPr>
        <p:spPr bwMode="auto">
          <a:xfrm>
            <a:off x="7043745" y="2398646"/>
            <a:ext cx="194267" cy="2443510"/>
          </a:xfrm>
          <a:custGeom>
            <a:avLst/>
            <a:gdLst>
              <a:gd name="T0" fmla="*/ 465 w 854"/>
              <a:gd name="T1" fmla="*/ 0 h 10759"/>
              <a:gd name="T2" fmla="*/ 465 w 854"/>
              <a:gd name="T3" fmla="*/ 0 h 10759"/>
              <a:gd name="T4" fmla="*/ 388 w 854"/>
              <a:gd name="T5" fmla="*/ 0 h 10759"/>
              <a:gd name="T6" fmla="*/ 0 w 854"/>
              <a:gd name="T7" fmla="*/ 389 h 10759"/>
              <a:gd name="T8" fmla="*/ 0 w 854"/>
              <a:gd name="T9" fmla="*/ 10758 h 10759"/>
              <a:gd name="T10" fmla="*/ 853 w 854"/>
              <a:gd name="T11" fmla="*/ 10758 h 10759"/>
              <a:gd name="T12" fmla="*/ 853 w 854"/>
              <a:gd name="T13" fmla="*/ 389 h 10759"/>
              <a:gd name="T14" fmla="*/ 465 w 854"/>
              <a:gd name="T15" fmla="*/ 0 h 107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54" h="10759">
                <a:moveTo>
                  <a:pt x="465" y="0"/>
                </a:moveTo>
                <a:lnTo>
                  <a:pt x="465" y="0"/>
                </a:lnTo>
                <a:cubicBezTo>
                  <a:pt x="388" y="0"/>
                  <a:pt x="388" y="0"/>
                  <a:pt x="388" y="0"/>
                </a:cubicBezTo>
                <a:cubicBezTo>
                  <a:pt x="175" y="0"/>
                  <a:pt x="0" y="176"/>
                  <a:pt x="0" y="389"/>
                </a:cubicBezTo>
                <a:cubicBezTo>
                  <a:pt x="0" y="10758"/>
                  <a:pt x="0" y="10758"/>
                  <a:pt x="0" y="10758"/>
                </a:cubicBezTo>
                <a:cubicBezTo>
                  <a:pt x="853" y="10758"/>
                  <a:pt x="853" y="10758"/>
                  <a:pt x="853" y="10758"/>
                </a:cubicBezTo>
                <a:cubicBezTo>
                  <a:pt x="853" y="389"/>
                  <a:pt x="853" y="389"/>
                  <a:pt x="853" y="389"/>
                </a:cubicBezTo>
                <a:cubicBezTo>
                  <a:pt x="853" y="176"/>
                  <a:pt x="678" y="0"/>
                  <a:pt x="465" y="0"/>
                </a:cubicBezTo>
              </a:path>
            </a:pathLst>
          </a:custGeom>
          <a:solidFill>
            <a:schemeClr val="accent3"/>
          </a:solidFill>
          <a:ln>
            <a:noFill/>
          </a:ln>
          <a:effectLst/>
        </p:spPr>
        <p:txBody>
          <a:bodyPr wrap="none" anchor="ctr"/>
          <a:lstStyle/>
          <a:p>
            <a:endParaRPr lang="en-US" sz="1800" dirty="0">
              <a:latin typeface="微软雅黑" panose="020B0503020204020204" charset="-122"/>
            </a:endParaRPr>
          </a:p>
        </p:txBody>
      </p:sp>
      <p:sp>
        <p:nvSpPr>
          <p:cNvPr id="63" name="Freeform 26"/>
          <p:cNvSpPr>
            <a:spLocks noChangeArrowheads="1"/>
          </p:cNvSpPr>
          <p:nvPr/>
        </p:nvSpPr>
        <p:spPr bwMode="auto">
          <a:xfrm>
            <a:off x="7847848" y="1982048"/>
            <a:ext cx="192264" cy="2860108"/>
          </a:xfrm>
          <a:custGeom>
            <a:avLst/>
            <a:gdLst>
              <a:gd name="T0" fmla="*/ 465 w 847"/>
              <a:gd name="T1" fmla="*/ 0 h 12595"/>
              <a:gd name="T2" fmla="*/ 465 w 847"/>
              <a:gd name="T3" fmla="*/ 0 h 12595"/>
              <a:gd name="T4" fmla="*/ 381 w 847"/>
              <a:gd name="T5" fmla="*/ 0 h 12595"/>
              <a:gd name="T6" fmla="*/ 0 w 847"/>
              <a:gd name="T7" fmla="*/ 389 h 12595"/>
              <a:gd name="T8" fmla="*/ 0 w 847"/>
              <a:gd name="T9" fmla="*/ 12594 h 12595"/>
              <a:gd name="T10" fmla="*/ 846 w 847"/>
              <a:gd name="T11" fmla="*/ 12594 h 12595"/>
              <a:gd name="T12" fmla="*/ 846 w 847"/>
              <a:gd name="T13" fmla="*/ 389 h 12595"/>
              <a:gd name="T14" fmla="*/ 465 w 847"/>
              <a:gd name="T15" fmla="*/ 0 h 1259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7" h="12595">
                <a:moveTo>
                  <a:pt x="465" y="0"/>
                </a:moveTo>
                <a:lnTo>
                  <a:pt x="465" y="0"/>
                </a:lnTo>
                <a:cubicBezTo>
                  <a:pt x="381" y="0"/>
                  <a:pt x="381" y="0"/>
                  <a:pt x="381" y="0"/>
                </a:cubicBezTo>
                <a:cubicBezTo>
                  <a:pt x="168" y="0"/>
                  <a:pt x="0" y="175"/>
                  <a:pt x="0" y="389"/>
                </a:cubicBezTo>
                <a:cubicBezTo>
                  <a:pt x="0" y="12594"/>
                  <a:pt x="0" y="12594"/>
                  <a:pt x="0" y="12594"/>
                </a:cubicBezTo>
                <a:cubicBezTo>
                  <a:pt x="846" y="12594"/>
                  <a:pt x="846" y="12594"/>
                  <a:pt x="846" y="12594"/>
                </a:cubicBezTo>
                <a:cubicBezTo>
                  <a:pt x="846" y="389"/>
                  <a:pt x="846" y="389"/>
                  <a:pt x="846" y="389"/>
                </a:cubicBezTo>
                <a:cubicBezTo>
                  <a:pt x="846" y="175"/>
                  <a:pt x="678" y="0"/>
                  <a:pt x="465" y="0"/>
                </a:cubicBezTo>
              </a:path>
            </a:pathLst>
          </a:custGeom>
          <a:solidFill>
            <a:schemeClr val="accent3"/>
          </a:solidFill>
          <a:ln>
            <a:noFill/>
          </a:ln>
          <a:effectLst/>
        </p:spPr>
        <p:txBody>
          <a:bodyPr wrap="none" anchor="ctr"/>
          <a:lstStyle/>
          <a:p>
            <a:endParaRPr lang="en-US" sz="1800" dirty="0">
              <a:latin typeface="微软雅黑" panose="020B0503020204020204" charset="-122"/>
            </a:endParaRPr>
          </a:p>
        </p:txBody>
      </p:sp>
      <p:sp>
        <p:nvSpPr>
          <p:cNvPr id="64" name="Freeform 27"/>
          <p:cNvSpPr>
            <a:spLocks noChangeArrowheads="1"/>
          </p:cNvSpPr>
          <p:nvPr/>
        </p:nvSpPr>
        <p:spPr bwMode="auto">
          <a:xfrm>
            <a:off x="8133240" y="3139710"/>
            <a:ext cx="206283" cy="1702445"/>
          </a:xfrm>
          <a:custGeom>
            <a:avLst/>
            <a:gdLst>
              <a:gd name="T0" fmla="*/ 518 w 908"/>
              <a:gd name="T1" fmla="*/ 0 h 7498"/>
              <a:gd name="T2" fmla="*/ 518 w 908"/>
              <a:gd name="T3" fmla="*/ 0 h 7498"/>
              <a:gd name="T4" fmla="*/ 381 w 908"/>
              <a:gd name="T5" fmla="*/ 0 h 7498"/>
              <a:gd name="T6" fmla="*/ 0 w 908"/>
              <a:gd name="T7" fmla="*/ 389 h 7498"/>
              <a:gd name="T8" fmla="*/ 0 w 908"/>
              <a:gd name="T9" fmla="*/ 7497 h 7498"/>
              <a:gd name="T10" fmla="*/ 907 w 908"/>
              <a:gd name="T11" fmla="*/ 7497 h 7498"/>
              <a:gd name="T12" fmla="*/ 907 w 908"/>
              <a:gd name="T13" fmla="*/ 389 h 7498"/>
              <a:gd name="T14" fmla="*/ 518 w 908"/>
              <a:gd name="T15" fmla="*/ 0 h 749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08" h="7498">
                <a:moveTo>
                  <a:pt x="518" y="0"/>
                </a:moveTo>
                <a:lnTo>
                  <a:pt x="518" y="0"/>
                </a:lnTo>
                <a:cubicBezTo>
                  <a:pt x="381" y="0"/>
                  <a:pt x="381" y="0"/>
                  <a:pt x="381" y="0"/>
                </a:cubicBezTo>
                <a:cubicBezTo>
                  <a:pt x="168" y="0"/>
                  <a:pt x="0" y="176"/>
                  <a:pt x="0" y="389"/>
                </a:cubicBezTo>
                <a:cubicBezTo>
                  <a:pt x="0" y="7497"/>
                  <a:pt x="0" y="7497"/>
                  <a:pt x="0" y="7497"/>
                </a:cubicBezTo>
                <a:cubicBezTo>
                  <a:pt x="907" y="7497"/>
                  <a:pt x="907" y="7497"/>
                  <a:pt x="907" y="7497"/>
                </a:cubicBezTo>
                <a:cubicBezTo>
                  <a:pt x="907" y="389"/>
                  <a:pt x="907" y="389"/>
                  <a:pt x="907" y="389"/>
                </a:cubicBezTo>
                <a:cubicBezTo>
                  <a:pt x="907" y="176"/>
                  <a:pt x="732" y="0"/>
                  <a:pt x="518" y="0"/>
                </a:cubicBezTo>
              </a:path>
            </a:pathLst>
          </a:custGeom>
          <a:solidFill>
            <a:schemeClr val="accent3"/>
          </a:solidFill>
          <a:ln>
            <a:noFill/>
          </a:ln>
          <a:effectLst/>
        </p:spPr>
        <p:txBody>
          <a:bodyPr wrap="none" anchor="ctr"/>
          <a:lstStyle/>
          <a:p>
            <a:endParaRPr lang="en-US" sz="1800" dirty="0">
              <a:latin typeface="微软雅黑" panose="020B0503020204020204" charset="-122"/>
            </a:endParaRPr>
          </a:p>
        </p:txBody>
      </p:sp>
      <p:sp>
        <p:nvSpPr>
          <p:cNvPr id="65" name="Freeform 28"/>
          <p:cNvSpPr>
            <a:spLocks noChangeArrowheads="1"/>
          </p:cNvSpPr>
          <p:nvPr/>
        </p:nvSpPr>
        <p:spPr bwMode="auto">
          <a:xfrm>
            <a:off x="6730316" y="3312959"/>
            <a:ext cx="206283" cy="1530198"/>
          </a:xfrm>
          <a:custGeom>
            <a:avLst/>
            <a:gdLst>
              <a:gd name="T0" fmla="*/ 907 w 908"/>
              <a:gd name="T1" fmla="*/ 0 h 6736"/>
              <a:gd name="T2" fmla="*/ 0 w 908"/>
              <a:gd name="T3" fmla="*/ 0 h 6736"/>
              <a:gd name="T4" fmla="*/ 0 w 908"/>
              <a:gd name="T5" fmla="*/ 6735 h 6736"/>
              <a:gd name="T6" fmla="*/ 907 w 908"/>
              <a:gd name="T7" fmla="*/ 6735 h 6736"/>
              <a:gd name="T8" fmla="*/ 907 w 908"/>
              <a:gd name="T9" fmla="*/ 0 h 6736"/>
            </a:gdLst>
            <a:ahLst/>
            <a:cxnLst>
              <a:cxn ang="0">
                <a:pos x="T0" y="T1"/>
              </a:cxn>
              <a:cxn ang="0">
                <a:pos x="T2" y="T3"/>
              </a:cxn>
              <a:cxn ang="0">
                <a:pos x="T4" y="T5"/>
              </a:cxn>
              <a:cxn ang="0">
                <a:pos x="T6" y="T7"/>
              </a:cxn>
              <a:cxn ang="0">
                <a:pos x="T8" y="T9"/>
              </a:cxn>
            </a:cxnLst>
            <a:rect l="0" t="0" r="r" b="b"/>
            <a:pathLst>
              <a:path w="908" h="6736">
                <a:moveTo>
                  <a:pt x="907" y="0"/>
                </a:moveTo>
                <a:lnTo>
                  <a:pt x="0" y="0"/>
                </a:lnTo>
                <a:lnTo>
                  <a:pt x="0" y="6735"/>
                </a:lnTo>
                <a:lnTo>
                  <a:pt x="907" y="6735"/>
                </a:lnTo>
                <a:lnTo>
                  <a:pt x="907" y="0"/>
                </a:lnTo>
              </a:path>
            </a:pathLst>
          </a:custGeom>
          <a:solidFill>
            <a:schemeClr val="accent1"/>
          </a:solidFill>
          <a:ln>
            <a:noFill/>
          </a:ln>
          <a:effectLst/>
        </p:spPr>
        <p:txBody>
          <a:bodyPr wrap="none" anchor="ctr"/>
          <a:lstStyle/>
          <a:p>
            <a:endParaRPr lang="en-US" sz="1800" dirty="0">
              <a:latin typeface="微软雅黑" panose="020B0503020204020204" charset="-122"/>
            </a:endParaRPr>
          </a:p>
        </p:txBody>
      </p:sp>
      <p:sp>
        <p:nvSpPr>
          <p:cNvPr id="76" name="Freeform 29"/>
          <p:cNvSpPr>
            <a:spLocks noChangeArrowheads="1"/>
          </p:cNvSpPr>
          <p:nvPr/>
        </p:nvSpPr>
        <p:spPr bwMode="auto">
          <a:xfrm>
            <a:off x="7043745" y="2798219"/>
            <a:ext cx="194267" cy="2043936"/>
          </a:xfrm>
          <a:custGeom>
            <a:avLst/>
            <a:gdLst>
              <a:gd name="T0" fmla="*/ 853 w 854"/>
              <a:gd name="T1" fmla="*/ 0 h 8999"/>
              <a:gd name="T2" fmla="*/ 0 w 854"/>
              <a:gd name="T3" fmla="*/ 0 h 8999"/>
              <a:gd name="T4" fmla="*/ 0 w 854"/>
              <a:gd name="T5" fmla="*/ 8998 h 8999"/>
              <a:gd name="T6" fmla="*/ 853 w 854"/>
              <a:gd name="T7" fmla="*/ 8998 h 8999"/>
              <a:gd name="T8" fmla="*/ 853 w 854"/>
              <a:gd name="T9" fmla="*/ 0 h 8999"/>
            </a:gdLst>
            <a:ahLst/>
            <a:cxnLst>
              <a:cxn ang="0">
                <a:pos x="T0" y="T1"/>
              </a:cxn>
              <a:cxn ang="0">
                <a:pos x="T2" y="T3"/>
              </a:cxn>
              <a:cxn ang="0">
                <a:pos x="T4" y="T5"/>
              </a:cxn>
              <a:cxn ang="0">
                <a:pos x="T6" y="T7"/>
              </a:cxn>
              <a:cxn ang="0">
                <a:pos x="T8" y="T9"/>
              </a:cxn>
            </a:cxnLst>
            <a:rect l="0" t="0" r="r" b="b"/>
            <a:pathLst>
              <a:path w="854" h="8999">
                <a:moveTo>
                  <a:pt x="853" y="0"/>
                </a:moveTo>
                <a:lnTo>
                  <a:pt x="0" y="0"/>
                </a:lnTo>
                <a:lnTo>
                  <a:pt x="0" y="8998"/>
                </a:lnTo>
                <a:lnTo>
                  <a:pt x="853" y="8998"/>
                </a:lnTo>
                <a:lnTo>
                  <a:pt x="853" y="0"/>
                </a:lnTo>
              </a:path>
            </a:pathLst>
          </a:custGeom>
          <a:solidFill>
            <a:schemeClr val="accent2"/>
          </a:solidFill>
          <a:ln>
            <a:noFill/>
          </a:ln>
          <a:effectLst/>
        </p:spPr>
        <p:txBody>
          <a:bodyPr wrap="none" anchor="ctr"/>
          <a:lstStyle/>
          <a:p>
            <a:endParaRPr lang="en-US" sz="1800" dirty="0">
              <a:latin typeface="微软雅黑" panose="020B0503020204020204" charset="-122"/>
            </a:endParaRPr>
          </a:p>
        </p:txBody>
      </p:sp>
      <p:sp>
        <p:nvSpPr>
          <p:cNvPr id="77" name="Freeform 30"/>
          <p:cNvSpPr>
            <a:spLocks noChangeArrowheads="1"/>
          </p:cNvSpPr>
          <p:nvPr/>
        </p:nvSpPr>
        <p:spPr bwMode="auto">
          <a:xfrm>
            <a:off x="7847848" y="2645000"/>
            <a:ext cx="192264" cy="2197156"/>
          </a:xfrm>
          <a:custGeom>
            <a:avLst/>
            <a:gdLst>
              <a:gd name="T0" fmla="*/ 846 w 847"/>
              <a:gd name="T1" fmla="*/ 0 h 9677"/>
              <a:gd name="T2" fmla="*/ 0 w 847"/>
              <a:gd name="T3" fmla="*/ 0 h 9677"/>
              <a:gd name="T4" fmla="*/ 0 w 847"/>
              <a:gd name="T5" fmla="*/ 9676 h 9677"/>
              <a:gd name="T6" fmla="*/ 846 w 847"/>
              <a:gd name="T7" fmla="*/ 9676 h 9677"/>
              <a:gd name="T8" fmla="*/ 846 w 847"/>
              <a:gd name="T9" fmla="*/ 0 h 9677"/>
            </a:gdLst>
            <a:ahLst/>
            <a:cxnLst>
              <a:cxn ang="0">
                <a:pos x="T0" y="T1"/>
              </a:cxn>
              <a:cxn ang="0">
                <a:pos x="T2" y="T3"/>
              </a:cxn>
              <a:cxn ang="0">
                <a:pos x="T4" y="T5"/>
              </a:cxn>
              <a:cxn ang="0">
                <a:pos x="T6" y="T7"/>
              </a:cxn>
              <a:cxn ang="0">
                <a:pos x="T8" y="T9"/>
              </a:cxn>
            </a:cxnLst>
            <a:rect l="0" t="0" r="r" b="b"/>
            <a:pathLst>
              <a:path w="847" h="9677">
                <a:moveTo>
                  <a:pt x="846" y="0"/>
                </a:moveTo>
                <a:lnTo>
                  <a:pt x="0" y="0"/>
                </a:lnTo>
                <a:lnTo>
                  <a:pt x="0" y="9676"/>
                </a:lnTo>
                <a:lnTo>
                  <a:pt x="846" y="9676"/>
                </a:lnTo>
                <a:lnTo>
                  <a:pt x="846" y="0"/>
                </a:lnTo>
              </a:path>
            </a:pathLst>
          </a:custGeom>
          <a:solidFill>
            <a:schemeClr val="accent1"/>
          </a:solidFill>
          <a:ln>
            <a:noFill/>
          </a:ln>
          <a:effectLst/>
        </p:spPr>
        <p:txBody>
          <a:bodyPr wrap="none" anchor="ctr"/>
          <a:lstStyle/>
          <a:p>
            <a:endParaRPr lang="en-US" sz="1800" dirty="0">
              <a:latin typeface="微软雅黑" panose="020B0503020204020204" charset="-122"/>
            </a:endParaRPr>
          </a:p>
        </p:txBody>
      </p:sp>
      <p:sp>
        <p:nvSpPr>
          <p:cNvPr id="78" name="Freeform 31"/>
          <p:cNvSpPr>
            <a:spLocks noChangeArrowheads="1"/>
          </p:cNvSpPr>
          <p:nvPr/>
        </p:nvSpPr>
        <p:spPr bwMode="auto">
          <a:xfrm>
            <a:off x="8133240" y="3418111"/>
            <a:ext cx="206283" cy="1424046"/>
          </a:xfrm>
          <a:custGeom>
            <a:avLst/>
            <a:gdLst>
              <a:gd name="T0" fmla="*/ 907 w 908"/>
              <a:gd name="T1" fmla="*/ 0 h 6271"/>
              <a:gd name="T2" fmla="*/ 0 w 908"/>
              <a:gd name="T3" fmla="*/ 0 h 6271"/>
              <a:gd name="T4" fmla="*/ 0 w 908"/>
              <a:gd name="T5" fmla="*/ 6270 h 6271"/>
              <a:gd name="T6" fmla="*/ 907 w 908"/>
              <a:gd name="T7" fmla="*/ 6270 h 6271"/>
              <a:gd name="T8" fmla="*/ 907 w 908"/>
              <a:gd name="T9" fmla="*/ 0 h 6271"/>
            </a:gdLst>
            <a:ahLst/>
            <a:cxnLst>
              <a:cxn ang="0">
                <a:pos x="T0" y="T1"/>
              </a:cxn>
              <a:cxn ang="0">
                <a:pos x="T2" y="T3"/>
              </a:cxn>
              <a:cxn ang="0">
                <a:pos x="T4" y="T5"/>
              </a:cxn>
              <a:cxn ang="0">
                <a:pos x="T6" y="T7"/>
              </a:cxn>
              <a:cxn ang="0">
                <a:pos x="T8" y="T9"/>
              </a:cxn>
            </a:cxnLst>
            <a:rect l="0" t="0" r="r" b="b"/>
            <a:pathLst>
              <a:path w="908" h="6271">
                <a:moveTo>
                  <a:pt x="907" y="0"/>
                </a:moveTo>
                <a:lnTo>
                  <a:pt x="0" y="0"/>
                </a:lnTo>
                <a:lnTo>
                  <a:pt x="0" y="6270"/>
                </a:lnTo>
                <a:lnTo>
                  <a:pt x="907" y="6270"/>
                </a:lnTo>
                <a:lnTo>
                  <a:pt x="907" y="0"/>
                </a:lnTo>
              </a:path>
            </a:pathLst>
          </a:custGeom>
          <a:solidFill>
            <a:schemeClr val="accent2"/>
          </a:solidFill>
          <a:ln>
            <a:noFill/>
          </a:ln>
          <a:effectLst/>
        </p:spPr>
        <p:txBody>
          <a:bodyPr wrap="none" anchor="ctr"/>
          <a:lstStyle/>
          <a:p>
            <a:endParaRPr lang="en-US" sz="1800" dirty="0">
              <a:latin typeface="微软雅黑" panose="020B0503020204020204" charset="-122"/>
            </a:endParaRPr>
          </a:p>
        </p:txBody>
      </p:sp>
      <p:sp>
        <p:nvSpPr>
          <p:cNvPr id="79" name="Freeform 32"/>
          <p:cNvSpPr>
            <a:spLocks noChangeArrowheads="1"/>
          </p:cNvSpPr>
          <p:nvPr/>
        </p:nvSpPr>
        <p:spPr bwMode="auto">
          <a:xfrm>
            <a:off x="9024461" y="3013530"/>
            <a:ext cx="206283" cy="1828627"/>
          </a:xfrm>
          <a:custGeom>
            <a:avLst/>
            <a:gdLst>
              <a:gd name="T0" fmla="*/ 526 w 908"/>
              <a:gd name="T1" fmla="*/ 0 h 8054"/>
              <a:gd name="T2" fmla="*/ 526 w 908"/>
              <a:gd name="T3" fmla="*/ 0 h 8054"/>
              <a:gd name="T4" fmla="*/ 389 w 908"/>
              <a:gd name="T5" fmla="*/ 0 h 8054"/>
              <a:gd name="T6" fmla="*/ 0 w 908"/>
              <a:gd name="T7" fmla="*/ 381 h 8054"/>
              <a:gd name="T8" fmla="*/ 0 w 908"/>
              <a:gd name="T9" fmla="*/ 8053 h 8054"/>
              <a:gd name="T10" fmla="*/ 907 w 908"/>
              <a:gd name="T11" fmla="*/ 8053 h 8054"/>
              <a:gd name="T12" fmla="*/ 907 w 908"/>
              <a:gd name="T13" fmla="*/ 381 h 8054"/>
              <a:gd name="T14" fmla="*/ 526 w 908"/>
              <a:gd name="T15" fmla="*/ 0 h 80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08" h="8054">
                <a:moveTo>
                  <a:pt x="526" y="0"/>
                </a:moveTo>
                <a:lnTo>
                  <a:pt x="526" y="0"/>
                </a:lnTo>
                <a:cubicBezTo>
                  <a:pt x="389" y="0"/>
                  <a:pt x="389" y="0"/>
                  <a:pt x="389" y="0"/>
                </a:cubicBezTo>
                <a:cubicBezTo>
                  <a:pt x="175" y="0"/>
                  <a:pt x="0" y="168"/>
                  <a:pt x="0" y="381"/>
                </a:cubicBezTo>
                <a:cubicBezTo>
                  <a:pt x="0" y="8053"/>
                  <a:pt x="0" y="8053"/>
                  <a:pt x="0" y="8053"/>
                </a:cubicBezTo>
                <a:cubicBezTo>
                  <a:pt x="907" y="8053"/>
                  <a:pt x="907" y="8053"/>
                  <a:pt x="907" y="8053"/>
                </a:cubicBezTo>
                <a:cubicBezTo>
                  <a:pt x="907" y="381"/>
                  <a:pt x="907" y="381"/>
                  <a:pt x="907" y="381"/>
                </a:cubicBezTo>
                <a:cubicBezTo>
                  <a:pt x="907" y="168"/>
                  <a:pt x="739" y="0"/>
                  <a:pt x="526" y="0"/>
                </a:cubicBezTo>
              </a:path>
            </a:pathLst>
          </a:custGeom>
          <a:solidFill>
            <a:schemeClr val="accent3"/>
          </a:solidFill>
          <a:ln>
            <a:noFill/>
          </a:ln>
          <a:effectLst/>
        </p:spPr>
        <p:txBody>
          <a:bodyPr wrap="none" anchor="ctr"/>
          <a:lstStyle/>
          <a:p>
            <a:endParaRPr lang="en-US" sz="1800" dirty="0">
              <a:latin typeface="微软雅黑" panose="020B0503020204020204" charset="-122"/>
            </a:endParaRPr>
          </a:p>
        </p:txBody>
      </p:sp>
      <p:sp>
        <p:nvSpPr>
          <p:cNvPr id="80" name="Freeform 33"/>
          <p:cNvSpPr>
            <a:spLocks noChangeArrowheads="1"/>
          </p:cNvSpPr>
          <p:nvPr/>
        </p:nvSpPr>
        <p:spPr bwMode="auto">
          <a:xfrm>
            <a:off x="9337891" y="2398646"/>
            <a:ext cx="194267" cy="2443510"/>
          </a:xfrm>
          <a:custGeom>
            <a:avLst/>
            <a:gdLst>
              <a:gd name="T0" fmla="*/ 465 w 855"/>
              <a:gd name="T1" fmla="*/ 0 h 10759"/>
              <a:gd name="T2" fmla="*/ 465 w 855"/>
              <a:gd name="T3" fmla="*/ 0 h 10759"/>
              <a:gd name="T4" fmla="*/ 389 w 855"/>
              <a:gd name="T5" fmla="*/ 0 h 10759"/>
              <a:gd name="T6" fmla="*/ 0 w 855"/>
              <a:gd name="T7" fmla="*/ 389 h 10759"/>
              <a:gd name="T8" fmla="*/ 0 w 855"/>
              <a:gd name="T9" fmla="*/ 10758 h 10759"/>
              <a:gd name="T10" fmla="*/ 854 w 855"/>
              <a:gd name="T11" fmla="*/ 10758 h 10759"/>
              <a:gd name="T12" fmla="*/ 854 w 855"/>
              <a:gd name="T13" fmla="*/ 389 h 10759"/>
              <a:gd name="T14" fmla="*/ 465 w 855"/>
              <a:gd name="T15" fmla="*/ 0 h 107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55" h="10759">
                <a:moveTo>
                  <a:pt x="465" y="0"/>
                </a:moveTo>
                <a:lnTo>
                  <a:pt x="465" y="0"/>
                </a:lnTo>
                <a:cubicBezTo>
                  <a:pt x="389" y="0"/>
                  <a:pt x="389" y="0"/>
                  <a:pt x="389" y="0"/>
                </a:cubicBezTo>
                <a:cubicBezTo>
                  <a:pt x="176" y="0"/>
                  <a:pt x="0" y="176"/>
                  <a:pt x="0" y="389"/>
                </a:cubicBezTo>
                <a:cubicBezTo>
                  <a:pt x="0" y="10758"/>
                  <a:pt x="0" y="10758"/>
                  <a:pt x="0" y="10758"/>
                </a:cubicBezTo>
                <a:cubicBezTo>
                  <a:pt x="854" y="10758"/>
                  <a:pt x="854" y="10758"/>
                  <a:pt x="854" y="10758"/>
                </a:cubicBezTo>
                <a:cubicBezTo>
                  <a:pt x="854" y="389"/>
                  <a:pt x="854" y="389"/>
                  <a:pt x="854" y="389"/>
                </a:cubicBezTo>
                <a:cubicBezTo>
                  <a:pt x="854" y="176"/>
                  <a:pt x="678" y="0"/>
                  <a:pt x="465" y="0"/>
                </a:cubicBezTo>
              </a:path>
            </a:pathLst>
          </a:custGeom>
          <a:solidFill>
            <a:schemeClr val="accent3"/>
          </a:solidFill>
          <a:ln>
            <a:noFill/>
          </a:ln>
          <a:effectLst/>
        </p:spPr>
        <p:txBody>
          <a:bodyPr wrap="none" anchor="ctr"/>
          <a:lstStyle/>
          <a:p>
            <a:endParaRPr lang="en-US" sz="1800" dirty="0">
              <a:latin typeface="微软雅黑" panose="020B0503020204020204" charset="-122"/>
            </a:endParaRPr>
          </a:p>
        </p:txBody>
      </p:sp>
      <p:sp>
        <p:nvSpPr>
          <p:cNvPr id="81" name="Freeform 34"/>
          <p:cNvSpPr>
            <a:spLocks noChangeArrowheads="1"/>
          </p:cNvSpPr>
          <p:nvPr/>
        </p:nvSpPr>
        <p:spPr bwMode="auto">
          <a:xfrm>
            <a:off x="10141994" y="1982048"/>
            <a:ext cx="192264" cy="2860108"/>
          </a:xfrm>
          <a:custGeom>
            <a:avLst/>
            <a:gdLst>
              <a:gd name="T0" fmla="*/ 465 w 847"/>
              <a:gd name="T1" fmla="*/ 0 h 12595"/>
              <a:gd name="T2" fmla="*/ 465 w 847"/>
              <a:gd name="T3" fmla="*/ 0 h 12595"/>
              <a:gd name="T4" fmla="*/ 381 w 847"/>
              <a:gd name="T5" fmla="*/ 0 h 12595"/>
              <a:gd name="T6" fmla="*/ 0 w 847"/>
              <a:gd name="T7" fmla="*/ 389 h 12595"/>
              <a:gd name="T8" fmla="*/ 0 w 847"/>
              <a:gd name="T9" fmla="*/ 12594 h 12595"/>
              <a:gd name="T10" fmla="*/ 846 w 847"/>
              <a:gd name="T11" fmla="*/ 12594 h 12595"/>
              <a:gd name="T12" fmla="*/ 846 w 847"/>
              <a:gd name="T13" fmla="*/ 389 h 12595"/>
              <a:gd name="T14" fmla="*/ 465 w 847"/>
              <a:gd name="T15" fmla="*/ 0 h 1259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7" h="12595">
                <a:moveTo>
                  <a:pt x="465" y="0"/>
                </a:moveTo>
                <a:lnTo>
                  <a:pt x="465" y="0"/>
                </a:lnTo>
                <a:cubicBezTo>
                  <a:pt x="381" y="0"/>
                  <a:pt x="381" y="0"/>
                  <a:pt x="381" y="0"/>
                </a:cubicBezTo>
                <a:cubicBezTo>
                  <a:pt x="168" y="0"/>
                  <a:pt x="0" y="175"/>
                  <a:pt x="0" y="389"/>
                </a:cubicBezTo>
                <a:cubicBezTo>
                  <a:pt x="0" y="12594"/>
                  <a:pt x="0" y="12594"/>
                  <a:pt x="0" y="12594"/>
                </a:cubicBezTo>
                <a:cubicBezTo>
                  <a:pt x="846" y="12594"/>
                  <a:pt x="846" y="12594"/>
                  <a:pt x="846" y="12594"/>
                </a:cubicBezTo>
                <a:cubicBezTo>
                  <a:pt x="846" y="389"/>
                  <a:pt x="846" y="389"/>
                  <a:pt x="846" y="389"/>
                </a:cubicBezTo>
                <a:cubicBezTo>
                  <a:pt x="846" y="175"/>
                  <a:pt x="678" y="0"/>
                  <a:pt x="465" y="0"/>
                </a:cubicBezTo>
              </a:path>
            </a:pathLst>
          </a:custGeom>
          <a:solidFill>
            <a:schemeClr val="accent3"/>
          </a:solidFill>
          <a:ln>
            <a:noFill/>
          </a:ln>
          <a:effectLst/>
        </p:spPr>
        <p:txBody>
          <a:bodyPr wrap="none" anchor="ctr"/>
          <a:lstStyle/>
          <a:p>
            <a:endParaRPr lang="en-US" sz="1800" dirty="0">
              <a:latin typeface="微软雅黑" panose="020B0503020204020204" charset="-122"/>
            </a:endParaRPr>
          </a:p>
        </p:txBody>
      </p:sp>
      <p:sp>
        <p:nvSpPr>
          <p:cNvPr id="82" name="Freeform 35"/>
          <p:cNvSpPr>
            <a:spLocks noChangeArrowheads="1"/>
          </p:cNvSpPr>
          <p:nvPr/>
        </p:nvSpPr>
        <p:spPr bwMode="auto">
          <a:xfrm>
            <a:off x="10427386" y="3139710"/>
            <a:ext cx="206283" cy="1702445"/>
          </a:xfrm>
          <a:custGeom>
            <a:avLst/>
            <a:gdLst>
              <a:gd name="T0" fmla="*/ 518 w 907"/>
              <a:gd name="T1" fmla="*/ 0 h 7498"/>
              <a:gd name="T2" fmla="*/ 518 w 907"/>
              <a:gd name="T3" fmla="*/ 0 h 7498"/>
              <a:gd name="T4" fmla="*/ 381 w 907"/>
              <a:gd name="T5" fmla="*/ 0 h 7498"/>
              <a:gd name="T6" fmla="*/ 0 w 907"/>
              <a:gd name="T7" fmla="*/ 389 h 7498"/>
              <a:gd name="T8" fmla="*/ 0 w 907"/>
              <a:gd name="T9" fmla="*/ 7497 h 7498"/>
              <a:gd name="T10" fmla="*/ 906 w 907"/>
              <a:gd name="T11" fmla="*/ 7497 h 7498"/>
              <a:gd name="T12" fmla="*/ 906 w 907"/>
              <a:gd name="T13" fmla="*/ 389 h 7498"/>
              <a:gd name="T14" fmla="*/ 518 w 907"/>
              <a:gd name="T15" fmla="*/ 0 h 749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07" h="7498">
                <a:moveTo>
                  <a:pt x="518" y="0"/>
                </a:moveTo>
                <a:lnTo>
                  <a:pt x="518" y="0"/>
                </a:lnTo>
                <a:cubicBezTo>
                  <a:pt x="381" y="0"/>
                  <a:pt x="381" y="0"/>
                  <a:pt x="381" y="0"/>
                </a:cubicBezTo>
                <a:cubicBezTo>
                  <a:pt x="167" y="0"/>
                  <a:pt x="0" y="176"/>
                  <a:pt x="0" y="389"/>
                </a:cubicBezTo>
                <a:cubicBezTo>
                  <a:pt x="0" y="7497"/>
                  <a:pt x="0" y="7497"/>
                  <a:pt x="0" y="7497"/>
                </a:cubicBezTo>
                <a:cubicBezTo>
                  <a:pt x="906" y="7497"/>
                  <a:pt x="906" y="7497"/>
                  <a:pt x="906" y="7497"/>
                </a:cubicBezTo>
                <a:cubicBezTo>
                  <a:pt x="906" y="389"/>
                  <a:pt x="906" y="389"/>
                  <a:pt x="906" y="389"/>
                </a:cubicBezTo>
                <a:cubicBezTo>
                  <a:pt x="906" y="176"/>
                  <a:pt x="731" y="0"/>
                  <a:pt x="518" y="0"/>
                </a:cubicBezTo>
              </a:path>
            </a:pathLst>
          </a:custGeom>
          <a:solidFill>
            <a:schemeClr val="accent3"/>
          </a:solidFill>
          <a:ln>
            <a:noFill/>
          </a:ln>
          <a:effectLst/>
        </p:spPr>
        <p:txBody>
          <a:bodyPr wrap="none" anchor="ctr"/>
          <a:lstStyle/>
          <a:p>
            <a:endParaRPr lang="en-US" sz="1800" dirty="0">
              <a:latin typeface="微软雅黑" panose="020B0503020204020204" charset="-122"/>
            </a:endParaRPr>
          </a:p>
        </p:txBody>
      </p:sp>
      <p:sp>
        <p:nvSpPr>
          <p:cNvPr id="83" name="Freeform 36"/>
          <p:cNvSpPr>
            <a:spLocks noChangeArrowheads="1"/>
          </p:cNvSpPr>
          <p:nvPr/>
        </p:nvSpPr>
        <p:spPr bwMode="auto">
          <a:xfrm>
            <a:off x="9024461" y="3312959"/>
            <a:ext cx="206283" cy="1530198"/>
          </a:xfrm>
          <a:custGeom>
            <a:avLst/>
            <a:gdLst>
              <a:gd name="T0" fmla="*/ 907 w 908"/>
              <a:gd name="T1" fmla="*/ 0 h 6736"/>
              <a:gd name="T2" fmla="*/ 0 w 908"/>
              <a:gd name="T3" fmla="*/ 0 h 6736"/>
              <a:gd name="T4" fmla="*/ 0 w 908"/>
              <a:gd name="T5" fmla="*/ 6735 h 6736"/>
              <a:gd name="T6" fmla="*/ 907 w 908"/>
              <a:gd name="T7" fmla="*/ 6735 h 6736"/>
              <a:gd name="T8" fmla="*/ 907 w 908"/>
              <a:gd name="T9" fmla="*/ 0 h 6736"/>
            </a:gdLst>
            <a:ahLst/>
            <a:cxnLst>
              <a:cxn ang="0">
                <a:pos x="T0" y="T1"/>
              </a:cxn>
              <a:cxn ang="0">
                <a:pos x="T2" y="T3"/>
              </a:cxn>
              <a:cxn ang="0">
                <a:pos x="T4" y="T5"/>
              </a:cxn>
              <a:cxn ang="0">
                <a:pos x="T6" y="T7"/>
              </a:cxn>
              <a:cxn ang="0">
                <a:pos x="T8" y="T9"/>
              </a:cxn>
            </a:cxnLst>
            <a:rect l="0" t="0" r="r" b="b"/>
            <a:pathLst>
              <a:path w="908" h="6736">
                <a:moveTo>
                  <a:pt x="907" y="0"/>
                </a:moveTo>
                <a:lnTo>
                  <a:pt x="0" y="0"/>
                </a:lnTo>
                <a:lnTo>
                  <a:pt x="0" y="6735"/>
                </a:lnTo>
                <a:lnTo>
                  <a:pt x="907" y="6735"/>
                </a:lnTo>
                <a:lnTo>
                  <a:pt x="907" y="0"/>
                </a:lnTo>
              </a:path>
            </a:pathLst>
          </a:custGeom>
          <a:solidFill>
            <a:schemeClr val="accent5"/>
          </a:solidFill>
          <a:ln>
            <a:noFill/>
          </a:ln>
          <a:effectLst/>
        </p:spPr>
        <p:txBody>
          <a:bodyPr wrap="none" anchor="ctr"/>
          <a:lstStyle/>
          <a:p>
            <a:endParaRPr lang="en-US" sz="1800" dirty="0">
              <a:latin typeface="微软雅黑" panose="020B0503020204020204" charset="-122"/>
            </a:endParaRPr>
          </a:p>
        </p:txBody>
      </p:sp>
      <p:sp>
        <p:nvSpPr>
          <p:cNvPr id="84" name="Freeform 37"/>
          <p:cNvSpPr>
            <a:spLocks noChangeArrowheads="1"/>
          </p:cNvSpPr>
          <p:nvPr/>
        </p:nvSpPr>
        <p:spPr bwMode="auto">
          <a:xfrm>
            <a:off x="9337891" y="2798219"/>
            <a:ext cx="194267" cy="2043936"/>
          </a:xfrm>
          <a:custGeom>
            <a:avLst/>
            <a:gdLst>
              <a:gd name="T0" fmla="*/ 854 w 855"/>
              <a:gd name="T1" fmla="*/ 0 h 8999"/>
              <a:gd name="T2" fmla="*/ 0 w 855"/>
              <a:gd name="T3" fmla="*/ 0 h 8999"/>
              <a:gd name="T4" fmla="*/ 0 w 855"/>
              <a:gd name="T5" fmla="*/ 8998 h 8999"/>
              <a:gd name="T6" fmla="*/ 854 w 855"/>
              <a:gd name="T7" fmla="*/ 8998 h 8999"/>
              <a:gd name="T8" fmla="*/ 854 w 855"/>
              <a:gd name="T9" fmla="*/ 0 h 8999"/>
            </a:gdLst>
            <a:ahLst/>
            <a:cxnLst>
              <a:cxn ang="0">
                <a:pos x="T0" y="T1"/>
              </a:cxn>
              <a:cxn ang="0">
                <a:pos x="T2" y="T3"/>
              </a:cxn>
              <a:cxn ang="0">
                <a:pos x="T4" y="T5"/>
              </a:cxn>
              <a:cxn ang="0">
                <a:pos x="T6" y="T7"/>
              </a:cxn>
              <a:cxn ang="0">
                <a:pos x="T8" y="T9"/>
              </a:cxn>
            </a:cxnLst>
            <a:rect l="0" t="0" r="r" b="b"/>
            <a:pathLst>
              <a:path w="855" h="8999">
                <a:moveTo>
                  <a:pt x="854" y="0"/>
                </a:moveTo>
                <a:lnTo>
                  <a:pt x="0" y="0"/>
                </a:lnTo>
                <a:lnTo>
                  <a:pt x="0" y="8998"/>
                </a:lnTo>
                <a:lnTo>
                  <a:pt x="854" y="8998"/>
                </a:lnTo>
                <a:lnTo>
                  <a:pt x="854" y="0"/>
                </a:lnTo>
              </a:path>
            </a:pathLst>
          </a:custGeom>
          <a:solidFill>
            <a:schemeClr val="accent1"/>
          </a:solidFill>
          <a:ln>
            <a:noFill/>
          </a:ln>
          <a:effectLst/>
        </p:spPr>
        <p:txBody>
          <a:bodyPr wrap="none" anchor="ctr"/>
          <a:lstStyle/>
          <a:p>
            <a:endParaRPr lang="en-US" sz="1800" dirty="0">
              <a:latin typeface="微软雅黑" panose="020B0503020204020204" charset="-122"/>
            </a:endParaRPr>
          </a:p>
        </p:txBody>
      </p:sp>
      <p:sp>
        <p:nvSpPr>
          <p:cNvPr id="85" name="Freeform 38"/>
          <p:cNvSpPr>
            <a:spLocks noChangeArrowheads="1"/>
          </p:cNvSpPr>
          <p:nvPr/>
        </p:nvSpPr>
        <p:spPr bwMode="auto">
          <a:xfrm>
            <a:off x="10141994" y="2450721"/>
            <a:ext cx="192264" cy="2391435"/>
          </a:xfrm>
          <a:custGeom>
            <a:avLst/>
            <a:gdLst>
              <a:gd name="T0" fmla="*/ 846 w 847"/>
              <a:gd name="T1" fmla="*/ 0 h 10530"/>
              <a:gd name="T2" fmla="*/ 0 w 847"/>
              <a:gd name="T3" fmla="*/ 0 h 10530"/>
              <a:gd name="T4" fmla="*/ 0 w 847"/>
              <a:gd name="T5" fmla="*/ 10529 h 10530"/>
              <a:gd name="T6" fmla="*/ 846 w 847"/>
              <a:gd name="T7" fmla="*/ 10529 h 10530"/>
              <a:gd name="T8" fmla="*/ 846 w 847"/>
              <a:gd name="T9" fmla="*/ 0 h 10530"/>
            </a:gdLst>
            <a:ahLst/>
            <a:cxnLst>
              <a:cxn ang="0">
                <a:pos x="T0" y="T1"/>
              </a:cxn>
              <a:cxn ang="0">
                <a:pos x="T2" y="T3"/>
              </a:cxn>
              <a:cxn ang="0">
                <a:pos x="T4" y="T5"/>
              </a:cxn>
              <a:cxn ang="0">
                <a:pos x="T6" y="T7"/>
              </a:cxn>
              <a:cxn ang="0">
                <a:pos x="T8" y="T9"/>
              </a:cxn>
            </a:cxnLst>
            <a:rect l="0" t="0" r="r" b="b"/>
            <a:pathLst>
              <a:path w="847" h="10530">
                <a:moveTo>
                  <a:pt x="846" y="0"/>
                </a:moveTo>
                <a:lnTo>
                  <a:pt x="0" y="0"/>
                </a:lnTo>
                <a:lnTo>
                  <a:pt x="0" y="10529"/>
                </a:lnTo>
                <a:lnTo>
                  <a:pt x="846" y="10529"/>
                </a:lnTo>
                <a:lnTo>
                  <a:pt x="846" y="0"/>
                </a:lnTo>
              </a:path>
            </a:pathLst>
          </a:custGeom>
          <a:solidFill>
            <a:schemeClr val="accent4"/>
          </a:solidFill>
          <a:ln>
            <a:noFill/>
          </a:ln>
          <a:effectLst/>
        </p:spPr>
        <p:txBody>
          <a:bodyPr wrap="none" anchor="ctr"/>
          <a:lstStyle/>
          <a:p>
            <a:endParaRPr lang="en-US" sz="1800" dirty="0">
              <a:latin typeface="微软雅黑" panose="020B0503020204020204" charset="-122"/>
            </a:endParaRPr>
          </a:p>
        </p:txBody>
      </p:sp>
      <p:sp>
        <p:nvSpPr>
          <p:cNvPr id="86" name="Freeform 39"/>
          <p:cNvSpPr>
            <a:spLocks noChangeArrowheads="1"/>
          </p:cNvSpPr>
          <p:nvPr/>
        </p:nvSpPr>
        <p:spPr bwMode="auto">
          <a:xfrm>
            <a:off x="10427386" y="3418111"/>
            <a:ext cx="206283" cy="1424046"/>
          </a:xfrm>
          <a:custGeom>
            <a:avLst/>
            <a:gdLst>
              <a:gd name="T0" fmla="*/ 906 w 907"/>
              <a:gd name="T1" fmla="*/ 0 h 6271"/>
              <a:gd name="T2" fmla="*/ 0 w 907"/>
              <a:gd name="T3" fmla="*/ 0 h 6271"/>
              <a:gd name="T4" fmla="*/ 0 w 907"/>
              <a:gd name="T5" fmla="*/ 6270 h 6271"/>
              <a:gd name="T6" fmla="*/ 906 w 907"/>
              <a:gd name="T7" fmla="*/ 6270 h 6271"/>
              <a:gd name="T8" fmla="*/ 906 w 907"/>
              <a:gd name="T9" fmla="*/ 0 h 6271"/>
            </a:gdLst>
            <a:ahLst/>
            <a:cxnLst>
              <a:cxn ang="0">
                <a:pos x="T0" y="T1"/>
              </a:cxn>
              <a:cxn ang="0">
                <a:pos x="T2" y="T3"/>
              </a:cxn>
              <a:cxn ang="0">
                <a:pos x="T4" y="T5"/>
              </a:cxn>
              <a:cxn ang="0">
                <a:pos x="T6" y="T7"/>
              </a:cxn>
              <a:cxn ang="0">
                <a:pos x="T8" y="T9"/>
              </a:cxn>
            </a:cxnLst>
            <a:rect l="0" t="0" r="r" b="b"/>
            <a:pathLst>
              <a:path w="907" h="6271">
                <a:moveTo>
                  <a:pt x="906" y="0"/>
                </a:moveTo>
                <a:lnTo>
                  <a:pt x="0" y="0"/>
                </a:lnTo>
                <a:lnTo>
                  <a:pt x="0" y="6270"/>
                </a:lnTo>
                <a:lnTo>
                  <a:pt x="906" y="6270"/>
                </a:lnTo>
                <a:lnTo>
                  <a:pt x="906" y="0"/>
                </a:lnTo>
              </a:path>
            </a:pathLst>
          </a:custGeom>
          <a:solidFill>
            <a:schemeClr val="accent2"/>
          </a:solidFill>
          <a:ln>
            <a:noFill/>
          </a:ln>
          <a:effectLst/>
        </p:spPr>
        <p:txBody>
          <a:bodyPr wrap="none" anchor="ctr"/>
          <a:lstStyle/>
          <a:p>
            <a:endParaRPr lang="en-US" sz="1800" dirty="0">
              <a:latin typeface="微软雅黑" panose="020B0503020204020204" charset="-122"/>
            </a:endParaRPr>
          </a:p>
        </p:txBody>
      </p:sp>
      <p:grpSp>
        <p:nvGrpSpPr>
          <p:cNvPr id="3" name="Group 1"/>
          <p:cNvGrpSpPr/>
          <p:nvPr/>
        </p:nvGrpSpPr>
        <p:grpSpPr>
          <a:xfrm>
            <a:off x="6351797" y="1791774"/>
            <a:ext cx="4448100" cy="3104459"/>
            <a:chOff x="12070849" y="3794758"/>
            <a:chExt cx="8896199" cy="6208917"/>
          </a:xfrm>
        </p:grpSpPr>
        <p:sp>
          <p:nvSpPr>
            <p:cNvPr id="91" name="Line 44"/>
            <p:cNvSpPr>
              <a:spLocks noChangeShapeType="1"/>
            </p:cNvSpPr>
            <p:nvPr/>
          </p:nvSpPr>
          <p:spPr bwMode="auto">
            <a:xfrm flipH="1">
              <a:off x="12070849" y="9088360"/>
              <a:ext cx="156214" cy="2004"/>
            </a:xfrm>
            <a:prstGeom prst="line">
              <a:avLst/>
            </a:prstGeom>
            <a:noFill/>
            <a:ln w="5400" cap="flat">
              <a:solidFill>
                <a:schemeClr val="bg1">
                  <a:lumMod val="50000"/>
                </a:schemeClr>
              </a:solidFill>
              <a:round/>
            </a:ln>
            <a:effectLst/>
          </p:spPr>
          <p:txBody>
            <a:bodyPr/>
            <a:lstStyle/>
            <a:p>
              <a:endParaRPr lang="en-US" sz="1800" dirty="0">
                <a:latin typeface="微软雅黑" panose="020B0503020204020204" charset="-122"/>
              </a:endParaRPr>
            </a:p>
          </p:txBody>
        </p:sp>
        <p:sp>
          <p:nvSpPr>
            <p:cNvPr id="92" name="Line 45"/>
            <p:cNvSpPr>
              <a:spLocks noChangeShapeType="1"/>
            </p:cNvSpPr>
            <p:nvPr/>
          </p:nvSpPr>
          <p:spPr bwMode="auto">
            <a:xfrm flipH="1">
              <a:off x="12070849" y="8092932"/>
              <a:ext cx="156214" cy="2002"/>
            </a:xfrm>
            <a:prstGeom prst="line">
              <a:avLst/>
            </a:prstGeom>
            <a:noFill/>
            <a:ln w="5400" cap="flat">
              <a:solidFill>
                <a:schemeClr val="bg1">
                  <a:lumMod val="50000"/>
                </a:schemeClr>
              </a:solidFill>
              <a:round/>
            </a:ln>
            <a:effectLst/>
          </p:spPr>
          <p:txBody>
            <a:bodyPr/>
            <a:lstStyle/>
            <a:p>
              <a:endParaRPr lang="en-US" sz="1800" dirty="0">
                <a:latin typeface="微软雅黑" panose="020B0503020204020204" charset="-122"/>
              </a:endParaRPr>
            </a:p>
          </p:txBody>
        </p:sp>
        <p:sp>
          <p:nvSpPr>
            <p:cNvPr id="93" name="Line 46"/>
            <p:cNvSpPr>
              <a:spLocks noChangeShapeType="1"/>
            </p:cNvSpPr>
            <p:nvPr/>
          </p:nvSpPr>
          <p:spPr bwMode="auto">
            <a:xfrm flipH="1">
              <a:off x="12070849" y="7091494"/>
              <a:ext cx="156214" cy="2002"/>
            </a:xfrm>
            <a:prstGeom prst="line">
              <a:avLst/>
            </a:prstGeom>
            <a:noFill/>
            <a:ln w="5400" cap="flat">
              <a:solidFill>
                <a:schemeClr val="bg1">
                  <a:lumMod val="50000"/>
                </a:schemeClr>
              </a:solidFill>
              <a:round/>
            </a:ln>
            <a:effectLst/>
          </p:spPr>
          <p:txBody>
            <a:bodyPr/>
            <a:lstStyle/>
            <a:p>
              <a:endParaRPr lang="en-US" sz="1800" dirty="0">
                <a:latin typeface="微软雅黑" panose="020B0503020204020204" charset="-122"/>
              </a:endParaRPr>
            </a:p>
          </p:txBody>
        </p:sp>
        <p:sp>
          <p:nvSpPr>
            <p:cNvPr id="94" name="Line 47"/>
            <p:cNvSpPr>
              <a:spLocks noChangeShapeType="1"/>
            </p:cNvSpPr>
            <p:nvPr/>
          </p:nvSpPr>
          <p:spPr bwMode="auto">
            <a:xfrm flipH="1">
              <a:off x="12070849" y="6096063"/>
              <a:ext cx="156214" cy="2004"/>
            </a:xfrm>
            <a:prstGeom prst="line">
              <a:avLst/>
            </a:prstGeom>
            <a:noFill/>
            <a:ln w="5400" cap="flat">
              <a:solidFill>
                <a:schemeClr val="bg1">
                  <a:lumMod val="50000"/>
                </a:schemeClr>
              </a:solidFill>
              <a:round/>
            </a:ln>
            <a:effectLst/>
          </p:spPr>
          <p:txBody>
            <a:bodyPr/>
            <a:lstStyle/>
            <a:p>
              <a:endParaRPr lang="en-US" sz="1800" dirty="0">
                <a:latin typeface="微软雅黑" panose="020B0503020204020204" charset="-122"/>
              </a:endParaRPr>
            </a:p>
          </p:txBody>
        </p:sp>
        <p:sp>
          <p:nvSpPr>
            <p:cNvPr id="95" name="Line 48"/>
            <p:cNvSpPr>
              <a:spLocks noChangeShapeType="1"/>
            </p:cNvSpPr>
            <p:nvPr/>
          </p:nvSpPr>
          <p:spPr bwMode="auto">
            <a:xfrm flipH="1">
              <a:off x="12070849" y="5098630"/>
              <a:ext cx="156214" cy="2004"/>
            </a:xfrm>
            <a:prstGeom prst="line">
              <a:avLst/>
            </a:prstGeom>
            <a:noFill/>
            <a:ln w="5400" cap="flat">
              <a:solidFill>
                <a:schemeClr val="bg1">
                  <a:lumMod val="50000"/>
                </a:schemeClr>
              </a:solidFill>
              <a:round/>
            </a:ln>
            <a:effectLst/>
          </p:spPr>
          <p:txBody>
            <a:bodyPr/>
            <a:lstStyle/>
            <a:p>
              <a:endParaRPr lang="en-US" sz="1800" dirty="0">
                <a:latin typeface="微软雅黑" panose="020B0503020204020204" charset="-122"/>
              </a:endParaRPr>
            </a:p>
          </p:txBody>
        </p:sp>
        <p:sp>
          <p:nvSpPr>
            <p:cNvPr id="96" name="Line 49"/>
            <p:cNvSpPr>
              <a:spLocks noChangeShapeType="1"/>
            </p:cNvSpPr>
            <p:nvPr/>
          </p:nvSpPr>
          <p:spPr bwMode="auto">
            <a:xfrm flipH="1">
              <a:off x="12070849" y="4099197"/>
              <a:ext cx="156214" cy="2002"/>
            </a:xfrm>
            <a:prstGeom prst="line">
              <a:avLst/>
            </a:prstGeom>
            <a:noFill/>
            <a:ln w="5400" cap="flat">
              <a:solidFill>
                <a:schemeClr val="bg1">
                  <a:lumMod val="50000"/>
                </a:schemeClr>
              </a:solidFill>
              <a:round/>
            </a:ln>
            <a:effectLst/>
          </p:spPr>
          <p:txBody>
            <a:bodyPr/>
            <a:lstStyle/>
            <a:p>
              <a:endParaRPr lang="en-US" sz="1800" dirty="0">
                <a:latin typeface="微软雅黑" panose="020B0503020204020204" charset="-122"/>
              </a:endParaRPr>
            </a:p>
          </p:txBody>
        </p:sp>
        <p:sp>
          <p:nvSpPr>
            <p:cNvPr id="97" name="Freeform 50"/>
            <p:cNvSpPr>
              <a:spLocks noChangeArrowheads="1"/>
            </p:cNvSpPr>
            <p:nvPr/>
          </p:nvSpPr>
          <p:spPr bwMode="auto">
            <a:xfrm>
              <a:off x="12223058" y="3794758"/>
              <a:ext cx="8743990" cy="6208917"/>
            </a:xfrm>
            <a:custGeom>
              <a:avLst/>
              <a:gdLst>
                <a:gd name="T0" fmla="*/ 0 w 19255"/>
                <a:gd name="T1" fmla="*/ 0 h 13669"/>
                <a:gd name="T2" fmla="*/ 0 w 19255"/>
                <a:gd name="T3" fmla="*/ 13668 h 13669"/>
                <a:gd name="T4" fmla="*/ 19254 w 19255"/>
                <a:gd name="T5" fmla="*/ 13668 h 13669"/>
              </a:gdLst>
              <a:ahLst/>
              <a:cxnLst>
                <a:cxn ang="0">
                  <a:pos x="T0" y="T1"/>
                </a:cxn>
                <a:cxn ang="0">
                  <a:pos x="T2" y="T3"/>
                </a:cxn>
                <a:cxn ang="0">
                  <a:pos x="T4" y="T5"/>
                </a:cxn>
              </a:cxnLst>
              <a:rect l="0" t="0" r="r" b="b"/>
              <a:pathLst>
                <a:path w="19255" h="13669">
                  <a:moveTo>
                    <a:pt x="0" y="0"/>
                  </a:moveTo>
                  <a:lnTo>
                    <a:pt x="0" y="13668"/>
                  </a:lnTo>
                  <a:lnTo>
                    <a:pt x="19254" y="13668"/>
                  </a:lnTo>
                </a:path>
              </a:pathLst>
            </a:custGeom>
            <a:noFill/>
            <a:ln w="5400" cap="flat">
              <a:solidFill>
                <a:schemeClr val="bg1">
                  <a:lumMod val="50000"/>
                </a:schemeClr>
              </a:solidFill>
              <a:round/>
            </a:ln>
            <a:effectLst/>
          </p:spPr>
          <p:txBody>
            <a:bodyPr wrap="none" anchor="ctr"/>
            <a:lstStyle/>
            <a:p>
              <a:endParaRPr lang="en-US" sz="1800" dirty="0">
                <a:latin typeface="微软雅黑" panose="020B0503020204020204" charset="-122"/>
              </a:endParaRPr>
            </a:p>
          </p:txBody>
        </p:sp>
      </p:grpSp>
      <p:sp>
        <p:nvSpPr>
          <p:cNvPr id="98" name="TextBox 97"/>
          <p:cNvSpPr txBox="1"/>
          <p:nvPr/>
        </p:nvSpPr>
        <p:spPr>
          <a:xfrm>
            <a:off x="5970958" y="3787982"/>
            <a:ext cx="291465" cy="318135"/>
          </a:xfrm>
          <a:prstGeom prst="rect">
            <a:avLst/>
          </a:prstGeom>
          <a:noFill/>
        </p:spPr>
        <p:txBody>
          <a:bodyPr wrap="none" lIns="91421" tIns="45711" rIns="91421" bIns="45711" rtlCol="0">
            <a:spAutoFit/>
          </a:bodyPr>
          <a:lstStyle/>
          <a:p>
            <a:pPr algn="ctr"/>
            <a:r>
              <a:rPr lang="id-ID" sz="1400" b="1" dirty="0">
                <a:latin typeface="微软雅黑" panose="020B0503020204020204" charset="-122"/>
                <a:cs typeface="Aparajita" panose="020B0604020202020204" pitchFamily="34" charset="0"/>
              </a:rPr>
              <a:t>2</a:t>
            </a:r>
          </a:p>
        </p:txBody>
      </p:sp>
      <p:sp>
        <p:nvSpPr>
          <p:cNvPr id="100" name="TextBox 99"/>
          <p:cNvSpPr txBox="1"/>
          <p:nvPr/>
        </p:nvSpPr>
        <p:spPr>
          <a:xfrm>
            <a:off x="5970958" y="3287264"/>
            <a:ext cx="291465" cy="318135"/>
          </a:xfrm>
          <a:prstGeom prst="rect">
            <a:avLst/>
          </a:prstGeom>
          <a:noFill/>
        </p:spPr>
        <p:txBody>
          <a:bodyPr wrap="none" lIns="91421" tIns="45711" rIns="91421" bIns="45711" rtlCol="0">
            <a:spAutoFit/>
          </a:bodyPr>
          <a:lstStyle/>
          <a:p>
            <a:pPr algn="ctr"/>
            <a:r>
              <a:rPr lang="id-ID" sz="1400" b="1" dirty="0">
                <a:latin typeface="微软雅黑" panose="020B0503020204020204" charset="-122"/>
                <a:cs typeface="Aparajita" panose="020B0604020202020204" pitchFamily="34" charset="0"/>
              </a:rPr>
              <a:t>3</a:t>
            </a:r>
          </a:p>
        </p:txBody>
      </p:sp>
      <p:sp>
        <p:nvSpPr>
          <p:cNvPr id="101" name="TextBox 100"/>
          <p:cNvSpPr txBox="1"/>
          <p:nvPr/>
        </p:nvSpPr>
        <p:spPr>
          <a:xfrm>
            <a:off x="5970958" y="2789549"/>
            <a:ext cx="291465" cy="318135"/>
          </a:xfrm>
          <a:prstGeom prst="rect">
            <a:avLst/>
          </a:prstGeom>
          <a:noFill/>
        </p:spPr>
        <p:txBody>
          <a:bodyPr wrap="none" lIns="91421" tIns="45711" rIns="91421" bIns="45711" rtlCol="0">
            <a:spAutoFit/>
          </a:bodyPr>
          <a:lstStyle/>
          <a:p>
            <a:pPr algn="ctr"/>
            <a:r>
              <a:rPr lang="id-ID" sz="1400" b="1" dirty="0">
                <a:latin typeface="微软雅黑" panose="020B0503020204020204" charset="-122"/>
                <a:cs typeface="Aparajita" panose="020B0604020202020204" pitchFamily="34" charset="0"/>
              </a:rPr>
              <a:t>4</a:t>
            </a:r>
          </a:p>
        </p:txBody>
      </p:sp>
      <p:sp>
        <p:nvSpPr>
          <p:cNvPr id="102" name="TextBox 101"/>
          <p:cNvSpPr txBox="1"/>
          <p:nvPr/>
        </p:nvSpPr>
        <p:spPr>
          <a:xfrm>
            <a:off x="5970958" y="2296841"/>
            <a:ext cx="291465" cy="318135"/>
          </a:xfrm>
          <a:prstGeom prst="rect">
            <a:avLst/>
          </a:prstGeom>
          <a:noFill/>
        </p:spPr>
        <p:txBody>
          <a:bodyPr wrap="none" lIns="91421" tIns="45711" rIns="91421" bIns="45711" rtlCol="0">
            <a:spAutoFit/>
          </a:bodyPr>
          <a:lstStyle/>
          <a:p>
            <a:pPr algn="ctr"/>
            <a:r>
              <a:rPr lang="id-ID" sz="1400" b="1" dirty="0">
                <a:latin typeface="微软雅黑" panose="020B0503020204020204" charset="-122"/>
                <a:cs typeface="Aparajita" panose="020B0604020202020204" pitchFamily="34" charset="0"/>
              </a:rPr>
              <a:t>5</a:t>
            </a:r>
          </a:p>
        </p:txBody>
      </p:sp>
      <p:sp>
        <p:nvSpPr>
          <p:cNvPr id="103" name="TextBox 102"/>
          <p:cNvSpPr txBox="1"/>
          <p:nvPr/>
        </p:nvSpPr>
        <p:spPr>
          <a:xfrm>
            <a:off x="5970958" y="1790114"/>
            <a:ext cx="291465" cy="318135"/>
          </a:xfrm>
          <a:prstGeom prst="rect">
            <a:avLst/>
          </a:prstGeom>
          <a:noFill/>
        </p:spPr>
        <p:txBody>
          <a:bodyPr wrap="none" lIns="91421" tIns="45711" rIns="91421" bIns="45711" rtlCol="0">
            <a:spAutoFit/>
          </a:bodyPr>
          <a:lstStyle/>
          <a:p>
            <a:pPr algn="ctr"/>
            <a:r>
              <a:rPr lang="id-ID" sz="1400" b="1" dirty="0">
                <a:latin typeface="微软雅黑" panose="020B0503020204020204" charset="-122"/>
                <a:cs typeface="Aparajita" panose="020B0604020202020204" pitchFamily="34" charset="0"/>
              </a:rPr>
              <a:t>6</a:t>
            </a:r>
          </a:p>
        </p:txBody>
      </p:sp>
      <p:sp>
        <p:nvSpPr>
          <p:cNvPr id="104" name="TextBox 103"/>
          <p:cNvSpPr txBox="1"/>
          <p:nvPr/>
        </p:nvSpPr>
        <p:spPr>
          <a:xfrm>
            <a:off x="5970958" y="4274560"/>
            <a:ext cx="291465" cy="318135"/>
          </a:xfrm>
          <a:prstGeom prst="rect">
            <a:avLst/>
          </a:prstGeom>
          <a:noFill/>
        </p:spPr>
        <p:txBody>
          <a:bodyPr wrap="none" lIns="91421" tIns="45711" rIns="91421" bIns="45711" rtlCol="0">
            <a:spAutoFit/>
          </a:bodyPr>
          <a:lstStyle/>
          <a:p>
            <a:pPr algn="ctr"/>
            <a:r>
              <a:rPr lang="id-ID" sz="1400" b="1" dirty="0">
                <a:latin typeface="微软雅黑" panose="020B0503020204020204" charset="-122"/>
                <a:cs typeface="Aparajita" panose="020B0604020202020204" pitchFamily="34" charset="0"/>
              </a:rPr>
              <a:t>1</a:t>
            </a:r>
          </a:p>
        </p:txBody>
      </p:sp>
      <p:sp>
        <p:nvSpPr>
          <p:cNvPr id="105" name="TextBox 104"/>
          <p:cNvSpPr txBox="1"/>
          <p:nvPr/>
        </p:nvSpPr>
        <p:spPr>
          <a:xfrm>
            <a:off x="6681784" y="4904066"/>
            <a:ext cx="621030" cy="318135"/>
          </a:xfrm>
          <a:prstGeom prst="rect">
            <a:avLst/>
          </a:prstGeom>
          <a:noFill/>
        </p:spPr>
        <p:txBody>
          <a:bodyPr wrap="none" lIns="91421" tIns="45711" rIns="91421" bIns="45711" rtlCol="0">
            <a:spAutoFit/>
          </a:bodyPr>
          <a:lstStyle/>
          <a:p>
            <a:pPr algn="ctr"/>
            <a:r>
              <a:rPr lang="id-ID" sz="1400" b="1" dirty="0">
                <a:latin typeface="微软雅黑" panose="020B0503020204020204" charset="-122"/>
                <a:cs typeface="Aparajita" panose="020B0604020202020204" pitchFamily="34" charset="0"/>
              </a:rPr>
              <a:t>2015</a:t>
            </a:r>
          </a:p>
        </p:txBody>
      </p:sp>
      <p:sp>
        <p:nvSpPr>
          <p:cNvPr id="107" name="TextBox 106"/>
          <p:cNvSpPr txBox="1"/>
          <p:nvPr/>
        </p:nvSpPr>
        <p:spPr>
          <a:xfrm>
            <a:off x="8976638" y="4904066"/>
            <a:ext cx="621030" cy="318135"/>
          </a:xfrm>
          <a:prstGeom prst="rect">
            <a:avLst/>
          </a:prstGeom>
          <a:noFill/>
        </p:spPr>
        <p:txBody>
          <a:bodyPr wrap="none" lIns="91421" tIns="45711" rIns="91421" bIns="45711" rtlCol="0">
            <a:spAutoFit/>
          </a:bodyPr>
          <a:lstStyle/>
          <a:p>
            <a:pPr algn="ctr"/>
            <a:r>
              <a:rPr lang="id-ID" sz="1400" b="1" dirty="0">
                <a:latin typeface="微软雅黑" panose="020B0503020204020204" charset="-122"/>
                <a:cs typeface="Aparajita" panose="020B0604020202020204" pitchFamily="34" charset="0"/>
              </a:rPr>
              <a:t>2017</a:t>
            </a:r>
          </a:p>
        </p:txBody>
      </p:sp>
      <p:sp>
        <p:nvSpPr>
          <p:cNvPr id="108" name="TextBox 107"/>
          <p:cNvSpPr txBox="1"/>
          <p:nvPr/>
        </p:nvSpPr>
        <p:spPr>
          <a:xfrm>
            <a:off x="10072310" y="4904066"/>
            <a:ext cx="621030" cy="318135"/>
          </a:xfrm>
          <a:prstGeom prst="rect">
            <a:avLst/>
          </a:prstGeom>
          <a:noFill/>
        </p:spPr>
        <p:txBody>
          <a:bodyPr wrap="none" lIns="91421" tIns="45711" rIns="91421" bIns="45711" rtlCol="0">
            <a:spAutoFit/>
          </a:bodyPr>
          <a:lstStyle/>
          <a:p>
            <a:pPr algn="ctr"/>
            <a:r>
              <a:rPr lang="id-ID" sz="1400" b="1" dirty="0">
                <a:latin typeface="微软雅黑" panose="020B0503020204020204" charset="-122"/>
                <a:cs typeface="Aparajita" panose="020B0604020202020204" pitchFamily="34" charset="0"/>
              </a:rPr>
              <a:t>2018</a:t>
            </a:r>
          </a:p>
        </p:txBody>
      </p:sp>
      <p:sp>
        <p:nvSpPr>
          <p:cNvPr id="109" name="TextBox 108"/>
          <p:cNvSpPr txBox="1"/>
          <p:nvPr/>
        </p:nvSpPr>
        <p:spPr>
          <a:xfrm>
            <a:off x="7778165" y="4904066"/>
            <a:ext cx="621030" cy="318135"/>
          </a:xfrm>
          <a:prstGeom prst="rect">
            <a:avLst/>
          </a:prstGeom>
          <a:noFill/>
        </p:spPr>
        <p:txBody>
          <a:bodyPr wrap="none" lIns="91421" tIns="45711" rIns="91421" bIns="45711" rtlCol="0">
            <a:spAutoFit/>
          </a:bodyPr>
          <a:lstStyle/>
          <a:p>
            <a:pPr algn="ctr"/>
            <a:r>
              <a:rPr lang="id-ID" sz="1400" b="1" dirty="0">
                <a:latin typeface="微软雅黑" panose="020B0503020204020204" charset="-122"/>
                <a:cs typeface="Aparajita" panose="020B0604020202020204" pitchFamily="34" charset="0"/>
              </a:rPr>
              <a:t>2016</a:t>
            </a:r>
          </a:p>
        </p:txBody>
      </p:sp>
    </p:spTree>
  </p:cSld>
  <p:clrMapOvr>
    <a:masterClrMapping/>
  </p:clrMapOvr>
  <p:transition advTm="3604">
    <p:comb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par>
                                <p:cTn id="12" presetID="2" presetClass="entr" presetSubtype="8" fill="hold" nodeType="withEffect">
                                  <p:stCondLst>
                                    <p:cond delay="25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0-#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par>
                          <p:cTn id="20" fill="hold">
                            <p:stCondLst>
                              <p:cond delay="850"/>
                            </p:stCondLst>
                            <p:childTnLst>
                              <p:par>
                                <p:cTn id="21" presetID="42" presetClass="entr" presetSubtype="0" fill="hold" grpId="0" nodeType="after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1000"/>
                                        <p:tgtEl>
                                          <p:spTgt spid="26"/>
                                        </p:tgtEl>
                                      </p:cBhvr>
                                    </p:animEffect>
                                    <p:anim calcmode="lin" valueType="num">
                                      <p:cBhvr>
                                        <p:cTn id="24" dur="1000" fill="hold"/>
                                        <p:tgtEl>
                                          <p:spTgt spid="26"/>
                                        </p:tgtEl>
                                        <p:attrNameLst>
                                          <p:attrName>ppt_x</p:attrName>
                                        </p:attrNameLst>
                                      </p:cBhvr>
                                      <p:tavLst>
                                        <p:tav tm="0">
                                          <p:val>
                                            <p:strVal val="#ppt_x"/>
                                          </p:val>
                                        </p:tav>
                                        <p:tav tm="100000">
                                          <p:val>
                                            <p:strVal val="#ppt_x"/>
                                          </p:val>
                                        </p:tav>
                                      </p:tavLst>
                                    </p:anim>
                                    <p:anim calcmode="lin" valueType="num">
                                      <p:cBhvr>
                                        <p:cTn id="25" dur="1000" fill="hold"/>
                                        <p:tgtEl>
                                          <p:spTgt spid="26"/>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1000"/>
                                        <p:tgtEl>
                                          <p:spTgt spid="27"/>
                                        </p:tgtEl>
                                      </p:cBhvr>
                                    </p:animEffect>
                                    <p:anim calcmode="lin" valueType="num">
                                      <p:cBhvr>
                                        <p:cTn id="29" dur="1000" fill="hold"/>
                                        <p:tgtEl>
                                          <p:spTgt spid="27"/>
                                        </p:tgtEl>
                                        <p:attrNameLst>
                                          <p:attrName>ppt_x</p:attrName>
                                        </p:attrNameLst>
                                      </p:cBhvr>
                                      <p:tavLst>
                                        <p:tav tm="0">
                                          <p:val>
                                            <p:strVal val="#ppt_x"/>
                                          </p:val>
                                        </p:tav>
                                        <p:tav tm="100000">
                                          <p:val>
                                            <p:strVal val="#ppt_x"/>
                                          </p:val>
                                        </p:tav>
                                      </p:tavLst>
                                    </p:anim>
                                    <p:anim calcmode="lin" valueType="num">
                                      <p:cBhvr>
                                        <p:cTn id="30" dur="1000" fill="hold"/>
                                        <p:tgtEl>
                                          <p:spTgt spid="27"/>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animEffect transition="in" filter="fade">
                                      <p:cBhvr>
                                        <p:cTn id="33" dur="1000"/>
                                        <p:tgtEl>
                                          <p:spTgt spid="28"/>
                                        </p:tgtEl>
                                      </p:cBhvr>
                                    </p:animEffect>
                                    <p:anim calcmode="lin" valueType="num">
                                      <p:cBhvr>
                                        <p:cTn id="34" dur="1000" fill="hold"/>
                                        <p:tgtEl>
                                          <p:spTgt spid="28"/>
                                        </p:tgtEl>
                                        <p:attrNameLst>
                                          <p:attrName>ppt_x</p:attrName>
                                        </p:attrNameLst>
                                      </p:cBhvr>
                                      <p:tavLst>
                                        <p:tav tm="0">
                                          <p:val>
                                            <p:strVal val="#ppt_x"/>
                                          </p:val>
                                        </p:tav>
                                        <p:tav tm="100000">
                                          <p:val>
                                            <p:strVal val="#ppt_x"/>
                                          </p:val>
                                        </p:tav>
                                      </p:tavLst>
                                    </p:anim>
                                    <p:anim calcmode="lin" valueType="num">
                                      <p:cBhvr>
                                        <p:cTn id="35" dur="1000" fill="hold"/>
                                        <p:tgtEl>
                                          <p:spTgt spid="28"/>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fade">
                                      <p:cBhvr>
                                        <p:cTn id="38" dur="1000"/>
                                        <p:tgtEl>
                                          <p:spTgt spid="29"/>
                                        </p:tgtEl>
                                      </p:cBhvr>
                                    </p:animEffect>
                                    <p:anim calcmode="lin" valueType="num">
                                      <p:cBhvr>
                                        <p:cTn id="39" dur="1000" fill="hold"/>
                                        <p:tgtEl>
                                          <p:spTgt spid="29"/>
                                        </p:tgtEl>
                                        <p:attrNameLst>
                                          <p:attrName>ppt_x</p:attrName>
                                        </p:attrNameLst>
                                      </p:cBhvr>
                                      <p:tavLst>
                                        <p:tav tm="0">
                                          <p:val>
                                            <p:strVal val="#ppt_x"/>
                                          </p:val>
                                        </p:tav>
                                        <p:tav tm="100000">
                                          <p:val>
                                            <p:strVal val="#ppt_x"/>
                                          </p:val>
                                        </p:tav>
                                      </p:tavLst>
                                    </p:anim>
                                    <p:anim calcmode="lin" valueType="num">
                                      <p:cBhvr>
                                        <p:cTn id="40" dur="1000" fill="hold"/>
                                        <p:tgtEl>
                                          <p:spTgt spid="29"/>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animEffect transition="in" filter="fade">
                                      <p:cBhvr>
                                        <p:cTn id="43" dur="1000"/>
                                        <p:tgtEl>
                                          <p:spTgt spid="30"/>
                                        </p:tgtEl>
                                      </p:cBhvr>
                                    </p:animEffect>
                                    <p:anim calcmode="lin" valueType="num">
                                      <p:cBhvr>
                                        <p:cTn id="44" dur="1000" fill="hold"/>
                                        <p:tgtEl>
                                          <p:spTgt spid="30"/>
                                        </p:tgtEl>
                                        <p:attrNameLst>
                                          <p:attrName>ppt_x</p:attrName>
                                        </p:attrNameLst>
                                      </p:cBhvr>
                                      <p:tavLst>
                                        <p:tav tm="0">
                                          <p:val>
                                            <p:strVal val="#ppt_x"/>
                                          </p:val>
                                        </p:tav>
                                        <p:tav tm="100000">
                                          <p:val>
                                            <p:strVal val="#ppt_x"/>
                                          </p:val>
                                        </p:tav>
                                      </p:tavLst>
                                    </p:anim>
                                    <p:anim calcmode="lin" valueType="num">
                                      <p:cBhvr>
                                        <p:cTn id="45" dur="1000" fill="hold"/>
                                        <p:tgtEl>
                                          <p:spTgt spid="30"/>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fade">
                                      <p:cBhvr>
                                        <p:cTn id="48" dur="1000"/>
                                        <p:tgtEl>
                                          <p:spTgt spid="31"/>
                                        </p:tgtEl>
                                      </p:cBhvr>
                                    </p:animEffect>
                                    <p:anim calcmode="lin" valueType="num">
                                      <p:cBhvr>
                                        <p:cTn id="49" dur="1000" fill="hold"/>
                                        <p:tgtEl>
                                          <p:spTgt spid="31"/>
                                        </p:tgtEl>
                                        <p:attrNameLst>
                                          <p:attrName>ppt_x</p:attrName>
                                        </p:attrNameLst>
                                      </p:cBhvr>
                                      <p:tavLst>
                                        <p:tav tm="0">
                                          <p:val>
                                            <p:strVal val="#ppt_x"/>
                                          </p:val>
                                        </p:tav>
                                        <p:tav tm="100000">
                                          <p:val>
                                            <p:strVal val="#ppt_x"/>
                                          </p:val>
                                        </p:tav>
                                      </p:tavLst>
                                    </p:anim>
                                    <p:anim calcmode="lin" valueType="num">
                                      <p:cBhvr>
                                        <p:cTn id="50" dur="1000" fill="hold"/>
                                        <p:tgtEl>
                                          <p:spTgt spid="31"/>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1000"/>
                                        <p:tgtEl>
                                          <p:spTgt spid="32"/>
                                        </p:tgtEl>
                                      </p:cBhvr>
                                    </p:animEffect>
                                    <p:anim calcmode="lin" valueType="num">
                                      <p:cBhvr>
                                        <p:cTn id="54" dur="1000" fill="hold"/>
                                        <p:tgtEl>
                                          <p:spTgt spid="32"/>
                                        </p:tgtEl>
                                        <p:attrNameLst>
                                          <p:attrName>ppt_x</p:attrName>
                                        </p:attrNameLst>
                                      </p:cBhvr>
                                      <p:tavLst>
                                        <p:tav tm="0">
                                          <p:val>
                                            <p:strVal val="#ppt_x"/>
                                          </p:val>
                                        </p:tav>
                                        <p:tav tm="100000">
                                          <p:val>
                                            <p:strVal val="#ppt_x"/>
                                          </p:val>
                                        </p:tav>
                                      </p:tavLst>
                                    </p:anim>
                                    <p:anim calcmode="lin" valueType="num">
                                      <p:cBhvr>
                                        <p:cTn id="55" dur="1000" fill="hold"/>
                                        <p:tgtEl>
                                          <p:spTgt spid="32"/>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1000"/>
                                        <p:tgtEl>
                                          <p:spTgt spid="33"/>
                                        </p:tgtEl>
                                      </p:cBhvr>
                                    </p:animEffect>
                                    <p:anim calcmode="lin" valueType="num">
                                      <p:cBhvr>
                                        <p:cTn id="59" dur="1000" fill="hold"/>
                                        <p:tgtEl>
                                          <p:spTgt spid="33"/>
                                        </p:tgtEl>
                                        <p:attrNameLst>
                                          <p:attrName>ppt_x</p:attrName>
                                        </p:attrNameLst>
                                      </p:cBhvr>
                                      <p:tavLst>
                                        <p:tav tm="0">
                                          <p:val>
                                            <p:strVal val="#ppt_x"/>
                                          </p:val>
                                        </p:tav>
                                        <p:tav tm="100000">
                                          <p:val>
                                            <p:strVal val="#ppt_x"/>
                                          </p:val>
                                        </p:tav>
                                      </p:tavLst>
                                    </p:anim>
                                    <p:anim calcmode="lin" valueType="num">
                                      <p:cBhvr>
                                        <p:cTn id="60" dur="1000" fill="hold"/>
                                        <p:tgtEl>
                                          <p:spTgt spid="33"/>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34"/>
                                        </p:tgtEl>
                                        <p:attrNameLst>
                                          <p:attrName>style.visibility</p:attrName>
                                        </p:attrNameLst>
                                      </p:cBhvr>
                                      <p:to>
                                        <p:strVal val="visible"/>
                                      </p:to>
                                    </p:set>
                                    <p:animEffect transition="in" filter="fade">
                                      <p:cBhvr>
                                        <p:cTn id="63" dur="1000"/>
                                        <p:tgtEl>
                                          <p:spTgt spid="34"/>
                                        </p:tgtEl>
                                      </p:cBhvr>
                                    </p:animEffect>
                                    <p:anim calcmode="lin" valueType="num">
                                      <p:cBhvr>
                                        <p:cTn id="64" dur="1000" fill="hold"/>
                                        <p:tgtEl>
                                          <p:spTgt spid="34"/>
                                        </p:tgtEl>
                                        <p:attrNameLst>
                                          <p:attrName>ppt_x</p:attrName>
                                        </p:attrNameLst>
                                      </p:cBhvr>
                                      <p:tavLst>
                                        <p:tav tm="0">
                                          <p:val>
                                            <p:strVal val="#ppt_x"/>
                                          </p:val>
                                        </p:tav>
                                        <p:tav tm="100000">
                                          <p:val>
                                            <p:strVal val="#ppt_x"/>
                                          </p:val>
                                        </p:tav>
                                      </p:tavLst>
                                    </p:anim>
                                    <p:anim calcmode="lin" valueType="num">
                                      <p:cBhvr>
                                        <p:cTn id="65" dur="1000" fill="hold"/>
                                        <p:tgtEl>
                                          <p:spTgt spid="34"/>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35"/>
                                        </p:tgtEl>
                                        <p:attrNameLst>
                                          <p:attrName>style.visibility</p:attrName>
                                        </p:attrNameLst>
                                      </p:cBhvr>
                                      <p:to>
                                        <p:strVal val="visible"/>
                                      </p:to>
                                    </p:set>
                                    <p:animEffect transition="in" filter="fade">
                                      <p:cBhvr>
                                        <p:cTn id="68" dur="1000"/>
                                        <p:tgtEl>
                                          <p:spTgt spid="35"/>
                                        </p:tgtEl>
                                      </p:cBhvr>
                                    </p:animEffect>
                                    <p:anim calcmode="lin" valueType="num">
                                      <p:cBhvr>
                                        <p:cTn id="69" dur="1000" fill="hold"/>
                                        <p:tgtEl>
                                          <p:spTgt spid="35"/>
                                        </p:tgtEl>
                                        <p:attrNameLst>
                                          <p:attrName>ppt_x</p:attrName>
                                        </p:attrNameLst>
                                      </p:cBhvr>
                                      <p:tavLst>
                                        <p:tav tm="0">
                                          <p:val>
                                            <p:strVal val="#ppt_x"/>
                                          </p:val>
                                        </p:tav>
                                        <p:tav tm="100000">
                                          <p:val>
                                            <p:strVal val="#ppt_x"/>
                                          </p:val>
                                        </p:tav>
                                      </p:tavLst>
                                    </p:anim>
                                    <p:anim calcmode="lin" valueType="num">
                                      <p:cBhvr>
                                        <p:cTn id="70" dur="1000" fill="hold"/>
                                        <p:tgtEl>
                                          <p:spTgt spid="35"/>
                                        </p:tgtEl>
                                        <p:attrNameLst>
                                          <p:attrName>ppt_y</p:attrName>
                                        </p:attrNameLst>
                                      </p:cBhvr>
                                      <p:tavLst>
                                        <p:tav tm="0">
                                          <p:val>
                                            <p:strVal val="#ppt_y+.1"/>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36"/>
                                        </p:tgtEl>
                                        <p:attrNameLst>
                                          <p:attrName>style.visibility</p:attrName>
                                        </p:attrNameLst>
                                      </p:cBhvr>
                                      <p:to>
                                        <p:strVal val="visible"/>
                                      </p:to>
                                    </p:set>
                                    <p:animEffect transition="in" filter="fade">
                                      <p:cBhvr>
                                        <p:cTn id="73" dur="1000"/>
                                        <p:tgtEl>
                                          <p:spTgt spid="36"/>
                                        </p:tgtEl>
                                      </p:cBhvr>
                                    </p:animEffect>
                                    <p:anim calcmode="lin" valueType="num">
                                      <p:cBhvr>
                                        <p:cTn id="74" dur="1000" fill="hold"/>
                                        <p:tgtEl>
                                          <p:spTgt spid="36"/>
                                        </p:tgtEl>
                                        <p:attrNameLst>
                                          <p:attrName>ppt_x</p:attrName>
                                        </p:attrNameLst>
                                      </p:cBhvr>
                                      <p:tavLst>
                                        <p:tav tm="0">
                                          <p:val>
                                            <p:strVal val="#ppt_x"/>
                                          </p:val>
                                        </p:tav>
                                        <p:tav tm="100000">
                                          <p:val>
                                            <p:strVal val="#ppt_x"/>
                                          </p:val>
                                        </p:tav>
                                      </p:tavLst>
                                    </p:anim>
                                    <p:anim calcmode="lin" valueType="num">
                                      <p:cBhvr>
                                        <p:cTn id="75" dur="1000" fill="hold"/>
                                        <p:tgtEl>
                                          <p:spTgt spid="36"/>
                                        </p:tgtEl>
                                        <p:attrNameLst>
                                          <p:attrName>ppt_y</p:attrName>
                                        </p:attrNameLst>
                                      </p:cBhvr>
                                      <p:tavLst>
                                        <p:tav tm="0">
                                          <p:val>
                                            <p:strVal val="#ppt_y+.1"/>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37"/>
                                        </p:tgtEl>
                                        <p:attrNameLst>
                                          <p:attrName>style.visibility</p:attrName>
                                        </p:attrNameLst>
                                      </p:cBhvr>
                                      <p:to>
                                        <p:strVal val="visible"/>
                                      </p:to>
                                    </p:set>
                                    <p:animEffect transition="in" filter="fade">
                                      <p:cBhvr>
                                        <p:cTn id="78" dur="1000"/>
                                        <p:tgtEl>
                                          <p:spTgt spid="37"/>
                                        </p:tgtEl>
                                      </p:cBhvr>
                                    </p:animEffect>
                                    <p:anim calcmode="lin" valueType="num">
                                      <p:cBhvr>
                                        <p:cTn id="79" dur="1000" fill="hold"/>
                                        <p:tgtEl>
                                          <p:spTgt spid="37"/>
                                        </p:tgtEl>
                                        <p:attrNameLst>
                                          <p:attrName>ppt_x</p:attrName>
                                        </p:attrNameLst>
                                      </p:cBhvr>
                                      <p:tavLst>
                                        <p:tav tm="0">
                                          <p:val>
                                            <p:strVal val="#ppt_x"/>
                                          </p:val>
                                        </p:tav>
                                        <p:tav tm="100000">
                                          <p:val>
                                            <p:strVal val="#ppt_x"/>
                                          </p:val>
                                        </p:tav>
                                      </p:tavLst>
                                    </p:anim>
                                    <p:anim calcmode="lin" valueType="num">
                                      <p:cBhvr>
                                        <p:cTn id="80" dur="1000" fill="hold"/>
                                        <p:tgtEl>
                                          <p:spTgt spid="37"/>
                                        </p:tgtEl>
                                        <p:attrNameLst>
                                          <p:attrName>ppt_y</p:attrName>
                                        </p:attrNameLst>
                                      </p:cBhvr>
                                      <p:tavLst>
                                        <p:tav tm="0">
                                          <p:val>
                                            <p:strVal val="#ppt_y+.1"/>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38"/>
                                        </p:tgtEl>
                                        <p:attrNameLst>
                                          <p:attrName>style.visibility</p:attrName>
                                        </p:attrNameLst>
                                      </p:cBhvr>
                                      <p:to>
                                        <p:strVal val="visible"/>
                                      </p:to>
                                    </p:set>
                                    <p:animEffect transition="in" filter="fade">
                                      <p:cBhvr>
                                        <p:cTn id="83" dur="1000"/>
                                        <p:tgtEl>
                                          <p:spTgt spid="38"/>
                                        </p:tgtEl>
                                      </p:cBhvr>
                                    </p:animEffect>
                                    <p:anim calcmode="lin" valueType="num">
                                      <p:cBhvr>
                                        <p:cTn id="84" dur="1000" fill="hold"/>
                                        <p:tgtEl>
                                          <p:spTgt spid="38"/>
                                        </p:tgtEl>
                                        <p:attrNameLst>
                                          <p:attrName>ppt_x</p:attrName>
                                        </p:attrNameLst>
                                      </p:cBhvr>
                                      <p:tavLst>
                                        <p:tav tm="0">
                                          <p:val>
                                            <p:strVal val="#ppt_x"/>
                                          </p:val>
                                        </p:tav>
                                        <p:tav tm="100000">
                                          <p:val>
                                            <p:strVal val="#ppt_x"/>
                                          </p:val>
                                        </p:tav>
                                      </p:tavLst>
                                    </p:anim>
                                    <p:anim calcmode="lin" valueType="num">
                                      <p:cBhvr>
                                        <p:cTn id="85" dur="1000" fill="hold"/>
                                        <p:tgtEl>
                                          <p:spTgt spid="38"/>
                                        </p:tgtEl>
                                        <p:attrNameLst>
                                          <p:attrName>ppt_y</p:attrName>
                                        </p:attrNameLst>
                                      </p:cBhvr>
                                      <p:tavLst>
                                        <p:tav tm="0">
                                          <p:val>
                                            <p:strVal val="#ppt_y+.1"/>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39"/>
                                        </p:tgtEl>
                                        <p:attrNameLst>
                                          <p:attrName>style.visibility</p:attrName>
                                        </p:attrNameLst>
                                      </p:cBhvr>
                                      <p:to>
                                        <p:strVal val="visible"/>
                                      </p:to>
                                    </p:set>
                                    <p:animEffect transition="in" filter="fade">
                                      <p:cBhvr>
                                        <p:cTn id="88" dur="1000"/>
                                        <p:tgtEl>
                                          <p:spTgt spid="39"/>
                                        </p:tgtEl>
                                      </p:cBhvr>
                                    </p:animEffect>
                                    <p:anim calcmode="lin" valueType="num">
                                      <p:cBhvr>
                                        <p:cTn id="89" dur="1000" fill="hold"/>
                                        <p:tgtEl>
                                          <p:spTgt spid="39"/>
                                        </p:tgtEl>
                                        <p:attrNameLst>
                                          <p:attrName>ppt_x</p:attrName>
                                        </p:attrNameLst>
                                      </p:cBhvr>
                                      <p:tavLst>
                                        <p:tav tm="0">
                                          <p:val>
                                            <p:strVal val="#ppt_x"/>
                                          </p:val>
                                        </p:tav>
                                        <p:tav tm="100000">
                                          <p:val>
                                            <p:strVal val="#ppt_x"/>
                                          </p:val>
                                        </p:tav>
                                      </p:tavLst>
                                    </p:anim>
                                    <p:anim calcmode="lin" valueType="num">
                                      <p:cBhvr>
                                        <p:cTn id="90" dur="1000" fill="hold"/>
                                        <p:tgtEl>
                                          <p:spTgt spid="39"/>
                                        </p:tgtEl>
                                        <p:attrNameLst>
                                          <p:attrName>ppt_y</p:attrName>
                                        </p:attrNameLst>
                                      </p:cBhvr>
                                      <p:tavLst>
                                        <p:tav tm="0">
                                          <p:val>
                                            <p:strVal val="#ppt_y+.1"/>
                                          </p:val>
                                        </p:tav>
                                        <p:tav tm="100000">
                                          <p:val>
                                            <p:strVal val="#ppt_y"/>
                                          </p:val>
                                        </p:tav>
                                      </p:tavLst>
                                    </p:anim>
                                  </p:childTnLst>
                                </p:cTn>
                              </p:par>
                              <p:par>
                                <p:cTn id="91" presetID="42" presetClass="entr" presetSubtype="0" fill="hold" grpId="0" nodeType="withEffect">
                                  <p:stCondLst>
                                    <p:cond delay="0"/>
                                  </p:stCondLst>
                                  <p:childTnLst>
                                    <p:set>
                                      <p:cBhvr>
                                        <p:cTn id="92" dur="1" fill="hold">
                                          <p:stCondLst>
                                            <p:cond delay="0"/>
                                          </p:stCondLst>
                                        </p:cTn>
                                        <p:tgtEl>
                                          <p:spTgt spid="40"/>
                                        </p:tgtEl>
                                        <p:attrNameLst>
                                          <p:attrName>style.visibility</p:attrName>
                                        </p:attrNameLst>
                                      </p:cBhvr>
                                      <p:to>
                                        <p:strVal val="visible"/>
                                      </p:to>
                                    </p:set>
                                    <p:animEffect transition="in" filter="fade">
                                      <p:cBhvr>
                                        <p:cTn id="93" dur="1000"/>
                                        <p:tgtEl>
                                          <p:spTgt spid="40"/>
                                        </p:tgtEl>
                                      </p:cBhvr>
                                    </p:animEffect>
                                    <p:anim calcmode="lin" valueType="num">
                                      <p:cBhvr>
                                        <p:cTn id="94" dur="1000" fill="hold"/>
                                        <p:tgtEl>
                                          <p:spTgt spid="40"/>
                                        </p:tgtEl>
                                        <p:attrNameLst>
                                          <p:attrName>ppt_x</p:attrName>
                                        </p:attrNameLst>
                                      </p:cBhvr>
                                      <p:tavLst>
                                        <p:tav tm="0">
                                          <p:val>
                                            <p:strVal val="#ppt_x"/>
                                          </p:val>
                                        </p:tav>
                                        <p:tav tm="100000">
                                          <p:val>
                                            <p:strVal val="#ppt_x"/>
                                          </p:val>
                                        </p:tav>
                                      </p:tavLst>
                                    </p:anim>
                                    <p:anim calcmode="lin" valueType="num">
                                      <p:cBhvr>
                                        <p:cTn id="95" dur="1000" fill="hold"/>
                                        <p:tgtEl>
                                          <p:spTgt spid="40"/>
                                        </p:tgtEl>
                                        <p:attrNameLst>
                                          <p:attrName>ppt_y</p:attrName>
                                        </p:attrNameLst>
                                      </p:cBhvr>
                                      <p:tavLst>
                                        <p:tav tm="0">
                                          <p:val>
                                            <p:strVal val="#ppt_y+.1"/>
                                          </p:val>
                                        </p:tav>
                                        <p:tav tm="100000">
                                          <p:val>
                                            <p:strVal val="#ppt_y"/>
                                          </p:val>
                                        </p:tav>
                                      </p:tavLst>
                                    </p:anim>
                                  </p:childTnLst>
                                </p:cTn>
                              </p:par>
                              <p:par>
                                <p:cTn id="96" presetID="42" presetClass="entr" presetSubtype="0" fill="hold" grpId="0" nodeType="withEffect">
                                  <p:stCondLst>
                                    <p:cond delay="0"/>
                                  </p:stCondLst>
                                  <p:childTnLst>
                                    <p:set>
                                      <p:cBhvr>
                                        <p:cTn id="97" dur="1" fill="hold">
                                          <p:stCondLst>
                                            <p:cond delay="0"/>
                                          </p:stCondLst>
                                        </p:cTn>
                                        <p:tgtEl>
                                          <p:spTgt spid="41"/>
                                        </p:tgtEl>
                                        <p:attrNameLst>
                                          <p:attrName>style.visibility</p:attrName>
                                        </p:attrNameLst>
                                      </p:cBhvr>
                                      <p:to>
                                        <p:strVal val="visible"/>
                                      </p:to>
                                    </p:set>
                                    <p:animEffect transition="in" filter="fade">
                                      <p:cBhvr>
                                        <p:cTn id="98" dur="1000"/>
                                        <p:tgtEl>
                                          <p:spTgt spid="41"/>
                                        </p:tgtEl>
                                      </p:cBhvr>
                                    </p:animEffect>
                                    <p:anim calcmode="lin" valueType="num">
                                      <p:cBhvr>
                                        <p:cTn id="99" dur="1000" fill="hold"/>
                                        <p:tgtEl>
                                          <p:spTgt spid="41"/>
                                        </p:tgtEl>
                                        <p:attrNameLst>
                                          <p:attrName>ppt_x</p:attrName>
                                        </p:attrNameLst>
                                      </p:cBhvr>
                                      <p:tavLst>
                                        <p:tav tm="0">
                                          <p:val>
                                            <p:strVal val="#ppt_x"/>
                                          </p:val>
                                        </p:tav>
                                        <p:tav tm="100000">
                                          <p:val>
                                            <p:strVal val="#ppt_x"/>
                                          </p:val>
                                        </p:tav>
                                      </p:tavLst>
                                    </p:anim>
                                    <p:anim calcmode="lin" valueType="num">
                                      <p:cBhvr>
                                        <p:cTn id="100" dur="1000" fill="hold"/>
                                        <p:tgtEl>
                                          <p:spTgt spid="41"/>
                                        </p:tgtEl>
                                        <p:attrNameLst>
                                          <p:attrName>ppt_y</p:attrName>
                                        </p:attrNameLst>
                                      </p:cBhvr>
                                      <p:tavLst>
                                        <p:tav tm="0">
                                          <p:val>
                                            <p:strVal val="#ppt_y+.1"/>
                                          </p:val>
                                        </p:tav>
                                        <p:tav tm="100000">
                                          <p:val>
                                            <p:strVal val="#ppt_y"/>
                                          </p:val>
                                        </p:tav>
                                      </p:tavLst>
                                    </p:anim>
                                  </p:childTnLst>
                                </p:cTn>
                              </p:par>
                            </p:childTnLst>
                          </p:cTn>
                        </p:par>
                        <p:par>
                          <p:cTn id="101" fill="hold">
                            <p:stCondLst>
                              <p:cond delay="1850"/>
                            </p:stCondLst>
                            <p:childTnLst>
                              <p:par>
                                <p:cTn id="102" presetID="53" presetClass="entr" presetSubtype="16" fill="hold" grpId="0" nodeType="afterEffect">
                                  <p:stCondLst>
                                    <p:cond delay="0"/>
                                  </p:stCondLst>
                                  <p:childTnLst>
                                    <p:set>
                                      <p:cBhvr>
                                        <p:cTn id="103" dur="1" fill="hold">
                                          <p:stCondLst>
                                            <p:cond delay="0"/>
                                          </p:stCondLst>
                                        </p:cTn>
                                        <p:tgtEl>
                                          <p:spTgt spid="61"/>
                                        </p:tgtEl>
                                        <p:attrNameLst>
                                          <p:attrName>style.visibility</p:attrName>
                                        </p:attrNameLst>
                                      </p:cBhvr>
                                      <p:to>
                                        <p:strVal val="visible"/>
                                      </p:to>
                                    </p:set>
                                    <p:anim calcmode="lin" valueType="num">
                                      <p:cBhvr>
                                        <p:cTn id="104" dur="500" fill="hold"/>
                                        <p:tgtEl>
                                          <p:spTgt spid="61"/>
                                        </p:tgtEl>
                                        <p:attrNameLst>
                                          <p:attrName>ppt_w</p:attrName>
                                        </p:attrNameLst>
                                      </p:cBhvr>
                                      <p:tavLst>
                                        <p:tav tm="0">
                                          <p:val>
                                            <p:fltVal val="0"/>
                                          </p:val>
                                        </p:tav>
                                        <p:tav tm="100000">
                                          <p:val>
                                            <p:strVal val="#ppt_w"/>
                                          </p:val>
                                        </p:tav>
                                      </p:tavLst>
                                    </p:anim>
                                    <p:anim calcmode="lin" valueType="num">
                                      <p:cBhvr>
                                        <p:cTn id="105" dur="500" fill="hold"/>
                                        <p:tgtEl>
                                          <p:spTgt spid="61"/>
                                        </p:tgtEl>
                                        <p:attrNameLst>
                                          <p:attrName>ppt_h</p:attrName>
                                        </p:attrNameLst>
                                      </p:cBhvr>
                                      <p:tavLst>
                                        <p:tav tm="0">
                                          <p:val>
                                            <p:fltVal val="0"/>
                                          </p:val>
                                        </p:tav>
                                        <p:tav tm="100000">
                                          <p:val>
                                            <p:strVal val="#ppt_h"/>
                                          </p:val>
                                        </p:tav>
                                      </p:tavLst>
                                    </p:anim>
                                    <p:animEffect transition="in" filter="fade">
                                      <p:cBhvr>
                                        <p:cTn id="106" dur="500"/>
                                        <p:tgtEl>
                                          <p:spTgt spid="61"/>
                                        </p:tgtEl>
                                      </p:cBhvr>
                                    </p:animEffect>
                                  </p:childTnLst>
                                </p:cTn>
                              </p:par>
                              <p:par>
                                <p:cTn id="107" presetID="53" presetClass="entr" presetSubtype="16" fill="hold" grpId="0" nodeType="withEffect">
                                  <p:stCondLst>
                                    <p:cond delay="0"/>
                                  </p:stCondLst>
                                  <p:childTnLst>
                                    <p:set>
                                      <p:cBhvr>
                                        <p:cTn id="108" dur="1" fill="hold">
                                          <p:stCondLst>
                                            <p:cond delay="0"/>
                                          </p:stCondLst>
                                        </p:cTn>
                                        <p:tgtEl>
                                          <p:spTgt spid="62"/>
                                        </p:tgtEl>
                                        <p:attrNameLst>
                                          <p:attrName>style.visibility</p:attrName>
                                        </p:attrNameLst>
                                      </p:cBhvr>
                                      <p:to>
                                        <p:strVal val="visible"/>
                                      </p:to>
                                    </p:set>
                                    <p:anim calcmode="lin" valueType="num">
                                      <p:cBhvr>
                                        <p:cTn id="109" dur="500" fill="hold"/>
                                        <p:tgtEl>
                                          <p:spTgt spid="62"/>
                                        </p:tgtEl>
                                        <p:attrNameLst>
                                          <p:attrName>ppt_w</p:attrName>
                                        </p:attrNameLst>
                                      </p:cBhvr>
                                      <p:tavLst>
                                        <p:tav tm="0">
                                          <p:val>
                                            <p:fltVal val="0"/>
                                          </p:val>
                                        </p:tav>
                                        <p:tav tm="100000">
                                          <p:val>
                                            <p:strVal val="#ppt_w"/>
                                          </p:val>
                                        </p:tav>
                                      </p:tavLst>
                                    </p:anim>
                                    <p:anim calcmode="lin" valueType="num">
                                      <p:cBhvr>
                                        <p:cTn id="110" dur="500" fill="hold"/>
                                        <p:tgtEl>
                                          <p:spTgt spid="62"/>
                                        </p:tgtEl>
                                        <p:attrNameLst>
                                          <p:attrName>ppt_h</p:attrName>
                                        </p:attrNameLst>
                                      </p:cBhvr>
                                      <p:tavLst>
                                        <p:tav tm="0">
                                          <p:val>
                                            <p:fltVal val="0"/>
                                          </p:val>
                                        </p:tav>
                                        <p:tav tm="100000">
                                          <p:val>
                                            <p:strVal val="#ppt_h"/>
                                          </p:val>
                                        </p:tav>
                                      </p:tavLst>
                                    </p:anim>
                                    <p:animEffect transition="in" filter="fade">
                                      <p:cBhvr>
                                        <p:cTn id="111" dur="500"/>
                                        <p:tgtEl>
                                          <p:spTgt spid="62"/>
                                        </p:tgtEl>
                                      </p:cBhvr>
                                    </p:animEffect>
                                  </p:childTnLst>
                                </p:cTn>
                              </p:par>
                              <p:par>
                                <p:cTn id="112" presetID="53" presetClass="entr" presetSubtype="16" fill="hold" grpId="0" nodeType="withEffect">
                                  <p:stCondLst>
                                    <p:cond delay="0"/>
                                  </p:stCondLst>
                                  <p:childTnLst>
                                    <p:set>
                                      <p:cBhvr>
                                        <p:cTn id="113" dur="1" fill="hold">
                                          <p:stCondLst>
                                            <p:cond delay="0"/>
                                          </p:stCondLst>
                                        </p:cTn>
                                        <p:tgtEl>
                                          <p:spTgt spid="63"/>
                                        </p:tgtEl>
                                        <p:attrNameLst>
                                          <p:attrName>style.visibility</p:attrName>
                                        </p:attrNameLst>
                                      </p:cBhvr>
                                      <p:to>
                                        <p:strVal val="visible"/>
                                      </p:to>
                                    </p:set>
                                    <p:anim calcmode="lin" valueType="num">
                                      <p:cBhvr>
                                        <p:cTn id="114" dur="500" fill="hold"/>
                                        <p:tgtEl>
                                          <p:spTgt spid="63"/>
                                        </p:tgtEl>
                                        <p:attrNameLst>
                                          <p:attrName>ppt_w</p:attrName>
                                        </p:attrNameLst>
                                      </p:cBhvr>
                                      <p:tavLst>
                                        <p:tav tm="0">
                                          <p:val>
                                            <p:fltVal val="0"/>
                                          </p:val>
                                        </p:tav>
                                        <p:tav tm="100000">
                                          <p:val>
                                            <p:strVal val="#ppt_w"/>
                                          </p:val>
                                        </p:tav>
                                      </p:tavLst>
                                    </p:anim>
                                    <p:anim calcmode="lin" valueType="num">
                                      <p:cBhvr>
                                        <p:cTn id="115" dur="500" fill="hold"/>
                                        <p:tgtEl>
                                          <p:spTgt spid="63"/>
                                        </p:tgtEl>
                                        <p:attrNameLst>
                                          <p:attrName>ppt_h</p:attrName>
                                        </p:attrNameLst>
                                      </p:cBhvr>
                                      <p:tavLst>
                                        <p:tav tm="0">
                                          <p:val>
                                            <p:fltVal val="0"/>
                                          </p:val>
                                        </p:tav>
                                        <p:tav tm="100000">
                                          <p:val>
                                            <p:strVal val="#ppt_h"/>
                                          </p:val>
                                        </p:tav>
                                      </p:tavLst>
                                    </p:anim>
                                    <p:animEffect transition="in" filter="fade">
                                      <p:cBhvr>
                                        <p:cTn id="116" dur="500"/>
                                        <p:tgtEl>
                                          <p:spTgt spid="63"/>
                                        </p:tgtEl>
                                      </p:cBhvr>
                                    </p:animEffect>
                                  </p:childTnLst>
                                </p:cTn>
                              </p:par>
                              <p:par>
                                <p:cTn id="117" presetID="53" presetClass="entr" presetSubtype="16" fill="hold" grpId="0" nodeType="withEffect">
                                  <p:stCondLst>
                                    <p:cond delay="0"/>
                                  </p:stCondLst>
                                  <p:childTnLst>
                                    <p:set>
                                      <p:cBhvr>
                                        <p:cTn id="118" dur="1" fill="hold">
                                          <p:stCondLst>
                                            <p:cond delay="0"/>
                                          </p:stCondLst>
                                        </p:cTn>
                                        <p:tgtEl>
                                          <p:spTgt spid="64"/>
                                        </p:tgtEl>
                                        <p:attrNameLst>
                                          <p:attrName>style.visibility</p:attrName>
                                        </p:attrNameLst>
                                      </p:cBhvr>
                                      <p:to>
                                        <p:strVal val="visible"/>
                                      </p:to>
                                    </p:set>
                                    <p:anim calcmode="lin" valueType="num">
                                      <p:cBhvr>
                                        <p:cTn id="119" dur="500" fill="hold"/>
                                        <p:tgtEl>
                                          <p:spTgt spid="64"/>
                                        </p:tgtEl>
                                        <p:attrNameLst>
                                          <p:attrName>ppt_w</p:attrName>
                                        </p:attrNameLst>
                                      </p:cBhvr>
                                      <p:tavLst>
                                        <p:tav tm="0">
                                          <p:val>
                                            <p:fltVal val="0"/>
                                          </p:val>
                                        </p:tav>
                                        <p:tav tm="100000">
                                          <p:val>
                                            <p:strVal val="#ppt_w"/>
                                          </p:val>
                                        </p:tav>
                                      </p:tavLst>
                                    </p:anim>
                                    <p:anim calcmode="lin" valueType="num">
                                      <p:cBhvr>
                                        <p:cTn id="120" dur="500" fill="hold"/>
                                        <p:tgtEl>
                                          <p:spTgt spid="64"/>
                                        </p:tgtEl>
                                        <p:attrNameLst>
                                          <p:attrName>ppt_h</p:attrName>
                                        </p:attrNameLst>
                                      </p:cBhvr>
                                      <p:tavLst>
                                        <p:tav tm="0">
                                          <p:val>
                                            <p:fltVal val="0"/>
                                          </p:val>
                                        </p:tav>
                                        <p:tav tm="100000">
                                          <p:val>
                                            <p:strVal val="#ppt_h"/>
                                          </p:val>
                                        </p:tav>
                                      </p:tavLst>
                                    </p:anim>
                                    <p:animEffect transition="in" filter="fade">
                                      <p:cBhvr>
                                        <p:cTn id="121" dur="500"/>
                                        <p:tgtEl>
                                          <p:spTgt spid="64"/>
                                        </p:tgtEl>
                                      </p:cBhvr>
                                    </p:animEffect>
                                  </p:childTnLst>
                                </p:cTn>
                              </p:par>
                              <p:par>
                                <p:cTn id="122" presetID="53" presetClass="entr" presetSubtype="16" fill="hold" grpId="0" nodeType="withEffect">
                                  <p:stCondLst>
                                    <p:cond delay="0"/>
                                  </p:stCondLst>
                                  <p:childTnLst>
                                    <p:set>
                                      <p:cBhvr>
                                        <p:cTn id="123" dur="1" fill="hold">
                                          <p:stCondLst>
                                            <p:cond delay="0"/>
                                          </p:stCondLst>
                                        </p:cTn>
                                        <p:tgtEl>
                                          <p:spTgt spid="65"/>
                                        </p:tgtEl>
                                        <p:attrNameLst>
                                          <p:attrName>style.visibility</p:attrName>
                                        </p:attrNameLst>
                                      </p:cBhvr>
                                      <p:to>
                                        <p:strVal val="visible"/>
                                      </p:to>
                                    </p:set>
                                    <p:anim calcmode="lin" valueType="num">
                                      <p:cBhvr>
                                        <p:cTn id="124" dur="500" fill="hold"/>
                                        <p:tgtEl>
                                          <p:spTgt spid="65"/>
                                        </p:tgtEl>
                                        <p:attrNameLst>
                                          <p:attrName>ppt_w</p:attrName>
                                        </p:attrNameLst>
                                      </p:cBhvr>
                                      <p:tavLst>
                                        <p:tav tm="0">
                                          <p:val>
                                            <p:fltVal val="0"/>
                                          </p:val>
                                        </p:tav>
                                        <p:tav tm="100000">
                                          <p:val>
                                            <p:strVal val="#ppt_w"/>
                                          </p:val>
                                        </p:tav>
                                      </p:tavLst>
                                    </p:anim>
                                    <p:anim calcmode="lin" valueType="num">
                                      <p:cBhvr>
                                        <p:cTn id="125" dur="500" fill="hold"/>
                                        <p:tgtEl>
                                          <p:spTgt spid="65"/>
                                        </p:tgtEl>
                                        <p:attrNameLst>
                                          <p:attrName>ppt_h</p:attrName>
                                        </p:attrNameLst>
                                      </p:cBhvr>
                                      <p:tavLst>
                                        <p:tav tm="0">
                                          <p:val>
                                            <p:fltVal val="0"/>
                                          </p:val>
                                        </p:tav>
                                        <p:tav tm="100000">
                                          <p:val>
                                            <p:strVal val="#ppt_h"/>
                                          </p:val>
                                        </p:tav>
                                      </p:tavLst>
                                    </p:anim>
                                    <p:animEffect transition="in" filter="fade">
                                      <p:cBhvr>
                                        <p:cTn id="126" dur="500"/>
                                        <p:tgtEl>
                                          <p:spTgt spid="65"/>
                                        </p:tgtEl>
                                      </p:cBhvr>
                                    </p:animEffect>
                                  </p:childTnLst>
                                </p:cTn>
                              </p:par>
                              <p:par>
                                <p:cTn id="127" presetID="53" presetClass="entr" presetSubtype="16" fill="hold" grpId="0" nodeType="withEffect">
                                  <p:stCondLst>
                                    <p:cond delay="0"/>
                                  </p:stCondLst>
                                  <p:childTnLst>
                                    <p:set>
                                      <p:cBhvr>
                                        <p:cTn id="128" dur="1" fill="hold">
                                          <p:stCondLst>
                                            <p:cond delay="0"/>
                                          </p:stCondLst>
                                        </p:cTn>
                                        <p:tgtEl>
                                          <p:spTgt spid="76"/>
                                        </p:tgtEl>
                                        <p:attrNameLst>
                                          <p:attrName>style.visibility</p:attrName>
                                        </p:attrNameLst>
                                      </p:cBhvr>
                                      <p:to>
                                        <p:strVal val="visible"/>
                                      </p:to>
                                    </p:set>
                                    <p:anim calcmode="lin" valueType="num">
                                      <p:cBhvr>
                                        <p:cTn id="129" dur="500" fill="hold"/>
                                        <p:tgtEl>
                                          <p:spTgt spid="76"/>
                                        </p:tgtEl>
                                        <p:attrNameLst>
                                          <p:attrName>ppt_w</p:attrName>
                                        </p:attrNameLst>
                                      </p:cBhvr>
                                      <p:tavLst>
                                        <p:tav tm="0">
                                          <p:val>
                                            <p:fltVal val="0"/>
                                          </p:val>
                                        </p:tav>
                                        <p:tav tm="100000">
                                          <p:val>
                                            <p:strVal val="#ppt_w"/>
                                          </p:val>
                                        </p:tav>
                                      </p:tavLst>
                                    </p:anim>
                                    <p:anim calcmode="lin" valueType="num">
                                      <p:cBhvr>
                                        <p:cTn id="130" dur="500" fill="hold"/>
                                        <p:tgtEl>
                                          <p:spTgt spid="76"/>
                                        </p:tgtEl>
                                        <p:attrNameLst>
                                          <p:attrName>ppt_h</p:attrName>
                                        </p:attrNameLst>
                                      </p:cBhvr>
                                      <p:tavLst>
                                        <p:tav tm="0">
                                          <p:val>
                                            <p:fltVal val="0"/>
                                          </p:val>
                                        </p:tav>
                                        <p:tav tm="100000">
                                          <p:val>
                                            <p:strVal val="#ppt_h"/>
                                          </p:val>
                                        </p:tav>
                                      </p:tavLst>
                                    </p:anim>
                                    <p:animEffect transition="in" filter="fade">
                                      <p:cBhvr>
                                        <p:cTn id="131" dur="500"/>
                                        <p:tgtEl>
                                          <p:spTgt spid="76"/>
                                        </p:tgtEl>
                                      </p:cBhvr>
                                    </p:animEffect>
                                  </p:childTnLst>
                                </p:cTn>
                              </p:par>
                              <p:par>
                                <p:cTn id="132" presetID="53" presetClass="entr" presetSubtype="16" fill="hold" grpId="0" nodeType="withEffect">
                                  <p:stCondLst>
                                    <p:cond delay="0"/>
                                  </p:stCondLst>
                                  <p:childTnLst>
                                    <p:set>
                                      <p:cBhvr>
                                        <p:cTn id="133" dur="1" fill="hold">
                                          <p:stCondLst>
                                            <p:cond delay="0"/>
                                          </p:stCondLst>
                                        </p:cTn>
                                        <p:tgtEl>
                                          <p:spTgt spid="77"/>
                                        </p:tgtEl>
                                        <p:attrNameLst>
                                          <p:attrName>style.visibility</p:attrName>
                                        </p:attrNameLst>
                                      </p:cBhvr>
                                      <p:to>
                                        <p:strVal val="visible"/>
                                      </p:to>
                                    </p:set>
                                    <p:anim calcmode="lin" valueType="num">
                                      <p:cBhvr>
                                        <p:cTn id="134" dur="500" fill="hold"/>
                                        <p:tgtEl>
                                          <p:spTgt spid="77"/>
                                        </p:tgtEl>
                                        <p:attrNameLst>
                                          <p:attrName>ppt_w</p:attrName>
                                        </p:attrNameLst>
                                      </p:cBhvr>
                                      <p:tavLst>
                                        <p:tav tm="0">
                                          <p:val>
                                            <p:fltVal val="0"/>
                                          </p:val>
                                        </p:tav>
                                        <p:tav tm="100000">
                                          <p:val>
                                            <p:strVal val="#ppt_w"/>
                                          </p:val>
                                        </p:tav>
                                      </p:tavLst>
                                    </p:anim>
                                    <p:anim calcmode="lin" valueType="num">
                                      <p:cBhvr>
                                        <p:cTn id="135" dur="500" fill="hold"/>
                                        <p:tgtEl>
                                          <p:spTgt spid="77"/>
                                        </p:tgtEl>
                                        <p:attrNameLst>
                                          <p:attrName>ppt_h</p:attrName>
                                        </p:attrNameLst>
                                      </p:cBhvr>
                                      <p:tavLst>
                                        <p:tav tm="0">
                                          <p:val>
                                            <p:fltVal val="0"/>
                                          </p:val>
                                        </p:tav>
                                        <p:tav tm="100000">
                                          <p:val>
                                            <p:strVal val="#ppt_h"/>
                                          </p:val>
                                        </p:tav>
                                      </p:tavLst>
                                    </p:anim>
                                    <p:animEffect transition="in" filter="fade">
                                      <p:cBhvr>
                                        <p:cTn id="136" dur="500"/>
                                        <p:tgtEl>
                                          <p:spTgt spid="77"/>
                                        </p:tgtEl>
                                      </p:cBhvr>
                                    </p:animEffect>
                                  </p:childTnLst>
                                </p:cTn>
                              </p:par>
                              <p:par>
                                <p:cTn id="137" presetID="53" presetClass="entr" presetSubtype="16" fill="hold" grpId="0" nodeType="withEffect">
                                  <p:stCondLst>
                                    <p:cond delay="0"/>
                                  </p:stCondLst>
                                  <p:childTnLst>
                                    <p:set>
                                      <p:cBhvr>
                                        <p:cTn id="138" dur="1" fill="hold">
                                          <p:stCondLst>
                                            <p:cond delay="0"/>
                                          </p:stCondLst>
                                        </p:cTn>
                                        <p:tgtEl>
                                          <p:spTgt spid="78"/>
                                        </p:tgtEl>
                                        <p:attrNameLst>
                                          <p:attrName>style.visibility</p:attrName>
                                        </p:attrNameLst>
                                      </p:cBhvr>
                                      <p:to>
                                        <p:strVal val="visible"/>
                                      </p:to>
                                    </p:set>
                                    <p:anim calcmode="lin" valueType="num">
                                      <p:cBhvr>
                                        <p:cTn id="139" dur="500" fill="hold"/>
                                        <p:tgtEl>
                                          <p:spTgt spid="78"/>
                                        </p:tgtEl>
                                        <p:attrNameLst>
                                          <p:attrName>ppt_w</p:attrName>
                                        </p:attrNameLst>
                                      </p:cBhvr>
                                      <p:tavLst>
                                        <p:tav tm="0">
                                          <p:val>
                                            <p:fltVal val="0"/>
                                          </p:val>
                                        </p:tav>
                                        <p:tav tm="100000">
                                          <p:val>
                                            <p:strVal val="#ppt_w"/>
                                          </p:val>
                                        </p:tav>
                                      </p:tavLst>
                                    </p:anim>
                                    <p:anim calcmode="lin" valueType="num">
                                      <p:cBhvr>
                                        <p:cTn id="140" dur="500" fill="hold"/>
                                        <p:tgtEl>
                                          <p:spTgt spid="78"/>
                                        </p:tgtEl>
                                        <p:attrNameLst>
                                          <p:attrName>ppt_h</p:attrName>
                                        </p:attrNameLst>
                                      </p:cBhvr>
                                      <p:tavLst>
                                        <p:tav tm="0">
                                          <p:val>
                                            <p:fltVal val="0"/>
                                          </p:val>
                                        </p:tav>
                                        <p:tav tm="100000">
                                          <p:val>
                                            <p:strVal val="#ppt_h"/>
                                          </p:val>
                                        </p:tav>
                                      </p:tavLst>
                                    </p:anim>
                                    <p:animEffect transition="in" filter="fade">
                                      <p:cBhvr>
                                        <p:cTn id="141" dur="500"/>
                                        <p:tgtEl>
                                          <p:spTgt spid="78"/>
                                        </p:tgtEl>
                                      </p:cBhvr>
                                    </p:animEffect>
                                  </p:childTnLst>
                                </p:cTn>
                              </p:par>
                              <p:par>
                                <p:cTn id="142" presetID="53" presetClass="entr" presetSubtype="16" fill="hold" grpId="0" nodeType="withEffect">
                                  <p:stCondLst>
                                    <p:cond delay="0"/>
                                  </p:stCondLst>
                                  <p:childTnLst>
                                    <p:set>
                                      <p:cBhvr>
                                        <p:cTn id="143" dur="1" fill="hold">
                                          <p:stCondLst>
                                            <p:cond delay="0"/>
                                          </p:stCondLst>
                                        </p:cTn>
                                        <p:tgtEl>
                                          <p:spTgt spid="79"/>
                                        </p:tgtEl>
                                        <p:attrNameLst>
                                          <p:attrName>style.visibility</p:attrName>
                                        </p:attrNameLst>
                                      </p:cBhvr>
                                      <p:to>
                                        <p:strVal val="visible"/>
                                      </p:to>
                                    </p:set>
                                    <p:anim calcmode="lin" valueType="num">
                                      <p:cBhvr>
                                        <p:cTn id="144" dur="500" fill="hold"/>
                                        <p:tgtEl>
                                          <p:spTgt spid="79"/>
                                        </p:tgtEl>
                                        <p:attrNameLst>
                                          <p:attrName>ppt_w</p:attrName>
                                        </p:attrNameLst>
                                      </p:cBhvr>
                                      <p:tavLst>
                                        <p:tav tm="0">
                                          <p:val>
                                            <p:fltVal val="0"/>
                                          </p:val>
                                        </p:tav>
                                        <p:tav tm="100000">
                                          <p:val>
                                            <p:strVal val="#ppt_w"/>
                                          </p:val>
                                        </p:tav>
                                      </p:tavLst>
                                    </p:anim>
                                    <p:anim calcmode="lin" valueType="num">
                                      <p:cBhvr>
                                        <p:cTn id="145" dur="500" fill="hold"/>
                                        <p:tgtEl>
                                          <p:spTgt spid="79"/>
                                        </p:tgtEl>
                                        <p:attrNameLst>
                                          <p:attrName>ppt_h</p:attrName>
                                        </p:attrNameLst>
                                      </p:cBhvr>
                                      <p:tavLst>
                                        <p:tav tm="0">
                                          <p:val>
                                            <p:fltVal val="0"/>
                                          </p:val>
                                        </p:tav>
                                        <p:tav tm="100000">
                                          <p:val>
                                            <p:strVal val="#ppt_h"/>
                                          </p:val>
                                        </p:tav>
                                      </p:tavLst>
                                    </p:anim>
                                    <p:animEffect transition="in" filter="fade">
                                      <p:cBhvr>
                                        <p:cTn id="146" dur="500"/>
                                        <p:tgtEl>
                                          <p:spTgt spid="79"/>
                                        </p:tgtEl>
                                      </p:cBhvr>
                                    </p:animEffect>
                                  </p:childTnLst>
                                </p:cTn>
                              </p:par>
                              <p:par>
                                <p:cTn id="147" presetID="53" presetClass="entr" presetSubtype="16" fill="hold" grpId="0" nodeType="withEffect">
                                  <p:stCondLst>
                                    <p:cond delay="0"/>
                                  </p:stCondLst>
                                  <p:childTnLst>
                                    <p:set>
                                      <p:cBhvr>
                                        <p:cTn id="148" dur="1" fill="hold">
                                          <p:stCondLst>
                                            <p:cond delay="0"/>
                                          </p:stCondLst>
                                        </p:cTn>
                                        <p:tgtEl>
                                          <p:spTgt spid="80"/>
                                        </p:tgtEl>
                                        <p:attrNameLst>
                                          <p:attrName>style.visibility</p:attrName>
                                        </p:attrNameLst>
                                      </p:cBhvr>
                                      <p:to>
                                        <p:strVal val="visible"/>
                                      </p:to>
                                    </p:set>
                                    <p:anim calcmode="lin" valueType="num">
                                      <p:cBhvr>
                                        <p:cTn id="149" dur="500" fill="hold"/>
                                        <p:tgtEl>
                                          <p:spTgt spid="80"/>
                                        </p:tgtEl>
                                        <p:attrNameLst>
                                          <p:attrName>ppt_w</p:attrName>
                                        </p:attrNameLst>
                                      </p:cBhvr>
                                      <p:tavLst>
                                        <p:tav tm="0">
                                          <p:val>
                                            <p:fltVal val="0"/>
                                          </p:val>
                                        </p:tav>
                                        <p:tav tm="100000">
                                          <p:val>
                                            <p:strVal val="#ppt_w"/>
                                          </p:val>
                                        </p:tav>
                                      </p:tavLst>
                                    </p:anim>
                                    <p:anim calcmode="lin" valueType="num">
                                      <p:cBhvr>
                                        <p:cTn id="150" dur="500" fill="hold"/>
                                        <p:tgtEl>
                                          <p:spTgt spid="80"/>
                                        </p:tgtEl>
                                        <p:attrNameLst>
                                          <p:attrName>ppt_h</p:attrName>
                                        </p:attrNameLst>
                                      </p:cBhvr>
                                      <p:tavLst>
                                        <p:tav tm="0">
                                          <p:val>
                                            <p:fltVal val="0"/>
                                          </p:val>
                                        </p:tav>
                                        <p:tav tm="100000">
                                          <p:val>
                                            <p:strVal val="#ppt_h"/>
                                          </p:val>
                                        </p:tav>
                                      </p:tavLst>
                                    </p:anim>
                                    <p:animEffect transition="in" filter="fade">
                                      <p:cBhvr>
                                        <p:cTn id="151" dur="500"/>
                                        <p:tgtEl>
                                          <p:spTgt spid="80"/>
                                        </p:tgtEl>
                                      </p:cBhvr>
                                    </p:animEffect>
                                  </p:childTnLst>
                                </p:cTn>
                              </p:par>
                              <p:par>
                                <p:cTn id="152" presetID="53" presetClass="entr" presetSubtype="16" fill="hold" grpId="0" nodeType="withEffect">
                                  <p:stCondLst>
                                    <p:cond delay="0"/>
                                  </p:stCondLst>
                                  <p:childTnLst>
                                    <p:set>
                                      <p:cBhvr>
                                        <p:cTn id="153" dur="1" fill="hold">
                                          <p:stCondLst>
                                            <p:cond delay="0"/>
                                          </p:stCondLst>
                                        </p:cTn>
                                        <p:tgtEl>
                                          <p:spTgt spid="81"/>
                                        </p:tgtEl>
                                        <p:attrNameLst>
                                          <p:attrName>style.visibility</p:attrName>
                                        </p:attrNameLst>
                                      </p:cBhvr>
                                      <p:to>
                                        <p:strVal val="visible"/>
                                      </p:to>
                                    </p:set>
                                    <p:anim calcmode="lin" valueType="num">
                                      <p:cBhvr>
                                        <p:cTn id="154" dur="500" fill="hold"/>
                                        <p:tgtEl>
                                          <p:spTgt spid="81"/>
                                        </p:tgtEl>
                                        <p:attrNameLst>
                                          <p:attrName>ppt_w</p:attrName>
                                        </p:attrNameLst>
                                      </p:cBhvr>
                                      <p:tavLst>
                                        <p:tav tm="0">
                                          <p:val>
                                            <p:fltVal val="0"/>
                                          </p:val>
                                        </p:tav>
                                        <p:tav tm="100000">
                                          <p:val>
                                            <p:strVal val="#ppt_w"/>
                                          </p:val>
                                        </p:tav>
                                      </p:tavLst>
                                    </p:anim>
                                    <p:anim calcmode="lin" valueType="num">
                                      <p:cBhvr>
                                        <p:cTn id="155" dur="500" fill="hold"/>
                                        <p:tgtEl>
                                          <p:spTgt spid="81"/>
                                        </p:tgtEl>
                                        <p:attrNameLst>
                                          <p:attrName>ppt_h</p:attrName>
                                        </p:attrNameLst>
                                      </p:cBhvr>
                                      <p:tavLst>
                                        <p:tav tm="0">
                                          <p:val>
                                            <p:fltVal val="0"/>
                                          </p:val>
                                        </p:tav>
                                        <p:tav tm="100000">
                                          <p:val>
                                            <p:strVal val="#ppt_h"/>
                                          </p:val>
                                        </p:tav>
                                      </p:tavLst>
                                    </p:anim>
                                    <p:animEffect transition="in" filter="fade">
                                      <p:cBhvr>
                                        <p:cTn id="156" dur="500"/>
                                        <p:tgtEl>
                                          <p:spTgt spid="81"/>
                                        </p:tgtEl>
                                      </p:cBhvr>
                                    </p:animEffect>
                                  </p:childTnLst>
                                </p:cTn>
                              </p:par>
                              <p:par>
                                <p:cTn id="157" presetID="53" presetClass="entr" presetSubtype="16" fill="hold" grpId="0" nodeType="withEffect">
                                  <p:stCondLst>
                                    <p:cond delay="0"/>
                                  </p:stCondLst>
                                  <p:childTnLst>
                                    <p:set>
                                      <p:cBhvr>
                                        <p:cTn id="158" dur="1" fill="hold">
                                          <p:stCondLst>
                                            <p:cond delay="0"/>
                                          </p:stCondLst>
                                        </p:cTn>
                                        <p:tgtEl>
                                          <p:spTgt spid="82"/>
                                        </p:tgtEl>
                                        <p:attrNameLst>
                                          <p:attrName>style.visibility</p:attrName>
                                        </p:attrNameLst>
                                      </p:cBhvr>
                                      <p:to>
                                        <p:strVal val="visible"/>
                                      </p:to>
                                    </p:set>
                                    <p:anim calcmode="lin" valueType="num">
                                      <p:cBhvr>
                                        <p:cTn id="159" dur="500" fill="hold"/>
                                        <p:tgtEl>
                                          <p:spTgt spid="82"/>
                                        </p:tgtEl>
                                        <p:attrNameLst>
                                          <p:attrName>ppt_w</p:attrName>
                                        </p:attrNameLst>
                                      </p:cBhvr>
                                      <p:tavLst>
                                        <p:tav tm="0">
                                          <p:val>
                                            <p:fltVal val="0"/>
                                          </p:val>
                                        </p:tav>
                                        <p:tav tm="100000">
                                          <p:val>
                                            <p:strVal val="#ppt_w"/>
                                          </p:val>
                                        </p:tav>
                                      </p:tavLst>
                                    </p:anim>
                                    <p:anim calcmode="lin" valueType="num">
                                      <p:cBhvr>
                                        <p:cTn id="160" dur="500" fill="hold"/>
                                        <p:tgtEl>
                                          <p:spTgt spid="82"/>
                                        </p:tgtEl>
                                        <p:attrNameLst>
                                          <p:attrName>ppt_h</p:attrName>
                                        </p:attrNameLst>
                                      </p:cBhvr>
                                      <p:tavLst>
                                        <p:tav tm="0">
                                          <p:val>
                                            <p:fltVal val="0"/>
                                          </p:val>
                                        </p:tav>
                                        <p:tav tm="100000">
                                          <p:val>
                                            <p:strVal val="#ppt_h"/>
                                          </p:val>
                                        </p:tav>
                                      </p:tavLst>
                                    </p:anim>
                                    <p:animEffect transition="in" filter="fade">
                                      <p:cBhvr>
                                        <p:cTn id="161" dur="500"/>
                                        <p:tgtEl>
                                          <p:spTgt spid="82"/>
                                        </p:tgtEl>
                                      </p:cBhvr>
                                    </p:animEffect>
                                  </p:childTnLst>
                                </p:cTn>
                              </p:par>
                              <p:par>
                                <p:cTn id="162" presetID="53" presetClass="entr" presetSubtype="16" fill="hold" grpId="0" nodeType="withEffect">
                                  <p:stCondLst>
                                    <p:cond delay="0"/>
                                  </p:stCondLst>
                                  <p:childTnLst>
                                    <p:set>
                                      <p:cBhvr>
                                        <p:cTn id="163" dur="1" fill="hold">
                                          <p:stCondLst>
                                            <p:cond delay="0"/>
                                          </p:stCondLst>
                                        </p:cTn>
                                        <p:tgtEl>
                                          <p:spTgt spid="83"/>
                                        </p:tgtEl>
                                        <p:attrNameLst>
                                          <p:attrName>style.visibility</p:attrName>
                                        </p:attrNameLst>
                                      </p:cBhvr>
                                      <p:to>
                                        <p:strVal val="visible"/>
                                      </p:to>
                                    </p:set>
                                    <p:anim calcmode="lin" valueType="num">
                                      <p:cBhvr>
                                        <p:cTn id="164" dur="500" fill="hold"/>
                                        <p:tgtEl>
                                          <p:spTgt spid="83"/>
                                        </p:tgtEl>
                                        <p:attrNameLst>
                                          <p:attrName>ppt_w</p:attrName>
                                        </p:attrNameLst>
                                      </p:cBhvr>
                                      <p:tavLst>
                                        <p:tav tm="0">
                                          <p:val>
                                            <p:fltVal val="0"/>
                                          </p:val>
                                        </p:tav>
                                        <p:tav tm="100000">
                                          <p:val>
                                            <p:strVal val="#ppt_w"/>
                                          </p:val>
                                        </p:tav>
                                      </p:tavLst>
                                    </p:anim>
                                    <p:anim calcmode="lin" valueType="num">
                                      <p:cBhvr>
                                        <p:cTn id="165" dur="500" fill="hold"/>
                                        <p:tgtEl>
                                          <p:spTgt spid="83"/>
                                        </p:tgtEl>
                                        <p:attrNameLst>
                                          <p:attrName>ppt_h</p:attrName>
                                        </p:attrNameLst>
                                      </p:cBhvr>
                                      <p:tavLst>
                                        <p:tav tm="0">
                                          <p:val>
                                            <p:fltVal val="0"/>
                                          </p:val>
                                        </p:tav>
                                        <p:tav tm="100000">
                                          <p:val>
                                            <p:strVal val="#ppt_h"/>
                                          </p:val>
                                        </p:tav>
                                      </p:tavLst>
                                    </p:anim>
                                    <p:animEffect transition="in" filter="fade">
                                      <p:cBhvr>
                                        <p:cTn id="166" dur="500"/>
                                        <p:tgtEl>
                                          <p:spTgt spid="83"/>
                                        </p:tgtEl>
                                      </p:cBhvr>
                                    </p:animEffect>
                                  </p:childTnLst>
                                </p:cTn>
                              </p:par>
                              <p:par>
                                <p:cTn id="167" presetID="53" presetClass="entr" presetSubtype="16" fill="hold" grpId="0" nodeType="withEffect">
                                  <p:stCondLst>
                                    <p:cond delay="0"/>
                                  </p:stCondLst>
                                  <p:childTnLst>
                                    <p:set>
                                      <p:cBhvr>
                                        <p:cTn id="168" dur="1" fill="hold">
                                          <p:stCondLst>
                                            <p:cond delay="0"/>
                                          </p:stCondLst>
                                        </p:cTn>
                                        <p:tgtEl>
                                          <p:spTgt spid="84"/>
                                        </p:tgtEl>
                                        <p:attrNameLst>
                                          <p:attrName>style.visibility</p:attrName>
                                        </p:attrNameLst>
                                      </p:cBhvr>
                                      <p:to>
                                        <p:strVal val="visible"/>
                                      </p:to>
                                    </p:set>
                                    <p:anim calcmode="lin" valueType="num">
                                      <p:cBhvr>
                                        <p:cTn id="169" dur="500" fill="hold"/>
                                        <p:tgtEl>
                                          <p:spTgt spid="84"/>
                                        </p:tgtEl>
                                        <p:attrNameLst>
                                          <p:attrName>ppt_w</p:attrName>
                                        </p:attrNameLst>
                                      </p:cBhvr>
                                      <p:tavLst>
                                        <p:tav tm="0">
                                          <p:val>
                                            <p:fltVal val="0"/>
                                          </p:val>
                                        </p:tav>
                                        <p:tav tm="100000">
                                          <p:val>
                                            <p:strVal val="#ppt_w"/>
                                          </p:val>
                                        </p:tav>
                                      </p:tavLst>
                                    </p:anim>
                                    <p:anim calcmode="lin" valueType="num">
                                      <p:cBhvr>
                                        <p:cTn id="170" dur="500" fill="hold"/>
                                        <p:tgtEl>
                                          <p:spTgt spid="84"/>
                                        </p:tgtEl>
                                        <p:attrNameLst>
                                          <p:attrName>ppt_h</p:attrName>
                                        </p:attrNameLst>
                                      </p:cBhvr>
                                      <p:tavLst>
                                        <p:tav tm="0">
                                          <p:val>
                                            <p:fltVal val="0"/>
                                          </p:val>
                                        </p:tav>
                                        <p:tav tm="100000">
                                          <p:val>
                                            <p:strVal val="#ppt_h"/>
                                          </p:val>
                                        </p:tav>
                                      </p:tavLst>
                                    </p:anim>
                                    <p:animEffect transition="in" filter="fade">
                                      <p:cBhvr>
                                        <p:cTn id="171" dur="500"/>
                                        <p:tgtEl>
                                          <p:spTgt spid="84"/>
                                        </p:tgtEl>
                                      </p:cBhvr>
                                    </p:animEffect>
                                  </p:childTnLst>
                                </p:cTn>
                              </p:par>
                              <p:par>
                                <p:cTn id="172" presetID="53" presetClass="entr" presetSubtype="16" fill="hold" grpId="0" nodeType="withEffect">
                                  <p:stCondLst>
                                    <p:cond delay="0"/>
                                  </p:stCondLst>
                                  <p:childTnLst>
                                    <p:set>
                                      <p:cBhvr>
                                        <p:cTn id="173" dur="1" fill="hold">
                                          <p:stCondLst>
                                            <p:cond delay="0"/>
                                          </p:stCondLst>
                                        </p:cTn>
                                        <p:tgtEl>
                                          <p:spTgt spid="85"/>
                                        </p:tgtEl>
                                        <p:attrNameLst>
                                          <p:attrName>style.visibility</p:attrName>
                                        </p:attrNameLst>
                                      </p:cBhvr>
                                      <p:to>
                                        <p:strVal val="visible"/>
                                      </p:to>
                                    </p:set>
                                    <p:anim calcmode="lin" valueType="num">
                                      <p:cBhvr>
                                        <p:cTn id="174" dur="500" fill="hold"/>
                                        <p:tgtEl>
                                          <p:spTgt spid="85"/>
                                        </p:tgtEl>
                                        <p:attrNameLst>
                                          <p:attrName>ppt_w</p:attrName>
                                        </p:attrNameLst>
                                      </p:cBhvr>
                                      <p:tavLst>
                                        <p:tav tm="0">
                                          <p:val>
                                            <p:fltVal val="0"/>
                                          </p:val>
                                        </p:tav>
                                        <p:tav tm="100000">
                                          <p:val>
                                            <p:strVal val="#ppt_w"/>
                                          </p:val>
                                        </p:tav>
                                      </p:tavLst>
                                    </p:anim>
                                    <p:anim calcmode="lin" valueType="num">
                                      <p:cBhvr>
                                        <p:cTn id="175" dur="500" fill="hold"/>
                                        <p:tgtEl>
                                          <p:spTgt spid="85"/>
                                        </p:tgtEl>
                                        <p:attrNameLst>
                                          <p:attrName>ppt_h</p:attrName>
                                        </p:attrNameLst>
                                      </p:cBhvr>
                                      <p:tavLst>
                                        <p:tav tm="0">
                                          <p:val>
                                            <p:fltVal val="0"/>
                                          </p:val>
                                        </p:tav>
                                        <p:tav tm="100000">
                                          <p:val>
                                            <p:strVal val="#ppt_h"/>
                                          </p:val>
                                        </p:tav>
                                      </p:tavLst>
                                    </p:anim>
                                    <p:animEffect transition="in" filter="fade">
                                      <p:cBhvr>
                                        <p:cTn id="176" dur="500"/>
                                        <p:tgtEl>
                                          <p:spTgt spid="85"/>
                                        </p:tgtEl>
                                      </p:cBhvr>
                                    </p:animEffect>
                                  </p:childTnLst>
                                </p:cTn>
                              </p:par>
                              <p:par>
                                <p:cTn id="177" presetID="53" presetClass="entr" presetSubtype="16" fill="hold" grpId="0" nodeType="withEffect">
                                  <p:stCondLst>
                                    <p:cond delay="0"/>
                                  </p:stCondLst>
                                  <p:childTnLst>
                                    <p:set>
                                      <p:cBhvr>
                                        <p:cTn id="178" dur="1" fill="hold">
                                          <p:stCondLst>
                                            <p:cond delay="0"/>
                                          </p:stCondLst>
                                        </p:cTn>
                                        <p:tgtEl>
                                          <p:spTgt spid="86"/>
                                        </p:tgtEl>
                                        <p:attrNameLst>
                                          <p:attrName>style.visibility</p:attrName>
                                        </p:attrNameLst>
                                      </p:cBhvr>
                                      <p:to>
                                        <p:strVal val="visible"/>
                                      </p:to>
                                    </p:set>
                                    <p:anim calcmode="lin" valueType="num">
                                      <p:cBhvr>
                                        <p:cTn id="179" dur="500" fill="hold"/>
                                        <p:tgtEl>
                                          <p:spTgt spid="86"/>
                                        </p:tgtEl>
                                        <p:attrNameLst>
                                          <p:attrName>ppt_w</p:attrName>
                                        </p:attrNameLst>
                                      </p:cBhvr>
                                      <p:tavLst>
                                        <p:tav tm="0">
                                          <p:val>
                                            <p:fltVal val="0"/>
                                          </p:val>
                                        </p:tav>
                                        <p:tav tm="100000">
                                          <p:val>
                                            <p:strVal val="#ppt_w"/>
                                          </p:val>
                                        </p:tav>
                                      </p:tavLst>
                                    </p:anim>
                                    <p:anim calcmode="lin" valueType="num">
                                      <p:cBhvr>
                                        <p:cTn id="180" dur="500" fill="hold"/>
                                        <p:tgtEl>
                                          <p:spTgt spid="86"/>
                                        </p:tgtEl>
                                        <p:attrNameLst>
                                          <p:attrName>ppt_h</p:attrName>
                                        </p:attrNameLst>
                                      </p:cBhvr>
                                      <p:tavLst>
                                        <p:tav tm="0">
                                          <p:val>
                                            <p:fltVal val="0"/>
                                          </p:val>
                                        </p:tav>
                                        <p:tav tm="100000">
                                          <p:val>
                                            <p:strVal val="#ppt_h"/>
                                          </p:val>
                                        </p:tav>
                                      </p:tavLst>
                                    </p:anim>
                                    <p:animEffect transition="in" filter="fade">
                                      <p:cBhvr>
                                        <p:cTn id="181" dur="500"/>
                                        <p:tgtEl>
                                          <p:spTgt spid="86"/>
                                        </p:tgtEl>
                                      </p:cBhvr>
                                    </p:animEffect>
                                  </p:childTnLst>
                                </p:cTn>
                              </p:par>
                              <p:par>
                                <p:cTn id="182" presetID="53" presetClass="entr" presetSubtype="16" fill="hold" nodeType="withEffect">
                                  <p:stCondLst>
                                    <p:cond delay="0"/>
                                  </p:stCondLst>
                                  <p:childTnLst>
                                    <p:set>
                                      <p:cBhvr>
                                        <p:cTn id="183" dur="1" fill="hold">
                                          <p:stCondLst>
                                            <p:cond delay="0"/>
                                          </p:stCondLst>
                                        </p:cTn>
                                        <p:tgtEl>
                                          <p:spTgt spid="3"/>
                                        </p:tgtEl>
                                        <p:attrNameLst>
                                          <p:attrName>style.visibility</p:attrName>
                                        </p:attrNameLst>
                                      </p:cBhvr>
                                      <p:to>
                                        <p:strVal val="visible"/>
                                      </p:to>
                                    </p:set>
                                    <p:anim calcmode="lin" valueType="num">
                                      <p:cBhvr>
                                        <p:cTn id="184" dur="500" fill="hold"/>
                                        <p:tgtEl>
                                          <p:spTgt spid="3"/>
                                        </p:tgtEl>
                                        <p:attrNameLst>
                                          <p:attrName>ppt_w</p:attrName>
                                        </p:attrNameLst>
                                      </p:cBhvr>
                                      <p:tavLst>
                                        <p:tav tm="0">
                                          <p:val>
                                            <p:fltVal val="0"/>
                                          </p:val>
                                        </p:tav>
                                        <p:tav tm="100000">
                                          <p:val>
                                            <p:strVal val="#ppt_w"/>
                                          </p:val>
                                        </p:tav>
                                      </p:tavLst>
                                    </p:anim>
                                    <p:anim calcmode="lin" valueType="num">
                                      <p:cBhvr>
                                        <p:cTn id="185" dur="500" fill="hold"/>
                                        <p:tgtEl>
                                          <p:spTgt spid="3"/>
                                        </p:tgtEl>
                                        <p:attrNameLst>
                                          <p:attrName>ppt_h</p:attrName>
                                        </p:attrNameLst>
                                      </p:cBhvr>
                                      <p:tavLst>
                                        <p:tav tm="0">
                                          <p:val>
                                            <p:fltVal val="0"/>
                                          </p:val>
                                        </p:tav>
                                        <p:tav tm="100000">
                                          <p:val>
                                            <p:strVal val="#ppt_h"/>
                                          </p:val>
                                        </p:tav>
                                      </p:tavLst>
                                    </p:anim>
                                    <p:animEffect transition="in" filter="fade">
                                      <p:cBhvr>
                                        <p:cTn id="186" dur="500"/>
                                        <p:tgtEl>
                                          <p:spTgt spid="3"/>
                                        </p:tgtEl>
                                      </p:cBhvr>
                                    </p:animEffect>
                                  </p:childTnLst>
                                </p:cTn>
                              </p:par>
                              <p:par>
                                <p:cTn id="187" presetID="53" presetClass="entr" presetSubtype="16" fill="hold" grpId="0" nodeType="withEffect">
                                  <p:stCondLst>
                                    <p:cond delay="0"/>
                                  </p:stCondLst>
                                  <p:childTnLst>
                                    <p:set>
                                      <p:cBhvr>
                                        <p:cTn id="188" dur="1" fill="hold">
                                          <p:stCondLst>
                                            <p:cond delay="0"/>
                                          </p:stCondLst>
                                        </p:cTn>
                                        <p:tgtEl>
                                          <p:spTgt spid="98"/>
                                        </p:tgtEl>
                                        <p:attrNameLst>
                                          <p:attrName>style.visibility</p:attrName>
                                        </p:attrNameLst>
                                      </p:cBhvr>
                                      <p:to>
                                        <p:strVal val="visible"/>
                                      </p:to>
                                    </p:set>
                                    <p:anim calcmode="lin" valueType="num">
                                      <p:cBhvr>
                                        <p:cTn id="189" dur="500" fill="hold"/>
                                        <p:tgtEl>
                                          <p:spTgt spid="98"/>
                                        </p:tgtEl>
                                        <p:attrNameLst>
                                          <p:attrName>ppt_w</p:attrName>
                                        </p:attrNameLst>
                                      </p:cBhvr>
                                      <p:tavLst>
                                        <p:tav tm="0">
                                          <p:val>
                                            <p:fltVal val="0"/>
                                          </p:val>
                                        </p:tav>
                                        <p:tav tm="100000">
                                          <p:val>
                                            <p:strVal val="#ppt_w"/>
                                          </p:val>
                                        </p:tav>
                                      </p:tavLst>
                                    </p:anim>
                                    <p:anim calcmode="lin" valueType="num">
                                      <p:cBhvr>
                                        <p:cTn id="190" dur="500" fill="hold"/>
                                        <p:tgtEl>
                                          <p:spTgt spid="98"/>
                                        </p:tgtEl>
                                        <p:attrNameLst>
                                          <p:attrName>ppt_h</p:attrName>
                                        </p:attrNameLst>
                                      </p:cBhvr>
                                      <p:tavLst>
                                        <p:tav tm="0">
                                          <p:val>
                                            <p:fltVal val="0"/>
                                          </p:val>
                                        </p:tav>
                                        <p:tav tm="100000">
                                          <p:val>
                                            <p:strVal val="#ppt_h"/>
                                          </p:val>
                                        </p:tav>
                                      </p:tavLst>
                                    </p:anim>
                                    <p:animEffect transition="in" filter="fade">
                                      <p:cBhvr>
                                        <p:cTn id="191" dur="500"/>
                                        <p:tgtEl>
                                          <p:spTgt spid="98"/>
                                        </p:tgtEl>
                                      </p:cBhvr>
                                    </p:animEffect>
                                  </p:childTnLst>
                                </p:cTn>
                              </p:par>
                              <p:par>
                                <p:cTn id="192" presetID="53" presetClass="entr" presetSubtype="16" fill="hold" grpId="0" nodeType="withEffect">
                                  <p:stCondLst>
                                    <p:cond delay="0"/>
                                  </p:stCondLst>
                                  <p:childTnLst>
                                    <p:set>
                                      <p:cBhvr>
                                        <p:cTn id="193" dur="1" fill="hold">
                                          <p:stCondLst>
                                            <p:cond delay="0"/>
                                          </p:stCondLst>
                                        </p:cTn>
                                        <p:tgtEl>
                                          <p:spTgt spid="100"/>
                                        </p:tgtEl>
                                        <p:attrNameLst>
                                          <p:attrName>style.visibility</p:attrName>
                                        </p:attrNameLst>
                                      </p:cBhvr>
                                      <p:to>
                                        <p:strVal val="visible"/>
                                      </p:to>
                                    </p:set>
                                    <p:anim calcmode="lin" valueType="num">
                                      <p:cBhvr>
                                        <p:cTn id="194" dur="500" fill="hold"/>
                                        <p:tgtEl>
                                          <p:spTgt spid="100"/>
                                        </p:tgtEl>
                                        <p:attrNameLst>
                                          <p:attrName>ppt_w</p:attrName>
                                        </p:attrNameLst>
                                      </p:cBhvr>
                                      <p:tavLst>
                                        <p:tav tm="0">
                                          <p:val>
                                            <p:fltVal val="0"/>
                                          </p:val>
                                        </p:tav>
                                        <p:tav tm="100000">
                                          <p:val>
                                            <p:strVal val="#ppt_w"/>
                                          </p:val>
                                        </p:tav>
                                      </p:tavLst>
                                    </p:anim>
                                    <p:anim calcmode="lin" valueType="num">
                                      <p:cBhvr>
                                        <p:cTn id="195" dur="500" fill="hold"/>
                                        <p:tgtEl>
                                          <p:spTgt spid="100"/>
                                        </p:tgtEl>
                                        <p:attrNameLst>
                                          <p:attrName>ppt_h</p:attrName>
                                        </p:attrNameLst>
                                      </p:cBhvr>
                                      <p:tavLst>
                                        <p:tav tm="0">
                                          <p:val>
                                            <p:fltVal val="0"/>
                                          </p:val>
                                        </p:tav>
                                        <p:tav tm="100000">
                                          <p:val>
                                            <p:strVal val="#ppt_h"/>
                                          </p:val>
                                        </p:tav>
                                      </p:tavLst>
                                    </p:anim>
                                    <p:animEffect transition="in" filter="fade">
                                      <p:cBhvr>
                                        <p:cTn id="196" dur="500"/>
                                        <p:tgtEl>
                                          <p:spTgt spid="100"/>
                                        </p:tgtEl>
                                      </p:cBhvr>
                                    </p:animEffect>
                                  </p:childTnLst>
                                </p:cTn>
                              </p:par>
                              <p:par>
                                <p:cTn id="197" presetID="53" presetClass="entr" presetSubtype="16" fill="hold" grpId="0" nodeType="withEffect">
                                  <p:stCondLst>
                                    <p:cond delay="0"/>
                                  </p:stCondLst>
                                  <p:childTnLst>
                                    <p:set>
                                      <p:cBhvr>
                                        <p:cTn id="198" dur="1" fill="hold">
                                          <p:stCondLst>
                                            <p:cond delay="0"/>
                                          </p:stCondLst>
                                        </p:cTn>
                                        <p:tgtEl>
                                          <p:spTgt spid="101"/>
                                        </p:tgtEl>
                                        <p:attrNameLst>
                                          <p:attrName>style.visibility</p:attrName>
                                        </p:attrNameLst>
                                      </p:cBhvr>
                                      <p:to>
                                        <p:strVal val="visible"/>
                                      </p:to>
                                    </p:set>
                                    <p:anim calcmode="lin" valueType="num">
                                      <p:cBhvr>
                                        <p:cTn id="199" dur="500" fill="hold"/>
                                        <p:tgtEl>
                                          <p:spTgt spid="101"/>
                                        </p:tgtEl>
                                        <p:attrNameLst>
                                          <p:attrName>ppt_w</p:attrName>
                                        </p:attrNameLst>
                                      </p:cBhvr>
                                      <p:tavLst>
                                        <p:tav tm="0">
                                          <p:val>
                                            <p:fltVal val="0"/>
                                          </p:val>
                                        </p:tav>
                                        <p:tav tm="100000">
                                          <p:val>
                                            <p:strVal val="#ppt_w"/>
                                          </p:val>
                                        </p:tav>
                                      </p:tavLst>
                                    </p:anim>
                                    <p:anim calcmode="lin" valueType="num">
                                      <p:cBhvr>
                                        <p:cTn id="200" dur="500" fill="hold"/>
                                        <p:tgtEl>
                                          <p:spTgt spid="101"/>
                                        </p:tgtEl>
                                        <p:attrNameLst>
                                          <p:attrName>ppt_h</p:attrName>
                                        </p:attrNameLst>
                                      </p:cBhvr>
                                      <p:tavLst>
                                        <p:tav tm="0">
                                          <p:val>
                                            <p:fltVal val="0"/>
                                          </p:val>
                                        </p:tav>
                                        <p:tav tm="100000">
                                          <p:val>
                                            <p:strVal val="#ppt_h"/>
                                          </p:val>
                                        </p:tav>
                                      </p:tavLst>
                                    </p:anim>
                                    <p:animEffect transition="in" filter="fade">
                                      <p:cBhvr>
                                        <p:cTn id="201" dur="500"/>
                                        <p:tgtEl>
                                          <p:spTgt spid="101"/>
                                        </p:tgtEl>
                                      </p:cBhvr>
                                    </p:animEffect>
                                  </p:childTnLst>
                                </p:cTn>
                              </p:par>
                              <p:par>
                                <p:cTn id="202" presetID="53" presetClass="entr" presetSubtype="16" fill="hold" grpId="0" nodeType="withEffect">
                                  <p:stCondLst>
                                    <p:cond delay="0"/>
                                  </p:stCondLst>
                                  <p:childTnLst>
                                    <p:set>
                                      <p:cBhvr>
                                        <p:cTn id="203" dur="1" fill="hold">
                                          <p:stCondLst>
                                            <p:cond delay="0"/>
                                          </p:stCondLst>
                                        </p:cTn>
                                        <p:tgtEl>
                                          <p:spTgt spid="102"/>
                                        </p:tgtEl>
                                        <p:attrNameLst>
                                          <p:attrName>style.visibility</p:attrName>
                                        </p:attrNameLst>
                                      </p:cBhvr>
                                      <p:to>
                                        <p:strVal val="visible"/>
                                      </p:to>
                                    </p:set>
                                    <p:anim calcmode="lin" valueType="num">
                                      <p:cBhvr>
                                        <p:cTn id="204" dur="500" fill="hold"/>
                                        <p:tgtEl>
                                          <p:spTgt spid="102"/>
                                        </p:tgtEl>
                                        <p:attrNameLst>
                                          <p:attrName>ppt_w</p:attrName>
                                        </p:attrNameLst>
                                      </p:cBhvr>
                                      <p:tavLst>
                                        <p:tav tm="0">
                                          <p:val>
                                            <p:fltVal val="0"/>
                                          </p:val>
                                        </p:tav>
                                        <p:tav tm="100000">
                                          <p:val>
                                            <p:strVal val="#ppt_w"/>
                                          </p:val>
                                        </p:tav>
                                      </p:tavLst>
                                    </p:anim>
                                    <p:anim calcmode="lin" valueType="num">
                                      <p:cBhvr>
                                        <p:cTn id="205" dur="500" fill="hold"/>
                                        <p:tgtEl>
                                          <p:spTgt spid="102"/>
                                        </p:tgtEl>
                                        <p:attrNameLst>
                                          <p:attrName>ppt_h</p:attrName>
                                        </p:attrNameLst>
                                      </p:cBhvr>
                                      <p:tavLst>
                                        <p:tav tm="0">
                                          <p:val>
                                            <p:fltVal val="0"/>
                                          </p:val>
                                        </p:tav>
                                        <p:tav tm="100000">
                                          <p:val>
                                            <p:strVal val="#ppt_h"/>
                                          </p:val>
                                        </p:tav>
                                      </p:tavLst>
                                    </p:anim>
                                    <p:animEffect transition="in" filter="fade">
                                      <p:cBhvr>
                                        <p:cTn id="206" dur="500"/>
                                        <p:tgtEl>
                                          <p:spTgt spid="102"/>
                                        </p:tgtEl>
                                      </p:cBhvr>
                                    </p:animEffect>
                                  </p:childTnLst>
                                </p:cTn>
                              </p:par>
                              <p:par>
                                <p:cTn id="207" presetID="53" presetClass="entr" presetSubtype="16" fill="hold" grpId="0" nodeType="withEffect">
                                  <p:stCondLst>
                                    <p:cond delay="0"/>
                                  </p:stCondLst>
                                  <p:childTnLst>
                                    <p:set>
                                      <p:cBhvr>
                                        <p:cTn id="208" dur="1" fill="hold">
                                          <p:stCondLst>
                                            <p:cond delay="0"/>
                                          </p:stCondLst>
                                        </p:cTn>
                                        <p:tgtEl>
                                          <p:spTgt spid="103"/>
                                        </p:tgtEl>
                                        <p:attrNameLst>
                                          <p:attrName>style.visibility</p:attrName>
                                        </p:attrNameLst>
                                      </p:cBhvr>
                                      <p:to>
                                        <p:strVal val="visible"/>
                                      </p:to>
                                    </p:set>
                                    <p:anim calcmode="lin" valueType="num">
                                      <p:cBhvr>
                                        <p:cTn id="209" dur="500" fill="hold"/>
                                        <p:tgtEl>
                                          <p:spTgt spid="103"/>
                                        </p:tgtEl>
                                        <p:attrNameLst>
                                          <p:attrName>ppt_w</p:attrName>
                                        </p:attrNameLst>
                                      </p:cBhvr>
                                      <p:tavLst>
                                        <p:tav tm="0">
                                          <p:val>
                                            <p:fltVal val="0"/>
                                          </p:val>
                                        </p:tav>
                                        <p:tav tm="100000">
                                          <p:val>
                                            <p:strVal val="#ppt_w"/>
                                          </p:val>
                                        </p:tav>
                                      </p:tavLst>
                                    </p:anim>
                                    <p:anim calcmode="lin" valueType="num">
                                      <p:cBhvr>
                                        <p:cTn id="210" dur="500" fill="hold"/>
                                        <p:tgtEl>
                                          <p:spTgt spid="103"/>
                                        </p:tgtEl>
                                        <p:attrNameLst>
                                          <p:attrName>ppt_h</p:attrName>
                                        </p:attrNameLst>
                                      </p:cBhvr>
                                      <p:tavLst>
                                        <p:tav tm="0">
                                          <p:val>
                                            <p:fltVal val="0"/>
                                          </p:val>
                                        </p:tav>
                                        <p:tav tm="100000">
                                          <p:val>
                                            <p:strVal val="#ppt_h"/>
                                          </p:val>
                                        </p:tav>
                                      </p:tavLst>
                                    </p:anim>
                                    <p:animEffect transition="in" filter="fade">
                                      <p:cBhvr>
                                        <p:cTn id="211" dur="500"/>
                                        <p:tgtEl>
                                          <p:spTgt spid="103"/>
                                        </p:tgtEl>
                                      </p:cBhvr>
                                    </p:animEffect>
                                  </p:childTnLst>
                                </p:cTn>
                              </p:par>
                              <p:par>
                                <p:cTn id="212" presetID="53" presetClass="entr" presetSubtype="16" fill="hold" grpId="0" nodeType="withEffect">
                                  <p:stCondLst>
                                    <p:cond delay="0"/>
                                  </p:stCondLst>
                                  <p:childTnLst>
                                    <p:set>
                                      <p:cBhvr>
                                        <p:cTn id="213" dur="1" fill="hold">
                                          <p:stCondLst>
                                            <p:cond delay="0"/>
                                          </p:stCondLst>
                                        </p:cTn>
                                        <p:tgtEl>
                                          <p:spTgt spid="104"/>
                                        </p:tgtEl>
                                        <p:attrNameLst>
                                          <p:attrName>style.visibility</p:attrName>
                                        </p:attrNameLst>
                                      </p:cBhvr>
                                      <p:to>
                                        <p:strVal val="visible"/>
                                      </p:to>
                                    </p:set>
                                    <p:anim calcmode="lin" valueType="num">
                                      <p:cBhvr>
                                        <p:cTn id="214" dur="500" fill="hold"/>
                                        <p:tgtEl>
                                          <p:spTgt spid="104"/>
                                        </p:tgtEl>
                                        <p:attrNameLst>
                                          <p:attrName>ppt_w</p:attrName>
                                        </p:attrNameLst>
                                      </p:cBhvr>
                                      <p:tavLst>
                                        <p:tav tm="0">
                                          <p:val>
                                            <p:fltVal val="0"/>
                                          </p:val>
                                        </p:tav>
                                        <p:tav tm="100000">
                                          <p:val>
                                            <p:strVal val="#ppt_w"/>
                                          </p:val>
                                        </p:tav>
                                      </p:tavLst>
                                    </p:anim>
                                    <p:anim calcmode="lin" valueType="num">
                                      <p:cBhvr>
                                        <p:cTn id="215" dur="500" fill="hold"/>
                                        <p:tgtEl>
                                          <p:spTgt spid="104"/>
                                        </p:tgtEl>
                                        <p:attrNameLst>
                                          <p:attrName>ppt_h</p:attrName>
                                        </p:attrNameLst>
                                      </p:cBhvr>
                                      <p:tavLst>
                                        <p:tav tm="0">
                                          <p:val>
                                            <p:fltVal val="0"/>
                                          </p:val>
                                        </p:tav>
                                        <p:tav tm="100000">
                                          <p:val>
                                            <p:strVal val="#ppt_h"/>
                                          </p:val>
                                        </p:tav>
                                      </p:tavLst>
                                    </p:anim>
                                    <p:animEffect transition="in" filter="fade">
                                      <p:cBhvr>
                                        <p:cTn id="216" dur="500"/>
                                        <p:tgtEl>
                                          <p:spTgt spid="104"/>
                                        </p:tgtEl>
                                      </p:cBhvr>
                                    </p:animEffect>
                                  </p:childTnLst>
                                </p:cTn>
                              </p:par>
                              <p:par>
                                <p:cTn id="217" presetID="53" presetClass="entr" presetSubtype="16" fill="hold" grpId="0" nodeType="withEffect">
                                  <p:stCondLst>
                                    <p:cond delay="0"/>
                                  </p:stCondLst>
                                  <p:childTnLst>
                                    <p:set>
                                      <p:cBhvr>
                                        <p:cTn id="218" dur="1" fill="hold">
                                          <p:stCondLst>
                                            <p:cond delay="0"/>
                                          </p:stCondLst>
                                        </p:cTn>
                                        <p:tgtEl>
                                          <p:spTgt spid="105"/>
                                        </p:tgtEl>
                                        <p:attrNameLst>
                                          <p:attrName>style.visibility</p:attrName>
                                        </p:attrNameLst>
                                      </p:cBhvr>
                                      <p:to>
                                        <p:strVal val="visible"/>
                                      </p:to>
                                    </p:set>
                                    <p:anim calcmode="lin" valueType="num">
                                      <p:cBhvr>
                                        <p:cTn id="219" dur="500" fill="hold"/>
                                        <p:tgtEl>
                                          <p:spTgt spid="105"/>
                                        </p:tgtEl>
                                        <p:attrNameLst>
                                          <p:attrName>ppt_w</p:attrName>
                                        </p:attrNameLst>
                                      </p:cBhvr>
                                      <p:tavLst>
                                        <p:tav tm="0">
                                          <p:val>
                                            <p:fltVal val="0"/>
                                          </p:val>
                                        </p:tav>
                                        <p:tav tm="100000">
                                          <p:val>
                                            <p:strVal val="#ppt_w"/>
                                          </p:val>
                                        </p:tav>
                                      </p:tavLst>
                                    </p:anim>
                                    <p:anim calcmode="lin" valueType="num">
                                      <p:cBhvr>
                                        <p:cTn id="220" dur="500" fill="hold"/>
                                        <p:tgtEl>
                                          <p:spTgt spid="105"/>
                                        </p:tgtEl>
                                        <p:attrNameLst>
                                          <p:attrName>ppt_h</p:attrName>
                                        </p:attrNameLst>
                                      </p:cBhvr>
                                      <p:tavLst>
                                        <p:tav tm="0">
                                          <p:val>
                                            <p:fltVal val="0"/>
                                          </p:val>
                                        </p:tav>
                                        <p:tav tm="100000">
                                          <p:val>
                                            <p:strVal val="#ppt_h"/>
                                          </p:val>
                                        </p:tav>
                                      </p:tavLst>
                                    </p:anim>
                                    <p:animEffect transition="in" filter="fade">
                                      <p:cBhvr>
                                        <p:cTn id="221" dur="500"/>
                                        <p:tgtEl>
                                          <p:spTgt spid="105"/>
                                        </p:tgtEl>
                                      </p:cBhvr>
                                    </p:animEffect>
                                  </p:childTnLst>
                                </p:cTn>
                              </p:par>
                              <p:par>
                                <p:cTn id="222" presetID="53" presetClass="entr" presetSubtype="16" fill="hold" grpId="0" nodeType="withEffect">
                                  <p:stCondLst>
                                    <p:cond delay="0"/>
                                  </p:stCondLst>
                                  <p:childTnLst>
                                    <p:set>
                                      <p:cBhvr>
                                        <p:cTn id="223" dur="1" fill="hold">
                                          <p:stCondLst>
                                            <p:cond delay="0"/>
                                          </p:stCondLst>
                                        </p:cTn>
                                        <p:tgtEl>
                                          <p:spTgt spid="107"/>
                                        </p:tgtEl>
                                        <p:attrNameLst>
                                          <p:attrName>style.visibility</p:attrName>
                                        </p:attrNameLst>
                                      </p:cBhvr>
                                      <p:to>
                                        <p:strVal val="visible"/>
                                      </p:to>
                                    </p:set>
                                    <p:anim calcmode="lin" valueType="num">
                                      <p:cBhvr>
                                        <p:cTn id="224" dur="500" fill="hold"/>
                                        <p:tgtEl>
                                          <p:spTgt spid="107"/>
                                        </p:tgtEl>
                                        <p:attrNameLst>
                                          <p:attrName>ppt_w</p:attrName>
                                        </p:attrNameLst>
                                      </p:cBhvr>
                                      <p:tavLst>
                                        <p:tav tm="0">
                                          <p:val>
                                            <p:fltVal val="0"/>
                                          </p:val>
                                        </p:tav>
                                        <p:tav tm="100000">
                                          <p:val>
                                            <p:strVal val="#ppt_w"/>
                                          </p:val>
                                        </p:tav>
                                      </p:tavLst>
                                    </p:anim>
                                    <p:anim calcmode="lin" valueType="num">
                                      <p:cBhvr>
                                        <p:cTn id="225" dur="500" fill="hold"/>
                                        <p:tgtEl>
                                          <p:spTgt spid="107"/>
                                        </p:tgtEl>
                                        <p:attrNameLst>
                                          <p:attrName>ppt_h</p:attrName>
                                        </p:attrNameLst>
                                      </p:cBhvr>
                                      <p:tavLst>
                                        <p:tav tm="0">
                                          <p:val>
                                            <p:fltVal val="0"/>
                                          </p:val>
                                        </p:tav>
                                        <p:tav tm="100000">
                                          <p:val>
                                            <p:strVal val="#ppt_h"/>
                                          </p:val>
                                        </p:tav>
                                      </p:tavLst>
                                    </p:anim>
                                    <p:animEffect transition="in" filter="fade">
                                      <p:cBhvr>
                                        <p:cTn id="226" dur="500"/>
                                        <p:tgtEl>
                                          <p:spTgt spid="107"/>
                                        </p:tgtEl>
                                      </p:cBhvr>
                                    </p:animEffect>
                                  </p:childTnLst>
                                </p:cTn>
                              </p:par>
                              <p:par>
                                <p:cTn id="227" presetID="53" presetClass="entr" presetSubtype="16" fill="hold" grpId="0" nodeType="withEffect">
                                  <p:stCondLst>
                                    <p:cond delay="0"/>
                                  </p:stCondLst>
                                  <p:childTnLst>
                                    <p:set>
                                      <p:cBhvr>
                                        <p:cTn id="228" dur="1" fill="hold">
                                          <p:stCondLst>
                                            <p:cond delay="0"/>
                                          </p:stCondLst>
                                        </p:cTn>
                                        <p:tgtEl>
                                          <p:spTgt spid="108"/>
                                        </p:tgtEl>
                                        <p:attrNameLst>
                                          <p:attrName>style.visibility</p:attrName>
                                        </p:attrNameLst>
                                      </p:cBhvr>
                                      <p:to>
                                        <p:strVal val="visible"/>
                                      </p:to>
                                    </p:set>
                                    <p:anim calcmode="lin" valueType="num">
                                      <p:cBhvr>
                                        <p:cTn id="229" dur="500" fill="hold"/>
                                        <p:tgtEl>
                                          <p:spTgt spid="108"/>
                                        </p:tgtEl>
                                        <p:attrNameLst>
                                          <p:attrName>ppt_w</p:attrName>
                                        </p:attrNameLst>
                                      </p:cBhvr>
                                      <p:tavLst>
                                        <p:tav tm="0">
                                          <p:val>
                                            <p:fltVal val="0"/>
                                          </p:val>
                                        </p:tav>
                                        <p:tav tm="100000">
                                          <p:val>
                                            <p:strVal val="#ppt_w"/>
                                          </p:val>
                                        </p:tav>
                                      </p:tavLst>
                                    </p:anim>
                                    <p:anim calcmode="lin" valueType="num">
                                      <p:cBhvr>
                                        <p:cTn id="230" dur="500" fill="hold"/>
                                        <p:tgtEl>
                                          <p:spTgt spid="108"/>
                                        </p:tgtEl>
                                        <p:attrNameLst>
                                          <p:attrName>ppt_h</p:attrName>
                                        </p:attrNameLst>
                                      </p:cBhvr>
                                      <p:tavLst>
                                        <p:tav tm="0">
                                          <p:val>
                                            <p:fltVal val="0"/>
                                          </p:val>
                                        </p:tav>
                                        <p:tav tm="100000">
                                          <p:val>
                                            <p:strVal val="#ppt_h"/>
                                          </p:val>
                                        </p:tav>
                                      </p:tavLst>
                                    </p:anim>
                                    <p:animEffect transition="in" filter="fade">
                                      <p:cBhvr>
                                        <p:cTn id="231" dur="500"/>
                                        <p:tgtEl>
                                          <p:spTgt spid="108"/>
                                        </p:tgtEl>
                                      </p:cBhvr>
                                    </p:animEffect>
                                  </p:childTnLst>
                                </p:cTn>
                              </p:par>
                              <p:par>
                                <p:cTn id="232" presetID="53" presetClass="entr" presetSubtype="16" fill="hold" grpId="0" nodeType="withEffect">
                                  <p:stCondLst>
                                    <p:cond delay="0"/>
                                  </p:stCondLst>
                                  <p:childTnLst>
                                    <p:set>
                                      <p:cBhvr>
                                        <p:cTn id="233" dur="1" fill="hold">
                                          <p:stCondLst>
                                            <p:cond delay="0"/>
                                          </p:stCondLst>
                                        </p:cTn>
                                        <p:tgtEl>
                                          <p:spTgt spid="109"/>
                                        </p:tgtEl>
                                        <p:attrNameLst>
                                          <p:attrName>style.visibility</p:attrName>
                                        </p:attrNameLst>
                                      </p:cBhvr>
                                      <p:to>
                                        <p:strVal val="visible"/>
                                      </p:to>
                                    </p:set>
                                    <p:anim calcmode="lin" valueType="num">
                                      <p:cBhvr>
                                        <p:cTn id="234" dur="500" fill="hold"/>
                                        <p:tgtEl>
                                          <p:spTgt spid="109"/>
                                        </p:tgtEl>
                                        <p:attrNameLst>
                                          <p:attrName>ppt_w</p:attrName>
                                        </p:attrNameLst>
                                      </p:cBhvr>
                                      <p:tavLst>
                                        <p:tav tm="0">
                                          <p:val>
                                            <p:fltVal val="0"/>
                                          </p:val>
                                        </p:tav>
                                        <p:tav tm="100000">
                                          <p:val>
                                            <p:strVal val="#ppt_w"/>
                                          </p:val>
                                        </p:tav>
                                      </p:tavLst>
                                    </p:anim>
                                    <p:anim calcmode="lin" valueType="num">
                                      <p:cBhvr>
                                        <p:cTn id="235" dur="500" fill="hold"/>
                                        <p:tgtEl>
                                          <p:spTgt spid="109"/>
                                        </p:tgtEl>
                                        <p:attrNameLst>
                                          <p:attrName>ppt_h</p:attrName>
                                        </p:attrNameLst>
                                      </p:cBhvr>
                                      <p:tavLst>
                                        <p:tav tm="0">
                                          <p:val>
                                            <p:fltVal val="0"/>
                                          </p:val>
                                        </p:tav>
                                        <p:tav tm="100000">
                                          <p:val>
                                            <p:strVal val="#ppt_h"/>
                                          </p:val>
                                        </p:tav>
                                      </p:tavLst>
                                    </p:anim>
                                    <p:animEffect transition="in" filter="fade">
                                      <p:cBhvr>
                                        <p:cTn id="236" dur="5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6" grpId="0"/>
      <p:bldP spid="27" grpId="0"/>
      <p:bldP spid="28" grpId="0" animBg="1"/>
      <p:bldP spid="29" grpId="0" animBg="1"/>
      <p:bldP spid="30" grpId="0" animBg="1"/>
      <p:bldP spid="31" grpId="0"/>
      <p:bldP spid="32" grpId="0"/>
      <p:bldP spid="33" grpId="0"/>
      <p:bldP spid="34" grpId="0"/>
      <p:bldP spid="35" grpId="0" animBg="1"/>
      <p:bldP spid="36" grpId="0" animBg="1"/>
      <p:bldP spid="37" grpId="0" animBg="1"/>
      <p:bldP spid="38" grpId="0" animBg="1"/>
      <p:bldP spid="39" grpId="0"/>
      <p:bldP spid="40" grpId="0"/>
      <p:bldP spid="41" grpId="0" animBg="1"/>
      <p:bldP spid="61" grpId="0" animBg="1"/>
      <p:bldP spid="62" grpId="0" animBg="1"/>
      <p:bldP spid="63" grpId="0" animBg="1"/>
      <p:bldP spid="64" grpId="0" animBg="1"/>
      <p:bldP spid="6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98" grpId="0"/>
      <p:bldP spid="100" grpId="0"/>
      <p:bldP spid="101" grpId="0"/>
      <p:bldP spid="102" grpId="0"/>
      <p:bldP spid="103" grpId="0"/>
      <p:bldP spid="104" grpId="0"/>
      <p:bldP spid="105" grpId="0"/>
      <p:bldP spid="107" grpId="0"/>
      <p:bldP spid="108" grpId="0"/>
      <p:bldP spid="10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540377" y="2371222"/>
            <a:ext cx="4696562" cy="1015765"/>
            <a:chOff x="4555084" y="1340770"/>
            <a:chExt cx="4697323" cy="1015929"/>
          </a:xfrm>
        </p:grpSpPr>
        <p:pic>
          <p:nvPicPr>
            <p:cNvPr id="3" name="图片 2"/>
            <p:cNvPicPr>
              <a:picLocks noChangeAspect="1"/>
            </p:cNvPicPr>
            <p:nvPr/>
          </p:nvPicPr>
          <p:blipFill rotWithShape="1">
            <a:blip r:embed="rId2">
              <a:extLst>
                <a:ext uri="{BEBA8EAE-BF5A-486C-A8C5-ECC9F3942E4B}">
                  <a14:imgProps xmlns:a14="http://schemas.microsoft.com/office/drawing/2010/main">
                    <a14:imgLayer r:embed="rId3">
                      <a14:imgEffect>
                        <a14:saturation sat="66000"/>
                      </a14:imgEffect>
                    </a14:imgLayer>
                  </a14:imgProps>
                </a:ext>
              </a:extLst>
            </a:blip>
            <a:srcRect t="76775"/>
            <a:stretch>
              <a:fillRect/>
            </a:stretch>
          </p:blipFill>
          <p:spPr>
            <a:xfrm rot="16200000">
              <a:off x="8600149" y="1662963"/>
              <a:ext cx="958122" cy="346394"/>
            </a:xfrm>
            <a:prstGeom prst="rect">
              <a:avLst/>
            </a:prstGeom>
          </p:spPr>
        </p:pic>
        <p:pic>
          <p:nvPicPr>
            <p:cNvPr id="4" name="图片 3"/>
            <p:cNvPicPr>
              <a:picLocks noChangeAspect="1"/>
            </p:cNvPicPr>
            <p:nvPr/>
          </p:nvPicPr>
          <p:blipFill rotWithShape="1">
            <a:blip r:embed="rId2">
              <a:extLst>
                <a:ext uri="{BEBA8EAE-BF5A-486C-A8C5-ECC9F3942E4B}">
                  <a14:imgProps xmlns:a14="http://schemas.microsoft.com/office/drawing/2010/main">
                    <a14:imgLayer r:embed="rId3">
                      <a14:imgEffect>
                        <a14:saturation sat="66000"/>
                      </a14:imgEffect>
                    </a14:imgLayer>
                  </a14:imgProps>
                </a:ext>
              </a:extLst>
            </a:blip>
            <a:srcRect t="76775"/>
            <a:stretch>
              <a:fillRect/>
            </a:stretch>
          </p:blipFill>
          <p:spPr>
            <a:xfrm>
              <a:off x="4926460" y="2155392"/>
              <a:ext cx="3646270" cy="201307"/>
            </a:xfrm>
            <a:prstGeom prst="rect">
              <a:avLst/>
            </a:prstGeom>
          </p:spPr>
        </p:pic>
        <p:sp>
          <p:nvSpPr>
            <p:cNvPr id="5" name="圆角矩形 4"/>
            <p:cNvSpPr/>
            <p:nvPr/>
          </p:nvSpPr>
          <p:spPr>
            <a:xfrm>
              <a:off x="4555084" y="1340770"/>
              <a:ext cx="4389024" cy="958122"/>
            </a:xfrm>
            <a:prstGeom prst="roundRect">
              <a:avLst>
                <a:gd name="adj" fmla="val 9218"/>
              </a:avLst>
            </a:prstGeom>
            <a:gradFill>
              <a:gsLst>
                <a:gs pos="47000">
                  <a:srgbClr val="FDFDFD"/>
                </a:gs>
                <a:gs pos="53000">
                  <a:srgbClr val="E8E8E8"/>
                </a:gs>
                <a:gs pos="100000">
                  <a:srgbClr val="ECECEC"/>
                </a:gs>
              </a:gsLst>
              <a:lin ang="5400000" scaled="1"/>
            </a:gradFill>
            <a:ln>
              <a:noFill/>
            </a:ln>
            <a:effectLst>
              <a:outerShdw blurRad="762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6" name="流程图: 手动输入 32"/>
          <p:cNvSpPr/>
          <p:nvPr/>
        </p:nvSpPr>
        <p:spPr>
          <a:xfrm flipH="1" flipV="1">
            <a:off x="4587936" y="2349931"/>
            <a:ext cx="345538" cy="624370"/>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6677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6677 h 10000"/>
              <a:gd name="connsiteX0-11" fmla="*/ 0 w 10000"/>
              <a:gd name="connsiteY0-12" fmla="*/ 6875 h 10000"/>
              <a:gd name="connsiteX1-13" fmla="*/ 10000 w 10000"/>
              <a:gd name="connsiteY1-14" fmla="*/ 0 h 10000"/>
              <a:gd name="connsiteX2-15" fmla="*/ 10000 w 10000"/>
              <a:gd name="connsiteY2-16" fmla="*/ 10000 h 10000"/>
              <a:gd name="connsiteX3-17" fmla="*/ 0 w 10000"/>
              <a:gd name="connsiteY3-18" fmla="*/ 10000 h 10000"/>
              <a:gd name="connsiteX4-19" fmla="*/ 0 w 10000"/>
              <a:gd name="connsiteY4-20" fmla="*/ 6875 h 10000"/>
              <a:gd name="connsiteX0-21" fmla="*/ 0 w 10185"/>
              <a:gd name="connsiteY0-22" fmla="*/ 6624 h 10000"/>
              <a:gd name="connsiteX1-23" fmla="*/ 10185 w 10185"/>
              <a:gd name="connsiteY1-24" fmla="*/ 0 h 10000"/>
              <a:gd name="connsiteX2-25" fmla="*/ 10185 w 10185"/>
              <a:gd name="connsiteY2-26" fmla="*/ 10000 h 10000"/>
              <a:gd name="connsiteX3-27" fmla="*/ 185 w 10185"/>
              <a:gd name="connsiteY3-28" fmla="*/ 10000 h 10000"/>
              <a:gd name="connsiteX4-29" fmla="*/ 0 w 10185"/>
              <a:gd name="connsiteY4-30" fmla="*/ 6624 h 10000"/>
              <a:gd name="connsiteX0-31" fmla="*/ 0 w 10092"/>
              <a:gd name="connsiteY0-32" fmla="*/ 8092 h 10000"/>
              <a:gd name="connsiteX1-33" fmla="*/ 10092 w 10092"/>
              <a:gd name="connsiteY1-34" fmla="*/ 0 h 10000"/>
              <a:gd name="connsiteX2-35" fmla="*/ 10092 w 10092"/>
              <a:gd name="connsiteY2-36" fmla="*/ 10000 h 10000"/>
              <a:gd name="connsiteX3-37" fmla="*/ 92 w 10092"/>
              <a:gd name="connsiteY3-38" fmla="*/ 10000 h 10000"/>
              <a:gd name="connsiteX4-39" fmla="*/ 0 w 10092"/>
              <a:gd name="connsiteY4-40" fmla="*/ 8092 h 10000"/>
              <a:gd name="connsiteX0-41" fmla="*/ 0 w 10092"/>
              <a:gd name="connsiteY0-42" fmla="*/ 8736 h 10000"/>
              <a:gd name="connsiteX1-43" fmla="*/ 10092 w 10092"/>
              <a:gd name="connsiteY1-44" fmla="*/ 0 h 10000"/>
              <a:gd name="connsiteX2-45" fmla="*/ 10092 w 10092"/>
              <a:gd name="connsiteY2-46" fmla="*/ 10000 h 10000"/>
              <a:gd name="connsiteX3-47" fmla="*/ 92 w 10092"/>
              <a:gd name="connsiteY3-48" fmla="*/ 10000 h 10000"/>
              <a:gd name="connsiteX4-49" fmla="*/ 0 w 10092"/>
              <a:gd name="connsiteY4-50" fmla="*/ 8736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92" h="10000">
                <a:moveTo>
                  <a:pt x="0" y="8736"/>
                </a:moveTo>
                <a:lnTo>
                  <a:pt x="10092" y="0"/>
                </a:lnTo>
                <a:lnTo>
                  <a:pt x="10092" y="10000"/>
                </a:lnTo>
                <a:lnTo>
                  <a:pt x="92" y="10000"/>
                </a:lnTo>
                <a:cubicBezTo>
                  <a:pt x="30" y="8875"/>
                  <a:pt x="62" y="9861"/>
                  <a:pt x="0" y="8736"/>
                </a:cubicBezTo>
                <a:close/>
              </a:path>
            </a:pathLst>
          </a:custGeom>
          <a:gradFill>
            <a:gsLst>
              <a:gs pos="0">
                <a:schemeClr val="tx1">
                  <a:alpha val="21000"/>
                </a:schemeClr>
              </a:gs>
              <a:gs pos="100000">
                <a:srgbClr val="F2F2F2">
                  <a:alpha val="0"/>
                </a:srgbClr>
              </a:gs>
            </a:gsLst>
            <a:lin ang="10800000" scaled="0"/>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3204086" y="2371220"/>
            <a:ext cx="1106956" cy="974323"/>
            <a:chOff x="3218577" y="1556792"/>
            <a:chExt cx="1107135" cy="974481"/>
          </a:xfrm>
          <a:effectLst>
            <a:outerShdw blurRad="50800" dist="38100" dir="2700000" algn="tl" rotWithShape="0">
              <a:prstClr val="black">
                <a:alpha val="40000"/>
              </a:prstClr>
            </a:outerShdw>
          </a:effectLst>
        </p:grpSpPr>
        <p:grpSp>
          <p:nvGrpSpPr>
            <p:cNvPr id="8" name="组合 7"/>
            <p:cNvGrpSpPr/>
            <p:nvPr/>
          </p:nvGrpSpPr>
          <p:grpSpPr>
            <a:xfrm>
              <a:off x="3227162" y="1556793"/>
              <a:ext cx="1098550" cy="958123"/>
              <a:chOff x="2857499" y="1149477"/>
              <a:chExt cx="1098550" cy="958123"/>
            </a:xfrm>
          </p:grpSpPr>
          <p:sp>
            <p:nvSpPr>
              <p:cNvPr id="12" name="圆角矩形 11"/>
              <p:cNvSpPr/>
              <p:nvPr/>
            </p:nvSpPr>
            <p:spPr>
              <a:xfrm>
                <a:off x="2857499" y="1149477"/>
                <a:ext cx="1076325" cy="958123"/>
              </a:xfrm>
              <a:prstGeom prst="roundRect">
                <a:avLst>
                  <a:gd name="adj" fmla="val 13889"/>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圆角矩形 12"/>
              <p:cNvSpPr/>
              <p:nvPr/>
            </p:nvSpPr>
            <p:spPr>
              <a:xfrm>
                <a:off x="2892834" y="1178024"/>
                <a:ext cx="1063215" cy="901028"/>
              </a:xfrm>
              <a:prstGeom prst="roundRect">
                <a:avLst>
                  <a:gd name="adj" fmla="val 13889"/>
                </a:avLst>
              </a:prstGeom>
              <a:solidFill>
                <a:schemeClr val="accent3"/>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 name="组合 8"/>
            <p:cNvGrpSpPr/>
            <p:nvPr/>
          </p:nvGrpSpPr>
          <p:grpSpPr>
            <a:xfrm>
              <a:off x="3218577" y="1556792"/>
              <a:ext cx="1043182" cy="974481"/>
              <a:chOff x="2643352" y="1689376"/>
              <a:chExt cx="1043182" cy="974481"/>
            </a:xfrm>
          </p:grpSpPr>
          <p:sp>
            <p:nvSpPr>
              <p:cNvPr id="10" name="文本框 40"/>
              <p:cNvSpPr txBox="1"/>
              <p:nvPr/>
            </p:nvSpPr>
            <p:spPr>
              <a:xfrm>
                <a:off x="2656020" y="1689376"/>
                <a:ext cx="1030514" cy="706235"/>
              </a:xfrm>
              <a:prstGeom prst="rect">
                <a:avLst/>
              </a:prstGeom>
              <a:noFill/>
            </p:spPr>
            <p:txBody>
              <a:bodyPr wrap="square" rtlCol="0">
                <a:spAutoFit/>
              </a:bodyPr>
              <a:lstStyle/>
              <a:p>
                <a:pPr algn="ctr"/>
                <a:r>
                  <a:rPr lang="en-US" altLang="zh-CN" sz="4000" dirty="0">
                    <a:solidFill>
                      <a:schemeClr val="bg1"/>
                    </a:solidFill>
                    <a:latin typeface="Impact" panose="020B0806030902050204" pitchFamily="34" charset="0"/>
                  </a:rPr>
                  <a:t>0</a:t>
                </a:r>
                <a:r>
                  <a:rPr lang="en-US" sz="4000" dirty="0">
                    <a:solidFill>
                      <a:schemeClr val="bg1"/>
                    </a:solidFill>
                    <a:latin typeface="Impact" panose="020B0806030902050204" pitchFamily="34" charset="0"/>
                  </a:rPr>
                  <a:t>3</a:t>
                </a:r>
              </a:p>
            </p:txBody>
          </p:sp>
          <p:sp>
            <p:nvSpPr>
              <p:cNvPr id="11" name="文本框 41"/>
              <p:cNvSpPr txBox="1"/>
              <p:nvPr/>
            </p:nvSpPr>
            <p:spPr>
              <a:xfrm>
                <a:off x="2643352" y="2344400"/>
                <a:ext cx="1030514" cy="319457"/>
              </a:xfrm>
              <a:prstGeom prst="rect">
                <a:avLst/>
              </a:prstGeom>
              <a:noFill/>
            </p:spPr>
            <p:txBody>
              <a:bodyPr wrap="square" rtlCol="0">
                <a:spAutoFit/>
              </a:bodyPr>
              <a:lstStyle/>
              <a:p>
                <a:pPr algn="ctr"/>
                <a:r>
                  <a:rPr lang="en-US" altLang="zh-CN" sz="1400" dirty="0">
                    <a:solidFill>
                      <a:schemeClr val="bg1"/>
                    </a:solidFill>
                    <a:latin typeface="微软雅黑" panose="020B0503020204020204" charset="-122"/>
                    <a:ea typeface="微软雅黑" panose="020B0503020204020204" charset="-122"/>
                  </a:rPr>
                  <a:t>OPTION</a:t>
                </a:r>
                <a:endParaRPr lang="zh-CN" altLang="en-US" sz="1400" dirty="0">
                  <a:solidFill>
                    <a:schemeClr val="bg1"/>
                  </a:solidFill>
                  <a:latin typeface="微软雅黑" panose="020B0503020204020204" charset="-122"/>
                  <a:ea typeface="微软雅黑" panose="020B0503020204020204" charset="-122"/>
                </a:endParaRPr>
              </a:p>
            </p:txBody>
          </p:sp>
        </p:grpSp>
      </p:grpSp>
      <p:sp>
        <p:nvSpPr>
          <p:cNvPr id="14" name="文本框 52"/>
          <p:cNvSpPr txBox="1"/>
          <p:nvPr/>
        </p:nvSpPr>
        <p:spPr>
          <a:xfrm>
            <a:off x="5414261" y="2420528"/>
            <a:ext cx="2641353" cy="483235"/>
          </a:xfrm>
          <a:prstGeom prst="rect">
            <a:avLst/>
          </a:prstGeom>
          <a:noFill/>
        </p:spPr>
        <p:txBody>
          <a:bodyPr wrap="square" rtlCol="0">
            <a:spAutoFit/>
          </a:bodyPr>
          <a:lstStyle/>
          <a:p>
            <a:r>
              <a:rPr lang="zh-CN" altLang="en-US" sz="2400" b="1" dirty="0">
                <a:solidFill>
                  <a:schemeClr val="tx1">
                    <a:lumMod val="75000"/>
                    <a:lumOff val="25000"/>
                  </a:schemeClr>
                </a:solidFill>
                <a:latin typeface="微软雅黑" panose="020B0503020204020204" charset="-122"/>
                <a:ea typeface="微软雅黑" panose="020B0503020204020204" charset="-122"/>
              </a:rPr>
              <a:t>此处添加标题</a:t>
            </a:r>
          </a:p>
        </p:txBody>
      </p:sp>
      <p:sp>
        <p:nvSpPr>
          <p:cNvPr id="15" name="文本框 53"/>
          <p:cNvSpPr txBox="1"/>
          <p:nvPr/>
        </p:nvSpPr>
        <p:spPr>
          <a:xfrm>
            <a:off x="4975860" y="2875915"/>
            <a:ext cx="3582035" cy="469900"/>
          </a:xfrm>
          <a:prstGeom prst="rect">
            <a:avLst/>
          </a:prstGeom>
          <a:noFill/>
        </p:spPr>
        <p:txBody>
          <a:bodyPr wrap="square" rtlCol="0">
            <a:spAutoFit/>
          </a:bodyPr>
          <a:lstStyle/>
          <a:p>
            <a:pPr algn="just"/>
            <a:r>
              <a:rPr lang="zh-CN" altLang="en-US" sz="1200" dirty="0">
                <a:solidFill>
                  <a:schemeClr val="tx1"/>
                </a:solidFill>
                <a:latin typeface="微软雅黑" panose="020B0503020204020204" charset="-122"/>
                <a:ea typeface="微软雅黑" panose="020B0503020204020204" charset="-122"/>
              </a:rPr>
              <a:t>请在此粘贴或者输入您的文字内容请在此粘贴或者输入您的文字内容</a:t>
            </a:r>
          </a:p>
        </p:txBody>
      </p:sp>
      <p:grpSp>
        <p:nvGrpSpPr>
          <p:cNvPr id="16" name="Group 4"/>
          <p:cNvGrpSpPr>
            <a:grpSpLocks noChangeAspect="1"/>
          </p:cNvGrpSpPr>
          <p:nvPr/>
        </p:nvGrpSpPr>
        <p:grpSpPr bwMode="auto">
          <a:xfrm>
            <a:off x="5082345" y="2432656"/>
            <a:ext cx="299096" cy="350505"/>
            <a:chOff x="1776" y="1776"/>
            <a:chExt cx="64" cy="75"/>
          </a:xfrm>
          <a:solidFill>
            <a:schemeClr val="accent3"/>
          </a:solidFill>
          <a:effectLst/>
        </p:grpSpPr>
        <p:sp>
          <p:nvSpPr>
            <p:cNvPr id="17" name="Freeform 5"/>
            <p:cNvSpPr/>
            <p:nvPr/>
          </p:nvSpPr>
          <p:spPr bwMode="auto">
            <a:xfrm>
              <a:off x="1795" y="1779"/>
              <a:ext cx="29" cy="26"/>
            </a:xfrm>
            <a:custGeom>
              <a:avLst/>
              <a:gdLst>
                <a:gd name="T0" fmla="*/ 5 w 11"/>
                <a:gd name="T1" fmla="*/ 10 h 10"/>
                <a:gd name="T2" fmla="*/ 5 w 11"/>
                <a:gd name="T3" fmla="*/ 10 h 10"/>
                <a:gd name="T4" fmla="*/ 11 w 11"/>
                <a:gd name="T5" fmla="*/ 5 h 10"/>
                <a:gd name="T6" fmla="*/ 5 w 11"/>
                <a:gd name="T7" fmla="*/ 0 h 10"/>
                <a:gd name="T8" fmla="*/ 5 w 11"/>
                <a:gd name="T9" fmla="*/ 0 h 10"/>
                <a:gd name="T10" fmla="*/ 0 w 11"/>
                <a:gd name="T11" fmla="*/ 5 h 10"/>
                <a:gd name="T12" fmla="*/ 5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5" y="10"/>
                  </a:moveTo>
                  <a:cubicBezTo>
                    <a:pt x="5" y="10"/>
                    <a:pt x="5" y="10"/>
                    <a:pt x="5" y="10"/>
                  </a:cubicBezTo>
                  <a:cubicBezTo>
                    <a:pt x="8" y="10"/>
                    <a:pt x="11" y="8"/>
                    <a:pt x="11" y="5"/>
                  </a:cubicBezTo>
                  <a:cubicBezTo>
                    <a:pt x="11" y="2"/>
                    <a:pt x="8" y="0"/>
                    <a:pt x="5" y="0"/>
                  </a:cubicBezTo>
                  <a:cubicBezTo>
                    <a:pt x="5" y="0"/>
                    <a:pt x="5" y="0"/>
                    <a:pt x="5" y="0"/>
                  </a:cubicBezTo>
                  <a:cubicBezTo>
                    <a:pt x="2" y="1"/>
                    <a:pt x="0" y="3"/>
                    <a:pt x="0" y="5"/>
                  </a:cubicBezTo>
                  <a:cubicBezTo>
                    <a:pt x="0" y="8"/>
                    <a:pt x="2" y="10"/>
                    <a:pt x="5"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endParaRPr lang="zh-CN" altLang="en-US">
                <a:solidFill>
                  <a:prstClr val="black"/>
                </a:solidFill>
              </a:endParaRPr>
            </a:p>
          </p:txBody>
        </p:sp>
        <p:sp>
          <p:nvSpPr>
            <p:cNvPr id="18" name="Freeform 6"/>
            <p:cNvSpPr/>
            <p:nvPr/>
          </p:nvSpPr>
          <p:spPr bwMode="auto">
            <a:xfrm>
              <a:off x="1776" y="1810"/>
              <a:ext cx="64" cy="41"/>
            </a:xfrm>
            <a:custGeom>
              <a:avLst/>
              <a:gdLst>
                <a:gd name="T0" fmla="*/ 23 w 24"/>
                <a:gd name="T1" fmla="*/ 3 h 16"/>
                <a:gd name="T2" fmla="*/ 19 w 24"/>
                <a:gd name="T3" fmla="*/ 0 h 16"/>
                <a:gd name="T4" fmla="*/ 19 w 24"/>
                <a:gd name="T5" fmla="*/ 0 h 16"/>
                <a:gd name="T6" fmla="*/ 17 w 24"/>
                <a:gd name="T7" fmla="*/ 0 h 16"/>
                <a:gd name="T8" fmla="*/ 15 w 24"/>
                <a:gd name="T9" fmla="*/ 5 h 16"/>
                <a:gd name="T10" fmla="*/ 12 w 24"/>
                <a:gd name="T11" fmla="*/ 11 h 16"/>
                <a:gd name="T12" fmla="*/ 14 w 24"/>
                <a:gd name="T13" fmla="*/ 7 h 16"/>
                <a:gd name="T14" fmla="*/ 13 w 24"/>
                <a:gd name="T15" fmla="*/ 1 h 16"/>
                <a:gd name="T16" fmla="*/ 13 w 24"/>
                <a:gd name="T17" fmla="*/ 1 h 16"/>
                <a:gd name="T18" fmla="*/ 12 w 24"/>
                <a:gd name="T19" fmla="*/ 0 h 16"/>
                <a:gd name="T20" fmla="*/ 12 w 24"/>
                <a:gd name="T21" fmla="*/ 0 h 16"/>
                <a:gd name="T22" fmla="*/ 12 w 24"/>
                <a:gd name="T23" fmla="*/ 1 h 16"/>
                <a:gd name="T24" fmla="*/ 12 w 24"/>
                <a:gd name="T25" fmla="*/ 1 h 16"/>
                <a:gd name="T26" fmla="*/ 11 w 24"/>
                <a:gd name="T27" fmla="*/ 7 h 16"/>
                <a:gd name="T28" fmla="*/ 10 w 24"/>
                <a:gd name="T29" fmla="*/ 5 h 16"/>
                <a:gd name="T30" fmla="*/ 8 w 24"/>
                <a:gd name="T31" fmla="*/ 0 h 16"/>
                <a:gd name="T32" fmla="*/ 5 w 24"/>
                <a:gd name="T33" fmla="*/ 0 h 16"/>
                <a:gd name="T34" fmla="*/ 5 w 24"/>
                <a:gd name="T35" fmla="*/ 0 h 16"/>
                <a:gd name="T36" fmla="*/ 1 w 24"/>
                <a:gd name="T37" fmla="*/ 3 h 16"/>
                <a:gd name="T38" fmla="*/ 0 w 24"/>
                <a:gd name="T39" fmla="*/ 16 h 16"/>
                <a:gd name="T40" fmla="*/ 4 w 24"/>
                <a:gd name="T41" fmla="*/ 16 h 16"/>
                <a:gd name="T42" fmla="*/ 4 w 24"/>
                <a:gd name="T43" fmla="*/ 6 h 16"/>
                <a:gd name="T44" fmla="*/ 5 w 24"/>
                <a:gd name="T45" fmla="*/ 6 h 16"/>
                <a:gd name="T46" fmla="*/ 5 w 24"/>
                <a:gd name="T47" fmla="*/ 16 h 16"/>
                <a:gd name="T48" fmla="*/ 12 w 24"/>
                <a:gd name="T49" fmla="*/ 16 h 16"/>
                <a:gd name="T50" fmla="*/ 19 w 24"/>
                <a:gd name="T51" fmla="*/ 16 h 16"/>
                <a:gd name="T52" fmla="*/ 19 w 24"/>
                <a:gd name="T53" fmla="*/ 6 h 16"/>
                <a:gd name="T54" fmla="*/ 19 w 24"/>
                <a:gd name="T55" fmla="*/ 6 h 16"/>
                <a:gd name="T56" fmla="*/ 20 w 24"/>
                <a:gd name="T57" fmla="*/ 6 h 16"/>
                <a:gd name="T58" fmla="*/ 20 w 24"/>
                <a:gd name="T59" fmla="*/ 16 h 16"/>
                <a:gd name="T60" fmla="*/ 23 w 24"/>
                <a:gd name="T61" fmla="*/ 16 h 16"/>
                <a:gd name="T62" fmla="*/ 23 w 24"/>
                <a:gd name="T63"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 h="16">
                  <a:moveTo>
                    <a:pt x="23" y="3"/>
                  </a:moveTo>
                  <a:cubicBezTo>
                    <a:pt x="22" y="1"/>
                    <a:pt x="20" y="0"/>
                    <a:pt x="19" y="0"/>
                  </a:cubicBezTo>
                  <a:cubicBezTo>
                    <a:pt x="19" y="0"/>
                    <a:pt x="19" y="0"/>
                    <a:pt x="19" y="0"/>
                  </a:cubicBezTo>
                  <a:cubicBezTo>
                    <a:pt x="17" y="0"/>
                    <a:pt x="17" y="0"/>
                    <a:pt x="17" y="0"/>
                  </a:cubicBezTo>
                  <a:cubicBezTo>
                    <a:pt x="15" y="5"/>
                    <a:pt x="15" y="5"/>
                    <a:pt x="15" y="5"/>
                  </a:cubicBezTo>
                  <a:cubicBezTo>
                    <a:pt x="12" y="11"/>
                    <a:pt x="12" y="11"/>
                    <a:pt x="12" y="11"/>
                  </a:cubicBezTo>
                  <a:cubicBezTo>
                    <a:pt x="14" y="7"/>
                    <a:pt x="14" y="7"/>
                    <a:pt x="14" y="7"/>
                  </a:cubicBezTo>
                  <a:cubicBezTo>
                    <a:pt x="13" y="1"/>
                    <a:pt x="13" y="1"/>
                    <a:pt x="13" y="1"/>
                  </a:cubicBezTo>
                  <a:cubicBezTo>
                    <a:pt x="13" y="1"/>
                    <a:pt x="13" y="1"/>
                    <a:pt x="13" y="1"/>
                  </a:cubicBezTo>
                  <a:cubicBezTo>
                    <a:pt x="13" y="0"/>
                    <a:pt x="13" y="0"/>
                    <a:pt x="12" y="0"/>
                  </a:cubicBezTo>
                  <a:cubicBezTo>
                    <a:pt x="12" y="0"/>
                    <a:pt x="12" y="0"/>
                    <a:pt x="12" y="0"/>
                  </a:cubicBezTo>
                  <a:cubicBezTo>
                    <a:pt x="12" y="0"/>
                    <a:pt x="12" y="0"/>
                    <a:pt x="12" y="1"/>
                  </a:cubicBezTo>
                  <a:cubicBezTo>
                    <a:pt x="12" y="1"/>
                    <a:pt x="12" y="1"/>
                    <a:pt x="12" y="1"/>
                  </a:cubicBezTo>
                  <a:cubicBezTo>
                    <a:pt x="11" y="7"/>
                    <a:pt x="11" y="7"/>
                    <a:pt x="11" y="7"/>
                  </a:cubicBezTo>
                  <a:cubicBezTo>
                    <a:pt x="10" y="5"/>
                    <a:pt x="10" y="5"/>
                    <a:pt x="10" y="5"/>
                  </a:cubicBezTo>
                  <a:cubicBezTo>
                    <a:pt x="8" y="0"/>
                    <a:pt x="8" y="0"/>
                    <a:pt x="8" y="0"/>
                  </a:cubicBezTo>
                  <a:cubicBezTo>
                    <a:pt x="5" y="0"/>
                    <a:pt x="5" y="0"/>
                    <a:pt x="5" y="0"/>
                  </a:cubicBezTo>
                  <a:cubicBezTo>
                    <a:pt x="5" y="0"/>
                    <a:pt x="5" y="0"/>
                    <a:pt x="5" y="0"/>
                  </a:cubicBezTo>
                  <a:cubicBezTo>
                    <a:pt x="3" y="0"/>
                    <a:pt x="2" y="1"/>
                    <a:pt x="1" y="3"/>
                  </a:cubicBezTo>
                  <a:cubicBezTo>
                    <a:pt x="0" y="5"/>
                    <a:pt x="0" y="11"/>
                    <a:pt x="0" y="16"/>
                  </a:cubicBezTo>
                  <a:cubicBezTo>
                    <a:pt x="4" y="16"/>
                    <a:pt x="4" y="16"/>
                    <a:pt x="4" y="16"/>
                  </a:cubicBezTo>
                  <a:cubicBezTo>
                    <a:pt x="4" y="6"/>
                    <a:pt x="4" y="6"/>
                    <a:pt x="4" y="6"/>
                  </a:cubicBezTo>
                  <a:cubicBezTo>
                    <a:pt x="4" y="6"/>
                    <a:pt x="4" y="6"/>
                    <a:pt x="5" y="6"/>
                  </a:cubicBezTo>
                  <a:cubicBezTo>
                    <a:pt x="5" y="16"/>
                    <a:pt x="5" y="16"/>
                    <a:pt x="5" y="16"/>
                  </a:cubicBezTo>
                  <a:cubicBezTo>
                    <a:pt x="12" y="16"/>
                    <a:pt x="12" y="16"/>
                    <a:pt x="12" y="16"/>
                  </a:cubicBezTo>
                  <a:cubicBezTo>
                    <a:pt x="19" y="16"/>
                    <a:pt x="19" y="16"/>
                    <a:pt x="19" y="16"/>
                  </a:cubicBezTo>
                  <a:cubicBezTo>
                    <a:pt x="19" y="6"/>
                    <a:pt x="19" y="6"/>
                    <a:pt x="19" y="6"/>
                  </a:cubicBezTo>
                  <a:cubicBezTo>
                    <a:pt x="19" y="6"/>
                    <a:pt x="19" y="6"/>
                    <a:pt x="19" y="6"/>
                  </a:cubicBezTo>
                  <a:cubicBezTo>
                    <a:pt x="19" y="6"/>
                    <a:pt x="20" y="6"/>
                    <a:pt x="20" y="6"/>
                  </a:cubicBezTo>
                  <a:cubicBezTo>
                    <a:pt x="20" y="16"/>
                    <a:pt x="20" y="16"/>
                    <a:pt x="20" y="16"/>
                  </a:cubicBezTo>
                  <a:cubicBezTo>
                    <a:pt x="23" y="16"/>
                    <a:pt x="23" y="16"/>
                    <a:pt x="23" y="16"/>
                  </a:cubicBezTo>
                  <a:cubicBezTo>
                    <a:pt x="24" y="11"/>
                    <a:pt x="24" y="5"/>
                    <a:pt x="2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endParaRPr lang="zh-CN" altLang="en-US">
                <a:solidFill>
                  <a:prstClr val="black"/>
                </a:solidFill>
              </a:endParaRPr>
            </a:p>
          </p:txBody>
        </p:sp>
        <p:sp>
          <p:nvSpPr>
            <p:cNvPr id="19" name="Freeform 7"/>
            <p:cNvSpPr/>
            <p:nvPr/>
          </p:nvSpPr>
          <p:spPr bwMode="auto">
            <a:xfrm>
              <a:off x="1795" y="1776"/>
              <a:ext cx="29" cy="26"/>
            </a:xfrm>
            <a:custGeom>
              <a:avLst/>
              <a:gdLst>
                <a:gd name="T0" fmla="*/ 5 w 11"/>
                <a:gd name="T1" fmla="*/ 10 h 10"/>
                <a:gd name="T2" fmla="*/ 5 w 11"/>
                <a:gd name="T3" fmla="*/ 10 h 10"/>
                <a:gd name="T4" fmla="*/ 11 w 11"/>
                <a:gd name="T5" fmla="*/ 5 h 10"/>
                <a:gd name="T6" fmla="*/ 5 w 11"/>
                <a:gd name="T7" fmla="*/ 0 h 10"/>
                <a:gd name="T8" fmla="*/ 5 w 11"/>
                <a:gd name="T9" fmla="*/ 0 h 10"/>
                <a:gd name="T10" fmla="*/ 0 w 11"/>
                <a:gd name="T11" fmla="*/ 5 h 10"/>
                <a:gd name="T12" fmla="*/ 5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5" y="10"/>
                  </a:moveTo>
                  <a:cubicBezTo>
                    <a:pt x="5" y="10"/>
                    <a:pt x="5" y="10"/>
                    <a:pt x="5" y="10"/>
                  </a:cubicBezTo>
                  <a:cubicBezTo>
                    <a:pt x="8" y="10"/>
                    <a:pt x="11" y="8"/>
                    <a:pt x="11" y="5"/>
                  </a:cubicBezTo>
                  <a:cubicBezTo>
                    <a:pt x="11" y="2"/>
                    <a:pt x="8" y="0"/>
                    <a:pt x="5" y="0"/>
                  </a:cubicBezTo>
                  <a:cubicBezTo>
                    <a:pt x="5" y="0"/>
                    <a:pt x="5" y="0"/>
                    <a:pt x="5" y="0"/>
                  </a:cubicBezTo>
                  <a:cubicBezTo>
                    <a:pt x="2" y="1"/>
                    <a:pt x="0" y="3"/>
                    <a:pt x="0" y="5"/>
                  </a:cubicBezTo>
                  <a:cubicBezTo>
                    <a:pt x="0" y="8"/>
                    <a:pt x="2" y="10"/>
                    <a:pt x="5"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endParaRPr lang="zh-CN" altLang="en-US">
                <a:solidFill>
                  <a:prstClr val="black"/>
                </a:solidFill>
              </a:endParaRPr>
            </a:p>
          </p:txBody>
        </p:sp>
        <p:sp>
          <p:nvSpPr>
            <p:cNvPr id="20" name="Freeform 8"/>
            <p:cNvSpPr/>
            <p:nvPr/>
          </p:nvSpPr>
          <p:spPr bwMode="auto">
            <a:xfrm>
              <a:off x="1776" y="1807"/>
              <a:ext cx="64" cy="42"/>
            </a:xfrm>
            <a:custGeom>
              <a:avLst/>
              <a:gdLst>
                <a:gd name="T0" fmla="*/ 23 w 24"/>
                <a:gd name="T1" fmla="*/ 3 h 16"/>
                <a:gd name="T2" fmla="*/ 19 w 24"/>
                <a:gd name="T3" fmla="*/ 0 h 16"/>
                <a:gd name="T4" fmla="*/ 19 w 24"/>
                <a:gd name="T5" fmla="*/ 0 h 16"/>
                <a:gd name="T6" fmla="*/ 17 w 24"/>
                <a:gd name="T7" fmla="*/ 0 h 16"/>
                <a:gd name="T8" fmla="*/ 15 w 24"/>
                <a:gd name="T9" fmla="*/ 5 h 16"/>
                <a:gd name="T10" fmla="*/ 12 w 24"/>
                <a:gd name="T11" fmla="*/ 11 h 16"/>
                <a:gd name="T12" fmla="*/ 14 w 24"/>
                <a:gd name="T13" fmla="*/ 7 h 16"/>
                <a:gd name="T14" fmla="*/ 13 w 24"/>
                <a:gd name="T15" fmla="*/ 1 h 16"/>
                <a:gd name="T16" fmla="*/ 13 w 24"/>
                <a:gd name="T17" fmla="*/ 1 h 16"/>
                <a:gd name="T18" fmla="*/ 12 w 24"/>
                <a:gd name="T19" fmla="*/ 0 h 16"/>
                <a:gd name="T20" fmla="*/ 12 w 24"/>
                <a:gd name="T21" fmla="*/ 0 h 16"/>
                <a:gd name="T22" fmla="*/ 12 w 24"/>
                <a:gd name="T23" fmla="*/ 1 h 16"/>
                <a:gd name="T24" fmla="*/ 12 w 24"/>
                <a:gd name="T25" fmla="*/ 1 h 16"/>
                <a:gd name="T26" fmla="*/ 11 w 24"/>
                <a:gd name="T27" fmla="*/ 7 h 16"/>
                <a:gd name="T28" fmla="*/ 10 w 24"/>
                <a:gd name="T29" fmla="*/ 5 h 16"/>
                <a:gd name="T30" fmla="*/ 8 w 24"/>
                <a:gd name="T31" fmla="*/ 0 h 16"/>
                <a:gd name="T32" fmla="*/ 5 w 24"/>
                <a:gd name="T33" fmla="*/ 0 h 16"/>
                <a:gd name="T34" fmla="*/ 5 w 24"/>
                <a:gd name="T35" fmla="*/ 0 h 16"/>
                <a:gd name="T36" fmla="*/ 1 w 24"/>
                <a:gd name="T37" fmla="*/ 3 h 16"/>
                <a:gd name="T38" fmla="*/ 0 w 24"/>
                <a:gd name="T39" fmla="*/ 16 h 16"/>
                <a:gd name="T40" fmla="*/ 4 w 24"/>
                <a:gd name="T41" fmla="*/ 16 h 16"/>
                <a:gd name="T42" fmla="*/ 4 w 24"/>
                <a:gd name="T43" fmla="*/ 6 h 16"/>
                <a:gd name="T44" fmla="*/ 5 w 24"/>
                <a:gd name="T45" fmla="*/ 6 h 16"/>
                <a:gd name="T46" fmla="*/ 5 w 24"/>
                <a:gd name="T47" fmla="*/ 16 h 16"/>
                <a:gd name="T48" fmla="*/ 12 w 24"/>
                <a:gd name="T49" fmla="*/ 16 h 16"/>
                <a:gd name="T50" fmla="*/ 19 w 24"/>
                <a:gd name="T51" fmla="*/ 16 h 16"/>
                <a:gd name="T52" fmla="*/ 19 w 24"/>
                <a:gd name="T53" fmla="*/ 6 h 16"/>
                <a:gd name="T54" fmla="*/ 19 w 24"/>
                <a:gd name="T55" fmla="*/ 6 h 16"/>
                <a:gd name="T56" fmla="*/ 20 w 24"/>
                <a:gd name="T57" fmla="*/ 6 h 16"/>
                <a:gd name="T58" fmla="*/ 20 w 24"/>
                <a:gd name="T59" fmla="*/ 16 h 16"/>
                <a:gd name="T60" fmla="*/ 23 w 24"/>
                <a:gd name="T61" fmla="*/ 16 h 16"/>
                <a:gd name="T62" fmla="*/ 23 w 24"/>
                <a:gd name="T63"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 h="16">
                  <a:moveTo>
                    <a:pt x="23" y="3"/>
                  </a:moveTo>
                  <a:cubicBezTo>
                    <a:pt x="22" y="1"/>
                    <a:pt x="20" y="0"/>
                    <a:pt x="19" y="0"/>
                  </a:cubicBezTo>
                  <a:cubicBezTo>
                    <a:pt x="19" y="0"/>
                    <a:pt x="19" y="0"/>
                    <a:pt x="19" y="0"/>
                  </a:cubicBezTo>
                  <a:cubicBezTo>
                    <a:pt x="17" y="0"/>
                    <a:pt x="17" y="0"/>
                    <a:pt x="17" y="0"/>
                  </a:cubicBezTo>
                  <a:cubicBezTo>
                    <a:pt x="15" y="5"/>
                    <a:pt x="15" y="5"/>
                    <a:pt x="15" y="5"/>
                  </a:cubicBezTo>
                  <a:cubicBezTo>
                    <a:pt x="12" y="11"/>
                    <a:pt x="12" y="11"/>
                    <a:pt x="12" y="11"/>
                  </a:cubicBezTo>
                  <a:cubicBezTo>
                    <a:pt x="14" y="7"/>
                    <a:pt x="14" y="7"/>
                    <a:pt x="14" y="7"/>
                  </a:cubicBezTo>
                  <a:cubicBezTo>
                    <a:pt x="13" y="1"/>
                    <a:pt x="13" y="1"/>
                    <a:pt x="13" y="1"/>
                  </a:cubicBezTo>
                  <a:cubicBezTo>
                    <a:pt x="13" y="1"/>
                    <a:pt x="13" y="1"/>
                    <a:pt x="13" y="1"/>
                  </a:cubicBezTo>
                  <a:cubicBezTo>
                    <a:pt x="13" y="0"/>
                    <a:pt x="13" y="0"/>
                    <a:pt x="12" y="0"/>
                  </a:cubicBezTo>
                  <a:cubicBezTo>
                    <a:pt x="12" y="0"/>
                    <a:pt x="12" y="0"/>
                    <a:pt x="12" y="0"/>
                  </a:cubicBezTo>
                  <a:cubicBezTo>
                    <a:pt x="12" y="0"/>
                    <a:pt x="12" y="0"/>
                    <a:pt x="12" y="1"/>
                  </a:cubicBezTo>
                  <a:cubicBezTo>
                    <a:pt x="12" y="1"/>
                    <a:pt x="12" y="1"/>
                    <a:pt x="12" y="1"/>
                  </a:cubicBezTo>
                  <a:cubicBezTo>
                    <a:pt x="11" y="7"/>
                    <a:pt x="11" y="7"/>
                    <a:pt x="11" y="7"/>
                  </a:cubicBezTo>
                  <a:cubicBezTo>
                    <a:pt x="10" y="5"/>
                    <a:pt x="10" y="5"/>
                    <a:pt x="10" y="5"/>
                  </a:cubicBezTo>
                  <a:cubicBezTo>
                    <a:pt x="8" y="0"/>
                    <a:pt x="8" y="0"/>
                    <a:pt x="8" y="0"/>
                  </a:cubicBezTo>
                  <a:cubicBezTo>
                    <a:pt x="5" y="0"/>
                    <a:pt x="5" y="0"/>
                    <a:pt x="5" y="0"/>
                  </a:cubicBezTo>
                  <a:cubicBezTo>
                    <a:pt x="5" y="0"/>
                    <a:pt x="5" y="0"/>
                    <a:pt x="5" y="0"/>
                  </a:cubicBezTo>
                  <a:cubicBezTo>
                    <a:pt x="3" y="0"/>
                    <a:pt x="2" y="1"/>
                    <a:pt x="1" y="3"/>
                  </a:cubicBezTo>
                  <a:cubicBezTo>
                    <a:pt x="0" y="5"/>
                    <a:pt x="0" y="11"/>
                    <a:pt x="0" y="16"/>
                  </a:cubicBezTo>
                  <a:cubicBezTo>
                    <a:pt x="4" y="16"/>
                    <a:pt x="4" y="16"/>
                    <a:pt x="4" y="16"/>
                  </a:cubicBezTo>
                  <a:cubicBezTo>
                    <a:pt x="4" y="6"/>
                    <a:pt x="4" y="6"/>
                    <a:pt x="4" y="6"/>
                  </a:cubicBezTo>
                  <a:cubicBezTo>
                    <a:pt x="4" y="6"/>
                    <a:pt x="4" y="6"/>
                    <a:pt x="5" y="6"/>
                  </a:cubicBezTo>
                  <a:cubicBezTo>
                    <a:pt x="5" y="16"/>
                    <a:pt x="5" y="16"/>
                    <a:pt x="5" y="16"/>
                  </a:cubicBezTo>
                  <a:cubicBezTo>
                    <a:pt x="12" y="16"/>
                    <a:pt x="12" y="16"/>
                    <a:pt x="12" y="16"/>
                  </a:cubicBezTo>
                  <a:cubicBezTo>
                    <a:pt x="19" y="16"/>
                    <a:pt x="19" y="16"/>
                    <a:pt x="19" y="16"/>
                  </a:cubicBezTo>
                  <a:cubicBezTo>
                    <a:pt x="19" y="6"/>
                    <a:pt x="19" y="6"/>
                    <a:pt x="19" y="6"/>
                  </a:cubicBezTo>
                  <a:cubicBezTo>
                    <a:pt x="19" y="6"/>
                    <a:pt x="19" y="6"/>
                    <a:pt x="19" y="6"/>
                  </a:cubicBezTo>
                  <a:cubicBezTo>
                    <a:pt x="19" y="6"/>
                    <a:pt x="20" y="6"/>
                    <a:pt x="20" y="6"/>
                  </a:cubicBezTo>
                  <a:cubicBezTo>
                    <a:pt x="20" y="16"/>
                    <a:pt x="20" y="16"/>
                    <a:pt x="20" y="16"/>
                  </a:cubicBezTo>
                  <a:cubicBezTo>
                    <a:pt x="23" y="16"/>
                    <a:pt x="23" y="16"/>
                    <a:pt x="23" y="16"/>
                  </a:cubicBezTo>
                  <a:cubicBezTo>
                    <a:pt x="24" y="11"/>
                    <a:pt x="24" y="5"/>
                    <a:pt x="2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endParaRPr lang="zh-CN" altLang="en-US">
                <a:solidFill>
                  <a:prstClr val="black"/>
                </a:solidFill>
              </a:endParaRPr>
            </a:p>
          </p:txBody>
        </p:sp>
      </p:grpSp>
      <p:sp>
        <p:nvSpPr>
          <p:cNvPr id="21" name="矩形 20"/>
          <p:cNvSpPr/>
          <p:nvPr/>
        </p:nvSpPr>
        <p:spPr>
          <a:xfrm>
            <a:off x="4163967" y="2371220"/>
            <a:ext cx="452588" cy="976835"/>
          </a:xfrm>
          <a:prstGeom prst="rect">
            <a:avLst/>
          </a:prstGeom>
          <a:solidFill>
            <a:srgbClr val="F2F2F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2" name="组合 21"/>
          <p:cNvGrpSpPr/>
          <p:nvPr/>
        </p:nvGrpSpPr>
        <p:grpSpPr>
          <a:xfrm>
            <a:off x="4642703" y="3501873"/>
            <a:ext cx="1436442" cy="227965"/>
            <a:chOff x="4369395" y="3284984"/>
            <a:chExt cx="1436675" cy="228002"/>
          </a:xfrm>
        </p:grpSpPr>
        <p:sp>
          <p:nvSpPr>
            <p:cNvPr id="23" name="文本框 9"/>
            <p:cNvSpPr txBox="1"/>
            <p:nvPr/>
          </p:nvSpPr>
          <p:spPr>
            <a:xfrm>
              <a:off x="4581935" y="3284984"/>
              <a:ext cx="1224135" cy="228002"/>
            </a:xfrm>
            <a:prstGeom prst="rect">
              <a:avLst/>
            </a:prstGeom>
            <a:noFill/>
          </p:spPr>
          <p:txBody>
            <a:bodyPr wrap="square" lIns="0" tIns="0" rIns="0" bIns="0" rtlCol="0">
              <a:spAutoFit/>
            </a:bodyPr>
            <a:lstStyle/>
            <a:p>
              <a:pPr marL="0" lvl="1"/>
              <a:r>
                <a:rPr lang="zh-CN" altLang="en-US" sz="1400" dirty="0">
                  <a:solidFill>
                    <a:schemeClr val="tx1"/>
                  </a:solidFill>
                  <a:latin typeface="微软雅黑" panose="020B0503020204020204" charset="-122"/>
                  <a:ea typeface="微软雅黑" panose="020B0503020204020204" charset="-122"/>
                </a:rPr>
                <a:t>此处添加标题</a:t>
              </a:r>
            </a:p>
          </p:txBody>
        </p:sp>
        <p:sp>
          <p:nvSpPr>
            <p:cNvPr id="25" name="椭圆 24"/>
            <p:cNvSpPr/>
            <p:nvPr/>
          </p:nvSpPr>
          <p:spPr>
            <a:xfrm>
              <a:off x="4369395" y="3316401"/>
              <a:ext cx="168551" cy="1685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27" name="组合 26"/>
          <p:cNvGrpSpPr/>
          <p:nvPr/>
        </p:nvGrpSpPr>
        <p:grpSpPr>
          <a:xfrm>
            <a:off x="6154626" y="3501873"/>
            <a:ext cx="1436442" cy="227965"/>
            <a:chOff x="4369395" y="3284984"/>
            <a:chExt cx="1436675" cy="228002"/>
          </a:xfrm>
        </p:grpSpPr>
        <p:sp>
          <p:nvSpPr>
            <p:cNvPr id="28" name="文本框 9"/>
            <p:cNvSpPr txBox="1"/>
            <p:nvPr/>
          </p:nvSpPr>
          <p:spPr>
            <a:xfrm>
              <a:off x="4581935" y="3284984"/>
              <a:ext cx="1224135" cy="228002"/>
            </a:xfrm>
            <a:prstGeom prst="rect">
              <a:avLst/>
            </a:prstGeom>
            <a:noFill/>
          </p:spPr>
          <p:txBody>
            <a:bodyPr wrap="square" lIns="0" tIns="0" rIns="0" bIns="0" rtlCol="0">
              <a:spAutoFit/>
            </a:bodyPr>
            <a:lstStyle/>
            <a:p>
              <a:pPr marL="0" lvl="1"/>
              <a:r>
                <a:rPr lang="zh-CN" altLang="en-US" sz="1400" dirty="0">
                  <a:solidFill>
                    <a:schemeClr val="tx1"/>
                  </a:solidFill>
                  <a:latin typeface="微软雅黑" panose="020B0503020204020204" charset="-122"/>
                  <a:ea typeface="微软雅黑" panose="020B0503020204020204" charset="-122"/>
                </a:rPr>
                <a:t>此处添加标题</a:t>
              </a:r>
            </a:p>
          </p:txBody>
        </p:sp>
        <p:sp>
          <p:nvSpPr>
            <p:cNvPr id="30" name="椭圆 29"/>
            <p:cNvSpPr/>
            <p:nvPr/>
          </p:nvSpPr>
          <p:spPr>
            <a:xfrm>
              <a:off x="4369395" y="3316401"/>
              <a:ext cx="168551" cy="16855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2" name="组合 31"/>
          <p:cNvGrpSpPr/>
          <p:nvPr/>
        </p:nvGrpSpPr>
        <p:grpSpPr>
          <a:xfrm>
            <a:off x="7663065" y="3501873"/>
            <a:ext cx="1436442" cy="227965"/>
            <a:chOff x="4369395" y="3284984"/>
            <a:chExt cx="1436675" cy="228002"/>
          </a:xfrm>
        </p:grpSpPr>
        <p:sp>
          <p:nvSpPr>
            <p:cNvPr id="33" name="文本框 9"/>
            <p:cNvSpPr txBox="1"/>
            <p:nvPr/>
          </p:nvSpPr>
          <p:spPr>
            <a:xfrm>
              <a:off x="4581935" y="3284984"/>
              <a:ext cx="1224135" cy="228002"/>
            </a:xfrm>
            <a:prstGeom prst="rect">
              <a:avLst/>
            </a:prstGeom>
            <a:noFill/>
          </p:spPr>
          <p:txBody>
            <a:bodyPr wrap="square" lIns="0" tIns="0" rIns="0" bIns="0" rtlCol="0">
              <a:spAutoFit/>
            </a:bodyPr>
            <a:lstStyle/>
            <a:p>
              <a:pPr marL="0" lvl="1"/>
              <a:r>
                <a:rPr lang="zh-CN" altLang="en-US" sz="1400" dirty="0">
                  <a:solidFill>
                    <a:schemeClr val="tx1"/>
                  </a:solidFill>
                  <a:latin typeface="微软雅黑" panose="020B0503020204020204" charset="-122"/>
                  <a:ea typeface="微软雅黑" panose="020B0503020204020204" charset="-122"/>
                </a:rPr>
                <a:t>此处添加标题</a:t>
              </a:r>
            </a:p>
          </p:txBody>
        </p:sp>
        <p:sp>
          <p:nvSpPr>
            <p:cNvPr id="24" name="椭圆 23"/>
            <p:cNvSpPr/>
            <p:nvPr/>
          </p:nvSpPr>
          <p:spPr>
            <a:xfrm>
              <a:off x="4369395" y="3316401"/>
              <a:ext cx="168551" cy="16855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26" name="组合 25"/>
          <p:cNvGrpSpPr/>
          <p:nvPr/>
        </p:nvGrpSpPr>
        <p:grpSpPr>
          <a:xfrm>
            <a:off x="4642703" y="3862434"/>
            <a:ext cx="1436442" cy="227965"/>
            <a:chOff x="4369395" y="3284984"/>
            <a:chExt cx="1436675" cy="228002"/>
          </a:xfrm>
        </p:grpSpPr>
        <p:sp>
          <p:nvSpPr>
            <p:cNvPr id="38" name="文本框 9"/>
            <p:cNvSpPr txBox="1"/>
            <p:nvPr/>
          </p:nvSpPr>
          <p:spPr>
            <a:xfrm>
              <a:off x="4581935" y="3284984"/>
              <a:ext cx="1224135" cy="228002"/>
            </a:xfrm>
            <a:prstGeom prst="rect">
              <a:avLst/>
            </a:prstGeom>
            <a:noFill/>
          </p:spPr>
          <p:txBody>
            <a:bodyPr wrap="square" lIns="0" tIns="0" rIns="0" bIns="0" rtlCol="0">
              <a:spAutoFit/>
            </a:bodyPr>
            <a:lstStyle/>
            <a:p>
              <a:pPr marL="0" lvl="1"/>
              <a:r>
                <a:rPr lang="zh-CN" altLang="en-US" sz="1400" dirty="0">
                  <a:solidFill>
                    <a:schemeClr val="tx1"/>
                  </a:solidFill>
                  <a:latin typeface="微软雅黑" panose="020B0503020204020204" charset="-122"/>
                  <a:ea typeface="微软雅黑" panose="020B0503020204020204" charset="-122"/>
                </a:rPr>
                <a:t>此处添加标题</a:t>
              </a:r>
            </a:p>
          </p:txBody>
        </p:sp>
        <p:sp>
          <p:nvSpPr>
            <p:cNvPr id="40" name="椭圆 39"/>
            <p:cNvSpPr/>
            <p:nvPr/>
          </p:nvSpPr>
          <p:spPr>
            <a:xfrm>
              <a:off x="4369395" y="3316401"/>
              <a:ext cx="168551" cy="168551"/>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42" name="组合 41"/>
          <p:cNvGrpSpPr/>
          <p:nvPr/>
        </p:nvGrpSpPr>
        <p:grpSpPr>
          <a:xfrm>
            <a:off x="6154626" y="3862434"/>
            <a:ext cx="1436442" cy="227965"/>
            <a:chOff x="4369395" y="3284984"/>
            <a:chExt cx="1436675" cy="228002"/>
          </a:xfrm>
        </p:grpSpPr>
        <p:sp>
          <p:nvSpPr>
            <p:cNvPr id="43" name="文本框 9"/>
            <p:cNvSpPr txBox="1"/>
            <p:nvPr/>
          </p:nvSpPr>
          <p:spPr>
            <a:xfrm>
              <a:off x="4581935" y="3284984"/>
              <a:ext cx="1224135" cy="228002"/>
            </a:xfrm>
            <a:prstGeom prst="rect">
              <a:avLst/>
            </a:prstGeom>
            <a:noFill/>
          </p:spPr>
          <p:txBody>
            <a:bodyPr wrap="square" lIns="0" tIns="0" rIns="0" bIns="0" rtlCol="0">
              <a:spAutoFit/>
            </a:bodyPr>
            <a:lstStyle/>
            <a:p>
              <a:pPr marL="0" lvl="1"/>
              <a:r>
                <a:rPr lang="zh-CN" altLang="en-US" sz="1400" dirty="0">
                  <a:solidFill>
                    <a:schemeClr val="tx1"/>
                  </a:solidFill>
                  <a:latin typeface="微软雅黑" panose="020B0503020204020204" charset="-122"/>
                  <a:ea typeface="微软雅黑" panose="020B0503020204020204" charset="-122"/>
                </a:rPr>
                <a:t>此处添加标题</a:t>
              </a:r>
            </a:p>
          </p:txBody>
        </p:sp>
        <p:sp>
          <p:nvSpPr>
            <p:cNvPr id="45" name="椭圆 44"/>
            <p:cNvSpPr/>
            <p:nvPr/>
          </p:nvSpPr>
          <p:spPr>
            <a:xfrm>
              <a:off x="4369395" y="3316401"/>
              <a:ext cx="168551" cy="1685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47" name="组合 46"/>
          <p:cNvGrpSpPr/>
          <p:nvPr/>
        </p:nvGrpSpPr>
        <p:grpSpPr>
          <a:xfrm>
            <a:off x="7663065" y="3862434"/>
            <a:ext cx="1436442" cy="227965"/>
            <a:chOff x="4369395" y="3284984"/>
            <a:chExt cx="1436675" cy="228002"/>
          </a:xfrm>
        </p:grpSpPr>
        <p:sp>
          <p:nvSpPr>
            <p:cNvPr id="29" name="文本框 9"/>
            <p:cNvSpPr txBox="1"/>
            <p:nvPr/>
          </p:nvSpPr>
          <p:spPr>
            <a:xfrm>
              <a:off x="4581935" y="3284984"/>
              <a:ext cx="1224135" cy="228002"/>
            </a:xfrm>
            <a:prstGeom prst="rect">
              <a:avLst/>
            </a:prstGeom>
            <a:noFill/>
          </p:spPr>
          <p:txBody>
            <a:bodyPr wrap="square" lIns="0" tIns="0" rIns="0" bIns="0" rtlCol="0">
              <a:spAutoFit/>
            </a:bodyPr>
            <a:lstStyle/>
            <a:p>
              <a:pPr marL="0" lvl="1"/>
              <a:r>
                <a:rPr lang="zh-CN" altLang="en-US" sz="1400" dirty="0">
                  <a:solidFill>
                    <a:schemeClr val="tx1"/>
                  </a:solidFill>
                  <a:latin typeface="微软雅黑" panose="020B0503020204020204" charset="-122"/>
                  <a:ea typeface="微软雅黑" panose="020B0503020204020204" charset="-122"/>
                </a:rPr>
                <a:t>此处添加标题</a:t>
              </a:r>
            </a:p>
          </p:txBody>
        </p:sp>
        <p:sp>
          <p:nvSpPr>
            <p:cNvPr id="31" name="椭圆 30"/>
            <p:cNvSpPr/>
            <p:nvPr/>
          </p:nvSpPr>
          <p:spPr>
            <a:xfrm>
              <a:off x="4369395" y="3316401"/>
              <a:ext cx="168551" cy="1685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transition advTm="6693">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5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1+#ppt_w/2"/>
                                          </p:val>
                                        </p:tav>
                                        <p:tav tm="100000">
                                          <p:val>
                                            <p:strVal val="#ppt_x"/>
                                          </p:val>
                                        </p:tav>
                                      </p:tavLst>
                                    </p:anim>
                                    <p:anim calcmode="lin" valueType="num">
                                      <p:cBhvr additive="base">
                                        <p:cTn id="12" dur="500" fill="hold"/>
                                        <p:tgtEl>
                                          <p:spTgt spid="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par>
                          <p:cTn id="17" fill="hold">
                            <p:stCondLst>
                              <p:cond delay="1500"/>
                            </p:stCondLst>
                            <p:childTnLst>
                              <p:par>
                                <p:cTn id="18" presetID="22" presetClass="entr" presetSubtype="4"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ipe(down)">
                                      <p:cBhvr>
                                        <p:cTn id="20" dur="500"/>
                                        <p:tgtEl>
                                          <p:spTgt spid="14"/>
                                        </p:tgtEl>
                                      </p:cBhvr>
                                    </p:animEffect>
                                  </p:childTnLst>
                                </p:cTn>
                              </p:par>
                            </p:childTnLst>
                          </p:cTn>
                        </p:par>
                        <p:par>
                          <p:cTn id="21" fill="hold">
                            <p:stCondLst>
                              <p:cond delay="2000"/>
                            </p:stCondLst>
                            <p:childTnLst>
                              <p:par>
                                <p:cTn id="22" presetID="10" presetClass="entr" presetSubtype="0" fill="hold" grpId="0" nodeType="after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childTnLst>
                          </p:cTn>
                        </p:par>
                        <p:par>
                          <p:cTn id="25" fill="hold">
                            <p:stCondLst>
                              <p:cond delay="2500"/>
                            </p:stCondLst>
                            <p:childTnLst>
                              <p:par>
                                <p:cTn id="26" presetID="10" presetClass="entr" presetSubtype="0" fill="hold" grpId="0" nodeType="after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childTnLst>
                          </p:cTn>
                        </p:par>
                        <p:par>
                          <p:cTn id="32" fill="hold">
                            <p:stCondLst>
                              <p:cond delay="3000"/>
                            </p:stCondLst>
                            <p:childTnLst>
                              <p:par>
                                <p:cTn id="33" presetID="2" presetClass="entr" presetSubtype="4" fill="hold" nodeType="afterEffect">
                                  <p:stCondLst>
                                    <p:cond delay="0"/>
                                  </p:stCondLst>
                                  <p:childTnLst>
                                    <p:set>
                                      <p:cBhvr>
                                        <p:cTn id="34" dur="1" fill="hold">
                                          <p:stCondLst>
                                            <p:cond delay="0"/>
                                          </p:stCondLst>
                                        </p:cTn>
                                        <p:tgtEl>
                                          <p:spTgt spid="22"/>
                                        </p:tgtEl>
                                        <p:attrNameLst>
                                          <p:attrName>style.visibility</p:attrName>
                                        </p:attrNameLst>
                                      </p:cBhvr>
                                      <p:to>
                                        <p:strVal val="visible"/>
                                      </p:to>
                                    </p:set>
                                    <p:anim calcmode="lin" valueType="num">
                                      <p:cBhvr additive="base">
                                        <p:cTn id="35" dur="500" fill="hold"/>
                                        <p:tgtEl>
                                          <p:spTgt spid="22"/>
                                        </p:tgtEl>
                                        <p:attrNameLst>
                                          <p:attrName>ppt_x</p:attrName>
                                        </p:attrNameLst>
                                      </p:cBhvr>
                                      <p:tavLst>
                                        <p:tav tm="0">
                                          <p:val>
                                            <p:strVal val="#ppt_x"/>
                                          </p:val>
                                        </p:tav>
                                        <p:tav tm="100000">
                                          <p:val>
                                            <p:strVal val="#ppt_x"/>
                                          </p:val>
                                        </p:tav>
                                      </p:tavLst>
                                    </p:anim>
                                    <p:anim calcmode="lin" valueType="num">
                                      <p:cBhvr additive="base">
                                        <p:cTn id="36" dur="500" fill="hold"/>
                                        <p:tgtEl>
                                          <p:spTgt spid="22"/>
                                        </p:tgtEl>
                                        <p:attrNameLst>
                                          <p:attrName>ppt_y</p:attrName>
                                        </p:attrNameLst>
                                      </p:cBhvr>
                                      <p:tavLst>
                                        <p:tav tm="0">
                                          <p:val>
                                            <p:strVal val="1+#ppt_h/2"/>
                                          </p:val>
                                        </p:tav>
                                        <p:tav tm="100000">
                                          <p:val>
                                            <p:strVal val="#ppt_y"/>
                                          </p:val>
                                        </p:tav>
                                      </p:tavLst>
                                    </p:anim>
                                  </p:childTnLst>
                                </p:cTn>
                              </p:par>
                            </p:childTnLst>
                          </p:cTn>
                        </p:par>
                        <p:par>
                          <p:cTn id="37" fill="hold">
                            <p:stCondLst>
                              <p:cond delay="3500"/>
                            </p:stCondLst>
                            <p:childTnLst>
                              <p:par>
                                <p:cTn id="38" presetID="2" presetClass="entr" presetSubtype="4" fill="hold" nodeType="afterEffect">
                                  <p:stCondLst>
                                    <p:cond delay="0"/>
                                  </p:stCondLst>
                                  <p:childTnLst>
                                    <p:set>
                                      <p:cBhvr>
                                        <p:cTn id="39" dur="1" fill="hold">
                                          <p:stCondLst>
                                            <p:cond delay="0"/>
                                          </p:stCondLst>
                                        </p:cTn>
                                        <p:tgtEl>
                                          <p:spTgt spid="27"/>
                                        </p:tgtEl>
                                        <p:attrNameLst>
                                          <p:attrName>style.visibility</p:attrName>
                                        </p:attrNameLst>
                                      </p:cBhvr>
                                      <p:to>
                                        <p:strVal val="visible"/>
                                      </p:to>
                                    </p:set>
                                    <p:anim calcmode="lin" valueType="num">
                                      <p:cBhvr additive="base">
                                        <p:cTn id="40" dur="500" fill="hold"/>
                                        <p:tgtEl>
                                          <p:spTgt spid="27"/>
                                        </p:tgtEl>
                                        <p:attrNameLst>
                                          <p:attrName>ppt_x</p:attrName>
                                        </p:attrNameLst>
                                      </p:cBhvr>
                                      <p:tavLst>
                                        <p:tav tm="0">
                                          <p:val>
                                            <p:strVal val="#ppt_x"/>
                                          </p:val>
                                        </p:tav>
                                        <p:tav tm="100000">
                                          <p:val>
                                            <p:strVal val="#ppt_x"/>
                                          </p:val>
                                        </p:tav>
                                      </p:tavLst>
                                    </p:anim>
                                    <p:anim calcmode="lin" valueType="num">
                                      <p:cBhvr additive="base">
                                        <p:cTn id="41" dur="500" fill="hold"/>
                                        <p:tgtEl>
                                          <p:spTgt spid="27"/>
                                        </p:tgtEl>
                                        <p:attrNameLst>
                                          <p:attrName>ppt_y</p:attrName>
                                        </p:attrNameLst>
                                      </p:cBhvr>
                                      <p:tavLst>
                                        <p:tav tm="0">
                                          <p:val>
                                            <p:strVal val="1+#ppt_h/2"/>
                                          </p:val>
                                        </p:tav>
                                        <p:tav tm="100000">
                                          <p:val>
                                            <p:strVal val="#ppt_y"/>
                                          </p:val>
                                        </p:tav>
                                      </p:tavLst>
                                    </p:anim>
                                  </p:childTnLst>
                                </p:cTn>
                              </p:par>
                            </p:childTnLst>
                          </p:cTn>
                        </p:par>
                        <p:par>
                          <p:cTn id="42" fill="hold">
                            <p:stCondLst>
                              <p:cond delay="4000"/>
                            </p:stCondLst>
                            <p:childTnLst>
                              <p:par>
                                <p:cTn id="43" presetID="2" presetClass="entr" presetSubtype="4" fill="hold" nodeType="afterEffect">
                                  <p:stCondLst>
                                    <p:cond delay="0"/>
                                  </p:stCondLst>
                                  <p:childTnLst>
                                    <p:set>
                                      <p:cBhvr>
                                        <p:cTn id="44" dur="1" fill="hold">
                                          <p:stCondLst>
                                            <p:cond delay="0"/>
                                          </p:stCondLst>
                                        </p:cTn>
                                        <p:tgtEl>
                                          <p:spTgt spid="32"/>
                                        </p:tgtEl>
                                        <p:attrNameLst>
                                          <p:attrName>style.visibility</p:attrName>
                                        </p:attrNameLst>
                                      </p:cBhvr>
                                      <p:to>
                                        <p:strVal val="visible"/>
                                      </p:to>
                                    </p:set>
                                    <p:anim calcmode="lin" valueType="num">
                                      <p:cBhvr additive="base">
                                        <p:cTn id="45" dur="500" fill="hold"/>
                                        <p:tgtEl>
                                          <p:spTgt spid="32"/>
                                        </p:tgtEl>
                                        <p:attrNameLst>
                                          <p:attrName>ppt_x</p:attrName>
                                        </p:attrNameLst>
                                      </p:cBhvr>
                                      <p:tavLst>
                                        <p:tav tm="0">
                                          <p:val>
                                            <p:strVal val="#ppt_x"/>
                                          </p:val>
                                        </p:tav>
                                        <p:tav tm="100000">
                                          <p:val>
                                            <p:strVal val="#ppt_x"/>
                                          </p:val>
                                        </p:tav>
                                      </p:tavLst>
                                    </p:anim>
                                    <p:anim calcmode="lin" valueType="num">
                                      <p:cBhvr additive="base">
                                        <p:cTn id="46" dur="500" fill="hold"/>
                                        <p:tgtEl>
                                          <p:spTgt spid="32"/>
                                        </p:tgtEl>
                                        <p:attrNameLst>
                                          <p:attrName>ppt_y</p:attrName>
                                        </p:attrNameLst>
                                      </p:cBhvr>
                                      <p:tavLst>
                                        <p:tav tm="0">
                                          <p:val>
                                            <p:strVal val="1+#ppt_h/2"/>
                                          </p:val>
                                        </p:tav>
                                        <p:tav tm="100000">
                                          <p:val>
                                            <p:strVal val="#ppt_y"/>
                                          </p:val>
                                        </p:tav>
                                      </p:tavLst>
                                    </p:anim>
                                  </p:childTnLst>
                                </p:cTn>
                              </p:par>
                            </p:childTnLst>
                          </p:cTn>
                        </p:par>
                        <p:par>
                          <p:cTn id="47" fill="hold">
                            <p:stCondLst>
                              <p:cond delay="4500"/>
                            </p:stCondLst>
                            <p:childTnLst>
                              <p:par>
                                <p:cTn id="48" presetID="2" presetClass="entr" presetSubtype="4" fill="hold" nodeType="afterEffect">
                                  <p:stCondLst>
                                    <p:cond delay="0"/>
                                  </p:stCondLst>
                                  <p:childTnLst>
                                    <p:set>
                                      <p:cBhvr>
                                        <p:cTn id="49" dur="1" fill="hold">
                                          <p:stCondLst>
                                            <p:cond delay="0"/>
                                          </p:stCondLst>
                                        </p:cTn>
                                        <p:tgtEl>
                                          <p:spTgt spid="26"/>
                                        </p:tgtEl>
                                        <p:attrNameLst>
                                          <p:attrName>style.visibility</p:attrName>
                                        </p:attrNameLst>
                                      </p:cBhvr>
                                      <p:to>
                                        <p:strVal val="visible"/>
                                      </p:to>
                                    </p:set>
                                    <p:anim calcmode="lin" valueType="num">
                                      <p:cBhvr additive="base">
                                        <p:cTn id="50" dur="500" fill="hold"/>
                                        <p:tgtEl>
                                          <p:spTgt spid="26"/>
                                        </p:tgtEl>
                                        <p:attrNameLst>
                                          <p:attrName>ppt_x</p:attrName>
                                        </p:attrNameLst>
                                      </p:cBhvr>
                                      <p:tavLst>
                                        <p:tav tm="0">
                                          <p:val>
                                            <p:strVal val="#ppt_x"/>
                                          </p:val>
                                        </p:tav>
                                        <p:tav tm="100000">
                                          <p:val>
                                            <p:strVal val="#ppt_x"/>
                                          </p:val>
                                        </p:tav>
                                      </p:tavLst>
                                    </p:anim>
                                    <p:anim calcmode="lin" valueType="num">
                                      <p:cBhvr additive="base">
                                        <p:cTn id="51" dur="500" fill="hold"/>
                                        <p:tgtEl>
                                          <p:spTgt spid="26"/>
                                        </p:tgtEl>
                                        <p:attrNameLst>
                                          <p:attrName>ppt_y</p:attrName>
                                        </p:attrNameLst>
                                      </p:cBhvr>
                                      <p:tavLst>
                                        <p:tav tm="0">
                                          <p:val>
                                            <p:strVal val="1+#ppt_h/2"/>
                                          </p:val>
                                        </p:tav>
                                        <p:tav tm="100000">
                                          <p:val>
                                            <p:strVal val="#ppt_y"/>
                                          </p:val>
                                        </p:tav>
                                      </p:tavLst>
                                    </p:anim>
                                  </p:childTnLst>
                                </p:cTn>
                              </p:par>
                            </p:childTnLst>
                          </p:cTn>
                        </p:par>
                        <p:par>
                          <p:cTn id="52" fill="hold">
                            <p:stCondLst>
                              <p:cond delay="5000"/>
                            </p:stCondLst>
                            <p:childTnLst>
                              <p:par>
                                <p:cTn id="53" presetID="2" presetClass="entr" presetSubtype="4" fill="hold" nodeType="afterEffect">
                                  <p:stCondLst>
                                    <p:cond delay="0"/>
                                  </p:stCondLst>
                                  <p:childTnLst>
                                    <p:set>
                                      <p:cBhvr>
                                        <p:cTn id="54" dur="1" fill="hold">
                                          <p:stCondLst>
                                            <p:cond delay="0"/>
                                          </p:stCondLst>
                                        </p:cTn>
                                        <p:tgtEl>
                                          <p:spTgt spid="42"/>
                                        </p:tgtEl>
                                        <p:attrNameLst>
                                          <p:attrName>style.visibility</p:attrName>
                                        </p:attrNameLst>
                                      </p:cBhvr>
                                      <p:to>
                                        <p:strVal val="visible"/>
                                      </p:to>
                                    </p:set>
                                    <p:anim calcmode="lin" valueType="num">
                                      <p:cBhvr additive="base">
                                        <p:cTn id="55" dur="500" fill="hold"/>
                                        <p:tgtEl>
                                          <p:spTgt spid="42"/>
                                        </p:tgtEl>
                                        <p:attrNameLst>
                                          <p:attrName>ppt_x</p:attrName>
                                        </p:attrNameLst>
                                      </p:cBhvr>
                                      <p:tavLst>
                                        <p:tav tm="0">
                                          <p:val>
                                            <p:strVal val="#ppt_x"/>
                                          </p:val>
                                        </p:tav>
                                        <p:tav tm="100000">
                                          <p:val>
                                            <p:strVal val="#ppt_x"/>
                                          </p:val>
                                        </p:tav>
                                      </p:tavLst>
                                    </p:anim>
                                    <p:anim calcmode="lin" valueType="num">
                                      <p:cBhvr additive="base">
                                        <p:cTn id="56" dur="500" fill="hold"/>
                                        <p:tgtEl>
                                          <p:spTgt spid="42"/>
                                        </p:tgtEl>
                                        <p:attrNameLst>
                                          <p:attrName>ppt_y</p:attrName>
                                        </p:attrNameLst>
                                      </p:cBhvr>
                                      <p:tavLst>
                                        <p:tav tm="0">
                                          <p:val>
                                            <p:strVal val="1+#ppt_h/2"/>
                                          </p:val>
                                        </p:tav>
                                        <p:tav tm="100000">
                                          <p:val>
                                            <p:strVal val="#ppt_y"/>
                                          </p:val>
                                        </p:tav>
                                      </p:tavLst>
                                    </p:anim>
                                  </p:childTnLst>
                                </p:cTn>
                              </p:par>
                            </p:childTnLst>
                          </p:cTn>
                        </p:par>
                        <p:par>
                          <p:cTn id="57" fill="hold">
                            <p:stCondLst>
                              <p:cond delay="5500"/>
                            </p:stCondLst>
                            <p:childTnLst>
                              <p:par>
                                <p:cTn id="58" presetID="2" presetClass="entr" presetSubtype="4" fill="hold" nodeType="afterEffect">
                                  <p:stCondLst>
                                    <p:cond delay="0"/>
                                  </p:stCondLst>
                                  <p:childTnLst>
                                    <p:set>
                                      <p:cBhvr>
                                        <p:cTn id="59" dur="1" fill="hold">
                                          <p:stCondLst>
                                            <p:cond delay="0"/>
                                          </p:stCondLst>
                                        </p:cTn>
                                        <p:tgtEl>
                                          <p:spTgt spid="47"/>
                                        </p:tgtEl>
                                        <p:attrNameLst>
                                          <p:attrName>style.visibility</p:attrName>
                                        </p:attrNameLst>
                                      </p:cBhvr>
                                      <p:to>
                                        <p:strVal val="visible"/>
                                      </p:to>
                                    </p:set>
                                    <p:anim calcmode="lin" valueType="num">
                                      <p:cBhvr additive="base">
                                        <p:cTn id="60" dur="500" fill="hold"/>
                                        <p:tgtEl>
                                          <p:spTgt spid="47"/>
                                        </p:tgtEl>
                                        <p:attrNameLst>
                                          <p:attrName>ppt_x</p:attrName>
                                        </p:attrNameLst>
                                      </p:cBhvr>
                                      <p:tavLst>
                                        <p:tav tm="0">
                                          <p:val>
                                            <p:strVal val="#ppt_x"/>
                                          </p:val>
                                        </p:tav>
                                        <p:tav tm="100000">
                                          <p:val>
                                            <p:strVal val="#ppt_x"/>
                                          </p:val>
                                        </p:tav>
                                      </p:tavLst>
                                    </p:anim>
                                    <p:anim calcmode="lin" valueType="num">
                                      <p:cBhvr additive="base">
                                        <p:cTn id="61"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14" grpId="0"/>
      <p:bldP spid="15" grpId="0"/>
      <p:bldP spid="21"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769876" y="189165"/>
            <a:ext cx="2622658" cy="483235"/>
          </a:xfrm>
          <a:prstGeom prst="rect">
            <a:avLst/>
          </a:prstGeom>
          <a:noFill/>
        </p:spPr>
        <p:txBody>
          <a:bodyPr wrap="square" rtlCol="0">
            <a:spAutoFit/>
          </a:bodyPr>
          <a:lstStyle/>
          <a:p>
            <a:pPr algn="ctr"/>
            <a:r>
              <a:rPr lang="zh-CN" altLang="en-US" sz="2400" b="1" dirty="0">
                <a:solidFill>
                  <a:schemeClr val="tx1">
                    <a:lumMod val="75000"/>
                    <a:lumOff val="25000"/>
                  </a:schemeClr>
                </a:solidFill>
                <a:latin typeface="微软雅黑" panose="020B0503020204020204" charset="-122"/>
                <a:ea typeface="微软雅黑" panose="020B0503020204020204" charset="-122"/>
              </a:rPr>
              <a:t>单击此处添加标题</a:t>
            </a:r>
          </a:p>
        </p:txBody>
      </p:sp>
      <p:cxnSp>
        <p:nvCxnSpPr>
          <p:cNvPr id="6" name="直接连接符 5"/>
          <p:cNvCxnSpPr/>
          <p:nvPr/>
        </p:nvCxnSpPr>
        <p:spPr>
          <a:xfrm>
            <a:off x="7392534" y="477150"/>
            <a:ext cx="4463773"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36892" y="481504"/>
            <a:ext cx="439177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3" name="Rectangle 372"/>
          <p:cNvSpPr/>
          <p:nvPr/>
        </p:nvSpPr>
        <p:spPr>
          <a:xfrm>
            <a:off x="3719887" y="4502046"/>
            <a:ext cx="2465748" cy="689161"/>
          </a:xfrm>
          <a:prstGeom prst="rect">
            <a:avLst/>
          </a:prstGeom>
          <a:solidFill>
            <a:schemeClr val="accent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latin typeface="微软雅黑" panose="020B0503020204020204" charset="-122"/>
            </a:endParaRPr>
          </a:p>
        </p:txBody>
      </p:sp>
      <p:sp>
        <p:nvSpPr>
          <p:cNvPr id="35" name="Freeform 37"/>
          <p:cNvSpPr>
            <a:spLocks noChangeArrowheads="1"/>
          </p:cNvSpPr>
          <p:nvPr/>
        </p:nvSpPr>
        <p:spPr bwMode="auto">
          <a:xfrm>
            <a:off x="7810481" y="3589498"/>
            <a:ext cx="1088325" cy="1265618"/>
          </a:xfrm>
          <a:custGeom>
            <a:avLst/>
            <a:gdLst>
              <a:gd name="T0" fmla="*/ 0 w 2681"/>
              <a:gd name="T1" fmla="*/ 3115 h 3116"/>
              <a:gd name="T2" fmla="*/ 2680 w 2681"/>
              <a:gd name="T3" fmla="*/ 0 h 3116"/>
              <a:gd name="T4" fmla="*/ 0 w 2681"/>
              <a:gd name="T5" fmla="*/ 3115 h 3116"/>
            </a:gdLst>
            <a:ahLst/>
            <a:cxnLst>
              <a:cxn ang="0">
                <a:pos x="T0" y="T1"/>
              </a:cxn>
              <a:cxn ang="0">
                <a:pos x="T2" y="T3"/>
              </a:cxn>
              <a:cxn ang="0">
                <a:pos x="T4" y="T5"/>
              </a:cxn>
            </a:cxnLst>
            <a:rect l="0" t="0" r="r" b="b"/>
            <a:pathLst>
              <a:path w="2681" h="3116">
                <a:moveTo>
                  <a:pt x="0" y="3115"/>
                </a:moveTo>
                <a:lnTo>
                  <a:pt x="2680" y="0"/>
                </a:lnTo>
                <a:lnTo>
                  <a:pt x="0" y="3115"/>
                </a:lnTo>
              </a:path>
            </a:pathLst>
          </a:custGeom>
          <a:solidFill>
            <a:srgbClr val="F1F0F0"/>
          </a:solidFill>
          <a:ln>
            <a:noFill/>
          </a:ln>
          <a:effectLst/>
        </p:spPr>
        <p:txBody>
          <a:bodyPr wrap="none" anchor="ctr"/>
          <a:lstStyle/>
          <a:p>
            <a:endParaRPr lang="en-US" sz="9950" dirty="0">
              <a:latin typeface="微软雅黑" panose="020B0503020204020204" charset="-122"/>
            </a:endParaRPr>
          </a:p>
        </p:txBody>
      </p:sp>
      <p:sp>
        <p:nvSpPr>
          <p:cNvPr id="36" name="Line 38"/>
          <p:cNvSpPr>
            <a:spLocks noChangeShapeType="1"/>
          </p:cNvSpPr>
          <p:nvPr/>
        </p:nvSpPr>
        <p:spPr bwMode="auto">
          <a:xfrm flipV="1">
            <a:off x="7810481" y="3587709"/>
            <a:ext cx="1088325" cy="1270989"/>
          </a:xfrm>
          <a:prstGeom prst="line">
            <a:avLst/>
          </a:prstGeom>
          <a:noFill/>
          <a:ln w="7560" cap="flat">
            <a:solidFill>
              <a:schemeClr val="bg1">
                <a:lumMod val="65000"/>
              </a:schemeClr>
            </a:solidFill>
            <a:round/>
          </a:ln>
          <a:effectLst/>
        </p:spPr>
        <p:txBody>
          <a:bodyPr/>
          <a:lstStyle/>
          <a:p>
            <a:endParaRPr lang="en-US" sz="9950" dirty="0">
              <a:latin typeface="微软雅黑" panose="020B0503020204020204" charset="-122"/>
            </a:endParaRPr>
          </a:p>
        </p:txBody>
      </p:sp>
      <p:sp>
        <p:nvSpPr>
          <p:cNvPr id="37" name="Freeform 39"/>
          <p:cNvSpPr>
            <a:spLocks noChangeArrowheads="1"/>
          </p:cNvSpPr>
          <p:nvPr/>
        </p:nvSpPr>
        <p:spPr bwMode="auto">
          <a:xfrm>
            <a:off x="7370139" y="2694436"/>
            <a:ext cx="1528668" cy="895063"/>
          </a:xfrm>
          <a:custGeom>
            <a:avLst/>
            <a:gdLst>
              <a:gd name="T0" fmla="*/ 0 w 3765"/>
              <a:gd name="T1" fmla="*/ 0 h 2206"/>
              <a:gd name="T2" fmla="*/ 3764 w 3765"/>
              <a:gd name="T3" fmla="*/ 2205 h 2206"/>
              <a:gd name="T4" fmla="*/ 0 w 3765"/>
              <a:gd name="T5" fmla="*/ 0 h 2206"/>
            </a:gdLst>
            <a:ahLst/>
            <a:cxnLst>
              <a:cxn ang="0">
                <a:pos x="T0" y="T1"/>
              </a:cxn>
              <a:cxn ang="0">
                <a:pos x="T2" y="T3"/>
              </a:cxn>
              <a:cxn ang="0">
                <a:pos x="T4" y="T5"/>
              </a:cxn>
            </a:cxnLst>
            <a:rect l="0" t="0" r="r" b="b"/>
            <a:pathLst>
              <a:path w="3765" h="2206">
                <a:moveTo>
                  <a:pt x="0" y="0"/>
                </a:moveTo>
                <a:lnTo>
                  <a:pt x="3764" y="2205"/>
                </a:lnTo>
                <a:lnTo>
                  <a:pt x="0" y="0"/>
                </a:lnTo>
              </a:path>
            </a:pathLst>
          </a:custGeom>
          <a:solidFill>
            <a:srgbClr val="F1F0F0"/>
          </a:solidFill>
          <a:ln>
            <a:noFill/>
          </a:ln>
          <a:effectLst/>
        </p:spPr>
        <p:txBody>
          <a:bodyPr wrap="none" anchor="ctr"/>
          <a:lstStyle/>
          <a:p>
            <a:endParaRPr lang="en-US" sz="9950" dirty="0">
              <a:latin typeface="微软雅黑" panose="020B0503020204020204" charset="-122"/>
            </a:endParaRPr>
          </a:p>
        </p:txBody>
      </p:sp>
      <p:sp>
        <p:nvSpPr>
          <p:cNvPr id="48" name="Line 40"/>
          <p:cNvSpPr>
            <a:spLocks noChangeShapeType="1"/>
          </p:cNvSpPr>
          <p:nvPr/>
        </p:nvSpPr>
        <p:spPr bwMode="auto">
          <a:xfrm>
            <a:off x="7497139" y="2821436"/>
            <a:ext cx="1528668" cy="895063"/>
          </a:xfrm>
          <a:prstGeom prst="line">
            <a:avLst/>
          </a:prstGeom>
          <a:noFill/>
          <a:ln w="7560" cap="flat">
            <a:solidFill>
              <a:schemeClr val="bg1">
                <a:lumMod val="65000"/>
              </a:schemeClr>
            </a:solidFill>
            <a:round/>
          </a:ln>
          <a:effectLst/>
        </p:spPr>
        <p:txBody>
          <a:bodyPr/>
          <a:lstStyle/>
          <a:p>
            <a:endParaRPr lang="en-US" sz="9950" dirty="0">
              <a:latin typeface="微软雅黑" panose="020B0503020204020204" charset="-122"/>
            </a:endParaRPr>
          </a:p>
        </p:txBody>
      </p:sp>
      <p:sp>
        <p:nvSpPr>
          <p:cNvPr id="49" name="Freeform 41"/>
          <p:cNvSpPr>
            <a:spLocks noChangeArrowheads="1"/>
          </p:cNvSpPr>
          <p:nvPr/>
        </p:nvSpPr>
        <p:spPr bwMode="auto">
          <a:xfrm>
            <a:off x="8905966" y="2166350"/>
            <a:ext cx="574593" cy="1423150"/>
          </a:xfrm>
          <a:custGeom>
            <a:avLst/>
            <a:gdLst>
              <a:gd name="T0" fmla="*/ 1415 w 1416"/>
              <a:gd name="T1" fmla="*/ 0 h 3507"/>
              <a:gd name="T2" fmla="*/ 0 w 1416"/>
              <a:gd name="T3" fmla="*/ 3506 h 3507"/>
              <a:gd name="T4" fmla="*/ 1415 w 1416"/>
              <a:gd name="T5" fmla="*/ 0 h 3507"/>
            </a:gdLst>
            <a:ahLst/>
            <a:cxnLst>
              <a:cxn ang="0">
                <a:pos x="T0" y="T1"/>
              </a:cxn>
              <a:cxn ang="0">
                <a:pos x="T2" y="T3"/>
              </a:cxn>
              <a:cxn ang="0">
                <a:pos x="T4" y="T5"/>
              </a:cxn>
            </a:cxnLst>
            <a:rect l="0" t="0" r="r" b="b"/>
            <a:pathLst>
              <a:path w="1416" h="3507">
                <a:moveTo>
                  <a:pt x="1415" y="0"/>
                </a:moveTo>
                <a:lnTo>
                  <a:pt x="0" y="3506"/>
                </a:lnTo>
                <a:lnTo>
                  <a:pt x="1415" y="0"/>
                </a:lnTo>
              </a:path>
            </a:pathLst>
          </a:custGeom>
          <a:solidFill>
            <a:srgbClr val="F1F0F0"/>
          </a:solidFill>
          <a:ln>
            <a:noFill/>
          </a:ln>
          <a:effectLst/>
        </p:spPr>
        <p:txBody>
          <a:bodyPr wrap="none" anchor="ctr"/>
          <a:lstStyle/>
          <a:p>
            <a:endParaRPr lang="en-US" sz="9950" dirty="0">
              <a:latin typeface="微软雅黑" panose="020B0503020204020204" charset="-122"/>
            </a:endParaRPr>
          </a:p>
        </p:txBody>
      </p:sp>
      <p:sp>
        <p:nvSpPr>
          <p:cNvPr id="50" name="Line 42"/>
          <p:cNvSpPr>
            <a:spLocks noChangeShapeType="1"/>
          </p:cNvSpPr>
          <p:nvPr/>
        </p:nvSpPr>
        <p:spPr bwMode="auto">
          <a:xfrm flipH="1">
            <a:off x="8902387" y="2166350"/>
            <a:ext cx="581752" cy="1423150"/>
          </a:xfrm>
          <a:prstGeom prst="line">
            <a:avLst/>
          </a:prstGeom>
          <a:noFill/>
          <a:ln w="7560" cap="flat">
            <a:solidFill>
              <a:schemeClr val="bg1">
                <a:lumMod val="65000"/>
              </a:schemeClr>
            </a:solidFill>
            <a:round/>
          </a:ln>
          <a:effectLst/>
        </p:spPr>
        <p:txBody>
          <a:bodyPr/>
          <a:lstStyle/>
          <a:p>
            <a:endParaRPr lang="en-US" sz="9950" dirty="0">
              <a:latin typeface="微软雅黑" panose="020B0503020204020204" charset="-122"/>
            </a:endParaRPr>
          </a:p>
        </p:txBody>
      </p:sp>
      <p:sp>
        <p:nvSpPr>
          <p:cNvPr id="51" name="Freeform 43"/>
          <p:cNvSpPr>
            <a:spLocks noChangeArrowheads="1"/>
          </p:cNvSpPr>
          <p:nvPr/>
        </p:nvSpPr>
        <p:spPr bwMode="auto">
          <a:xfrm>
            <a:off x="8905966" y="3589498"/>
            <a:ext cx="1686189" cy="286420"/>
          </a:xfrm>
          <a:custGeom>
            <a:avLst/>
            <a:gdLst>
              <a:gd name="T0" fmla="*/ 4152 w 4153"/>
              <a:gd name="T1" fmla="*/ 703 h 704"/>
              <a:gd name="T2" fmla="*/ 0 w 4153"/>
              <a:gd name="T3" fmla="*/ 0 h 704"/>
              <a:gd name="T4" fmla="*/ 4152 w 4153"/>
              <a:gd name="T5" fmla="*/ 703 h 704"/>
            </a:gdLst>
            <a:ahLst/>
            <a:cxnLst>
              <a:cxn ang="0">
                <a:pos x="T0" y="T1"/>
              </a:cxn>
              <a:cxn ang="0">
                <a:pos x="T2" y="T3"/>
              </a:cxn>
              <a:cxn ang="0">
                <a:pos x="T4" y="T5"/>
              </a:cxn>
            </a:cxnLst>
            <a:rect l="0" t="0" r="r" b="b"/>
            <a:pathLst>
              <a:path w="4153" h="704">
                <a:moveTo>
                  <a:pt x="4152" y="703"/>
                </a:moveTo>
                <a:lnTo>
                  <a:pt x="0" y="0"/>
                </a:lnTo>
                <a:lnTo>
                  <a:pt x="4152" y="703"/>
                </a:lnTo>
              </a:path>
            </a:pathLst>
          </a:custGeom>
          <a:solidFill>
            <a:srgbClr val="F1F0F0"/>
          </a:solidFill>
          <a:ln>
            <a:noFill/>
          </a:ln>
          <a:effectLst/>
        </p:spPr>
        <p:txBody>
          <a:bodyPr wrap="none" anchor="ctr"/>
          <a:lstStyle/>
          <a:p>
            <a:endParaRPr lang="en-US" sz="9950" dirty="0">
              <a:latin typeface="微软雅黑" panose="020B0503020204020204" charset="-122"/>
            </a:endParaRPr>
          </a:p>
        </p:txBody>
      </p:sp>
      <p:sp>
        <p:nvSpPr>
          <p:cNvPr id="52" name="Line 44"/>
          <p:cNvSpPr>
            <a:spLocks noChangeShapeType="1"/>
          </p:cNvSpPr>
          <p:nvPr/>
        </p:nvSpPr>
        <p:spPr bwMode="auto">
          <a:xfrm flipH="1" flipV="1">
            <a:off x="8900597" y="3587709"/>
            <a:ext cx="1693348" cy="291791"/>
          </a:xfrm>
          <a:prstGeom prst="line">
            <a:avLst/>
          </a:prstGeom>
          <a:noFill/>
          <a:ln w="7560" cap="flat">
            <a:solidFill>
              <a:schemeClr val="bg1">
                <a:lumMod val="65000"/>
              </a:schemeClr>
            </a:solidFill>
            <a:round/>
          </a:ln>
          <a:effectLst/>
        </p:spPr>
        <p:txBody>
          <a:bodyPr/>
          <a:lstStyle/>
          <a:p>
            <a:endParaRPr lang="en-US" sz="9950" dirty="0">
              <a:latin typeface="微软雅黑" panose="020B0503020204020204" charset="-122"/>
            </a:endParaRPr>
          </a:p>
        </p:txBody>
      </p:sp>
      <p:sp>
        <p:nvSpPr>
          <p:cNvPr id="53" name="Freeform 45"/>
          <p:cNvSpPr>
            <a:spLocks noChangeArrowheads="1"/>
          </p:cNvSpPr>
          <p:nvPr/>
        </p:nvSpPr>
        <p:spPr bwMode="auto">
          <a:xfrm>
            <a:off x="8147003" y="2837647"/>
            <a:ext cx="1503607" cy="1505495"/>
          </a:xfrm>
          <a:custGeom>
            <a:avLst/>
            <a:gdLst>
              <a:gd name="T0" fmla="*/ 3704 w 3705"/>
              <a:gd name="T1" fmla="*/ 1853 h 3707"/>
              <a:gd name="T2" fmla="*/ 3704 w 3705"/>
              <a:gd name="T3" fmla="*/ 1853 h 3707"/>
              <a:gd name="T4" fmla="*/ 1853 w 3705"/>
              <a:gd name="T5" fmla="*/ 3706 h 3707"/>
              <a:gd name="T6" fmla="*/ 0 w 3705"/>
              <a:gd name="T7" fmla="*/ 1853 h 3707"/>
              <a:gd name="T8" fmla="*/ 1853 w 3705"/>
              <a:gd name="T9" fmla="*/ 0 h 3707"/>
              <a:gd name="T10" fmla="*/ 3704 w 3705"/>
              <a:gd name="T11" fmla="*/ 1853 h 3707"/>
            </a:gdLst>
            <a:ahLst/>
            <a:cxnLst>
              <a:cxn ang="0">
                <a:pos x="T0" y="T1"/>
              </a:cxn>
              <a:cxn ang="0">
                <a:pos x="T2" y="T3"/>
              </a:cxn>
              <a:cxn ang="0">
                <a:pos x="T4" y="T5"/>
              </a:cxn>
              <a:cxn ang="0">
                <a:pos x="T6" y="T7"/>
              </a:cxn>
              <a:cxn ang="0">
                <a:pos x="T8" y="T9"/>
              </a:cxn>
              <a:cxn ang="0">
                <a:pos x="T10" y="T11"/>
              </a:cxn>
            </a:cxnLst>
            <a:rect l="0" t="0" r="r" b="b"/>
            <a:pathLst>
              <a:path w="3705" h="3707">
                <a:moveTo>
                  <a:pt x="3704" y="1853"/>
                </a:moveTo>
                <a:lnTo>
                  <a:pt x="3704" y="1853"/>
                </a:lnTo>
                <a:cubicBezTo>
                  <a:pt x="3704" y="2869"/>
                  <a:pt x="2878" y="3706"/>
                  <a:pt x="1853" y="3706"/>
                </a:cubicBezTo>
                <a:cubicBezTo>
                  <a:pt x="835" y="3706"/>
                  <a:pt x="0" y="2869"/>
                  <a:pt x="0" y="1853"/>
                </a:cubicBezTo>
                <a:cubicBezTo>
                  <a:pt x="0" y="828"/>
                  <a:pt x="835" y="0"/>
                  <a:pt x="1853" y="0"/>
                </a:cubicBezTo>
                <a:cubicBezTo>
                  <a:pt x="2878" y="0"/>
                  <a:pt x="3704" y="828"/>
                  <a:pt x="3704" y="1853"/>
                </a:cubicBezTo>
              </a:path>
            </a:pathLst>
          </a:custGeom>
          <a:solidFill>
            <a:schemeClr val="accent5"/>
          </a:solidFill>
          <a:ln w="9360" cap="flat">
            <a:solidFill>
              <a:srgbClr val="F1F0F0"/>
            </a:solidFill>
            <a:bevel/>
          </a:ln>
          <a:effectLst/>
        </p:spPr>
        <p:txBody>
          <a:bodyPr wrap="none" anchor="ctr"/>
          <a:lstStyle/>
          <a:p>
            <a:endParaRPr lang="en-US" sz="9950" dirty="0">
              <a:latin typeface="微软雅黑" panose="020B0503020204020204" charset="-122"/>
            </a:endParaRPr>
          </a:p>
        </p:txBody>
      </p:sp>
      <p:sp>
        <p:nvSpPr>
          <p:cNvPr id="54" name="Freeform 46"/>
          <p:cNvSpPr>
            <a:spLocks noChangeArrowheads="1"/>
          </p:cNvSpPr>
          <p:nvPr/>
        </p:nvSpPr>
        <p:spPr bwMode="auto">
          <a:xfrm>
            <a:off x="10105271" y="3387214"/>
            <a:ext cx="971974" cy="975619"/>
          </a:xfrm>
          <a:custGeom>
            <a:avLst/>
            <a:gdLst>
              <a:gd name="T0" fmla="*/ 2394 w 2395"/>
              <a:gd name="T1" fmla="*/ 1205 h 2402"/>
              <a:gd name="T2" fmla="*/ 2394 w 2395"/>
              <a:gd name="T3" fmla="*/ 1205 h 2402"/>
              <a:gd name="T4" fmla="*/ 1198 w 2395"/>
              <a:gd name="T5" fmla="*/ 2401 h 2402"/>
              <a:gd name="T6" fmla="*/ 0 w 2395"/>
              <a:gd name="T7" fmla="*/ 1205 h 2402"/>
              <a:gd name="T8" fmla="*/ 1198 w 2395"/>
              <a:gd name="T9" fmla="*/ 0 h 2402"/>
              <a:gd name="T10" fmla="*/ 2394 w 2395"/>
              <a:gd name="T11" fmla="*/ 1205 h 2402"/>
            </a:gdLst>
            <a:ahLst/>
            <a:cxnLst>
              <a:cxn ang="0">
                <a:pos x="T0" y="T1"/>
              </a:cxn>
              <a:cxn ang="0">
                <a:pos x="T2" y="T3"/>
              </a:cxn>
              <a:cxn ang="0">
                <a:pos x="T4" y="T5"/>
              </a:cxn>
              <a:cxn ang="0">
                <a:pos x="T6" y="T7"/>
              </a:cxn>
              <a:cxn ang="0">
                <a:pos x="T8" y="T9"/>
              </a:cxn>
              <a:cxn ang="0">
                <a:pos x="T10" y="T11"/>
              </a:cxn>
            </a:cxnLst>
            <a:rect l="0" t="0" r="r" b="b"/>
            <a:pathLst>
              <a:path w="2395" h="2402">
                <a:moveTo>
                  <a:pt x="2394" y="1205"/>
                </a:moveTo>
                <a:lnTo>
                  <a:pt x="2394" y="1205"/>
                </a:lnTo>
                <a:cubicBezTo>
                  <a:pt x="2394" y="1860"/>
                  <a:pt x="1862" y="2401"/>
                  <a:pt x="1198" y="2401"/>
                </a:cubicBezTo>
                <a:cubicBezTo>
                  <a:pt x="532" y="2401"/>
                  <a:pt x="0" y="1860"/>
                  <a:pt x="0" y="1205"/>
                </a:cubicBezTo>
                <a:cubicBezTo>
                  <a:pt x="0" y="541"/>
                  <a:pt x="532" y="0"/>
                  <a:pt x="1198" y="0"/>
                </a:cubicBezTo>
                <a:cubicBezTo>
                  <a:pt x="1862" y="0"/>
                  <a:pt x="2394" y="541"/>
                  <a:pt x="2394" y="1205"/>
                </a:cubicBezTo>
              </a:path>
            </a:pathLst>
          </a:custGeom>
          <a:solidFill>
            <a:schemeClr val="accent2"/>
          </a:solidFill>
          <a:ln w="9360" cap="flat">
            <a:solidFill>
              <a:srgbClr val="F1F0F0"/>
            </a:solidFill>
            <a:bevel/>
          </a:ln>
          <a:effectLst/>
        </p:spPr>
        <p:txBody>
          <a:bodyPr wrap="none" anchor="ctr"/>
          <a:lstStyle/>
          <a:p>
            <a:endParaRPr lang="en-US" sz="9950" dirty="0">
              <a:latin typeface="微软雅黑" panose="020B0503020204020204" charset="-122"/>
            </a:endParaRPr>
          </a:p>
        </p:txBody>
      </p:sp>
      <p:sp>
        <p:nvSpPr>
          <p:cNvPr id="55" name="Freeform 47"/>
          <p:cNvSpPr>
            <a:spLocks noChangeArrowheads="1"/>
          </p:cNvSpPr>
          <p:nvPr/>
        </p:nvSpPr>
        <p:spPr bwMode="auto">
          <a:xfrm>
            <a:off x="8886275" y="1570239"/>
            <a:ext cx="1192146" cy="1192223"/>
          </a:xfrm>
          <a:custGeom>
            <a:avLst/>
            <a:gdLst>
              <a:gd name="T0" fmla="*/ 2935 w 2936"/>
              <a:gd name="T1" fmla="*/ 1472 h 2936"/>
              <a:gd name="T2" fmla="*/ 2935 w 2936"/>
              <a:gd name="T3" fmla="*/ 1472 h 2936"/>
              <a:gd name="T4" fmla="*/ 1463 w 2936"/>
              <a:gd name="T5" fmla="*/ 2935 h 2936"/>
              <a:gd name="T6" fmla="*/ 0 w 2936"/>
              <a:gd name="T7" fmla="*/ 1472 h 2936"/>
              <a:gd name="T8" fmla="*/ 1463 w 2936"/>
              <a:gd name="T9" fmla="*/ 0 h 2936"/>
              <a:gd name="T10" fmla="*/ 2935 w 2936"/>
              <a:gd name="T11" fmla="*/ 1472 h 2936"/>
            </a:gdLst>
            <a:ahLst/>
            <a:cxnLst>
              <a:cxn ang="0">
                <a:pos x="T0" y="T1"/>
              </a:cxn>
              <a:cxn ang="0">
                <a:pos x="T2" y="T3"/>
              </a:cxn>
              <a:cxn ang="0">
                <a:pos x="T4" y="T5"/>
              </a:cxn>
              <a:cxn ang="0">
                <a:pos x="T6" y="T7"/>
              </a:cxn>
              <a:cxn ang="0">
                <a:pos x="T8" y="T9"/>
              </a:cxn>
              <a:cxn ang="0">
                <a:pos x="T10" y="T11"/>
              </a:cxn>
            </a:cxnLst>
            <a:rect l="0" t="0" r="r" b="b"/>
            <a:pathLst>
              <a:path w="2936" h="2936">
                <a:moveTo>
                  <a:pt x="2935" y="1472"/>
                </a:moveTo>
                <a:lnTo>
                  <a:pt x="2935" y="1472"/>
                </a:lnTo>
                <a:cubicBezTo>
                  <a:pt x="2935" y="2280"/>
                  <a:pt x="2280" y="2935"/>
                  <a:pt x="1463" y="2935"/>
                </a:cubicBezTo>
                <a:cubicBezTo>
                  <a:pt x="655" y="2935"/>
                  <a:pt x="0" y="2280"/>
                  <a:pt x="0" y="1472"/>
                </a:cubicBezTo>
                <a:cubicBezTo>
                  <a:pt x="0" y="664"/>
                  <a:pt x="655" y="0"/>
                  <a:pt x="1463" y="0"/>
                </a:cubicBezTo>
                <a:cubicBezTo>
                  <a:pt x="2280" y="0"/>
                  <a:pt x="2935" y="664"/>
                  <a:pt x="2935" y="1472"/>
                </a:cubicBezTo>
              </a:path>
            </a:pathLst>
          </a:custGeom>
          <a:solidFill>
            <a:schemeClr val="accent1"/>
          </a:solidFill>
          <a:ln w="9360" cap="flat">
            <a:solidFill>
              <a:srgbClr val="F1F0F0"/>
            </a:solidFill>
            <a:bevel/>
          </a:ln>
          <a:effectLst/>
        </p:spPr>
        <p:txBody>
          <a:bodyPr wrap="none" anchor="ctr"/>
          <a:lstStyle/>
          <a:p>
            <a:endParaRPr lang="en-US" sz="9950" dirty="0">
              <a:latin typeface="微软雅黑" panose="020B0503020204020204" charset="-122"/>
            </a:endParaRPr>
          </a:p>
        </p:txBody>
      </p:sp>
      <p:sp>
        <p:nvSpPr>
          <p:cNvPr id="56" name="Freeform 48"/>
          <p:cNvSpPr>
            <a:spLocks noChangeArrowheads="1"/>
          </p:cNvSpPr>
          <p:nvPr/>
        </p:nvSpPr>
        <p:spPr bwMode="auto">
          <a:xfrm>
            <a:off x="6865357" y="2186041"/>
            <a:ext cx="1014934" cy="1015001"/>
          </a:xfrm>
          <a:custGeom>
            <a:avLst/>
            <a:gdLst>
              <a:gd name="T0" fmla="*/ 2499 w 2500"/>
              <a:gd name="T1" fmla="*/ 1253 h 2500"/>
              <a:gd name="T2" fmla="*/ 2499 w 2500"/>
              <a:gd name="T3" fmla="*/ 1253 h 2500"/>
              <a:gd name="T4" fmla="*/ 1244 w 2500"/>
              <a:gd name="T5" fmla="*/ 2499 h 2500"/>
              <a:gd name="T6" fmla="*/ 0 w 2500"/>
              <a:gd name="T7" fmla="*/ 1253 h 2500"/>
              <a:gd name="T8" fmla="*/ 1244 w 2500"/>
              <a:gd name="T9" fmla="*/ 0 h 2500"/>
              <a:gd name="T10" fmla="*/ 2499 w 2500"/>
              <a:gd name="T11" fmla="*/ 1253 h 2500"/>
            </a:gdLst>
            <a:ahLst/>
            <a:cxnLst>
              <a:cxn ang="0">
                <a:pos x="T0" y="T1"/>
              </a:cxn>
              <a:cxn ang="0">
                <a:pos x="T2" y="T3"/>
              </a:cxn>
              <a:cxn ang="0">
                <a:pos x="T4" y="T5"/>
              </a:cxn>
              <a:cxn ang="0">
                <a:pos x="T6" y="T7"/>
              </a:cxn>
              <a:cxn ang="0">
                <a:pos x="T8" y="T9"/>
              </a:cxn>
              <a:cxn ang="0">
                <a:pos x="T10" y="T11"/>
              </a:cxn>
            </a:cxnLst>
            <a:rect l="0" t="0" r="r" b="b"/>
            <a:pathLst>
              <a:path w="2500" h="2500">
                <a:moveTo>
                  <a:pt x="2499" y="1253"/>
                </a:moveTo>
                <a:lnTo>
                  <a:pt x="2499" y="1253"/>
                </a:lnTo>
                <a:cubicBezTo>
                  <a:pt x="2499" y="1938"/>
                  <a:pt x="1938" y="2499"/>
                  <a:pt x="1244" y="2499"/>
                </a:cubicBezTo>
                <a:cubicBezTo>
                  <a:pt x="562" y="2499"/>
                  <a:pt x="0" y="1938"/>
                  <a:pt x="0" y="1253"/>
                </a:cubicBezTo>
                <a:cubicBezTo>
                  <a:pt x="0" y="561"/>
                  <a:pt x="562" y="0"/>
                  <a:pt x="1244" y="0"/>
                </a:cubicBezTo>
                <a:cubicBezTo>
                  <a:pt x="1938" y="0"/>
                  <a:pt x="2499" y="561"/>
                  <a:pt x="2499" y="1253"/>
                </a:cubicBezTo>
              </a:path>
            </a:pathLst>
          </a:custGeom>
          <a:solidFill>
            <a:schemeClr val="accent4"/>
          </a:solidFill>
          <a:ln w="9360" cap="flat">
            <a:solidFill>
              <a:srgbClr val="F1F0F0"/>
            </a:solidFill>
            <a:bevel/>
          </a:ln>
          <a:effectLst/>
        </p:spPr>
        <p:txBody>
          <a:bodyPr wrap="none" anchor="ctr"/>
          <a:lstStyle/>
          <a:p>
            <a:endParaRPr lang="en-US" sz="9950" dirty="0">
              <a:latin typeface="微软雅黑" panose="020B0503020204020204" charset="-122"/>
            </a:endParaRPr>
          </a:p>
        </p:txBody>
      </p:sp>
      <p:sp>
        <p:nvSpPr>
          <p:cNvPr id="57" name="Freeform 49"/>
          <p:cNvSpPr>
            <a:spLocks noChangeArrowheads="1"/>
          </p:cNvSpPr>
          <p:nvPr/>
        </p:nvSpPr>
        <p:spPr bwMode="auto">
          <a:xfrm>
            <a:off x="7316439" y="4366412"/>
            <a:ext cx="982714" cy="979198"/>
          </a:xfrm>
          <a:custGeom>
            <a:avLst/>
            <a:gdLst>
              <a:gd name="T0" fmla="*/ 2422 w 2423"/>
              <a:gd name="T1" fmla="*/ 1205 h 2414"/>
              <a:gd name="T2" fmla="*/ 2422 w 2423"/>
              <a:gd name="T3" fmla="*/ 1205 h 2414"/>
              <a:gd name="T4" fmla="*/ 1216 w 2423"/>
              <a:gd name="T5" fmla="*/ 2413 h 2414"/>
              <a:gd name="T6" fmla="*/ 0 w 2423"/>
              <a:gd name="T7" fmla="*/ 1205 h 2414"/>
              <a:gd name="T8" fmla="*/ 1216 w 2423"/>
              <a:gd name="T9" fmla="*/ 0 h 2414"/>
              <a:gd name="T10" fmla="*/ 2422 w 2423"/>
              <a:gd name="T11" fmla="*/ 1205 h 2414"/>
            </a:gdLst>
            <a:ahLst/>
            <a:cxnLst>
              <a:cxn ang="0">
                <a:pos x="T0" y="T1"/>
              </a:cxn>
              <a:cxn ang="0">
                <a:pos x="T2" y="T3"/>
              </a:cxn>
              <a:cxn ang="0">
                <a:pos x="T4" y="T5"/>
              </a:cxn>
              <a:cxn ang="0">
                <a:pos x="T6" y="T7"/>
              </a:cxn>
              <a:cxn ang="0">
                <a:pos x="T8" y="T9"/>
              </a:cxn>
              <a:cxn ang="0">
                <a:pos x="T10" y="T11"/>
              </a:cxn>
            </a:cxnLst>
            <a:rect l="0" t="0" r="r" b="b"/>
            <a:pathLst>
              <a:path w="2423" h="2414">
                <a:moveTo>
                  <a:pt x="2422" y="1205"/>
                </a:moveTo>
                <a:lnTo>
                  <a:pt x="2422" y="1205"/>
                </a:lnTo>
                <a:cubicBezTo>
                  <a:pt x="2422" y="1870"/>
                  <a:pt x="1881" y="2413"/>
                  <a:pt x="1216" y="2413"/>
                </a:cubicBezTo>
                <a:cubicBezTo>
                  <a:pt x="541" y="2413"/>
                  <a:pt x="0" y="1870"/>
                  <a:pt x="0" y="1205"/>
                </a:cubicBezTo>
                <a:cubicBezTo>
                  <a:pt x="0" y="541"/>
                  <a:pt x="541" y="0"/>
                  <a:pt x="1216" y="0"/>
                </a:cubicBezTo>
                <a:cubicBezTo>
                  <a:pt x="1881" y="0"/>
                  <a:pt x="2422" y="541"/>
                  <a:pt x="2422" y="1205"/>
                </a:cubicBezTo>
              </a:path>
            </a:pathLst>
          </a:custGeom>
          <a:solidFill>
            <a:schemeClr val="accent3"/>
          </a:solidFill>
          <a:ln w="9360" cap="flat">
            <a:solidFill>
              <a:srgbClr val="F1F0F0"/>
            </a:solidFill>
            <a:bevel/>
          </a:ln>
          <a:effectLst/>
        </p:spPr>
        <p:txBody>
          <a:bodyPr wrap="none" anchor="ctr"/>
          <a:lstStyle/>
          <a:p>
            <a:endParaRPr lang="en-US" sz="9950" dirty="0">
              <a:latin typeface="微软雅黑" panose="020B0503020204020204" charset="-122"/>
            </a:endParaRPr>
          </a:p>
        </p:txBody>
      </p:sp>
      <p:sp>
        <p:nvSpPr>
          <p:cNvPr id="264" name="Freeform 179"/>
          <p:cNvSpPr>
            <a:spLocks noChangeArrowheads="1"/>
          </p:cNvSpPr>
          <p:nvPr/>
        </p:nvSpPr>
        <p:spPr bwMode="auto">
          <a:xfrm>
            <a:off x="8636345" y="3312619"/>
            <a:ext cx="509983" cy="474134"/>
          </a:xfrm>
          <a:custGeom>
            <a:avLst/>
            <a:gdLst>
              <a:gd name="T0" fmla="*/ 589 w 634"/>
              <a:gd name="T1" fmla="*/ 0 h 590"/>
              <a:gd name="T2" fmla="*/ 589 w 634"/>
              <a:gd name="T3" fmla="*/ 0 h 590"/>
              <a:gd name="T4" fmla="*/ 412 w 634"/>
              <a:gd name="T5" fmla="*/ 117 h 590"/>
              <a:gd name="T6" fmla="*/ 162 w 634"/>
              <a:gd name="T7" fmla="*/ 117 h 590"/>
              <a:gd name="T8" fmla="*/ 0 w 634"/>
              <a:gd name="T9" fmla="*/ 265 h 590"/>
              <a:gd name="T10" fmla="*/ 118 w 634"/>
              <a:gd name="T11" fmla="*/ 397 h 590"/>
              <a:gd name="T12" fmla="*/ 118 w 634"/>
              <a:gd name="T13" fmla="*/ 559 h 590"/>
              <a:gd name="T14" fmla="*/ 162 w 634"/>
              <a:gd name="T15" fmla="*/ 589 h 590"/>
              <a:gd name="T16" fmla="*/ 221 w 634"/>
              <a:gd name="T17" fmla="*/ 589 h 590"/>
              <a:gd name="T18" fmla="*/ 265 w 634"/>
              <a:gd name="T19" fmla="*/ 559 h 590"/>
              <a:gd name="T20" fmla="*/ 265 w 634"/>
              <a:gd name="T21" fmla="*/ 397 h 590"/>
              <a:gd name="T22" fmla="*/ 412 w 634"/>
              <a:gd name="T23" fmla="*/ 397 h 590"/>
              <a:gd name="T24" fmla="*/ 589 w 634"/>
              <a:gd name="T25" fmla="*/ 515 h 590"/>
              <a:gd name="T26" fmla="*/ 633 w 634"/>
              <a:gd name="T27" fmla="*/ 471 h 590"/>
              <a:gd name="T28" fmla="*/ 633 w 634"/>
              <a:gd name="T29" fmla="*/ 44 h 590"/>
              <a:gd name="T30" fmla="*/ 589 w 634"/>
              <a:gd name="T31" fmla="*/ 0 h 590"/>
              <a:gd name="T32" fmla="*/ 221 w 634"/>
              <a:gd name="T33" fmla="*/ 530 h 590"/>
              <a:gd name="T34" fmla="*/ 221 w 634"/>
              <a:gd name="T35" fmla="*/ 530 h 590"/>
              <a:gd name="T36" fmla="*/ 207 w 634"/>
              <a:gd name="T37" fmla="*/ 559 h 590"/>
              <a:gd name="T38" fmla="*/ 177 w 634"/>
              <a:gd name="T39" fmla="*/ 559 h 590"/>
              <a:gd name="T40" fmla="*/ 162 w 634"/>
              <a:gd name="T41" fmla="*/ 530 h 590"/>
              <a:gd name="T42" fmla="*/ 162 w 634"/>
              <a:gd name="T43" fmla="*/ 397 h 590"/>
              <a:gd name="T44" fmla="*/ 221 w 634"/>
              <a:gd name="T45" fmla="*/ 397 h 590"/>
              <a:gd name="T46" fmla="*/ 221 w 634"/>
              <a:gd name="T47" fmla="*/ 530 h 590"/>
              <a:gd name="T48" fmla="*/ 324 w 634"/>
              <a:gd name="T49" fmla="*/ 353 h 590"/>
              <a:gd name="T50" fmla="*/ 324 w 634"/>
              <a:gd name="T51" fmla="*/ 353 h 590"/>
              <a:gd name="T52" fmla="*/ 162 w 634"/>
              <a:gd name="T53" fmla="*/ 353 h 590"/>
              <a:gd name="T54" fmla="*/ 44 w 634"/>
              <a:gd name="T55" fmla="*/ 265 h 590"/>
              <a:gd name="T56" fmla="*/ 162 w 634"/>
              <a:gd name="T57" fmla="*/ 162 h 590"/>
              <a:gd name="T58" fmla="*/ 324 w 634"/>
              <a:gd name="T59" fmla="*/ 162 h 590"/>
              <a:gd name="T60" fmla="*/ 324 w 634"/>
              <a:gd name="T61" fmla="*/ 353 h 590"/>
              <a:gd name="T62" fmla="*/ 412 w 634"/>
              <a:gd name="T63" fmla="*/ 353 h 590"/>
              <a:gd name="T64" fmla="*/ 412 w 634"/>
              <a:gd name="T65" fmla="*/ 353 h 590"/>
              <a:gd name="T66" fmla="*/ 354 w 634"/>
              <a:gd name="T67" fmla="*/ 353 h 590"/>
              <a:gd name="T68" fmla="*/ 354 w 634"/>
              <a:gd name="T69" fmla="*/ 162 h 590"/>
              <a:gd name="T70" fmla="*/ 412 w 634"/>
              <a:gd name="T71" fmla="*/ 162 h 590"/>
              <a:gd name="T72" fmla="*/ 412 w 634"/>
              <a:gd name="T73" fmla="*/ 353 h 590"/>
              <a:gd name="T74" fmla="*/ 589 w 634"/>
              <a:gd name="T75" fmla="*/ 471 h 590"/>
              <a:gd name="T76" fmla="*/ 589 w 634"/>
              <a:gd name="T77" fmla="*/ 471 h 590"/>
              <a:gd name="T78" fmla="*/ 457 w 634"/>
              <a:gd name="T79" fmla="*/ 383 h 590"/>
              <a:gd name="T80" fmla="*/ 457 w 634"/>
              <a:gd name="T81" fmla="*/ 147 h 590"/>
              <a:gd name="T82" fmla="*/ 589 w 634"/>
              <a:gd name="T83" fmla="*/ 44 h 590"/>
              <a:gd name="T84" fmla="*/ 589 w 634"/>
              <a:gd name="T85" fmla="*/ 471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34" h="590">
                <a:moveTo>
                  <a:pt x="589" y="0"/>
                </a:moveTo>
                <a:lnTo>
                  <a:pt x="589" y="0"/>
                </a:lnTo>
                <a:cubicBezTo>
                  <a:pt x="412" y="117"/>
                  <a:pt x="412" y="117"/>
                  <a:pt x="412" y="117"/>
                </a:cubicBezTo>
                <a:cubicBezTo>
                  <a:pt x="162" y="117"/>
                  <a:pt x="162" y="117"/>
                  <a:pt x="162" y="117"/>
                </a:cubicBezTo>
                <a:cubicBezTo>
                  <a:pt x="74" y="117"/>
                  <a:pt x="0" y="176"/>
                  <a:pt x="0" y="265"/>
                </a:cubicBezTo>
                <a:cubicBezTo>
                  <a:pt x="0" y="338"/>
                  <a:pt x="59" y="383"/>
                  <a:pt x="118" y="397"/>
                </a:cubicBezTo>
                <a:lnTo>
                  <a:pt x="118" y="559"/>
                </a:lnTo>
                <a:cubicBezTo>
                  <a:pt x="118" y="574"/>
                  <a:pt x="148" y="589"/>
                  <a:pt x="162" y="589"/>
                </a:cubicBezTo>
                <a:cubicBezTo>
                  <a:pt x="221" y="589"/>
                  <a:pt x="221" y="589"/>
                  <a:pt x="221" y="589"/>
                </a:cubicBezTo>
                <a:cubicBezTo>
                  <a:pt x="236" y="589"/>
                  <a:pt x="265" y="574"/>
                  <a:pt x="265" y="559"/>
                </a:cubicBezTo>
                <a:cubicBezTo>
                  <a:pt x="265" y="397"/>
                  <a:pt x="265" y="397"/>
                  <a:pt x="265" y="397"/>
                </a:cubicBezTo>
                <a:cubicBezTo>
                  <a:pt x="412" y="397"/>
                  <a:pt x="412" y="397"/>
                  <a:pt x="412" y="397"/>
                </a:cubicBezTo>
                <a:cubicBezTo>
                  <a:pt x="589" y="515"/>
                  <a:pt x="589" y="515"/>
                  <a:pt x="589" y="515"/>
                </a:cubicBezTo>
                <a:cubicBezTo>
                  <a:pt x="619" y="515"/>
                  <a:pt x="633" y="500"/>
                  <a:pt x="633" y="471"/>
                </a:cubicBezTo>
                <a:cubicBezTo>
                  <a:pt x="633" y="44"/>
                  <a:pt x="633" y="44"/>
                  <a:pt x="633" y="44"/>
                </a:cubicBezTo>
                <a:cubicBezTo>
                  <a:pt x="633" y="29"/>
                  <a:pt x="619" y="0"/>
                  <a:pt x="589" y="0"/>
                </a:cubicBezTo>
                <a:close/>
                <a:moveTo>
                  <a:pt x="221" y="530"/>
                </a:moveTo>
                <a:lnTo>
                  <a:pt x="221" y="530"/>
                </a:lnTo>
                <a:cubicBezTo>
                  <a:pt x="221" y="545"/>
                  <a:pt x="207" y="559"/>
                  <a:pt x="207" y="559"/>
                </a:cubicBezTo>
                <a:cubicBezTo>
                  <a:pt x="177" y="559"/>
                  <a:pt x="177" y="559"/>
                  <a:pt x="177" y="559"/>
                </a:cubicBezTo>
                <a:cubicBezTo>
                  <a:pt x="177" y="559"/>
                  <a:pt x="162" y="545"/>
                  <a:pt x="162" y="530"/>
                </a:cubicBezTo>
                <a:cubicBezTo>
                  <a:pt x="162" y="397"/>
                  <a:pt x="162" y="397"/>
                  <a:pt x="162" y="397"/>
                </a:cubicBezTo>
                <a:cubicBezTo>
                  <a:pt x="162" y="397"/>
                  <a:pt x="207" y="397"/>
                  <a:pt x="221" y="397"/>
                </a:cubicBezTo>
                <a:lnTo>
                  <a:pt x="221" y="530"/>
                </a:lnTo>
                <a:close/>
                <a:moveTo>
                  <a:pt x="324" y="353"/>
                </a:moveTo>
                <a:lnTo>
                  <a:pt x="324" y="353"/>
                </a:lnTo>
                <a:cubicBezTo>
                  <a:pt x="162" y="353"/>
                  <a:pt x="162" y="353"/>
                  <a:pt x="162" y="353"/>
                </a:cubicBezTo>
                <a:cubicBezTo>
                  <a:pt x="118" y="353"/>
                  <a:pt x="44" y="353"/>
                  <a:pt x="44" y="265"/>
                </a:cubicBezTo>
                <a:cubicBezTo>
                  <a:pt x="44" y="176"/>
                  <a:pt x="118" y="162"/>
                  <a:pt x="162" y="162"/>
                </a:cubicBezTo>
                <a:cubicBezTo>
                  <a:pt x="324" y="162"/>
                  <a:pt x="324" y="162"/>
                  <a:pt x="324" y="162"/>
                </a:cubicBezTo>
                <a:lnTo>
                  <a:pt x="324" y="353"/>
                </a:lnTo>
                <a:close/>
                <a:moveTo>
                  <a:pt x="412" y="353"/>
                </a:moveTo>
                <a:lnTo>
                  <a:pt x="412" y="353"/>
                </a:lnTo>
                <a:cubicBezTo>
                  <a:pt x="354" y="353"/>
                  <a:pt x="354" y="353"/>
                  <a:pt x="354" y="353"/>
                </a:cubicBezTo>
                <a:cubicBezTo>
                  <a:pt x="354" y="162"/>
                  <a:pt x="354" y="162"/>
                  <a:pt x="354" y="162"/>
                </a:cubicBezTo>
                <a:cubicBezTo>
                  <a:pt x="412" y="162"/>
                  <a:pt x="412" y="162"/>
                  <a:pt x="412" y="162"/>
                </a:cubicBezTo>
                <a:cubicBezTo>
                  <a:pt x="412" y="162"/>
                  <a:pt x="412" y="338"/>
                  <a:pt x="412" y="353"/>
                </a:cubicBezTo>
                <a:close/>
                <a:moveTo>
                  <a:pt x="589" y="471"/>
                </a:moveTo>
                <a:lnTo>
                  <a:pt x="589" y="471"/>
                </a:lnTo>
                <a:cubicBezTo>
                  <a:pt x="457" y="383"/>
                  <a:pt x="457" y="383"/>
                  <a:pt x="457" y="383"/>
                </a:cubicBezTo>
                <a:cubicBezTo>
                  <a:pt x="457" y="353"/>
                  <a:pt x="457" y="162"/>
                  <a:pt x="457" y="147"/>
                </a:cubicBezTo>
                <a:cubicBezTo>
                  <a:pt x="589" y="44"/>
                  <a:pt x="589" y="44"/>
                  <a:pt x="589" y="44"/>
                </a:cubicBezTo>
                <a:cubicBezTo>
                  <a:pt x="589" y="74"/>
                  <a:pt x="589" y="456"/>
                  <a:pt x="589" y="471"/>
                </a:cubicBezTo>
                <a:close/>
              </a:path>
            </a:pathLst>
          </a:custGeom>
          <a:solidFill>
            <a:schemeClr val="bg1"/>
          </a:solidFill>
          <a:ln>
            <a:noFill/>
          </a:ln>
          <a:effectLst/>
        </p:spPr>
        <p:txBody>
          <a:bodyPr wrap="none" lIns="45715" tIns="22858" rIns="45715" bIns="22858" anchor="ctr"/>
          <a:lstStyle/>
          <a:p>
            <a:pPr>
              <a:defRPr/>
            </a:pPr>
            <a:endParaRPr lang="en-US" sz="1800" dirty="0">
              <a:latin typeface="微软雅黑" panose="020B0503020204020204" charset="-122"/>
              <a:ea typeface="+mn-ea"/>
              <a:cs typeface="+mn-cs"/>
            </a:endParaRPr>
          </a:p>
        </p:txBody>
      </p:sp>
      <p:sp>
        <p:nvSpPr>
          <p:cNvPr id="265" name="Freeform 199"/>
          <p:cNvSpPr>
            <a:spLocks noChangeArrowheads="1"/>
          </p:cNvSpPr>
          <p:nvPr/>
        </p:nvSpPr>
        <p:spPr bwMode="auto">
          <a:xfrm>
            <a:off x="9229147" y="1895863"/>
            <a:ext cx="509983" cy="474134"/>
          </a:xfrm>
          <a:custGeom>
            <a:avLst/>
            <a:gdLst>
              <a:gd name="T0" fmla="*/ 560 w 634"/>
              <a:gd name="T1" fmla="*/ 74 h 590"/>
              <a:gd name="T2" fmla="*/ 560 w 634"/>
              <a:gd name="T3" fmla="*/ 74 h 590"/>
              <a:gd name="T4" fmla="*/ 442 w 634"/>
              <a:gd name="T5" fmla="*/ 74 h 590"/>
              <a:gd name="T6" fmla="*/ 442 w 634"/>
              <a:gd name="T7" fmla="*/ 30 h 590"/>
              <a:gd name="T8" fmla="*/ 398 w 634"/>
              <a:gd name="T9" fmla="*/ 0 h 590"/>
              <a:gd name="T10" fmla="*/ 236 w 634"/>
              <a:gd name="T11" fmla="*/ 0 h 590"/>
              <a:gd name="T12" fmla="*/ 207 w 634"/>
              <a:gd name="T13" fmla="*/ 30 h 590"/>
              <a:gd name="T14" fmla="*/ 207 w 634"/>
              <a:gd name="T15" fmla="*/ 74 h 590"/>
              <a:gd name="T16" fmla="*/ 89 w 634"/>
              <a:gd name="T17" fmla="*/ 74 h 590"/>
              <a:gd name="T18" fmla="*/ 0 w 634"/>
              <a:gd name="T19" fmla="*/ 147 h 590"/>
              <a:gd name="T20" fmla="*/ 0 w 634"/>
              <a:gd name="T21" fmla="*/ 501 h 590"/>
              <a:gd name="T22" fmla="*/ 89 w 634"/>
              <a:gd name="T23" fmla="*/ 589 h 590"/>
              <a:gd name="T24" fmla="*/ 560 w 634"/>
              <a:gd name="T25" fmla="*/ 589 h 590"/>
              <a:gd name="T26" fmla="*/ 633 w 634"/>
              <a:gd name="T27" fmla="*/ 501 h 590"/>
              <a:gd name="T28" fmla="*/ 633 w 634"/>
              <a:gd name="T29" fmla="*/ 147 h 590"/>
              <a:gd name="T30" fmla="*/ 560 w 634"/>
              <a:gd name="T31" fmla="*/ 74 h 590"/>
              <a:gd name="T32" fmla="*/ 236 w 634"/>
              <a:gd name="T33" fmla="*/ 59 h 590"/>
              <a:gd name="T34" fmla="*/ 236 w 634"/>
              <a:gd name="T35" fmla="*/ 59 h 590"/>
              <a:gd name="T36" fmla="*/ 265 w 634"/>
              <a:gd name="T37" fmla="*/ 30 h 590"/>
              <a:gd name="T38" fmla="*/ 383 w 634"/>
              <a:gd name="T39" fmla="*/ 30 h 590"/>
              <a:gd name="T40" fmla="*/ 398 w 634"/>
              <a:gd name="T41" fmla="*/ 59 h 590"/>
              <a:gd name="T42" fmla="*/ 398 w 634"/>
              <a:gd name="T43" fmla="*/ 74 h 590"/>
              <a:gd name="T44" fmla="*/ 236 w 634"/>
              <a:gd name="T45" fmla="*/ 74 h 590"/>
              <a:gd name="T46" fmla="*/ 236 w 634"/>
              <a:gd name="T47" fmla="*/ 59 h 590"/>
              <a:gd name="T48" fmla="*/ 589 w 634"/>
              <a:gd name="T49" fmla="*/ 501 h 590"/>
              <a:gd name="T50" fmla="*/ 589 w 634"/>
              <a:gd name="T51" fmla="*/ 501 h 590"/>
              <a:gd name="T52" fmla="*/ 560 w 634"/>
              <a:gd name="T53" fmla="*/ 545 h 590"/>
              <a:gd name="T54" fmla="*/ 89 w 634"/>
              <a:gd name="T55" fmla="*/ 545 h 590"/>
              <a:gd name="T56" fmla="*/ 44 w 634"/>
              <a:gd name="T57" fmla="*/ 501 h 590"/>
              <a:gd name="T58" fmla="*/ 44 w 634"/>
              <a:gd name="T59" fmla="*/ 295 h 590"/>
              <a:gd name="T60" fmla="*/ 251 w 634"/>
              <a:gd name="T61" fmla="*/ 295 h 590"/>
              <a:gd name="T62" fmla="*/ 236 w 634"/>
              <a:gd name="T63" fmla="*/ 309 h 590"/>
              <a:gd name="T64" fmla="*/ 324 w 634"/>
              <a:gd name="T65" fmla="*/ 383 h 590"/>
              <a:gd name="T66" fmla="*/ 398 w 634"/>
              <a:gd name="T67" fmla="*/ 309 h 590"/>
              <a:gd name="T68" fmla="*/ 398 w 634"/>
              <a:gd name="T69" fmla="*/ 295 h 590"/>
              <a:gd name="T70" fmla="*/ 589 w 634"/>
              <a:gd name="T71" fmla="*/ 295 h 590"/>
              <a:gd name="T72" fmla="*/ 589 w 634"/>
              <a:gd name="T73" fmla="*/ 501 h 590"/>
              <a:gd name="T74" fmla="*/ 280 w 634"/>
              <a:gd name="T75" fmla="*/ 309 h 590"/>
              <a:gd name="T76" fmla="*/ 280 w 634"/>
              <a:gd name="T77" fmla="*/ 309 h 590"/>
              <a:gd name="T78" fmla="*/ 280 w 634"/>
              <a:gd name="T79" fmla="*/ 295 h 590"/>
              <a:gd name="T80" fmla="*/ 354 w 634"/>
              <a:gd name="T81" fmla="*/ 295 h 590"/>
              <a:gd name="T82" fmla="*/ 354 w 634"/>
              <a:gd name="T83" fmla="*/ 309 h 590"/>
              <a:gd name="T84" fmla="*/ 324 w 634"/>
              <a:gd name="T85" fmla="*/ 354 h 590"/>
              <a:gd name="T86" fmla="*/ 280 w 634"/>
              <a:gd name="T87" fmla="*/ 309 h 590"/>
              <a:gd name="T88" fmla="*/ 589 w 634"/>
              <a:gd name="T89" fmla="*/ 250 h 590"/>
              <a:gd name="T90" fmla="*/ 589 w 634"/>
              <a:gd name="T91" fmla="*/ 250 h 590"/>
              <a:gd name="T92" fmla="*/ 44 w 634"/>
              <a:gd name="T93" fmla="*/ 250 h 590"/>
              <a:gd name="T94" fmla="*/ 44 w 634"/>
              <a:gd name="T95" fmla="*/ 147 h 590"/>
              <a:gd name="T96" fmla="*/ 89 w 634"/>
              <a:gd name="T97" fmla="*/ 118 h 590"/>
              <a:gd name="T98" fmla="*/ 560 w 634"/>
              <a:gd name="T99" fmla="*/ 118 h 590"/>
              <a:gd name="T100" fmla="*/ 589 w 634"/>
              <a:gd name="T101" fmla="*/ 147 h 590"/>
              <a:gd name="T102" fmla="*/ 589 w 634"/>
              <a:gd name="T103" fmla="*/ 250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34" h="590">
                <a:moveTo>
                  <a:pt x="560" y="74"/>
                </a:moveTo>
                <a:lnTo>
                  <a:pt x="560" y="74"/>
                </a:lnTo>
                <a:cubicBezTo>
                  <a:pt x="442" y="74"/>
                  <a:pt x="442" y="74"/>
                  <a:pt x="442" y="74"/>
                </a:cubicBezTo>
                <a:cubicBezTo>
                  <a:pt x="442" y="30"/>
                  <a:pt x="442" y="30"/>
                  <a:pt x="442" y="30"/>
                </a:cubicBezTo>
                <a:cubicBezTo>
                  <a:pt x="442" y="15"/>
                  <a:pt x="412" y="0"/>
                  <a:pt x="398" y="0"/>
                </a:cubicBezTo>
                <a:cubicBezTo>
                  <a:pt x="236" y="0"/>
                  <a:pt x="236" y="0"/>
                  <a:pt x="236" y="0"/>
                </a:cubicBezTo>
                <a:cubicBezTo>
                  <a:pt x="221" y="0"/>
                  <a:pt x="207" y="15"/>
                  <a:pt x="207" y="30"/>
                </a:cubicBezTo>
                <a:cubicBezTo>
                  <a:pt x="207" y="74"/>
                  <a:pt x="207" y="74"/>
                  <a:pt x="207" y="74"/>
                </a:cubicBezTo>
                <a:cubicBezTo>
                  <a:pt x="89" y="74"/>
                  <a:pt x="89" y="74"/>
                  <a:pt x="89" y="74"/>
                </a:cubicBezTo>
                <a:cubicBezTo>
                  <a:pt x="44" y="74"/>
                  <a:pt x="0" y="103"/>
                  <a:pt x="0" y="147"/>
                </a:cubicBezTo>
                <a:cubicBezTo>
                  <a:pt x="0" y="501"/>
                  <a:pt x="0" y="501"/>
                  <a:pt x="0" y="501"/>
                </a:cubicBezTo>
                <a:cubicBezTo>
                  <a:pt x="0" y="545"/>
                  <a:pt x="44" y="589"/>
                  <a:pt x="89" y="589"/>
                </a:cubicBezTo>
                <a:cubicBezTo>
                  <a:pt x="560" y="589"/>
                  <a:pt x="560" y="589"/>
                  <a:pt x="560" y="589"/>
                </a:cubicBezTo>
                <a:cubicBezTo>
                  <a:pt x="604" y="589"/>
                  <a:pt x="633" y="545"/>
                  <a:pt x="633" y="501"/>
                </a:cubicBezTo>
                <a:cubicBezTo>
                  <a:pt x="633" y="147"/>
                  <a:pt x="633" y="147"/>
                  <a:pt x="633" y="147"/>
                </a:cubicBezTo>
                <a:cubicBezTo>
                  <a:pt x="633" y="103"/>
                  <a:pt x="604" y="74"/>
                  <a:pt x="560" y="74"/>
                </a:cubicBezTo>
                <a:close/>
                <a:moveTo>
                  <a:pt x="236" y="59"/>
                </a:moveTo>
                <a:lnTo>
                  <a:pt x="236" y="59"/>
                </a:lnTo>
                <a:cubicBezTo>
                  <a:pt x="236" y="45"/>
                  <a:pt x="251" y="30"/>
                  <a:pt x="265" y="30"/>
                </a:cubicBezTo>
                <a:cubicBezTo>
                  <a:pt x="383" y="30"/>
                  <a:pt x="383" y="30"/>
                  <a:pt x="383" y="30"/>
                </a:cubicBezTo>
                <a:cubicBezTo>
                  <a:pt x="383" y="30"/>
                  <a:pt x="398" y="45"/>
                  <a:pt x="398" y="59"/>
                </a:cubicBezTo>
                <a:cubicBezTo>
                  <a:pt x="398" y="74"/>
                  <a:pt x="398" y="74"/>
                  <a:pt x="398" y="74"/>
                </a:cubicBezTo>
                <a:cubicBezTo>
                  <a:pt x="236" y="74"/>
                  <a:pt x="236" y="74"/>
                  <a:pt x="236" y="74"/>
                </a:cubicBezTo>
                <a:lnTo>
                  <a:pt x="236" y="59"/>
                </a:lnTo>
                <a:close/>
                <a:moveTo>
                  <a:pt x="589" y="501"/>
                </a:moveTo>
                <a:lnTo>
                  <a:pt x="589" y="501"/>
                </a:lnTo>
                <a:cubicBezTo>
                  <a:pt x="589" y="530"/>
                  <a:pt x="574" y="545"/>
                  <a:pt x="560" y="545"/>
                </a:cubicBezTo>
                <a:cubicBezTo>
                  <a:pt x="89" y="545"/>
                  <a:pt x="89" y="545"/>
                  <a:pt x="89" y="545"/>
                </a:cubicBezTo>
                <a:cubicBezTo>
                  <a:pt x="59" y="545"/>
                  <a:pt x="44" y="530"/>
                  <a:pt x="44" y="501"/>
                </a:cubicBezTo>
                <a:cubicBezTo>
                  <a:pt x="44" y="295"/>
                  <a:pt x="44" y="295"/>
                  <a:pt x="44" y="295"/>
                </a:cubicBezTo>
                <a:cubicBezTo>
                  <a:pt x="251" y="295"/>
                  <a:pt x="251" y="295"/>
                  <a:pt x="251" y="295"/>
                </a:cubicBezTo>
                <a:cubicBezTo>
                  <a:pt x="236" y="295"/>
                  <a:pt x="236" y="309"/>
                  <a:pt x="236" y="309"/>
                </a:cubicBezTo>
                <a:cubicBezTo>
                  <a:pt x="236" y="354"/>
                  <a:pt x="280" y="383"/>
                  <a:pt x="324" y="383"/>
                </a:cubicBezTo>
                <a:cubicBezTo>
                  <a:pt x="369" y="383"/>
                  <a:pt x="398" y="354"/>
                  <a:pt x="398" y="309"/>
                </a:cubicBezTo>
                <a:lnTo>
                  <a:pt x="398" y="295"/>
                </a:lnTo>
                <a:cubicBezTo>
                  <a:pt x="589" y="295"/>
                  <a:pt x="589" y="295"/>
                  <a:pt x="589" y="295"/>
                </a:cubicBezTo>
                <a:lnTo>
                  <a:pt x="589" y="501"/>
                </a:lnTo>
                <a:close/>
                <a:moveTo>
                  <a:pt x="280" y="309"/>
                </a:moveTo>
                <a:lnTo>
                  <a:pt x="280" y="309"/>
                </a:lnTo>
                <a:lnTo>
                  <a:pt x="280" y="295"/>
                </a:lnTo>
                <a:cubicBezTo>
                  <a:pt x="354" y="295"/>
                  <a:pt x="354" y="295"/>
                  <a:pt x="354" y="295"/>
                </a:cubicBezTo>
                <a:lnTo>
                  <a:pt x="354" y="309"/>
                </a:lnTo>
                <a:cubicBezTo>
                  <a:pt x="354" y="324"/>
                  <a:pt x="339" y="354"/>
                  <a:pt x="324" y="354"/>
                </a:cubicBezTo>
                <a:cubicBezTo>
                  <a:pt x="295" y="354"/>
                  <a:pt x="280" y="324"/>
                  <a:pt x="280" y="309"/>
                </a:cubicBezTo>
                <a:close/>
                <a:moveTo>
                  <a:pt x="589" y="250"/>
                </a:moveTo>
                <a:lnTo>
                  <a:pt x="589" y="250"/>
                </a:lnTo>
                <a:cubicBezTo>
                  <a:pt x="44" y="250"/>
                  <a:pt x="44" y="250"/>
                  <a:pt x="44" y="250"/>
                </a:cubicBezTo>
                <a:cubicBezTo>
                  <a:pt x="44" y="147"/>
                  <a:pt x="44" y="147"/>
                  <a:pt x="44" y="147"/>
                </a:cubicBezTo>
                <a:cubicBezTo>
                  <a:pt x="44" y="133"/>
                  <a:pt x="59" y="118"/>
                  <a:pt x="89" y="118"/>
                </a:cubicBezTo>
                <a:cubicBezTo>
                  <a:pt x="560" y="118"/>
                  <a:pt x="560" y="118"/>
                  <a:pt x="560" y="118"/>
                </a:cubicBezTo>
                <a:cubicBezTo>
                  <a:pt x="574" y="118"/>
                  <a:pt x="589" y="133"/>
                  <a:pt x="589" y="147"/>
                </a:cubicBezTo>
                <a:lnTo>
                  <a:pt x="589" y="250"/>
                </a:lnTo>
                <a:close/>
              </a:path>
            </a:pathLst>
          </a:custGeom>
          <a:solidFill>
            <a:schemeClr val="bg1"/>
          </a:solidFill>
          <a:ln>
            <a:noFill/>
          </a:ln>
          <a:effectLst/>
        </p:spPr>
        <p:txBody>
          <a:bodyPr wrap="none" lIns="45715" tIns="22858" rIns="45715" bIns="22858" anchor="ctr"/>
          <a:lstStyle/>
          <a:p>
            <a:pPr>
              <a:defRPr/>
            </a:pPr>
            <a:endParaRPr lang="en-US" sz="1800" dirty="0">
              <a:latin typeface="微软雅黑" panose="020B0503020204020204" charset="-122"/>
              <a:ea typeface="+mn-ea"/>
              <a:cs typeface="+mn-cs"/>
            </a:endParaRPr>
          </a:p>
        </p:txBody>
      </p:sp>
      <p:sp>
        <p:nvSpPr>
          <p:cNvPr id="266" name="Freeform 200"/>
          <p:cNvSpPr>
            <a:spLocks noChangeArrowheads="1"/>
          </p:cNvSpPr>
          <p:nvPr/>
        </p:nvSpPr>
        <p:spPr bwMode="auto">
          <a:xfrm>
            <a:off x="7544348" y="4586411"/>
            <a:ext cx="509985" cy="484718"/>
          </a:xfrm>
          <a:custGeom>
            <a:avLst/>
            <a:gdLst>
              <a:gd name="T0" fmla="*/ 309 w 634"/>
              <a:gd name="T1" fmla="*/ 44 h 604"/>
              <a:gd name="T2" fmla="*/ 309 w 634"/>
              <a:gd name="T3" fmla="*/ 44 h 604"/>
              <a:gd name="T4" fmla="*/ 14 w 634"/>
              <a:gd name="T5" fmla="*/ 220 h 604"/>
              <a:gd name="T6" fmla="*/ 14 w 634"/>
              <a:gd name="T7" fmla="*/ 220 h 604"/>
              <a:gd name="T8" fmla="*/ 279 w 634"/>
              <a:gd name="T9" fmla="*/ 338 h 604"/>
              <a:gd name="T10" fmla="*/ 338 w 634"/>
              <a:gd name="T11" fmla="*/ 338 h 604"/>
              <a:gd name="T12" fmla="*/ 603 w 634"/>
              <a:gd name="T13" fmla="*/ 220 h 604"/>
              <a:gd name="T14" fmla="*/ 603 w 634"/>
              <a:gd name="T15" fmla="*/ 161 h 604"/>
              <a:gd name="T16" fmla="*/ 338 w 634"/>
              <a:gd name="T17" fmla="*/ 14 h 604"/>
              <a:gd name="T18" fmla="*/ 279 w 634"/>
              <a:gd name="T19" fmla="*/ 14 h 604"/>
              <a:gd name="T20" fmla="*/ 14 w 634"/>
              <a:gd name="T21" fmla="*/ 161 h 604"/>
              <a:gd name="T22" fmla="*/ 14 w 634"/>
              <a:gd name="T23" fmla="*/ 220 h 604"/>
              <a:gd name="T24" fmla="*/ 309 w 634"/>
              <a:gd name="T25" fmla="*/ 44 h 604"/>
              <a:gd name="T26" fmla="*/ 309 w 634"/>
              <a:gd name="T27" fmla="*/ 44 h 604"/>
              <a:gd name="T28" fmla="*/ 588 w 634"/>
              <a:gd name="T29" fmla="*/ 191 h 604"/>
              <a:gd name="T30" fmla="*/ 309 w 634"/>
              <a:gd name="T31" fmla="*/ 309 h 604"/>
              <a:gd name="T32" fmla="*/ 44 w 634"/>
              <a:gd name="T33" fmla="*/ 191 h 604"/>
              <a:gd name="T34" fmla="*/ 309 w 634"/>
              <a:gd name="T35" fmla="*/ 44 h 604"/>
              <a:gd name="T36" fmla="*/ 309 w 634"/>
              <a:gd name="T37" fmla="*/ 559 h 604"/>
              <a:gd name="T38" fmla="*/ 309 w 634"/>
              <a:gd name="T39" fmla="*/ 559 h 604"/>
              <a:gd name="T40" fmla="*/ 44 w 634"/>
              <a:gd name="T41" fmla="*/ 441 h 604"/>
              <a:gd name="T42" fmla="*/ 0 w 634"/>
              <a:gd name="T43" fmla="*/ 427 h 604"/>
              <a:gd name="T44" fmla="*/ 14 w 634"/>
              <a:gd name="T45" fmla="*/ 471 h 604"/>
              <a:gd name="T46" fmla="*/ 279 w 634"/>
              <a:gd name="T47" fmla="*/ 589 h 604"/>
              <a:gd name="T48" fmla="*/ 338 w 634"/>
              <a:gd name="T49" fmla="*/ 589 h 604"/>
              <a:gd name="T50" fmla="*/ 603 w 634"/>
              <a:gd name="T51" fmla="*/ 471 h 604"/>
              <a:gd name="T52" fmla="*/ 633 w 634"/>
              <a:gd name="T53" fmla="*/ 427 h 604"/>
              <a:gd name="T54" fmla="*/ 588 w 634"/>
              <a:gd name="T55" fmla="*/ 441 h 604"/>
              <a:gd name="T56" fmla="*/ 309 w 634"/>
              <a:gd name="T57" fmla="*/ 559 h 604"/>
              <a:gd name="T58" fmla="*/ 14 w 634"/>
              <a:gd name="T59" fmla="*/ 338 h 604"/>
              <a:gd name="T60" fmla="*/ 14 w 634"/>
              <a:gd name="T61" fmla="*/ 338 h 604"/>
              <a:gd name="T62" fmla="*/ 279 w 634"/>
              <a:gd name="T63" fmla="*/ 471 h 604"/>
              <a:gd name="T64" fmla="*/ 338 w 634"/>
              <a:gd name="T65" fmla="*/ 471 h 604"/>
              <a:gd name="T66" fmla="*/ 603 w 634"/>
              <a:gd name="T67" fmla="*/ 338 h 604"/>
              <a:gd name="T68" fmla="*/ 633 w 634"/>
              <a:gd name="T69" fmla="*/ 294 h 604"/>
              <a:gd name="T70" fmla="*/ 588 w 634"/>
              <a:gd name="T71" fmla="*/ 309 h 604"/>
              <a:gd name="T72" fmla="*/ 309 w 634"/>
              <a:gd name="T73" fmla="*/ 441 h 604"/>
              <a:gd name="T74" fmla="*/ 44 w 634"/>
              <a:gd name="T75" fmla="*/ 309 h 604"/>
              <a:gd name="T76" fmla="*/ 0 w 634"/>
              <a:gd name="T77" fmla="*/ 294 h 604"/>
              <a:gd name="T78" fmla="*/ 14 w 634"/>
              <a:gd name="T79" fmla="*/ 338 h 6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34" h="604">
                <a:moveTo>
                  <a:pt x="309" y="44"/>
                </a:moveTo>
                <a:lnTo>
                  <a:pt x="309" y="44"/>
                </a:lnTo>
                <a:close/>
                <a:moveTo>
                  <a:pt x="14" y="220"/>
                </a:moveTo>
                <a:lnTo>
                  <a:pt x="14" y="220"/>
                </a:lnTo>
                <a:cubicBezTo>
                  <a:pt x="279" y="338"/>
                  <a:pt x="279" y="338"/>
                  <a:pt x="279" y="338"/>
                </a:cubicBezTo>
                <a:cubicBezTo>
                  <a:pt x="309" y="353"/>
                  <a:pt x="324" y="353"/>
                  <a:pt x="338" y="338"/>
                </a:cubicBezTo>
                <a:cubicBezTo>
                  <a:pt x="603" y="220"/>
                  <a:pt x="603" y="220"/>
                  <a:pt x="603" y="220"/>
                </a:cubicBezTo>
                <a:cubicBezTo>
                  <a:pt x="633" y="206"/>
                  <a:pt x="633" y="176"/>
                  <a:pt x="603" y="161"/>
                </a:cubicBezTo>
                <a:cubicBezTo>
                  <a:pt x="338" y="14"/>
                  <a:pt x="338" y="14"/>
                  <a:pt x="338" y="14"/>
                </a:cubicBezTo>
                <a:cubicBezTo>
                  <a:pt x="324" y="0"/>
                  <a:pt x="309" y="14"/>
                  <a:pt x="279" y="14"/>
                </a:cubicBezTo>
                <a:cubicBezTo>
                  <a:pt x="14" y="161"/>
                  <a:pt x="14" y="161"/>
                  <a:pt x="14" y="161"/>
                </a:cubicBezTo>
                <a:cubicBezTo>
                  <a:pt x="0" y="176"/>
                  <a:pt x="0" y="206"/>
                  <a:pt x="14" y="220"/>
                </a:cubicBezTo>
                <a:close/>
                <a:moveTo>
                  <a:pt x="309" y="44"/>
                </a:moveTo>
                <a:lnTo>
                  <a:pt x="309" y="44"/>
                </a:lnTo>
                <a:cubicBezTo>
                  <a:pt x="588" y="191"/>
                  <a:pt x="588" y="191"/>
                  <a:pt x="588" y="191"/>
                </a:cubicBezTo>
                <a:cubicBezTo>
                  <a:pt x="309" y="309"/>
                  <a:pt x="309" y="309"/>
                  <a:pt x="309" y="309"/>
                </a:cubicBezTo>
                <a:cubicBezTo>
                  <a:pt x="44" y="191"/>
                  <a:pt x="44" y="191"/>
                  <a:pt x="44" y="191"/>
                </a:cubicBezTo>
                <a:lnTo>
                  <a:pt x="309" y="44"/>
                </a:lnTo>
                <a:close/>
                <a:moveTo>
                  <a:pt x="309" y="559"/>
                </a:moveTo>
                <a:lnTo>
                  <a:pt x="309" y="559"/>
                </a:lnTo>
                <a:cubicBezTo>
                  <a:pt x="44" y="441"/>
                  <a:pt x="44" y="441"/>
                  <a:pt x="44" y="441"/>
                </a:cubicBezTo>
                <a:cubicBezTo>
                  <a:pt x="44" y="441"/>
                  <a:pt x="14" y="427"/>
                  <a:pt x="0" y="427"/>
                </a:cubicBezTo>
                <a:cubicBezTo>
                  <a:pt x="0" y="441"/>
                  <a:pt x="0" y="456"/>
                  <a:pt x="14" y="471"/>
                </a:cubicBezTo>
                <a:cubicBezTo>
                  <a:pt x="279" y="589"/>
                  <a:pt x="279" y="589"/>
                  <a:pt x="279" y="589"/>
                </a:cubicBezTo>
                <a:cubicBezTo>
                  <a:pt x="309" y="603"/>
                  <a:pt x="324" y="603"/>
                  <a:pt x="338" y="589"/>
                </a:cubicBezTo>
                <a:cubicBezTo>
                  <a:pt x="603" y="471"/>
                  <a:pt x="603" y="471"/>
                  <a:pt x="603" y="471"/>
                </a:cubicBezTo>
                <a:cubicBezTo>
                  <a:pt x="618" y="471"/>
                  <a:pt x="633" y="441"/>
                  <a:pt x="633" y="427"/>
                </a:cubicBezTo>
                <a:cubicBezTo>
                  <a:pt x="618" y="427"/>
                  <a:pt x="588" y="441"/>
                  <a:pt x="588" y="441"/>
                </a:cubicBezTo>
                <a:lnTo>
                  <a:pt x="309" y="559"/>
                </a:lnTo>
                <a:close/>
                <a:moveTo>
                  <a:pt x="14" y="338"/>
                </a:moveTo>
                <a:lnTo>
                  <a:pt x="14" y="338"/>
                </a:lnTo>
                <a:cubicBezTo>
                  <a:pt x="279" y="471"/>
                  <a:pt x="279" y="471"/>
                  <a:pt x="279" y="471"/>
                </a:cubicBezTo>
                <a:cubicBezTo>
                  <a:pt x="309" y="471"/>
                  <a:pt x="324" y="471"/>
                  <a:pt x="338" y="471"/>
                </a:cubicBezTo>
                <a:cubicBezTo>
                  <a:pt x="603" y="338"/>
                  <a:pt x="603" y="338"/>
                  <a:pt x="603" y="338"/>
                </a:cubicBezTo>
                <a:cubicBezTo>
                  <a:pt x="618" y="338"/>
                  <a:pt x="633" y="309"/>
                  <a:pt x="633" y="294"/>
                </a:cubicBezTo>
                <a:cubicBezTo>
                  <a:pt x="618" y="309"/>
                  <a:pt x="588" y="309"/>
                  <a:pt x="588" y="309"/>
                </a:cubicBezTo>
                <a:cubicBezTo>
                  <a:pt x="309" y="441"/>
                  <a:pt x="309" y="441"/>
                  <a:pt x="309" y="441"/>
                </a:cubicBezTo>
                <a:cubicBezTo>
                  <a:pt x="44" y="309"/>
                  <a:pt x="44" y="309"/>
                  <a:pt x="44" y="309"/>
                </a:cubicBezTo>
                <a:cubicBezTo>
                  <a:pt x="44" y="309"/>
                  <a:pt x="14" y="309"/>
                  <a:pt x="0" y="294"/>
                </a:cubicBezTo>
                <a:cubicBezTo>
                  <a:pt x="0" y="309"/>
                  <a:pt x="0" y="338"/>
                  <a:pt x="14" y="338"/>
                </a:cubicBezTo>
                <a:close/>
              </a:path>
            </a:pathLst>
          </a:custGeom>
          <a:solidFill>
            <a:schemeClr val="bg1"/>
          </a:solidFill>
          <a:ln>
            <a:noFill/>
          </a:ln>
          <a:effectLst/>
        </p:spPr>
        <p:txBody>
          <a:bodyPr wrap="none" lIns="45715" tIns="22858" rIns="45715" bIns="22858" anchor="ctr"/>
          <a:lstStyle/>
          <a:p>
            <a:pPr>
              <a:defRPr/>
            </a:pPr>
            <a:endParaRPr lang="en-US" sz="1800" dirty="0">
              <a:latin typeface="微软雅黑" panose="020B0503020204020204" charset="-122"/>
              <a:ea typeface="+mn-ea"/>
              <a:cs typeface="+mn-cs"/>
            </a:endParaRPr>
          </a:p>
        </p:txBody>
      </p:sp>
      <p:sp>
        <p:nvSpPr>
          <p:cNvPr id="267" name="Freeform 206"/>
          <p:cNvSpPr>
            <a:spLocks noChangeArrowheads="1"/>
          </p:cNvSpPr>
          <p:nvPr/>
        </p:nvSpPr>
        <p:spPr bwMode="auto">
          <a:xfrm>
            <a:off x="10398666" y="3669002"/>
            <a:ext cx="397522" cy="397625"/>
          </a:xfrm>
          <a:custGeom>
            <a:avLst/>
            <a:gdLst>
              <a:gd name="T0" fmla="*/ 560 w 634"/>
              <a:gd name="T1" fmla="*/ 73 h 634"/>
              <a:gd name="T2" fmla="*/ 560 w 634"/>
              <a:gd name="T3" fmla="*/ 73 h 634"/>
              <a:gd name="T4" fmla="*/ 280 w 634"/>
              <a:gd name="T5" fmla="*/ 73 h 634"/>
              <a:gd name="T6" fmla="*/ 207 w 634"/>
              <a:gd name="T7" fmla="*/ 0 h 634"/>
              <a:gd name="T8" fmla="*/ 89 w 634"/>
              <a:gd name="T9" fmla="*/ 0 h 634"/>
              <a:gd name="T10" fmla="*/ 0 w 634"/>
              <a:gd name="T11" fmla="*/ 73 h 634"/>
              <a:gd name="T12" fmla="*/ 0 w 634"/>
              <a:gd name="T13" fmla="*/ 545 h 634"/>
              <a:gd name="T14" fmla="*/ 89 w 634"/>
              <a:gd name="T15" fmla="*/ 633 h 634"/>
              <a:gd name="T16" fmla="*/ 560 w 634"/>
              <a:gd name="T17" fmla="*/ 633 h 634"/>
              <a:gd name="T18" fmla="*/ 633 w 634"/>
              <a:gd name="T19" fmla="*/ 545 h 634"/>
              <a:gd name="T20" fmla="*/ 633 w 634"/>
              <a:gd name="T21" fmla="*/ 162 h 634"/>
              <a:gd name="T22" fmla="*/ 560 w 634"/>
              <a:gd name="T23" fmla="*/ 73 h 634"/>
              <a:gd name="T24" fmla="*/ 589 w 634"/>
              <a:gd name="T25" fmla="*/ 545 h 634"/>
              <a:gd name="T26" fmla="*/ 589 w 634"/>
              <a:gd name="T27" fmla="*/ 545 h 634"/>
              <a:gd name="T28" fmla="*/ 560 w 634"/>
              <a:gd name="T29" fmla="*/ 589 h 634"/>
              <a:gd name="T30" fmla="*/ 89 w 634"/>
              <a:gd name="T31" fmla="*/ 589 h 634"/>
              <a:gd name="T32" fmla="*/ 45 w 634"/>
              <a:gd name="T33" fmla="*/ 545 h 634"/>
              <a:gd name="T34" fmla="*/ 45 w 634"/>
              <a:gd name="T35" fmla="*/ 236 h 634"/>
              <a:gd name="T36" fmla="*/ 589 w 634"/>
              <a:gd name="T37" fmla="*/ 236 h 634"/>
              <a:gd name="T38" fmla="*/ 589 w 634"/>
              <a:gd name="T39" fmla="*/ 545 h 634"/>
              <a:gd name="T40" fmla="*/ 589 w 634"/>
              <a:gd name="T41" fmla="*/ 191 h 634"/>
              <a:gd name="T42" fmla="*/ 589 w 634"/>
              <a:gd name="T43" fmla="*/ 191 h 634"/>
              <a:gd name="T44" fmla="*/ 45 w 634"/>
              <a:gd name="T45" fmla="*/ 191 h 634"/>
              <a:gd name="T46" fmla="*/ 45 w 634"/>
              <a:gd name="T47" fmla="*/ 73 h 634"/>
              <a:gd name="T48" fmla="*/ 89 w 634"/>
              <a:gd name="T49" fmla="*/ 44 h 634"/>
              <a:gd name="T50" fmla="*/ 207 w 634"/>
              <a:gd name="T51" fmla="*/ 44 h 634"/>
              <a:gd name="T52" fmla="*/ 236 w 634"/>
              <a:gd name="T53" fmla="*/ 73 h 634"/>
              <a:gd name="T54" fmla="*/ 236 w 634"/>
              <a:gd name="T55" fmla="*/ 118 h 634"/>
              <a:gd name="T56" fmla="*/ 560 w 634"/>
              <a:gd name="T57" fmla="*/ 118 h 634"/>
              <a:gd name="T58" fmla="*/ 589 w 634"/>
              <a:gd name="T59" fmla="*/ 162 h 634"/>
              <a:gd name="T60" fmla="*/ 589 w 634"/>
              <a:gd name="T61" fmla="*/ 191 h 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34" h="634">
                <a:moveTo>
                  <a:pt x="560" y="73"/>
                </a:moveTo>
                <a:lnTo>
                  <a:pt x="560" y="73"/>
                </a:lnTo>
                <a:cubicBezTo>
                  <a:pt x="280" y="73"/>
                  <a:pt x="280" y="73"/>
                  <a:pt x="280" y="73"/>
                </a:cubicBezTo>
                <a:cubicBezTo>
                  <a:pt x="280" y="30"/>
                  <a:pt x="251" y="0"/>
                  <a:pt x="207" y="0"/>
                </a:cubicBezTo>
                <a:cubicBezTo>
                  <a:pt x="89" y="0"/>
                  <a:pt x="89" y="0"/>
                  <a:pt x="89" y="0"/>
                </a:cubicBezTo>
                <a:cubicBezTo>
                  <a:pt x="45" y="0"/>
                  <a:pt x="0" y="30"/>
                  <a:pt x="0" y="73"/>
                </a:cubicBezTo>
                <a:cubicBezTo>
                  <a:pt x="0" y="545"/>
                  <a:pt x="0" y="545"/>
                  <a:pt x="0" y="545"/>
                </a:cubicBezTo>
                <a:cubicBezTo>
                  <a:pt x="0" y="589"/>
                  <a:pt x="45" y="633"/>
                  <a:pt x="89" y="633"/>
                </a:cubicBezTo>
                <a:cubicBezTo>
                  <a:pt x="560" y="633"/>
                  <a:pt x="560" y="633"/>
                  <a:pt x="560" y="633"/>
                </a:cubicBezTo>
                <a:cubicBezTo>
                  <a:pt x="604" y="633"/>
                  <a:pt x="633" y="589"/>
                  <a:pt x="633" y="545"/>
                </a:cubicBezTo>
                <a:cubicBezTo>
                  <a:pt x="633" y="162"/>
                  <a:pt x="633" y="162"/>
                  <a:pt x="633" y="162"/>
                </a:cubicBezTo>
                <a:cubicBezTo>
                  <a:pt x="633" y="118"/>
                  <a:pt x="604" y="73"/>
                  <a:pt x="560" y="73"/>
                </a:cubicBezTo>
                <a:close/>
                <a:moveTo>
                  <a:pt x="589" y="545"/>
                </a:moveTo>
                <a:lnTo>
                  <a:pt x="589" y="545"/>
                </a:lnTo>
                <a:cubicBezTo>
                  <a:pt x="589" y="574"/>
                  <a:pt x="575" y="589"/>
                  <a:pt x="560" y="589"/>
                </a:cubicBezTo>
                <a:cubicBezTo>
                  <a:pt x="89" y="589"/>
                  <a:pt x="89" y="589"/>
                  <a:pt x="89" y="589"/>
                </a:cubicBezTo>
                <a:cubicBezTo>
                  <a:pt x="59" y="589"/>
                  <a:pt x="45" y="574"/>
                  <a:pt x="45" y="545"/>
                </a:cubicBezTo>
                <a:cubicBezTo>
                  <a:pt x="45" y="236"/>
                  <a:pt x="45" y="236"/>
                  <a:pt x="45" y="236"/>
                </a:cubicBezTo>
                <a:cubicBezTo>
                  <a:pt x="589" y="236"/>
                  <a:pt x="589" y="236"/>
                  <a:pt x="589" y="236"/>
                </a:cubicBezTo>
                <a:lnTo>
                  <a:pt x="589" y="545"/>
                </a:lnTo>
                <a:close/>
                <a:moveTo>
                  <a:pt x="589" y="191"/>
                </a:moveTo>
                <a:lnTo>
                  <a:pt x="589" y="191"/>
                </a:lnTo>
                <a:cubicBezTo>
                  <a:pt x="45" y="191"/>
                  <a:pt x="45" y="191"/>
                  <a:pt x="45" y="191"/>
                </a:cubicBezTo>
                <a:cubicBezTo>
                  <a:pt x="45" y="73"/>
                  <a:pt x="45" y="73"/>
                  <a:pt x="45" y="73"/>
                </a:cubicBezTo>
                <a:cubicBezTo>
                  <a:pt x="45" y="59"/>
                  <a:pt x="59" y="44"/>
                  <a:pt x="89" y="44"/>
                </a:cubicBezTo>
                <a:cubicBezTo>
                  <a:pt x="207" y="44"/>
                  <a:pt x="207" y="44"/>
                  <a:pt x="207" y="44"/>
                </a:cubicBezTo>
                <a:cubicBezTo>
                  <a:pt x="221" y="44"/>
                  <a:pt x="236" y="59"/>
                  <a:pt x="236" y="73"/>
                </a:cubicBezTo>
                <a:cubicBezTo>
                  <a:pt x="236" y="118"/>
                  <a:pt x="236" y="118"/>
                  <a:pt x="236" y="118"/>
                </a:cubicBezTo>
                <a:cubicBezTo>
                  <a:pt x="560" y="118"/>
                  <a:pt x="560" y="118"/>
                  <a:pt x="560" y="118"/>
                </a:cubicBezTo>
                <a:cubicBezTo>
                  <a:pt x="575" y="118"/>
                  <a:pt x="589" y="132"/>
                  <a:pt x="589" y="162"/>
                </a:cubicBezTo>
                <a:lnTo>
                  <a:pt x="589" y="191"/>
                </a:lnTo>
                <a:close/>
              </a:path>
            </a:pathLst>
          </a:custGeom>
          <a:solidFill>
            <a:schemeClr val="bg1"/>
          </a:solidFill>
          <a:ln>
            <a:noFill/>
          </a:ln>
          <a:effectLst/>
        </p:spPr>
        <p:txBody>
          <a:bodyPr wrap="none" lIns="45715" tIns="22858" rIns="45715" bIns="22858" anchor="ctr"/>
          <a:lstStyle/>
          <a:p>
            <a:pPr>
              <a:defRPr/>
            </a:pPr>
            <a:endParaRPr lang="en-US" sz="1800" dirty="0">
              <a:latin typeface="微软雅黑" panose="020B0503020204020204" charset="-122"/>
              <a:ea typeface="+mn-ea"/>
              <a:cs typeface="+mn-cs"/>
            </a:endParaRPr>
          </a:p>
        </p:txBody>
      </p:sp>
      <p:sp>
        <p:nvSpPr>
          <p:cNvPr id="268" name="Freeform 166"/>
          <p:cNvSpPr>
            <a:spLocks noChangeArrowheads="1"/>
          </p:cNvSpPr>
          <p:nvPr/>
        </p:nvSpPr>
        <p:spPr bwMode="auto">
          <a:xfrm>
            <a:off x="7092867" y="2439378"/>
            <a:ext cx="509985" cy="510117"/>
          </a:xfrm>
          <a:custGeom>
            <a:avLst/>
            <a:gdLst>
              <a:gd name="T0" fmla="*/ 45 w 634"/>
              <a:gd name="T1" fmla="*/ 103 h 634"/>
              <a:gd name="T2" fmla="*/ 45 w 634"/>
              <a:gd name="T3" fmla="*/ 103 h 634"/>
              <a:gd name="T4" fmla="*/ 103 w 634"/>
              <a:gd name="T5" fmla="*/ 44 h 634"/>
              <a:gd name="T6" fmla="*/ 148 w 634"/>
              <a:gd name="T7" fmla="*/ 44 h 634"/>
              <a:gd name="T8" fmla="*/ 148 w 634"/>
              <a:gd name="T9" fmla="*/ 0 h 634"/>
              <a:gd name="T10" fmla="*/ 103 w 634"/>
              <a:gd name="T11" fmla="*/ 0 h 634"/>
              <a:gd name="T12" fmla="*/ 0 w 634"/>
              <a:gd name="T13" fmla="*/ 103 h 634"/>
              <a:gd name="T14" fmla="*/ 0 w 634"/>
              <a:gd name="T15" fmla="*/ 147 h 634"/>
              <a:gd name="T16" fmla="*/ 45 w 634"/>
              <a:gd name="T17" fmla="*/ 147 h 634"/>
              <a:gd name="T18" fmla="*/ 45 w 634"/>
              <a:gd name="T19" fmla="*/ 103 h 634"/>
              <a:gd name="T20" fmla="*/ 457 w 634"/>
              <a:gd name="T21" fmla="*/ 294 h 634"/>
              <a:gd name="T22" fmla="*/ 457 w 634"/>
              <a:gd name="T23" fmla="*/ 294 h 634"/>
              <a:gd name="T24" fmla="*/ 339 w 634"/>
              <a:gd name="T25" fmla="*/ 294 h 634"/>
              <a:gd name="T26" fmla="*/ 339 w 634"/>
              <a:gd name="T27" fmla="*/ 162 h 634"/>
              <a:gd name="T28" fmla="*/ 324 w 634"/>
              <a:gd name="T29" fmla="*/ 147 h 634"/>
              <a:gd name="T30" fmla="*/ 295 w 634"/>
              <a:gd name="T31" fmla="*/ 162 h 634"/>
              <a:gd name="T32" fmla="*/ 295 w 634"/>
              <a:gd name="T33" fmla="*/ 324 h 634"/>
              <a:gd name="T34" fmla="*/ 324 w 634"/>
              <a:gd name="T35" fmla="*/ 338 h 634"/>
              <a:gd name="T36" fmla="*/ 457 w 634"/>
              <a:gd name="T37" fmla="*/ 338 h 634"/>
              <a:gd name="T38" fmla="*/ 471 w 634"/>
              <a:gd name="T39" fmla="*/ 324 h 634"/>
              <a:gd name="T40" fmla="*/ 457 w 634"/>
              <a:gd name="T41" fmla="*/ 294 h 634"/>
              <a:gd name="T42" fmla="*/ 589 w 634"/>
              <a:gd name="T43" fmla="*/ 324 h 634"/>
              <a:gd name="T44" fmla="*/ 589 w 634"/>
              <a:gd name="T45" fmla="*/ 324 h 634"/>
              <a:gd name="T46" fmla="*/ 324 w 634"/>
              <a:gd name="T47" fmla="*/ 44 h 634"/>
              <a:gd name="T48" fmla="*/ 45 w 634"/>
              <a:gd name="T49" fmla="*/ 324 h 634"/>
              <a:gd name="T50" fmla="*/ 192 w 634"/>
              <a:gd name="T51" fmla="*/ 559 h 634"/>
              <a:gd name="T52" fmla="*/ 118 w 634"/>
              <a:gd name="T53" fmla="*/ 633 h 634"/>
              <a:gd name="T54" fmla="*/ 177 w 634"/>
              <a:gd name="T55" fmla="*/ 633 h 634"/>
              <a:gd name="T56" fmla="*/ 236 w 634"/>
              <a:gd name="T57" fmla="*/ 574 h 634"/>
              <a:gd name="T58" fmla="*/ 324 w 634"/>
              <a:gd name="T59" fmla="*/ 589 h 634"/>
              <a:gd name="T60" fmla="*/ 398 w 634"/>
              <a:gd name="T61" fmla="*/ 574 h 634"/>
              <a:gd name="T62" fmla="*/ 457 w 634"/>
              <a:gd name="T63" fmla="*/ 633 h 634"/>
              <a:gd name="T64" fmla="*/ 516 w 634"/>
              <a:gd name="T65" fmla="*/ 633 h 634"/>
              <a:gd name="T66" fmla="*/ 457 w 634"/>
              <a:gd name="T67" fmla="*/ 559 h 634"/>
              <a:gd name="T68" fmla="*/ 589 w 634"/>
              <a:gd name="T69" fmla="*/ 324 h 634"/>
              <a:gd name="T70" fmla="*/ 324 w 634"/>
              <a:gd name="T71" fmla="*/ 559 h 634"/>
              <a:gd name="T72" fmla="*/ 324 w 634"/>
              <a:gd name="T73" fmla="*/ 559 h 634"/>
              <a:gd name="T74" fmla="*/ 89 w 634"/>
              <a:gd name="T75" fmla="*/ 324 h 634"/>
              <a:gd name="T76" fmla="*/ 324 w 634"/>
              <a:gd name="T77" fmla="*/ 88 h 634"/>
              <a:gd name="T78" fmla="*/ 560 w 634"/>
              <a:gd name="T79" fmla="*/ 324 h 634"/>
              <a:gd name="T80" fmla="*/ 324 w 634"/>
              <a:gd name="T81" fmla="*/ 559 h 634"/>
              <a:gd name="T82" fmla="*/ 530 w 634"/>
              <a:gd name="T83" fmla="*/ 0 h 634"/>
              <a:gd name="T84" fmla="*/ 530 w 634"/>
              <a:gd name="T85" fmla="*/ 0 h 634"/>
              <a:gd name="T86" fmla="*/ 501 w 634"/>
              <a:gd name="T87" fmla="*/ 0 h 634"/>
              <a:gd name="T88" fmla="*/ 501 w 634"/>
              <a:gd name="T89" fmla="*/ 44 h 634"/>
              <a:gd name="T90" fmla="*/ 530 w 634"/>
              <a:gd name="T91" fmla="*/ 44 h 634"/>
              <a:gd name="T92" fmla="*/ 589 w 634"/>
              <a:gd name="T93" fmla="*/ 103 h 634"/>
              <a:gd name="T94" fmla="*/ 589 w 634"/>
              <a:gd name="T95" fmla="*/ 147 h 634"/>
              <a:gd name="T96" fmla="*/ 633 w 634"/>
              <a:gd name="T97" fmla="*/ 147 h 634"/>
              <a:gd name="T98" fmla="*/ 633 w 634"/>
              <a:gd name="T99" fmla="*/ 103 h 634"/>
              <a:gd name="T100" fmla="*/ 530 w 634"/>
              <a:gd name="T101" fmla="*/ 0 h 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34" h="634">
                <a:moveTo>
                  <a:pt x="45" y="103"/>
                </a:moveTo>
                <a:lnTo>
                  <a:pt x="45" y="103"/>
                </a:lnTo>
                <a:cubicBezTo>
                  <a:pt x="45" y="74"/>
                  <a:pt x="74" y="44"/>
                  <a:pt x="103" y="44"/>
                </a:cubicBezTo>
                <a:cubicBezTo>
                  <a:pt x="148" y="44"/>
                  <a:pt x="148" y="44"/>
                  <a:pt x="148" y="44"/>
                </a:cubicBezTo>
                <a:cubicBezTo>
                  <a:pt x="148" y="0"/>
                  <a:pt x="148" y="0"/>
                  <a:pt x="148" y="0"/>
                </a:cubicBezTo>
                <a:cubicBezTo>
                  <a:pt x="103" y="0"/>
                  <a:pt x="103" y="0"/>
                  <a:pt x="103" y="0"/>
                </a:cubicBezTo>
                <a:cubicBezTo>
                  <a:pt x="45" y="0"/>
                  <a:pt x="0" y="44"/>
                  <a:pt x="0" y="103"/>
                </a:cubicBezTo>
                <a:cubicBezTo>
                  <a:pt x="0" y="147"/>
                  <a:pt x="0" y="147"/>
                  <a:pt x="0" y="147"/>
                </a:cubicBezTo>
                <a:cubicBezTo>
                  <a:pt x="30" y="147"/>
                  <a:pt x="45" y="147"/>
                  <a:pt x="45" y="147"/>
                </a:cubicBezTo>
                <a:lnTo>
                  <a:pt x="45" y="103"/>
                </a:lnTo>
                <a:close/>
                <a:moveTo>
                  <a:pt x="457" y="294"/>
                </a:moveTo>
                <a:lnTo>
                  <a:pt x="457" y="294"/>
                </a:lnTo>
                <a:cubicBezTo>
                  <a:pt x="339" y="294"/>
                  <a:pt x="339" y="294"/>
                  <a:pt x="339" y="294"/>
                </a:cubicBezTo>
                <a:cubicBezTo>
                  <a:pt x="339" y="162"/>
                  <a:pt x="339" y="162"/>
                  <a:pt x="339" y="162"/>
                </a:cubicBezTo>
                <a:cubicBezTo>
                  <a:pt x="339" y="147"/>
                  <a:pt x="324" y="147"/>
                  <a:pt x="324" y="147"/>
                </a:cubicBezTo>
                <a:cubicBezTo>
                  <a:pt x="310" y="147"/>
                  <a:pt x="295" y="147"/>
                  <a:pt x="295" y="162"/>
                </a:cubicBezTo>
                <a:cubicBezTo>
                  <a:pt x="295" y="324"/>
                  <a:pt x="295" y="324"/>
                  <a:pt x="295" y="324"/>
                </a:cubicBezTo>
                <a:cubicBezTo>
                  <a:pt x="295" y="324"/>
                  <a:pt x="310" y="338"/>
                  <a:pt x="324" y="338"/>
                </a:cubicBezTo>
                <a:cubicBezTo>
                  <a:pt x="457" y="338"/>
                  <a:pt x="457" y="338"/>
                  <a:pt x="457" y="338"/>
                </a:cubicBezTo>
                <a:cubicBezTo>
                  <a:pt x="471" y="338"/>
                  <a:pt x="471" y="324"/>
                  <a:pt x="471" y="324"/>
                </a:cubicBezTo>
                <a:cubicBezTo>
                  <a:pt x="471" y="309"/>
                  <a:pt x="471" y="294"/>
                  <a:pt x="457" y="294"/>
                </a:cubicBezTo>
                <a:close/>
                <a:moveTo>
                  <a:pt x="589" y="324"/>
                </a:moveTo>
                <a:lnTo>
                  <a:pt x="589" y="324"/>
                </a:lnTo>
                <a:cubicBezTo>
                  <a:pt x="589" y="162"/>
                  <a:pt x="471" y="44"/>
                  <a:pt x="324" y="44"/>
                </a:cubicBezTo>
                <a:cubicBezTo>
                  <a:pt x="162" y="44"/>
                  <a:pt x="45" y="162"/>
                  <a:pt x="45" y="324"/>
                </a:cubicBezTo>
                <a:cubicBezTo>
                  <a:pt x="45" y="427"/>
                  <a:pt x="103" y="515"/>
                  <a:pt x="192" y="559"/>
                </a:cubicBezTo>
                <a:cubicBezTo>
                  <a:pt x="118" y="633"/>
                  <a:pt x="118" y="633"/>
                  <a:pt x="118" y="633"/>
                </a:cubicBezTo>
                <a:cubicBezTo>
                  <a:pt x="177" y="633"/>
                  <a:pt x="177" y="633"/>
                  <a:pt x="177" y="633"/>
                </a:cubicBezTo>
                <a:cubicBezTo>
                  <a:pt x="236" y="574"/>
                  <a:pt x="236" y="574"/>
                  <a:pt x="236" y="574"/>
                </a:cubicBezTo>
                <a:cubicBezTo>
                  <a:pt x="265" y="589"/>
                  <a:pt x="295" y="589"/>
                  <a:pt x="324" y="589"/>
                </a:cubicBezTo>
                <a:cubicBezTo>
                  <a:pt x="354" y="589"/>
                  <a:pt x="383" y="589"/>
                  <a:pt x="398" y="574"/>
                </a:cubicBezTo>
                <a:cubicBezTo>
                  <a:pt x="457" y="633"/>
                  <a:pt x="457" y="633"/>
                  <a:pt x="457" y="633"/>
                </a:cubicBezTo>
                <a:cubicBezTo>
                  <a:pt x="516" y="633"/>
                  <a:pt x="516" y="633"/>
                  <a:pt x="516" y="633"/>
                </a:cubicBezTo>
                <a:cubicBezTo>
                  <a:pt x="457" y="559"/>
                  <a:pt x="457" y="559"/>
                  <a:pt x="457" y="559"/>
                </a:cubicBezTo>
                <a:cubicBezTo>
                  <a:pt x="530" y="515"/>
                  <a:pt x="589" y="427"/>
                  <a:pt x="589" y="324"/>
                </a:cubicBezTo>
                <a:close/>
                <a:moveTo>
                  <a:pt x="324" y="559"/>
                </a:moveTo>
                <a:lnTo>
                  <a:pt x="324" y="559"/>
                </a:lnTo>
                <a:cubicBezTo>
                  <a:pt x="192" y="559"/>
                  <a:pt x="89" y="456"/>
                  <a:pt x="89" y="324"/>
                </a:cubicBezTo>
                <a:cubicBezTo>
                  <a:pt x="89" y="192"/>
                  <a:pt x="192" y="88"/>
                  <a:pt x="324" y="88"/>
                </a:cubicBezTo>
                <a:cubicBezTo>
                  <a:pt x="457" y="88"/>
                  <a:pt x="560" y="192"/>
                  <a:pt x="560" y="324"/>
                </a:cubicBezTo>
                <a:cubicBezTo>
                  <a:pt x="560" y="456"/>
                  <a:pt x="457" y="559"/>
                  <a:pt x="324" y="559"/>
                </a:cubicBezTo>
                <a:close/>
                <a:moveTo>
                  <a:pt x="530" y="0"/>
                </a:moveTo>
                <a:lnTo>
                  <a:pt x="530" y="0"/>
                </a:lnTo>
                <a:cubicBezTo>
                  <a:pt x="501" y="0"/>
                  <a:pt x="501" y="0"/>
                  <a:pt x="501" y="0"/>
                </a:cubicBezTo>
                <a:cubicBezTo>
                  <a:pt x="501" y="44"/>
                  <a:pt x="501" y="44"/>
                  <a:pt x="501" y="44"/>
                </a:cubicBezTo>
                <a:cubicBezTo>
                  <a:pt x="530" y="44"/>
                  <a:pt x="530" y="44"/>
                  <a:pt x="530" y="44"/>
                </a:cubicBezTo>
                <a:cubicBezTo>
                  <a:pt x="575" y="44"/>
                  <a:pt x="589" y="74"/>
                  <a:pt x="589" y="103"/>
                </a:cubicBezTo>
                <a:cubicBezTo>
                  <a:pt x="589" y="147"/>
                  <a:pt x="589" y="147"/>
                  <a:pt x="589" y="147"/>
                </a:cubicBezTo>
                <a:cubicBezTo>
                  <a:pt x="604" y="147"/>
                  <a:pt x="604" y="147"/>
                  <a:pt x="633" y="147"/>
                </a:cubicBezTo>
                <a:cubicBezTo>
                  <a:pt x="633" y="103"/>
                  <a:pt x="633" y="103"/>
                  <a:pt x="633" y="103"/>
                </a:cubicBezTo>
                <a:cubicBezTo>
                  <a:pt x="633" y="44"/>
                  <a:pt x="589" y="0"/>
                  <a:pt x="530" y="0"/>
                </a:cubicBezTo>
                <a:close/>
              </a:path>
            </a:pathLst>
          </a:custGeom>
          <a:solidFill>
            <a:schemeClr val="bg1"/>
          </a:solidFill>
          <a:ln>
            <a:noFill/>
          </a:ln>
          <a:effectLst/>
        </p:spPr>
        <p:txBody>
          <a:bodyPr wrap="none" lIns="45715" tIns="22858" rIns="45715" bIns="22858" anchor="ctr"/>
          <a:lstStyle/>
          <a:p>
            <a:pPr>
              <a:defRPr/>
            </a:pPr>
            <a:endParaRPr lang="en-US" sz="1800" dirty="0">
              <a:latin typeface="微软雅黑" panose="020B0503020204020204" charset="-122"/>
              <a:ea typeface="+mn-ea"/>
              <a:cs typeface="+mn-cs"/>
            </a:endParaRPr>
          </a:p>
        </p:txBody>
      </p:sp>
      <p:sp>
        <p:nvSpPr>
          <p:cNvPr id="293" name="Line 525"/>
          <p:cNvSpPr>
            <a:spLocks noChangeShapeType="1"/>
          </p:cNvSpPr>
          <p:nvPr/>
        </p:nvSpPr>
        <p:spPr bwMode="auto">
          <a:xfrm>
            <a:off x="4303410" y="4604732"/>
            <a:ext cx="2385" cy="534025"/>
          </a:xfrm>
          <a:prstGeom prst="line">
            <a:avLst/>
          </a:prstGeom>
          <a:noFill/>
          <a:ln w="1800" cap="flat">
            <a:solidFill>
              <a:srgbClr val="F1F0F0"/>
            </a:solidFill>
            <a:round/>
          </a:ln>
          <a:effectLst/>
        </p:spPr>
        <p:txBody>
          <a:bodyPr/>
          <a:lstStyle/>
          <a:p>
            <a:endParaRPr lang="en-US" sz="5750" dirty="0">
              <a:latin typeface="微软雅黑" panose="020B0503020204020204" charset="-122"/>
            </a:endParaRPr>
          </a:p>
        </p:txBody>
      </p:sp>
      <p:sp>
        <p:nvSpPr>
          <p:cNvPr id="369" name="TextBox 368"/>
          <p:cNvSpPr txBox="1"/>
          <p:nvPr/>
        </p:nvSpPr>
        <p:spPr>
          <a:xfrm>
            <a:off x="3799019" y="4578089"/>
            <a:ext cx="393065" cy="530225"/>
          </a:xfrm>
          <a:prstGeom prst="rect">
            <a:avLst/>
          </a:prstGeom>
          <a:noFill/>
        </p:spPr>
        <p:txBody>
          <a:bodyPr wrap="none" lIns="91421" tIns="45711" rIns="91421" bIns="45711" rtlCol="0">
            <a:spAutoFit/>
          </a:bodyPr>
          <a:lstStyle/>
          <a:p>
            <a:pPr algn="ctr"/>
            <a:r>
              <a:rPr lang="id-ID" sz="2700" b="1" dirty="0">
                <a:solidFill>
                  <a:schemeClr val="bg1"/>
                </a:solidFill>
                <a:latin typeface="微软雅黑" panose="020B0503020204020204" charset="-122"/>
                <a:cs typeface="Aparajita" panose="020B0604020202020204" pitchFamily="34" charset="0"/>
              </a:rPr>
              <a:t>4</a:t>
            </a:r>
          </a:p>
        </p:txBody>
      </p:sp>
      <p:sp>
        <p:nvSpPr>
          <p:cNvPr id="374" name="TextBox 373"/>
          <p:cNvSpPr txBox="1"/>
          <p:nvPr/>
        </p:nvSpPr>
        <p:spPr>
          <a:xfrm>
            <a:off x="4272375" y="4535466"/>
            <a:ext cx="2067423" cy="510540"/>
          </a:xfrm>
          <a:prstGeom prst="rect">
            <a:avLst/>
          </a:prstGeom>
          <a:noFill/>
        </p:spPr>
        <p:txBody>
          <a:bodyPr wrap="square" lIns="109709" tIns="54855" rIns="109709" bIns="54855" rtlCol="0">
            <a:spAutoFit/>
          </a:bodyPr>
          <a:lstStyle/>
          <a:p>
            <a:pPr>
              <a:lnSpc>
                <a:spcPct val="110000"/>
              </a:lnSpc>
            </a:pPr>
            <a:r>
              <a:rPr lang="en-US" sz="1200" dirty="0">
                <a:solidFill>
                  <a:schemeClr val="bg1"/>
                </a:solidFill>
                <a:latin typeface="微软雅黑" panose="020B0503020204020204" charset="-122"/>
                <a:cs typeface="Aparajita" panose="020B0604020202020204" pitchFamily="34" charset="0"/>
              </a:rPr>
              <a:t>Creativity is the key to success in the great</a:t>
            </a:r>
          </a:p>
        </p:txBody>
      </p:sp>
      <p:sp>
        <p:nvSpPr>
          <p:cNvPr id="379" name="Rectangle 378"/>
          <p:cNvSpPr/>
          <p:nvPr/>
        </p:nvSpPr>
        <p:spPr>
          <a:xfrm>
            <a:off x="1173500" y="4502046"/>
            <a:ext cx="2465748" cy="689161"/>
          </a:xfrm>
          <a:prstGeom prst="rect">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latin typeface="微软雅黑" panose="020B0503020204020204" charset="-122"/>
            </a:endParaRPr>
          </a:p>
        </p:txBody>
      </p:sp>
      <p:sp>
        <p:nvSpPr>
          <p:cNvPr id="380" name="Line 525"/>
          <p:cNvSpPr>
            <a:spLocks noChangeShapeType="1"/>
          </p:cNvSpPr>
          <p:nvPr/>
        </p:nvSpPr>
        <p:spPr bwMode="auto">
          <a:xfrm>
            <a:off x="1757022" y="4604732"/>
            <a:ext cx="2385" cy="534025"/>
          </a:xfrm>
          <a:prstGeom prst="line">
            <a:avLst/>
          </a:prstGeom>
          <a:noFill/>
          <a:ln w="1800" cap="flat">
            <a:solidFill>
              <a:srgbClr val="F1F0F0"/>
            </a:solidFill>
            <a:round/>
          </a:ln>
          <a:effectLst/>
        </p:spPr>
        <p:txBody>
          <a:bodyPr/>
          <a:lstStyle/>
          <a:p>
            <a:endParaRPr lang="en-US" sz="5750" dirty="0">
              <a:latin typeface="微软雅黑" panose="020B0503020204020204" charset="-122"/>
            </a:endParaRPr>
          </a:p>
        </p:txBody>
      </p:sp>
      <p:sp>
        <p:nvSpPr>
          <p:cNvPr id="381" name="TextBox 380"/>
          <p:cNvSpPr txBox="1"/>
          <p:nvPr/>
        </p:nvSpPr>
        <p:spPr>
          <a:xfrm>
            <a:off x="1252632" y="4578089"/>
            <a:ext cx="393065" cy="530225"/>
          </a:xfrm>
          <a:prstGeom prst="rect">
            <a:avLst/>
          </a:prstGeom>
          <a:noFill/>
        </p:spPr>
        <p:txBody>
          <a:bodyPr wrap="none" lIns="91421" tIns="45711" rIns="91421" bIns="45711" rtlCol="0">
            <a:spAutoFit/>
          </a:bodyPr>
          <a:lstStyle/>
          <a:p>
            <a:pPr algn="ctr"/>
            <a:r>
              <a:rPr lang="id-ID" sz="2700" b="1" dirty="0">
                <a:solidFill>
                  <a:schemeClr val="bg1"/>
                </a:solidFill>
                <a:latin typeface="微软雅黑" panose="020B0503020204020204" charset="-122"/>
                <a:cs typeface="Aparajita" panose="020B0604020202020204" pitchFamily="34" charset="0"/>
              </a:rPr>
              <a:t>3</a:t>
            </a:r>
          </a:p>
        </p:txBody>
      </p:sp>
      <p:sp>
        <p:nvSpPr>
          <p:cNvPr id="382" name="TextBox 381"/>
          <p:cNvSpPr txBox="1"/>
          <p:nvPr/>
        </p:nvSpPr>
        <p:spPr>
          <a:xfrm>
            <a:off x="1725987" y="4535466"/>
            <a:ext cx="2067423" cy="510540"/>
          </a:xfrm>
          <a:prstGeom prst="rect">
            <a:avLst/>
          </a:prstGeom>
          <a:noFill/>
        </p:spPr>
        <p:txBody>
          <a:bodyPr wrap="square" lIns="109709" tIns="54855" rIns="109709" bIns="54855" rtlCol="0">
            <a:spAutoFit/>
          </a:bodyPr>
          <a:lstStyle/>
          <a:p>
            <a:pPr>
              <a:lnSpc>
                <a:spcPct val="110000"/>
              </a:lnSpc>
            </a:pPr>
            <a:r>
              <a:rPr lang="en-US" sz="1200" dirty="0">
                <a:solidFill>
                  <a:schemeClr val="bg1"/>
                </a:solidFill>
                <a:latin typeface="微软雅黑" panose="020B0503020204020204" charset="-122"/>
                <a:cs typeface="Aparajita" panose="020B0604020202020204" pitchFamily="34" charset="0"/>
              </a:rPr>
              <a:t>Creativity is the key to success in the great</a:t>
            </a:r>
          </a:p>
        </p:txBody>
      </p:sp>
      <p:sp>
        <p:nvSpPr>
          <p:cNvPr id="383" name="Rectangle 382"/>
          <p:cNvSpPr/>
          <p:nvPr/>
        </p:nvSpPr>
        <p:spPr>
          <a:xfrm>
            <a:off x="3719887" y="3742541"/>
            <a:ext cx="2465748" cy="689161"/>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latin typeface="微软雅黑" panose="020B0503020204020204" charset="-122"/>
            </a:endParaRPr>
          </a:p>
        </p:txBody>
      </p:sp>
      <p:sp>
        <p:nvSpPr>
          <p:cNvPr id="384" name="Line 525"/>
          <p:cNvSpPr>
            <a:spLocks noChangeShapeType="1"/>
          </p:cNvSpPr>
          <p:nvPr/>
        </p:nvSpPr>
        <p:spPr bwMode="auto">
          <a:xfrm>
            <a:off x="4303410" y="3845227"/>
            <a:ext cx="2385" cy="534025"/>
          </a:xfrm>
          <a:prstGeom prst="line">
            <a:avLst/>
          </a:prstGeom>
          <a:noFill/>
          <a:ln w="1800" cap="flat">
            <a:solidFill>
              <a:srgbClr val="F1F0F0"/>
            </a:solidFill>
            <a:round/>
          </a:ln>
          <a:effectLst/>
        </p:spPr>
        <p:txBody>
          <a:bodyPr/>
          <a:lstStyle/>
          <a:p>
            <a:endParaRPr lang="en-US" sz="5750" dirty="0">
              <a:latin typeface="微软雅黑" panose="020B0503020204020204" charset="-122"/>
            </a:endParaRPr>
          </a:p>
        </p:txBody>
      </p:sp>
      <p:sp>
        <p:nvSpPr>
          <p:cNvPr id="385" name="TextBox 384"/>
          <p:cNvSpPr txBox="1"/>
          <p:nvPr/>
        </p:nvSpPr>
        <p:spPr>
          <a:xfrm>
            <a:off x="3799019" y="3818584"/>
            <a:ext cx="393065" cy="530225"/>
          </a:xfrm>
          <a:prstGeom prst="rect">
            <a:avLst/>
          </a:prstGeom>
          <a:noFill/>
        </p:spPr>
        <p:txBody>
          <a:bodyPr wrap="none" lIns="91421" tIns="45711" rIns="91421" bIns="45711" rtlCol="0">
            <a:spAutoFit/>
          </a:bodyPr>
          <a:lstStyle/>
          <a:p>
            <a:pPr algn="ctr"/>
            <a:r>
              <a:rPr lang="id-ID" sz="2700" b="1" dirty="0">
                <a:solidFill>
                  <a:schemeClr val="bg1"/>
                </a:solidFill>
                <a:latin typeface="微软雅黑" panose="020B0503020204020204" charset="-122"/>
                <a:cs typeface="Aparajita" panose="020B0604020202020204" pitchFamily="34" charset="0"/>
              </a:rPr>
              <a:t>2</a:t>
            </a:r>
          </a:p>
        </p:txBody>
      </p:sp>
      <p:sp>
        <p:nvSpPr>
          <p:cNvPr id="386" name="TextBox 385"/>
          <p:cNvSpPr txBox="1"/>
          <p:nvPr/>
        </p:nvSpPr>
        <p:spPr>
          <a:xfrm>
            <a:off x="4272375" y="3775961"/>
            <a:ext cx="2067423" cy="510540"/>
          </a:xfrm>
          <a:prstGeom prst="rect">
            <a:avLst/>
          </a:prstGeom>
          <a:noFill/>
        </p:spPr>
        <p:txBody>
          <a:bodyPr wrap="square" lIns="109709" tIns="54855" rIns="109709" bIns="54855" rtlCol="0">
            <a:spAutoFit/>
          </a:bodyPr>
          <a:lstStyle/>
          <a:p>
            <a:pPr>
              <a:lnSpc>
                <a:spcPct val="110000"/>
              </a:lnSpc>
            </a:pPr>
            <a:r>
              <a:rPr lang="en-US" sz="1200" dirty="0">
                <a:solidFill>
                  <a:schemeClr val="bg1"/>
                </a:solidFill>
                <a:latin typeface="微软雅黑" panose="020B0503020204020204" charset="-122"/>
                <a:cs typeface="Aparajita" panose="020B0604020202020204" pitchFamily="34" charset="0"/>
              </a:rPr>
              <a:t>Creativity is the key to success in the great</a:t>
            </a:r>
          </a:p>
        </p:txBody>
      </p:sp>
      <p:sp>
        <p:nvSpPr>
          <p:cNvPr id="387" name="Rectangle 386"/>
          <p:cNvSpPr/>
          <p:nvPr/>
        </p:nvSpPr>
        <p:spPr>
          <a:xfrm>
            <a:off x="1173500" y="3742541"/>
            <a:ext cx="2465748" cy="689161"/>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latin typeface="微软雅黑" panose="020B0503020204020204" charset="-122"/>
            </a:endParaRPr>
          </a:p>
        </p:txBody>
      </p:sp>
      <p:sp>
        <p:nvSpPr>
          <p:cNvPr id="388" name="Line 525"/>
          <p:cNvSpPr>
            <a:spLocks noChangeShapeType="1"/>
          </p:cNvSpPr>
          <p:nvPr/>
        </p:nvSpPr>
        <p:spPr bwMode="auto">
          <a:xfrm>
            <a:off x="1757022" y="3845227"/>
            <a:ext cx="2385" cy="534025"/>
          </a:xfrm>
          <a:prstGeom prst="line">
            <a:avLst/>
          </a:prstGeom>
          <a:noFill/>
          <a:ln w="1800" cap="flat">
            <a:solidFill>
              <a:srgbClr val="F1F0F0"/>
            </a:solidFill>
            <a:round/>
          </a:ln>
          <a:effectLst/>
        </p:spPr>
        <p:txBody>
          <a:bodyPr/>
          <a:lstStyle/>
          <a:p>
            <a:endParaRPr lang="en-US" sz="5750" dirty="0">
              <a:latin typeface="微软雅黑" panose="020B0503020204020204" charset="-122"/>
            </a:endParaRPr>
          </a:p>
        </p:txBody>
      </p:sp>
      <p:sp>
        <p:nvSpPr>
          <p:cNvPr id="389" name="TextBox 388"/>
          <p:cNvSpPr txBox="1"/>
          <p:nvPr/>
        </p:nvSpPr>
        <p:spPr>
          <a:xfrm>
            <a:off x="1252632" y="3818584"/>
            <a:ext cx="393065" cy="530225"/>
          </a:xfrm>
          <a:prstGeom prst="rect">
            <a:avLst/>
          </a:prstGeom>
          <a:noFill/>
        </p:spPr>
        <p:txBody>
          <a:bodyPr wrap="none" lIns="91421" tIns="45711" rIns="91421" bIns="45711" rtlCol="0">
            <a:spAutoFit/>
          </a:bodyPr>
          <a:lstStyle/>
          <a:p>
            <a:pPr algn="ctr"/>
            <a:r>
              <a:rPr lang="id-ID" sz="2700" b="1" dirty="0">
                <a:solidFill>
                  <a:schemeClr val="bg1"/>
                </a:solidFill>
                <a:latin typeface="微软雅黑" panose="020B0503020204020204" charset="-122"/>
                <a:cs typeface="Aparajita" panose="020B0604020202020204" pitchFamily="34" charset="0"/>
              </a:rPr>
              <a:t>1</a:t>
            </a:r>
          </a:p>
        </p:txBody>
      </p:sp>
      <p:sp>
        <p:nvSpPr>
          <p:cNvPr id="390" name="TextBox 389"/>
          <p:cNvSpPr txBox="1"/>
          <p:nvPr/>
        </p:nvSpPr>
        <p:spPr>
          <a:xfrm>
            <a:off x="1725987" y="3775961"/>
            <a:ext cx="2067423" cy="510540"/>
          </a:xfrm>
          <a:prstGeom prst="rect">
            <a:avLst/>
          </a:prstGeom>
          <a:noFill/>
        </p:spPr>
        <p:txBody>
          <a:bodyPr wrap="square" lIns="109709" tIns="54855" rIns="109709" bIns="54855" rtlCol="0">
            <a:spAutoFit/>
          </a:bodyPr>
          <a:lstStyle/>
          <a:p>
            <a:pPr>
              <a:lnSpc>
                <a:spcPct val="110000"/>
              </a:lnSpc>
            </a:pPr>
            <a:r>
              <a:rPr lang="en-US" sz="1200" dirty="0">
                <a:solidFill>
                  <a:schemeClr val="bg1"/>
                </a:solidFill>
                <a:latin typeface="微软雅黑" panose="020B0503020204020204" charset="-122"/>
                <a:cs typeface="Aparajita" panose="020B0604020202020204" pitchFamily="34" charset="0"/>
              </a:rPr>
              <a:t>Creativity is the key to success in the great</a:t>
            </a:r>
          </a:p>
        </p:txBody>
      </p:sp>
      <p:sp>
        <p:nvSpPr>
          <p:cNvPr id="391" name="TextBox 390"/>
          <p:cNvSpPr txBox="1"/>
          <p:nvPr/>
        </p:nvSpPr>
        <p:spPr>
          <a:xfrm>
            <a:off x="1078062" y="1556437"/>
            <a:ext cx="2223770" cy="394970"/>
          </a:xfrm>
          <a:prstGeom prst="rect">
            <a:avLst/>
          </a:prstGeom>
          <a:noFill/>
        </p:spPr>
        <p:txBody>
          <a:bodyPr wrap="none" lIns="91421" tIns="45711" rIns="91421" bIns="45711" rtlCol="0">
            <a:spAutoFit/>
          </a:bodyPr>
          <a:lstStyle/>
          <a:p>
            <a:pPr algn="l"/>
            <a:r>
              <a:rPr sz="2000" b="1" dirty="0">
                <a:solidFill>
                  <a:schemeClr val="tx1"/>
                </a:solidFill>
                <a:latin typeface="微软雅黑" panose="020B0503020204020204" charset="-122"/>
              </a:rPr>
              <a:t>单击此处添加标题</a:t>
            </a:r>
          </a:p>
        </p:txBody>
      </p:sp>
      <p:sp>
        <p:nvSpPr>
          <p:cNvPr id="392" name="TextBox 391"/>
          <p:cNvSpPr txBox="1"/>
          <p:nvPr/>
        </p:nvSpPr>
        <p:spPr>
          <a:xfrm>
            <a:off x="1075970" y="1926402"/>
            <a:ext cx="5391183" cy="1496060"/>
          </a:xfrm>
          <a:prstGeom prst="rect">
            <a:avLst/>
          </a:prstGeom>
          <a:noFill/>
        </p:spPr>
        <p:txBody>
          <a:bodyPr wrap="square" lIns="91421" tIns="45711" rIns="91421" bIns="45711" rtlCol="0">
            <a:spAutoFit/>
          </a:bodyPr>
          <a:lstStyle/>
          <a:p>
            <a:pPr>
              <a:lnSpc>
                <a:spcPct val="110000"/>
              </a:lnSpc>
            </a:pPr>
            <a:r>
              <a:rPr lang="en-US" sz="1400" dirty="0">
                <a:solidFill>
                  <a:schemeClr val="tx1"/>
                </a:solidFill>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a:t>
            </a:r>
          </a:p>
          <a:p>
            <a:pPr>
              <a:lnSpc>
                <a:spcPct val="110000"/>
              </a:lnSpc>
            </a:pPr>
            <a:r>
              <a:rPr lang="en-US" sz="1400" dirty="0">
                <a:solidFill>
                  <a:schemeClr val="tx1"/>
                </a:solidFill>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a:t>
            </a:r>
          </a:p>
        </p:txBody>
      </p:sp>
    </p:spTree>
  </p:cSld>
  <p:clrMapOvr>
    <a:masterClrMapping/>
  </p:clrMapOvr>
  <p:transition advTm="3042">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par>
                                <p:cTn id="12" presetID="2" presetClass="entr" presetSubtype="8" fill="hold" nodeType="withEffect">
                                  <p:stCondLst>
                                    <p:cond delay="25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0-#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par>
                          <p:cTn id="20" fill="hold">
                            <p:stCondLst>
                              <p:cond delay="850"/>
                            </p:stCondLst>
                            <p:childTnLst>
                              <p:par>
                                <p:cTn id="21" presetID="2" presetClass="entr" presetSubtype="4" fill="hold" grpId="0" nodeType="afterEffect">
                                  <p:stCondLst>
                                    <p:cond delay="0"/>
                                  </p:stCondLst>
                                  <p:childTnLst>
                                    <p:set>
                                      <p:cBhvr>
                                        <p:cTn id="22" dur="1" fill="hold">
                                          <p:stCondLst>
                                            <p:cond delay="0"/>
                                          </p:stCondLst>
                                        </p:cTn>
                                        <p:tgtEl>
                                          <p:spTgt spid="373"/>
                                        </p:tgtEl>
                                        <p:attrNameLst>
                                          <p:attrName>style.visibility</p:attrName>
                                        </p:attrNameLst>
                                      </p:cBhvr>
                                      <p:to>
                                        <p:strVal val="visible"/>
                                      </p:to>
                                    </p:set>
                                    <p:anim calcmode="lin" valueType="num">
                                      <p:cBhvr additive="base">
                                        <p:cTn id="23" dur="500" fill="hold"/>
                                        <p:tgtEl>
                                          <p:spTgt spid="373"/>
                                        </p:tgtEl>
                                        <p:attrNameLst>
                                          <p:attrName>ppt_x</p:attrName>
                                        </p:attrNameLst>
                                      </p:cBhvr>
                                      <p:tavLst>
                                        <p:tav tm="0">
                                          <p:val>
                                            <p:strVal val="#ppt_x"/>
                                          </p:val>
                                        </p:tav>
                                        <p:tav tm="100000">
                                          <p:val>
                                            <p:strVal val="#ppt_x"/>
                                          </p:val>
                                        </p:tav>
                                      </p:tavLst>
                                    </p:anim>
                                    <p:anim calcmode="lin" valueType="num">
                                      <p:cBhvr additive="base">
                                        <p:cTn id="24" dur="500" fill="hold"/>
                                        <p:tgtEl>
                                          <p:spTgt spid="373"/>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93"/>
                                        </p:tgtEl>
                                        <p:attrNameLst>
                                          <p:attrName>style.visibility</p:attrName>
                                        </p:attrNameLst>
                                      </p:cBhvr>
                                      <p:to>
                                        <p:strVal val="visible"/>
                                      </p:to>
                                    </p:set>
                                    <p:anim calcmode="lin" valueType="num">
                                      <p:cBhvr additive="base">
                                        <p:cTn id="27" dur="500" fill="hold"/>
                                        <p:tgtEl>
                                          <p:spTgt spid="293"/>
                                        </p:tgtEl>
                                        <p:attrNameLst>
                                          <p:attrName>ppt_x</p:attrName>
                                        </p:attrNameLst>
                                      </p:cBhvr>
                                      <p:tavLst>
                                        <p:tav tm="0">
                                          <p:val>
                                            <p:strVal val="#ppt_x"/>
                                          </p:val>
                                        </p:tav>
                                        <p:tav tm="100000">
                                          <p:val>
                                            <p:strVal val="#ppt_x"/>
                                          </p:val>
                                        </p:tav>
                                      </p:tavLst>
                                    </p:anim>
                                    <p:anim calcmode="lin" valueType="num">
                                      <p:cBhvr additive="base">
                                        <p:cTn id="28" dur="500" fill="hold"/>
                                        <p:tgtEl>
                                          <p:spTgt spid="293"/>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69"/>
                                        </p:tgtEl>
                                        <p:attrNameLst>
                                          <p:attrName>style.visibility</p:attrName>
                                        </p:attrNameLst>
                                      </p:cBhvr>
                                      <p:to>
                                        <p:strVal val="visible"/>
                                      </p:to>
                                    </p:set>
                                    <p:anim calcmode="lin" valueType="num">
                                      <p:cBhvr additive="base">
                                        <p:cTn id="31" dur="500" fill="hold"/>
                                        <p:tgtEl>
                                          <p:spTgt spid="369"/>
                                        </p:tgtEl>
                                        <p:attrNameLst>
                                          <p:attrName>ppt_x</p:attrName>
                                        </p:attrNameLst>
                                      </p:cBhvr>
                                      <p:tavLst>
                                        <p:tav tm="0">
                                          <p:val>
                                            <p:strVal val="#ppt_x"/>
                                          </p:val>
                                        </p:tav>
                                        <p:tav tm="100000">
                                          <p:val>
                                            <p:strVal val="#ppt_x"/>
                                          </p:val>
                                        </p:tav>
                                      </p:tavLst>
                                    </p:anim>
                                    <p:anim calcmode="lin" valueType="num">
                                      <p:cBhvr additive="base">
                                        <p:cTn id="32" dur="500" fill="hold"/>
                                        <p:tgtEl>
                                          <p:spTgt spid="369"/>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74"/>
                                        </p:tgtEl>
                                        <p:attrNameLst>
                                          <p:attrName>style.visibility</p:attrName>
                                        </p:attrNameLst>
                                      </p:cBhvr>
                                      <p:to>
                                        <p:strVal val="visible"/>
                                      </p:to>
                                    </p:set>
                                    <p:anim calcmode="lin" valueType="num">
                                      <p:cBhvr additive="base">
                                        <p:cTn id="35" dur="500" fill="hold"/>
                                        <p:tgtEl>
                                          <p:spTgt spid="374"/>
                                        </p:tgtEl>
                                        <p:attrNameLst>
                                          <p:attrName>ppt_x</p:attrName>
                                        </p:attrNameLst>
                                      </p:cBhvr>
                                      <p:tavLst>
                                        <p:tav tm="0">
                                          <p:val>
                                            <p:strVal val="#ppt_x"/>
                                          </p:val>
                                        </p:tav>
                                        <p:tav tm="100000">
                                          <p:val>
                                            <p:strVal val="#ppt_x"/>
                                          </p:val>
                                        </p:tav>
                                      </p:tavLst>
                                    </p:anim>
                                    <p:anim calcmode="lin" valueType="num">
                                      <p:cBhvr additive="base">
                                        <p:cTn id="36" dur="500" fill="hold"/>
                                        <p:tgtEl>
                                          <p:spTgt spid="374"/>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79"/>
                                        </p:tgtEl>
                                        <p:attrNameLst>
                                          <p:attrName>style.visibility</p:attrName>
                                        </p:attrNameLst>
                                      </p:cBhvr>
                                      <p:to>
                                        <p:strVal val="visible"/>
                                      </p:to>
                                    </p:set>
                                    <p:anim calcmode="lin" valueType="num">
                                      <p:cBhvr additive="base">
                                        <p:cTn id="39" dur="500" fill="hold"/>
                                        <p:tgtEl>
                                          <p:spTgt spid="379"/>
                                        </p:tgtEl>
                                        <p:attrNameLst>
                                          <p:attrName>ppt_x</p:attrName>
                                        </p:attrNameLst>
                                      </p:cBhvr>
                                      <p:tavLst>
                                        <p:tav tm="0">
                                          <p:val>
                                            <p:strVal val="#ppt_x"/>
                                          </p:val>
                                        </p:tav>
                                        <p:tav tm="100000">
                                          <p:val>
                                            <p:strVal val="#ppt_x"/>
                                          </p:val>
                                        </p:tav>
                                      </p:tavLst>
                                    </p:anim>
                                    <p:anim calcmode="lin" valueType="num">
                                      <p:cBhvr additive="base">
                                        <p:cTn id="40" dur="500" fill="hold"/>
                                        <p:tgtEl>
                                          <p:spTgt spid="379"/>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80"/>
                                        </p:tgtEl>
                                        <p:attrNameLst>
                                          <p:attrName>style.visibility</p:attrName>
                                        </p:attrNameLst>
                                      </p:cBhvr>
                                      <p:to>
                                        <p:strVal val="visible"/>
                                      </p:to>
                                    </p:set>
                                    <p:anim calcmode="lin" valueType="num">
                                      <p:cBhvr additive="base">
                                        <p:cTn id="43" dur="500" fill="hold"/>
                                        <p:tgtEl>
                                          <p:spTgt spid="380"/>
                                        </p:tgtEl>
                                        <p:attrNameLst>
                                          <p:attrName>ppt_x</p:attrName>
                                        </p:attrNameLst>
                                      </p:cBhvr>
                                      <p:tavLst>
                                        <p:tav tm="0">
                                          <p:val>
                                            <p:strVal val="#ppt_x"/>
                                          </p:val>
                                        </p:tav>
                                        <p:tav tm="100000">
                                          <p:val>
                                            <p:strVal val="#ppt_x"/>
                                          </p:val>
                                        </p:tav>
                                      </p:tavLst>
                                    </p:anim>
                                    <p:anim calcmode="lin" valueType="num">
                                      <p:cBhvr additive="base">
                                        <p:cTn id="44" dur="500" fill="hold"/>
                                        <p:tgtEl>
                                          <p:spTgt spid="380"/>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81"/>
                                        </p:tgtEl>
                                        <p:attrNameLst>
                                          <p:attrName>style.visibility</p:attrName>
                                        </p:attrNameLst>
                                      </p:cBhvr>
                                      <p:to>
                                        <p:strVal val="visible"/>
                                      </p:to>
                                    </p:set>
                                    <p:anim calcmode="lin" valueType="num">
                                      <p:cBhvr additive="base">
                                        <p:cTn id="47" dur="500" fill="hold"/>
                                        <p:tgtEl>
                                          <p:spTgt spid="381"/>
                                        </p:tgtEl>
                                        <p:attrNameLst>
                                          <p:attrName>ppt_x</p:attrName>
                                        </p:attrNameLst>
                                      </p:cBhvr>
                                      <p:tavLst>
                                        <p:tav tm="0">
                                          <p:val>
                                            <p:strVal val="#ppt_x"/>
                                          </p:val>
                                        </p:tav>
                                        <p:tav tm="100000">
                                          <p:val>
                                            <p:strVal val="#ppt_x"/>
                                          </p:val>
                                        </p:tav>
                                      </p:tavLst>
                                    </p:anim>
                                    <p:anim calcmode="lin" valueType="num">
                                      <p:cBhvr additive="base">
                                        <p:cTn id="48" dur="500" fill="hold"/>
                                        <p:tgtEl>
                                          <p:spTgt spid="381"/>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382"/>
                                        </p:tgtEl>
                                        <p:attrNameLst>
                                          <p:attrName>style.visibility</p:attrName>
                                        </p:attrNameLst>
                                      </p:cBhvr>
                                      <p:to>
                                        <p:strVal val="visible"/>
                                      </p:to>
                                    </p:set>
                                    <p:anim calcmode="lin" valueType="num">
                                      <p:cBhvr additive="base">
                                        <p:cTn id="51" dur="500" fill="hold"/>
                                        <p:tgtEl>
                                          <p:spTgt spid="382"/>
                                        </p:tgtEl>
                                        <p:attrNameLst>
                                          <p:attrName>ppt_x</p:attrName>
                                        </p:attrNameLst>
                                      </p:cBhvr>
                                      <p:tavLst>
                                        <p:tav tm="0">
                                          <p:val>
                                            <p:strVal val="#ppt_x"/>
                                          </p:val>
                                        </p:tav>
                                        <p:tav tm="100000">
                                          <p:val>
                                            <p:strVal val="#ppt_x"/>
                                          </p:val>
                                        </p:tav>
                                      </p:tavLst>
                                    </p:anim>
                                    <p:anim calcmode="lin" valueType="num">
                                      <p:cBhvr additive="base">
                                        <p:cTn id="52" dur="500" fill="hold"/>
                                        <p:tgtEl>
                                          <p:spTgt spid="382"/>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383"/>
                                        </p:tgtEl>
                                        <p:attrNameLst>
                                          <p:attrName>style.visibility</p:attrName>
                                        </p:attrNameLst>
                                      </p:cBhvr>
                                      <p:to>
                                        <p:strVal val="visible"/>
                                      </p:to>
                                    </p:set>
                                    <p:anim calcmode="lin" valueType="num">
                                      <p:cBhvr additive="base">
                                        <p:cTn id="55" dur="500" fill="hold"/>
                                        <p:tgtEl>
                                          <p:spTgt spid="383"/>
                                        </p:tgtEl>
                                        <p:attrNameLst>
                                          <p:attrName>ppt_x</p:attrName>
                                        </p:attrNameLst>
                                      </p:cBhvr>
                                      <p:tavLst>
                                        <p:tav tm="0">
                                          <p:val>
                                            <p:strVal val="#ppt_x"/>
                                          </p:val>
                                        </p:tav>
                                        <p:tav tm="100000">
                                          <p:val>
                                            <p:strVal val="#ppt_x"/>
                                          </p:val>
                                        </p:tav>
                                      </p:tavLst>
                                    </p:anim>
                                    <p:anim calcmode="lin" valueType="num">
                                      <p:cBhvr additive="base">
                                        <p:cTn id="56" dur="500" fill="hold"/>
                                        <p:tgtEl>
                                          <p:spTgt spid="383"/>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384"/>
                                        </p:tgtEl>
                                        <p:attrNameLst>
                                          <p:attrName>style.visibility</p:attrName>
                                        </p:attrNameLst>
                                      </p:cBhvr>
                                      <p:to>
                                        <p:strVal val="visible"/>
                                      </p:to>
                                    </p:set>
                                    <p:anim calcmode="lin" valueType="num">
                                      <p:cBhvr additive="base">
                                        <p:cTn id="59" dur="500" fill="hold"/>
                                        <p:tgtEl>
                                          <p:spTgt spid="384"/>
                                        </p:tgtEl>
                                        <p:attrNameLst>
                                          <p:attrName>ppt_x</p:attrName>
                                        </p:attrNameLst>
                                      </p:cBhvr>
                                      <p:tavLst>
                                        <p:tav tm="0">
                                          <p:val>
                                            <p:strVal val="#ppt_x"/>
                                          </p:val>
                                        </p:tav>
                                        <p:tav tm="100000">
                                          <p:val>
                                            <p:strVal val="#ppt_x"/>
                                          </p:val>
                                        </p:tav>
                                      </p:tavLst>
                                    </p:anim>
                                    <p:anim calcmode="lin" valueType="num">
                                      <p:cBhvr additive="base">
                                        <p:cTn id="60" dur="500" fill="hold"/>
                                        <p:tgtEl>
                                          <p:spTgt spid="384"/>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385"/>
                                        </p:tgtEl>
                                        <p:attrNameLst>
                                          <p:attrName>style.visibility</p:attrName>
                                        </p:attrNameLst>
                                      </p:cBhvr>
                                      <p:to>
                                        <p:strVal val="visible"/>
                                      </p:to>
                                    </p:set>
                                    <p:anim calcmode="lin" valueType="num">
                                      <p:cBhvr additive="base">
                                        <p:cTn id="63" dur="500" fill="hold"/>
                                        <p:tgtEl>
                                          <p:spTgt spid="385"/>
                                        </p:tgtEl>
                                        <p:attrNameLst>
                                          <p:attrName>ppt_x</p:attrName>
                                        </p:attrNameLst>
                                      </p:cBhvr>
                                      <p:tavLst>
                                        <p:tav tm="0">
                                          <p:val>
                                            <p:strVal val="#ppt_x"/>
                                          </p:val>
                                        </p:tav>
                                        <p:tav tm="100000">
                                          <p:val>
                                            <p:strVal val="#ppt_x"/>
                                          </p:val>
                                        </p:tav>
                                      </p:tavLst>
                                    </p:anim>
                                    <p:anim calcmode="lin" valueType="num">
                                      <p:cBhvr additive="base">
                                        <p:cTn id="64" dur="500" fill="hold"/>
                                        <p:tgtEl>
                                          <p:spTgt spid="385"/>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386"/>
                                        </p:tgtEl>
                                        <p:attrNameLst>
                                          <p:attrName>style.visibility</p:attrName>
                                        </p:attrNameLst>
                                      </p:cBhvr>
                                      <p:to>
                                        <p:strVal val="visible"/>
                                      </p:to>
                                    </p:set>
                                    <p:anim calcmode="lin" valueType="num">
                                      <p:cBhvr additive="base">
                                        <p:cTn id="67" dur="500" fill="hold"/>
                                        <p:tgtEl>
                                          <p:spTgt spid="386"/>
                                        </p:tgtEl>
                                        <p:attrNameLst>
                                          <p:attrName>ppt_x</p:attrName>
                                        </p:attrNameLst>
                                      </p:cBhvr>
                                      <p:tavLst>
                                        <p:tav tm="0">
                                          <p:val>
                                            <p:strVal val="#ppt_x"/>
                                          </p:val>
                                        </p:tav>
                                        <p:tav tm="100000">
                                          <p:val>
                                            <p:strVal val="#ppt_x"/>
                                          </p:val>
                                        </p:tav>
                                      </p:tavLst>
                                    </p:anim>
                                    <p:anim calcmode="lin" valueType="num">
                                      <p:cBhvr additive="base">
                                        <p:cTn id="68" dur="500" fill="hold"/>
                                        <p:tgtEl>
                                          <p:spTgt spid="386"/>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387"/>
                                        </p:tgtEl>
                                        <p:attrNameLst>
                                          <p:attrName>style.visibility</p:attrName>
                                        </p:attrNameLst>
                                      </p:cBhvr>
                                      <p:to>
                                        <p:strVal val="visible"/>
                                      </p:to>
                                    </p:set>
                                    <p:anim calcmode="lin" valueType="num">
                                      <p:cBhvr additive="base">
                                        <p:cTn id="71" dur="500" fill="hold"/>
                                        <p:tgtEl>
                                          <p:spTgt spid="387"/>
                                        </p:tgtEl>
                                        <p:attrNameLst>
                                          <p:attrName>ppt_x</p:attrName>
                                        </p:attrNameLst>
                                      </p:cBhvr>
                                      <p:tavLst>
                                        <p:tav tm="0">
                                          <p:val>
                                            <p:strVal val="#ppt_x"/>
                                          </p:val>
                                        </p:tav>
                                        <p:tav tm="100000">
                                          <p:val>
                                            <p:strVal val="#ppt_x"/>
                                          </p:val>
                                        </p:tav>
                                      </p:tavLst>
                                    </p:anim>
                                    <p:anim calcmode="lin" valueType="num">
                                      <p:cBhvr additive="base">
                                        <p:cTn id="72" dur="500" fill="hold"/>
                                        <p:tgtEl>
                                          <p:spTgt spid="387"/>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388"/>
                                        </p:tgtEl>
                                        <p:attrNameLst>
                                          <p:attrName>style.visibility</p:attrName>
                                        </p:attrNameLst>
                                      </p:cBhvr>
                                      <p:to>
                                        <p:strVal val="visible"/>
                                      </p:to>
                                    </p:set>
                                    <p:anim calcmode="lin" valueType="num">
                                      <p:cBhvr additive="base">
                                        <p:cTn id="75" dur="500" fill="hold"/>
                                        <p:tgtEl>
                                          <p:spTgt spid="388"/>
                                        </p:tgtEl>
                                        <p:attrNameLst>
                                          <p:attrName>ppt_x</p:attrName>
                                        </p:attrNameLst>
                                      </p:cBhvr>
                                      <p:tavLst>
                                        <p:tav tm="0">
                                          <p:val>
                                            <p:strVal val="#ppt_x"/>
                                          </p:val>
                                        </p:tav>
                                        <p:tav tm="100000">
                                          <p:val>
                                            <p:strVal val="#ppt_x"/>
                                          </p:val>
                                        </p:tav>
                                      </p:tavLst>
                                    </p:anim>
                                    <p:anim calcmode="lin" valueType="num">
                                      <p:cBhvr additive="base">
                                        <p:cTn id="76" dur="500" fill="hold"/>
                                        <p:tgtEl>
                                          <p:spTgt spid="388"/>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389"/>
                                        </p:tgtEl>
                                        <p:attrNameLst>
                                          <p:attrName>style.visibility</p:attrName>
                                        </p:attrNameLst>
                                      </p:cBhvr>
                                      <p:to>
                                        <p:strVal val="visible"/>
                                      </p:to>
                                    </p:set>
                                    <p:anim calcmode="lin" valueType="num">
                                      <p:cBhvr additive="base">
                                        <p:cTn id="79" dur="500" fill="hold"/>
                                        <p:tgtEl>
                                          <p:spTgt spid="389"/>
                                        </p:tgtEl>
                                        <p:attrNameLst>
                                          <p:attrName>ppt_x</p:attrName>
                                        </p:attrNameLst>
                                      </p:cBhvr>
                                      <p:tavLst>
                                        <p:tav tm="0">
                                          <p:val>
                                            <p:strVal val="#ppt_x"/>
                                          </p:val>
                                        </p:tav>
                                        <p:tav tm="100000">
                                          <p:val>
                                            <p:strVal val="#ppt_x"/>
                                          </p:val>
                                        </p:tav>
                                      </p:tavLst>
                                    </p:anim>
                                    <p:anim calcmode="lin" valueType="num">
                                      <p:cBhvr additive="base">
                                        <p:cTn id="80" dur="500" fill="hold"/>
                                        <p:tgtEl>
                                          <p:spTgt spid="389"/>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390"/>
                                        </p:tgtEl>
                                        <p:attrNameLst>
                                          <p:attrName>style.visibility</p:attrName>
                                        </p:attrNameLst>
                                      </p:cBhvr>
                                      <p:to>
                                        <p:strVal val="visible"/>
                                      </p:to>
                                    </p:set>
                                    <p:anim calcmode="lin" valueType="num">
                                      <p:cBhvr additive="base">
                                        <p:cTn id="83" dur="500" fill="hold"/>
                                        <p:tgtEl>
                                          <p:spTgt spid="390"/>
                                        </p:tgtEl>
                                        <p:attrNameLst>
                                          <p:attrName>ppt_x</p:attrName>
                                        </p:attrNameLst>
                                      </p:cBhvr>
                                      <p:tavLst>
                                        <p:tav tm="0">
                                          <p:val>
                                            <p:strVal val="#ppt_x"/>
                                          </p:val>
                                        </p:tav>
                                        <p:tav tm="100000">
                                          <p:val>
                                            <p:strVal val="#ppt_x"/>
                                          </p:val>
                                        </p:tav>
                                      </p:tavLst>
                                    </p:anim>
                                    <p:anim calcmode="lin" valueType="num">
                                      <p:cBhvr additive="base">
                                        <p:cTn id="84" dur="500" fill="hold"/>
                                        <p:tgtEl>
                                          <p:spTgt spid="390"/>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391"/>
                                        </p:tgtEl>
                                        <p:attrNameLst>
                                          <p:attrName>style.visibility</p:attrName>
                                        </p:attrNameLst>
                                      </p:cBhvr>
                                      <p:to>
                                        <p:strVal val="visible"/>
                                      </p:to>
                                    </p:set>
                                    <p:anim calcmode="lin" valueType="num">
                                      <p:cBhvr additive="base">
                                        <p:cTn id="87" dur="500" fill="hold"/>
                                        <p:tgtEl>
                                          <p:spTgt spid="391"/>
                                        </p:tgtEl>
                                        <p:attrNameLst>
                                          <p:attrName>ppt_x</p:attrName>
                                        </p:attrNameLst>
                                      </p:cBhvr>
                                      <p:tavLst>
                                        <p:tav tm="0">
                                          <p:val>
                                            <p:strVal val="#ppt_x"/>
                                          </p:val>
                                        </p:tav>
                                        <p:tav tm="100000">
                                          <p:val>
                                            <p:strVal val="#ppt_x"/>
                                          </p:val>
                                        </p:tav>
                                      </p:tavLst>
                                    </p:anim>
                                    <p:anim calcmode="lin" valueType="num">
                                      <p:cBhvr additive="base">
                                        <p:cTn id="88" dur="500" fill="hold"/>
                                        <p:tgtEl>
                                          <p:spTgt spid="391"/>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392"/>
                                        </p:tgtEl>
                                        <p:attrNameLst>
                                          <p:attrName>style.visibility</p:attrName>
                                        </p:attrNameLst>
                                      </p:cBhvr>
                                      <p:to>
                                        <p:strVal val="visible"/>
                                      </p:to>
                                    </p:set>
                                    <p:anim calcmode="lin" valueType="num">
                                      <p:cBhvr additive="base">
                                        <p:cTn id="91" dur="500" fill="hold"/>
                                        <p:tgtEl>
                                          <p:spTgt spid="392"/>
                                        </p:tgtEl>
                                        <p:attrNameLst>
                                          <p:attrName>ppt_x</p:attrName>
                                        </p:attrNameLst>
                                      </p:cBhvr>
                                      <p:tavLst>
                                        <p:tav tm="0">
                                          <p:val>
                                            <p:strVal val="#ppt_x"/>
                                          </p:val>
                                        </p:tav>
                                        <p:tav tm="100000">
                                          <p:val>
                                            <p:strVal val="#ppt_x"/>
                                          </p:val>
                                        </p:tav>
                                      </p:tavLst>
                                    </p:anim>
                                    <p:anim calcmode="lin" valueType="num">
                                      <p:cBhvr additive="base">
                                        <p:cTn id="92" dur="500" fill="hold"/>
                                        <p:tgtEl>
                                          <p:spTgt spid="392"/>
                                        </p:tgtEl>
                                        <p:attrNameLst>
                                          <p:attrName>ppt_y</p:attrName>
                                        </p:attrNameLst>
                                      </p:cBhvr>
                                      <p:tavLst>
                                        <p:tav tm="0">
                                          <p:val>
                                            <p:strVal val="1+#ppt_h/2"/>
                                          </p:val>
                                        </p:tav>
                                        <p:tav tm="100000">
                                          <p:val>
                                            <p:strVal val="#ppt_y"/>
                                          </p:val>
                                        </p:tav>
                                      </p:tavLst>
                                    </p:anim>
                                  </p:childTnLst>
                                </p:cTn>
                              </p:par>
                            </p:childTnLst>
                          </p:cTn>
                        </p:par>
                        <p:par>
                          <p:cTn id="93" fill="hold">
                            <p:stCondLst>
                              <p:cond delay="1350"/>
                            </p:stCondLst>
                            <p:childTnLst>
                              <p:par>
                                <p:cTn id="94" presetID="49" presetClass="entr" presetSubtype="0" decel="100000" fill="hold" grpId="0" nodeType="afterEffect">
                                  <p:stCondLst>
                                    <p:cond delay="0"/>
                                  </p:stCondLst>
                                  <p:childTnLst>
                                    <p:set>
                                      <p:cBhvr>
                                        <p:cTn id="95" dur="1" fill="hold">
                                          <p:stCondLst>
                                            <p:cond delay="0"/>
                                          </p:stCondLst>
                                        </p:cTn>
                                        <p:tgtEl>
                                          <p:spTgt spid="35"/>
                                        </p:tgtEl>
                                        <p:attrNameLst>
                                          <p:attrName>style.visibility</p:attrName>
                                        </p:attrNameLst>
                                      </p:cBhvr>
                                      <p:to>
                                        <p:strVal val="visible"/>
                                      </p:to>
                                    </p:set>
                                    <p:anim calcmode="lin" valueType="num">
                                      <p:cBhvr>
                                        <p:cTn id="96" dur="500" fill="hold"/>
                                        <p:tgtEl>
                                          <p:spTgt spid="35"/>
                                        </p:tgtEl>
                                        <p:attrNameLst>
                                          <p:attrName>ppt_w</p:attrName>
                                        </p:attrNameLst>
                                      </p:cBhvr>
                                      <p:tavLst>
                                        <p:tav tm="0">
                                          <p:val>
                                            <p:fltVal val="0"/>
                                          </p:val>
                                        </p:tav>
                                        <p:tav tm="100000">
                                          <p:val>
                                            <p:strVal val="#ppt_w"/>
                                          </p:val>
                                        </p:tav>
                                      </p:tavLst>
                                    </p:anim>
                                    <p:anim calcmode="lin" valueType="num">
                                      <p:cBhvr>
                                        <p:cTn id="97" dur="500" fill="hold"/>
                                        <p:tgtEl>
                                          <p:spTgt spid="35"/>
                                        </p:tgtEl>
                                        <p:attrNameLst>
                                          <p:attrName>ppt_h</p:attrName>
                                        </p:attrNameLst>
                                      </p:cBhvr>
                                      <p:tavLst>
                                        <p:tav tm="0">
                                          <p:val>
                                            <p:fltVal val="0"/>
                                          </p:val>
                                        </p:tav>
                                        <p:tav tm="100000">
                                          <p:val>
                                            <p:strVal val="#ppt_h"/>
                                          </p:val>
                                        </p:tav>
                                      </p:tavLst>
                                    </p:anim>
                                    <p:anim calcmode="lin" valueType="num">
                                      <p:cBhvr>
                                        <p:cTn id="98" dur="500" fill="hold"/>
                                        <p:tgtEl>
                                          <p:spTgt spid="35"/>
                                        </p:tgtEl>
                                        <p:attrNameLst>
                                          <p:attrName>style.rotation</p:attrName>
                                        </p:attrNameLst>
                                      </p:cBhvr>
                                      <p:tavLst>
                                        <p:tav tm="0">
                                          <p:val>
                                            <p:fltVal val="360"/>
                                          </p:val>
                                        </p:tav>
                                        <p:tav tm="100000">
                                          <p:val>
                                            <p:fltVal val="0"/>
                                          </p:val>
                                        </p:tav>
                                      </p:tavLst>
                                    </p:anim>
                                    <p:animEffect transition="in" filter="fade">
                                      <p:cBhvr>
                                        <p:cTn id="99" dur="500"/>
                                        <p:tgtEl>
                                          <p:spTgt spid="35"/>
                                        </p:tgtEl>
                                      </p:cBhvr>
                                    </p:animEffect>
                                  </p:childTnLst>
                                </p:cTn>
                              </p:par>
                              <p:par>
                                <p:cTn id="100" presetID="49" presetClass="entr" presetSubtype="0" decel="100000" fill="hold" nodeType="withEffect">
                                  <p:stCondLst>
                                    <p:cond delay="0"/>
                                  </p:stCondLst>
                                  <p:childTnLst>
                                    <p:set>
                                      <p:cBhvr>
                                        <p:cTn id="101" dur="1" fill="hold">
                                          <p:stCondLst>
                                            <p:cond delay="0"/>
                                          </p:stCondLst>
                                        </p:cTn>
                                        <p:tgtEl>
                                          <p:spTgt spid="36"/>
                                        </p:tgtEl>
                                        <p:attrNameLst>
                                          <p:attrName>style.visibility</p:attrName>
                                        </p:attrNameLst>
                                      </p:cBhvr>
                                      <p:to>
                                        <p:strVal val="visible"/>
                                      </p:to>
                                    </p:set>
                                    <p:anim calcmode="lin" valueType="num">
                                      <p:cBhvr>
                                        <p:cTn id="102" dur="500" fill="hold"/>
                                        <p:tgtEl>
                                          <p:spTgt spid="36"/>
                                        </p:tgtEl>
                                        <p:attrNameLst>
                                          <p:attrName>ppt_w</p:attrName>
                                        </p:attrNameLst>
                                      </p:cBhvr>
                                      <p:tavLst>
                                        <p:tav tm="0">
                                          <p:val>
                                            <p:fltVal val="0"/>
                                          </p:val>
                                        </p:tav>
                                        <p:tav tm="100000">
                                          <p:val>
                                            <p:strVal val="#ppt_w"/>
                                          </p:val>
                                        </p:tav>
                                      </p:tavLst>
                                    </p:anim>
                                    <p:anim calcmode="lin" valueType="num">
                                      <p:cBhvr>
                                        <p:cTn id="103" dur="500" fill="hold"/>
                                        <p:tgtEl>
                                          <p:spTgt spid="36"/>
                                        </p:tgtEl>
                                        <p:attrNameLst>
                                          <p:attrName>ppt_h</p:attrName>
                                        </p:attrNameLst>
                                      </p:cBhvr>
                                      <p:tavLst>
                                        <p:tav tm="0">
                                          <p:val>
                                            <p:fltVal val="0"/>
                                          </p:val>
                                        </p:tav>
                                        <p:tav tm="100000">
                                          <p:val>
                                            <p:strVal val="#ppt_h"/>
                                          </p:val>
                                        </p:tav>
                                      </p:tavLst>
                                    </p:anim>
                                    <p:anim calcmode="lin" valueType="num">
                                      <p:cBhvr>
                                        <p:cTn id="104" dur="500" fill="hold"/>
                                        <p:tgtEl>
                                          <p:spTgt spid="36"/>
                                        </p:tgtEl>
                                        <p:attrNameLst>
                                          <p:attrName>style.rotation</p:attrName>
                                        </p:attrNameLst>
                                      </p:cBhvr>
                                      <p:tavLst>
                                        <p:tav tm="0">
                                          <p:val>
                                            <p:fltVal val="360"/>
                                          </p:val>
                                        </p:tav>
                                        <p:tav tm="100000">
                                          <p:val>
                                            <p:fltVal val="0"/>
                                          </p:val>
                                        </p:tav>
                                      </p:tavLst>
                                    </p:anim>
                                    <p:animEffect transition="in" filter="fade">
                                      <p:cBhvr>
                                        <p:cTn id="105" dur="500"/>
                                        <p:tgtEl>
                                          <p:spTgt spid="36"/>
                                        </p:tgtEl>
                                      </p:cBhvr>
                                    </p:animEffect>
                                  </p:childTnLst>
                                </p:cTn>
                              </p:par>
                              <p:par>
                                <p:cTn id="106" presetID="49" presetClass="entr" presetSubtype="0" decel="100000" fill="hold" grpId="0" nodeType="withEffect">
                                  <p:stCondLst>
                                    <p:cond delay="0"/>
                                  </p:stCondLst>
                                  <p:childTnLst>
                                    <p:set>
                                      <p:cBhvr>
                                        <p:cTn id="107" dur="1" fill="hold">
                                          <p:stCondLst>
                                            <p:cond delay="0"/>
                                          </p:stCondLst>
                                        </p:cTn>
                                        <p:tgtEl>
                                          <p:spTgt spid="37"/>
                                        </p:tgtEl>
                                        <p:attrNameLst>
                                          <p:attrName>style.visibility</p:attrName>
                                        </p:attrNameLst>
                                      </p:cBhvr>
                                      <p:to>
                                        <p:strVal val="visible"/>
                                      </p:to>
                                    </p:set>
                                    <p:anim calcmode="lin" valueType="num">
                                      <p:cBhvr>
                                        <p:cTn id="108" dur="500" fill="hold"/>
                                        <p:tgtEl>
                                          <p:spTgt spid="37"/>
                                        </p:tgtEl>
                                        <p:attrNameLst>
                                          <p:attrName>ppt_w</p:attrName>
                                        </p:attrNameLst>
                                      </p:cBhvr>
                                      <p:tavLst>
                                        <p:tav tm="0">
                                          <p:val>
                                            <p:fltVal val="0"/>
                                          </p:val>
                                        </p:tav>
                                        <p:tav tm="100000">
                                          <p:val>
                                            <p:strVal val="#ppt_w"/>
                                          </p:val>
                                        </p:tav>
                                      </p:tavLst>
                                    </p:anim>
                                    <p:anim calcmode="lin" valueType="num">
                                      <p:cBhvr>
                                        <p:cTn id="109" dur="500" fill="hold"/>
                                        <p:tgtEl>
                                          <p:spTgt spid="37"/>
                                        </p:tgtEl>
                                        <p:attrNameLst>
                                          <p:attrName>ppt_h</p:attrName>
                                        </p:attrNameLst>
                                      </p:cBhvr>
                                      <p:tavLst>
                                        <p:tav tm="0">
                                          <p:val>
                                            <p:fltVal val="0"/>
                                          </p:val>
                                        </p:tav>
                                        <p:tav tm="100000">
                                          <p:val>
                                            <p:strVal val="#ppt_h"/>
                                          </p:val>
                                        </p:tav>
                                      </p:tavLst>
                                    </p:anim>
                                    <p:anim calcmode="lin" valueType="num">
                                      <p:cBhvr>
                                        <p:cTn id="110" dur="500" fill="hold"/>
                                        <p:tgtEl>
                                          <p:spTgt spid="37"/>
                                        </p:tgtEl>
                                        <p:attrNameLst>
                                          <p:attrName>style.rotation</p:attrName>
                                        </p:attrNameLst>
                                      </p:cBhvr>
                                      <p:tavLst>
                                        <p:tav tm="0">
                                          <p:val>
                                            <p:fltVal val="360"/>
                                          </p:val>
                                        </p:tav>
                                        <p:tav tm="100000">
                                          <p:val>
                                            <p:fltVal val="0"/>
                                          </p:val>
                                        </p:tav>
                                      </p:tavLst>
                                    </p:anim>
                                    <p:animEffect transition="in" filter="fade">
                                      <p:cBhvr>
                                        <p:cTn id="111" dur="500"/>
                                        <p:tgtEl>
                                          <p:spTgt spid="37"/>
                                        </p:tgtEl>
                                      </p:cBhvr>
                                    </p:animEffect>
                                  </p:childTnLst>
                                </p:cTn>
                              </p:par>
                              <p:par>
                                <p:cTn id="112" presetID="49" presetClass="entr" presetSubtype="0" decel="100000" fill="hold" nodeType="withEffect">
                                  <p:stCondLst>
                                    <p:cond delay="0"/>
                                  </p:stCondLst>
                                  <p:childTnLst>
                                    <p:set>
                                      <p:cBhvr>
                                        <p:cTn id="113" dur="1" fill="hold">
                                          <p:stCondLst>
                                            <p:cond delay="0"/>
                                          </p:stCondLst>
                                        </p:cTn>
                                        <p:tgtEl>
                                          <p:spTgt spid="48"/>
                                        </p:tgtEl>
                                        <p:attrNameLst>
                                          <p:attrName>style.visibility</p:attrName>
                                        </p:attrNameLst>
                                      </p:cBhvr>
                                      <p:to>
                                        <p:strVal val="visible"/>
                                      </p:to>
                                    </p:set>
                                    <p:anim calcmode="lin" valueType="num">
                                      <p:cBhvr>
                                        <p:cTn id="114" dur="500" fill="hold"/>
                                        <p:tgtEl>
                                          <p:spTgt spid="48"/>
                                        </p:tgtEl>
                                        <p:attrNameLst>
                                          <p:attrName>ppt_w</p:attrName>
                                        </p:attrNameLst>
                                      </p:cBhvr>
                                      <p:tavLst>
                                        <p:tav tm="0">
                                          <p:val>
                                            <p:fltVal val="0"/>
                                          </p:val>
                                        </p:tav>
                                        <p:tav tm="100000">
                                          <p:val>
                                            <p:strVal val="#ppt_w"/>
                                          </p:val>
                                        </p:tav>
                                      </p:tavLst>
                                    </p:anim>
                                    <p:anim calcmode="lin" valueType="num">
                                      <p:cBhvr>
                                        <p:cTn id="115" dur="500" fill="hold"/>
                                        <p:tgtEl>
                                          <p:spTgt spid="48"/>
                                        </p:tgtEl>
                                        <p:attrNameLst>
                                          <p:attrName>ppt_h</p:attrName>
                                        </p:attrNameLst>
                                      </p:cBhvr>
                                      <p:tavLst>
                                        <p:tav tm="0">
                                          <p:val>
                                            <p:fltVal val="0"/>
                                          </p:val>
                                        </p:tav>
                                        <p:tav tm="100000">
                                          <p:val>
                                            <p:strVal val="#ppt_h"/>
                                          </p:val>
                                        </p:tav>
                                      </p:tavLst>
                                    </p:anim>
                                    <p:anim calcmode="lin" valueType="num">
                                      <p:cBhvr>
                                        <p:cTn id="116" dur="500" fill="hold"/>
                                        <p:tgtEl>
                                          <p:spTgt spid="48"/>
                                        </p:tgtEl>
                                        <p:attrNameLst>
                                          <p:attrName>style.rotation</p:attrName>
                                        </p:attrNameLst>
                                      </p:cBhvr>
                                      <p:tavLst>
                                        <p:tav tm="0">
                                          <p:val>
                                            <p:fltVal val="360"/>
                                          </p:val>
                                        </p:tav>
                                        <p:tav tm="100000">
                                          <p:val>
                                            <p:fltVal val="0"/>
                                          </p:val>
                                        </p:tav>
                                      </p:tavLst>
                                    </p:anim>
                                    <p:animEffect transition="in" filter="fade">
                                      <p:cBhvr>
                                        <p:cTn id="117" dur="500"/>
                                        <p:tgtEl>
                                          <p:spTgt spid="48"/>
                                        </p:tgtEl>
                                      </p:cBhvr>
                                    </p:animEffect>
                                  </p:childTnLst>
                                </p:cTn>
                              </p:par>
                              <p:par>
                                <p:cTn id="118" presetID="49" presetClass="entr" presetSubtype="0" decel="100000" fill="hold" grpId="0" nodeType="withEffect">
                                  <p:stCondLst>
                                    <p:cond delay="0"/>
                                  </p:stCondLst>
                                  <p:childTnLst>
                                    <p:set>
                                      <p:cBhvr>
                                        <p:cTn id="119" dur="1" fill="hold">
                                          <p:stCondLst>
                                            <p:cond delay="0"/>
                                          </p:stCondLst>
                                        </p:cTn>
                                        <p:tgtEl>
                                          <p:spTgt spid="49"/>
                                        </p:tgtEl>
                                        <p:attrNameLst>
                                          <p:attrName>style.visibility</p:attrName>
                                        </p:attrNameLst>
                                      </p:cBhvr>
                                      <p:to>
                                        <p:strVal val="visible"/>
                                      </p:to>
                                    </p:set>
                                    <p:anim calcmode="lin" valueType="num">
                                      <p:cBhvr>
                                        <p:cTn id="120" dur="500" fill="hold"/>
                                        <p:tgtEl>
                                          <p:spTgt spid="49"/>
                                        </p:tgtEl>
                                        <p:attrNameLst>
                                          <p:attrName>ppt_w</p:attrName>
                                        </p:attrNameLst>
                                      </p:cBhvr>
                                      <p:tavLst>
                                        <p:tav tm="0">
                                          <p:val>
                                            <p:fltVal val="0"/>
                                          </p:val>
                                        </p:tav>
                                        <p:tav tm="100000">
                                          <p:val>
                                            <p:strVal val="#ppt_w"/>
                                          </p:val>
                                        </p:tav>
                                      </p:tavLst>
                                    </p:anim>
                                    <p:anim calcmode="lin" valueType="num">
                                      <p:cBhvr>
                                        <p:cTn id="121" dur="500" fill="hold"/>
                                        <p:tgtEl>
                                          <p:spTgt spid="49"/>
                                        </p:tgtEl>
                                        <p:attrNameLst>
                                          <p:attrName>ppt_h</p:attrName>
                                        </p:attrNameLst>
                                      </p:cBhvr>
                                      <p:tavLst>
                                        <p:tav tm="0">
                                          <p:val>
                                            <p:fltVal val="0"/>
                                          </p:val>
                                        </p:tav>
                                        <p:tav tm="100000">
                                          <p:val>
                                            <p:strVal val="#ppt_h"/>
                                          </p:val>
                                        </p:tav>
                                      </p:tavLst>
                                    </p:anim>
                                    <p:anim calcmode="lin" valueType="num">
                                      <p:cBhvr>
                                        <p:cTn id="122" dur="500" fill="hold"/>
                                        <p:tgtEl>
                                          <p:spTgt spid="49"/>
                                        </p:tgtEl>
                                        <p:attrNameLst>
                                          <p:attrName>style.rotation</p:attrName>
                                        </p:attrNameLst>
                                      </p:cBhvr>
                                      <p:tavLst>
                                        <p:tav tm="0">
                                          <p:val>
                                            <p:fltVal val="360"/>
                                          </p:val>
                                        </p:tav>
                                        <p:tav tm="100000">
                                          <p:val>
                                            <p:fltVal val="0"/>
                                          </p:val>
                                        </p:tav>
                                      </p:tavLst>
                                    </p:anim>
                                    <p:animEffect transition="in" filter="fade">
                                      <p:cBhvr>
                                        <p:cTn id="123" dur="500"/>
                                        <p:tgtEl>
                                          <p:spTgt spid="49"/>
                                        </p:tgtEl>
                                      </p:cBhvr>
                                    </p:animEffect>
                                  </p:childTnLst>
                                </p:cTn>
                              </p:par>
                              <p:par>
                                <p:cTn id="124" presetID="49" presetClass="entr" presetSubtype="0" decel="100000" fill="hold" nodeType="withEffect">
                                  <p:stCondLst>
                                    <p:cond delay="0"/>
                                  </p:stCondLst>
                                  <p:childTnLst>
                                    <p:set>
                                      <p:cBhvr>
                                        <p:cTn id="125" dur="1" fill="hold">
                                          <p:stCondLst>
                                            <p:cond delay="0"/>
                                          </p:stCondLst>
                                        </p:cTn>
                                        <p:tgtEl>
                                          <p:spTgt spid="50"/>
                                        </p:tgtEl>
                                        <p:attrNameLst>
                                          <p:attrName>style.visibility</p:attrName>
                                        </p:attrNameLst>
                                      </p:cBhvr>
                                      <p:to>
                                        <p:strVal val="visible"/>
                                      </p:to>
                                    </p:set>
                                    <p:anim calcmode="lin" valueType="num">
                                      <p:cBhvr>
                                        <p:cTn id="126" dur="500" fill="hold"/>
                                        <p:tgtEl>
                                          <p:spTgt spid="50"/>
                                        </p:tgtEl>
                                        <p:attrNameLst>
                                          <p:attrName>ppt_w</p:attrName>
                                        </p:attrNameLst>
                                      </p:cBhvr>
                                      <p:tavLst>
                                        <p:tav tm="0">
                                          <p:val>
                                            <p:fltVal val="0"/>
                                          </p:val>
                                        </p:tav>
                                        <p:tav tm="100000">
                                          <p:val>
                                            <p:strVal val="#ppt_w"/>
                                          </p:val>
                                        </p:tav>
                                      </p:tavLst>
                                    </p:anim>
                                    <p:anim calcmode="lin" valueType="num">
                                      <p:cBhvr>
                                        <p:cTn id="127" dur="500" fill="hold"/>
                                        <p:tgtEl>
                                          <p:spTgt spid="50"/>
                                        </p:tgtEl>
                                        <p:attrNameLst>
                                          <p:attrName>ppt_h</p:attrName>
                                        </p:attrNameLst>
                                      </p:cBhvr>
                                      <p:tavLst>
                                        <p:tav tm="0">
                                          <p:val>
                                            <p:fltVal val="0"/>
                                          </p:val>
                                        </p:tav>
                                        <p:tav tm="100000">
                                          <p:val>
                                            <p:strVal val="#ppt_h"/>
                                          </p:val>
                                        </p:tav>
                                      </p:tavLst>
                                    </p:anim>
                                    <p:anim calcmode="lin" valueType="num">
                                      <p:cBhvr>
                                        <p:cTn id="128" dur="500" fill="hold"/>
                                        <p:tgtEl>
                                          <p:spTgt spid="50"/>
                                        </p:tgtEl>
                                        <p:attrNameLst>
                                          <p:attrName>style.rotation</p:attrName>
                                        </p:attrNameLst>
                                      </p:cBhvr>
                                      <p:tavLst>
                                        <p:tav tm="0">
                                          <p:val>
                                            <p:fltVal val="360"/>
                                          </p:val>
                                        </p:tav>
                                        <p:tav tm="100000">
                                          <p:val>
                                            <p:fltVal val="0"/>
                                          </p:val>
                                        </p:tav>
                                      </p:tavLst>
                                    </p:anim>
                                    <p:animEffect transition="in" filter="fade">
                                      <p:cBhvr>
                                        <p:cTn id="129" dur="500"/>
                                        <p:tgtEl>
                                          <p:spTgt spid="50"/>
                                        </p:tgtEl>
                                      </p:cBhvr>
                                    </p:animEffect>
                                  </p:childTnLst>
                                </p:cTn>
                              </p:par>
                              <p:par>
                                <p:cTn id="130" presetID="49" presetClass="entr" presetSubtype="0" decel="100000" fill="hold" grpId="0" nodeType="withEffect">
                                  <p:stCondLst>
                                    <p:cond delay="0"/>
                                  </p:stCondLst>
                                  <p:childTnLst>
                                    <p:set>
                                      <p:cBhvr>
                                        <p:cTn id="131" dur="1" fill="hold">
                                          <p:stCondLst>
                                            <p:cond delay="0"/>
                                          </p:stCondLst>
                                        </p:cTn>
                                        <p:tgtEl>
                                          <p:spTgt spid="51"/>
                                        </p:tgtEl>
                                        <p:attrNameLst>
                                          <p:attrName>style.visibility</p:attrName>
                                        </p:attrNameLst>
                                      </p:cBhvr>
                                      <p:to>
                                        <p:strVal val="visible"/>
                                      </p:to>
                                    </p:set>
                                    <p:anim calcmode="lin" valueType="num">
                                      <p:cBhvr>
                                        <p:cTn id="132" dur="500" fill="hold"/>
                                        <p:tgtEl>
                                          <p:spTgt spid="51"/>
                                        </p:tgtEl>
                                        <p:attrNameLst>
                                          <p:attrName>ppt_w</p:attrName>
                                        </p:attrNameLst>
                                      </p:cBhvr>
                                      <p:tavLst>
                                        <p:tav tm="0">
                                          <p:val>
                                            <p:fltVal val="0"/>
                                          </p:val>
                                        </p:tav>
                                        <p:tav tm="100000">
                                          <p:val>
                                            <p:strVal val="#ppt_w"/>
                                          </p:val>
                                        </p:tav>
                                      </p:tavLst>
                                    </p:anim>
                                    <p:anim calcmode="lin" valueType="num">
                                      <p:cBhvr>
                                        <p:cTn id="133" dur="500" fill="hold"/>
                                        <p:tgtEl>
                                          <p:spTgt spid="51"/>
                                        </p:tgtEl>
                                        <p:attrNameLst>
                                          <p:attrName>ppt_h</p:attrName>
                                        </p:attrNameLst>
                                      </p:cBhvr>
                                      <p:tavLst>
                                        <p:tav tm="0">
                                          <p:val>
                                            <p:fltVal val="0"/>
                                          </p:val>
                                        </p:tav>
                                        <p:tav tm="100000">
                                          <p:val>
                                            <p:strVal val="#ppt_h"/>
                                          </p:val>
                                        </p:tav>
                                      </p:tavLst>
                                    </p:anim>
                                    <p:anim calcmode="lin" valueType="num">
                                      <p:cBhvr>
                                        <p:cTn id="134" dur="500" fill="hold"/>
                                        <p:tgtEl>
                                          <p:spTgt spid="51"/>
                                        </p:tgtEl>
                                        <p:attrNameLst>
                                          <p:attrName>style.rotation</p:attrName>
                                        </p:attrNameLst>
                                      </p:cBhvr>
                                      <p:tavLst>
                                        <p:tav tm="0">
                                          <p:val>
                                            <p:fltVal val="360"/>
                                          </p:val>
                                        </p:tav>
                                        <p:tav tm="100000">
                                          <p:val>
                                            <p:fltVal val="0"/>
                                          </p:val>
                                        </p:tav>
                                      </p:tavLst>
                                    </p:anim>
                                    <p:animEffect transition="in" filter="fade">
                                      <p:cBhvr>
                                        <p:cTn id="135" dur="500"/>
                                        <p:tgtEl>
                                          <p:spTgt spid="51"/>
                                        </p:tgtEl>
                                      </p:cBhvr>
                                    </p:animEffect>
                                  </p:childTnLst>
                                </p:cTn>
                              </p:par>
                              <p:par>
                                <p:cTn id="136" presetID="49" presetClass="entr" presetSubtype="0" decel="100000" fill="hold" nodeType="withEffect">
                                  <p:stCondLst>
                                    <p:cond delay="0"/>
                                  </p:stCondLst>
                                  <p:childTnLst>
                                    <p:set>
                                      <p:cBhvr>
                                        <p:cTn id="137" dur="1" fill="hold">
                                          <p:stCondLst>
                                            <p:cond delay="0"/>
                                          </p:stCondLst>
                                        </p:cTn>
                                        <p:tgtEl>
                                          <p:spTgt spid="52"/>
                                        </p:tgtEl>
                                        <p:attrNameLst>
                                          <p:attrName>style.visibility</p:attrName>
                                        </p:attrNameLst>
                                      </p:cBhvr>
                                      <p:to>
                                        <p:strVal val="visible"/>
                                      </p:to>
                                    </p:set>
                                    <p:anim calcmode="lin" valueType="num">
                                      <p:cBhvr>
                                        <p:cTn id="138" dur="500" fill="hold"/>
                                        <p:tgtEl>
                                          <p:spTgt spid="52"/>
                                        </p:tgtEl>
                                        <p:attrNameLst>
                                          <p:attrName>ppt_w</p:attrName>
                                        </p:attrNameLst>
                                      </p:cBhvr>
                                      <p:tavLst>
                                        <p:tav tm="0">
                                          <p:val>
                                            <p:fltVal val="0"/>
                                          </p:val>
                                        </p:tav>
                                        <p:tav tm="100000">
                                          <p:val>
                                            <p:strVal val="#ppt_w"/>
                                          </p:val>
                                        </p:tav>
                                      </p:tavLst>
                                    </p:anim>
                                    <p:anim calcmode="lin" valueType="num">
                                      <p:cBhvr>
                                        <p:cTn id="139" dur="500" fill="hold"/>
                                        <p:tgtEl>
                                          <p:spTgt spid="52"/>
                                        </p:tgtEl>
                                        <p:attrNameLst>
                                          <p:attrName>ppt_h</p:attrName>
                                        </p:attrNameLst>
                                      </p:cBhvr>
                                      <p:tavLst>
                                        <p:tav tm="0">
                                          <p:val>
                                            <p:fltVal val="0"/>
                                          </p:val>
                                        </p:tav>
                                        <p:tav tm="100000">
                                          <p:val>
                                            <p:strVal val="#ppt_h"/>
                                          </p:val>
                                        </p:tav>
                                      </p:tavLst>
                                    </p:anim>
                                    <p:anim calcmode="lin" valueType="num">
                                      <p:cBhvr>
                                        <p:cTn id="140" dur="500" fill="hold"/>
                                        <p:tgtEl>
                                          <p:spTgt spid="52"/>
                                        </p:tgtEl>
                                        <p:attrNameLst>
                                          <p:attrName>style.rotation</p:attrName>
                                        </p:attrNameLst>
                                      </p:cBhvr>
                                      <p:tavLst>
                                        <p:tav tm="0">
                                          <p:val>
                                            <p:fltVal val="360"/>
                                          </p:val>
                                        </p:tav>
                                        <p:tav tm="100000">
                                          <p:val>
                                            <p:fltVal val="0"/>
                                          </p:val>
                                        </p:tav>
                                      </p:tavLst>
                                    </p:anim>
                                    <p:animEffect transition="in" filter="fade">
                                      <p:cBhvr>
                                        <p:cTn id="141" dur="500"/>
                                        <p:tgtEl>
                                          <p:spTgt spid="52"/>
                                        </p:tgtEl>
                                      </p:cBhvr>
                                    </p:animEffect>
                                  </p:childTnLst>
                                </p:cTn>
                              </p:par>
                              <p:par>
                                <p:cTn id="142" presetID="49" presetClass="entr" presetSubtype="0" decel="100000" fill="hold" grpId="0" nodeType="withEffect">
                                  <p:stCondLst>
                                    <p:cond delay="0"/>
                                  </p:stCondLst>
                                  <p:childTnLst>
                                    <p:set>
                                      <p:cBhvr>
                                        <p:cTn id="143" dur="1" fill="hold">
                                          <p:stCondLst>
                                            <p:cond delay="0"/>
                                          </p:stCondLst>
                                        </p:cTn>
                                        <p:tgtEl>
                                          <p:spTgt spid="53"/>
                                        </p:tgtEl>
                                        <p:attrNameLst>
                                          <p:attrName>style.visibility</p:attrName>
                                        </p:attrNameLst>
                                      </p:cBhvr>
                                      <p:to>
                                        <p:strVal val="visible"/>
                                      </p:to>
                                    </p:set>
                                    <p:anim calcmode="lin" valueType="num">
                                      <p:cBhvr>
                                        <p:cTn id="144" dur="500" fill="hold"/>
                                        <p:tgtEl>
                                          <p:spTgt spid="53"/>
                                        </p:tgtEl>
                                        <p:attrNameLst>
                                          <p:attrName>ppt_w</p:attrName>
                                        </p:attrNameLst>
                                      </p:cBhvr>
                                      <p:tavLst>
                                        <p:tav tm="0">
                                          <p:val>
                                            <p:fltVal val="0"/>
                                          </p:val>
                                        </p:tav>
                                        <p:tav tm="100000">
                                          <p:val>
                                            <p:strVal val="#ppt_w"/>
                                          </p:val>
                                        </p:tav>
                                      </p:tavLst>
                                    </p:anim>
                                    <p:anim calcmode="lin" valueType="num">
                                      <p:cBhvr>
                                        <p:cTn id="145" dur="500" fill="hold"/>
                                        <p:tgtEl>
                                          <p:spTgt spid="53"/>
                                        </p:tgtEl>
                                        <p:attrNameLst>
                                          <p:attrName>ppt_h</p:attrName>
                                        </p:attrNameLst>
                                      </p:cBhvr>
                                      <p:tavLst>
                                        <p:tav tm="0">
                                          <p:val>
                                            <p:fltVal val="0"/>
                                          </p:val>
                                        </p:tav>
                                        <p:tav tm="100000">
                                          <p:val>
                                            <p:strVal val="#ppt_h"/>
                                          </p:val>
                                        </p:tav>
                                      </p:tavLst>
                                    </p:anim>
                                    <p:anim calcmode="lin" valueType="num">
                                      <p:cBhvr>
                                        <p:cTn id="146" dur="500" fill="hold"/>
                                        <p:tgtEl>
                                          <p:spTgt spid="53"/>
                                        </p:tgtEl>
                                        <p:attrNameLst>
                                          <p:attrName>style.rotation</p:attrName>
                                        </p:attrNameLst>
                                      </p:cBhvr>
                                      <p:tavLst>
                                        <p:tav tm="0">
                                          <p:val>
                                            <p:fltVal val="360"/>
                                          </p:val>
                                        </p:tav>
                                        <p:tav tm="100000">
                                          <p:val>
                                            <p:fltVal val="0"/>
                                          </p:val>
                                        </p:tav>
                                      </p:tavLst>
                                    </p:anim>
                                    <p:animEffect transition="in" filter="fade">
                                      <p:cBhvr>
                                        <p:cTn id="147" dur="500"/>
                                        <p:tgtEl>
                                          <p:spTgt spid="53"/>
                                        </p:tgtEl>
                                      </p:cBhvr>
                                    </p:animEffect>
                                  </p:childTnLst>
                                </p:cTn>
                              </p:par>
                              <p:par>
                                <p:cTn id="148" presetID="49" presetClass="entr" presetSubtype="0" decel="100000" fill="hold" grpId="0" nodeType="withEffect">
                                  <p:stCondLst>
                                    <p:cond delay="0"/>
                                  </p:stCondLst>
                                  <p:childTnLst>
                                    <p:set>
                                      <p:cBhvr>
                                        <p:cTn id="149" dur="1" fill="hold">
                                          <p:stCondLst>
                                            <p:cond delay="0"/>
                                          </p:stCondLst>
                                        </p:cTn>
                                        <p:tgtEl>
                                          <p:spTgt spid="54"/>
                                        </p:tgtEl>
                                        <p:attrNameLst>
                                          <p:attrName>style.visibility</p:attrName>
                                        </p:attrNameLst>
                                      </p:cBhvr>
                                      <p:to>
                                        <p:strVal val="visible"/>
                                      </p:to>
                                    </p:set>
                                    <p:anim calcmode="lin" valueType="num">
                                      <p:cBhvr>
                                        <p:cTn id="150" dur="500" fill="hold"/>
                                        <p:tgtEl>
                                          <p:spTgt spid="54"/>
                                        </p:tgtEl>
                                        <p:attrNameLst>
                                          <p:attrName>ppt_w</p:attrName>
                                        </p:attrNameLst>
                                      </p:cBhvr>
                                      <p:tavLst>
                                        <p:tav tm="0">
                                          <p:val>
                                            <p:fltVal val="0"/>
                                          </p:val>
                                        </p:tav>
                                        <p:tav tm="100000">
                                          <p:val>
                                            <p:strVal val="#ppt_w"/>
                                          </p:val>
                                        </p:tav>
                                      </p:tavLst>
                                    </p:anim>
                                    <p:anim calcmode="lin" valueType="num">
                                      <p:cBhvr>
                                        <p:cTn id="151" dur="500" fill="hold"/>
                                        <p:tgtEl>
                                          <p:spTgt spid="54"/>
                                        </p:tgtEl>
                                        <p:attrNameLst>
                                          <p:attrName>ppt_h</p:attrName>
                                        </p:attrNameLst>
                                      </p:cBhvr>
                                      <p:tavLst>
                                        <p:tav tm="0">
                                          <p:val>
                                            <p:fltVal val="0"/>
                                          </p:val>
                                        </p:tav>
                                        <p:tav tm="100000">
                                          <p:val>
                                            <p:strVal val="#ppt_h"/>
                                          </p:val>
                                        </p:tav>
                                      </p:tavLst>
                                    </p:anim>
                                    <p:anim calcmode="lin" valueType="num">
                                      <p:cBhvr>
                                        <p:cTn id="152" dur="500" fill="hold"/>
                                        <p:tgtEl>
                                          <p:spTgt spid="54"/>
                                        </p:tgtEl>
                                        <p:attrNameLst>
                                          <p:attrName>style.rotation</p:attrName>
                                        </p:attrNameLst>
                                      </p:cBhvr>
                                      <p:tavLst>
                                        <p:tav tm="0">
                                          <p:val>
                                            <p:fltVal val="360"/>
                                          </p:val>
                                        </p:tav>
                                        <p:tav tm="100000">
                                          <p:val>
                                            <p:fltVal val="0"/>
                                          </p:val>
                                        </p:tav>
                                      </p:tavLst>
                                    </p:anim>
                                    <p:animEffect transition="in" filter="fade">
                                      <p:cBhvr>
                                        <p:cTn id="153" dur="500"/>
                                        <p:tgtEl>
                                          <p:spTgt spid="54"/>
                                        </p:tgtEl>
                                      </p:cBhvr>
                                    </p:animEffect>
                                  </p:childTnLst>
                                </p:cTn>
                              </p:par>
                              <p:par>
                                <p:cTn id="154" presetID="49" presetClass="entr" presetSubtype="0" decel="100000" fill="hold" grpId="0" nodeType="withEffect">
                                  <p:stCondLst>
                                    <p:cond delay="0"/>
                                  </p:stCondLst>
                                  <p:childTnLst>
                                    <p:set>
                                      <p:cBhvr>
                                        <p:cTn id="155" dur="1" fill="hold">
                                          <p:stCondLst>
                                            <p:cond delay="0"/>
                                          </p:stCondLst>
                                        </p:cTn>
                                        <p:tgtEl>
                                          <p:spTgt spid="55"/>
                                        </p:tgtEl>
                                        <p:attrNameLst>
                                          <p:attrName>style.visibility</p:attrName>
                                        </p:attrNameLst>
                                      </p:cBhvr>
                                      <p:to>
                                        <p:strVal val="visible"/>
                                      </p:to>
                                    </p:set>
                                    <p:anim calcmode="lin" valueType="num">
                                      <p:cBhvr>
                                        <p:cTn id="156" dur="500" fill="hold"/>
                                        <p:tgtEl>
                                          <p:spTgt spid="55"/>
                                        </p:tgtEl>
                                        <p:attrNameLst>
                                          <p:attrName>ppt_w</p:attrName>
                                        </p:attrNameLst>
                                      </p:cBhvr>
                                      <p:tavLst>
                                        <p:tav tm="0">
                                          <p:val>
                                            <p:fltVal val="0"/>
                                          </p:val>
                                        </p:tav>
                                        <p:tav tm="100000">
                                          <p:val>
                                            <p:strVal val="#ppt_w"/>
                                          </p:val>
                                        </p:tav>
                                      </p:tavLst>
                                    </p:anim>
                                    <p:anim calcmode="lin" valueType="num">
                                      <p:cBhvr>
                                        <p:cTn id="157" dur="500" fill="hold"/>
                                        <p:tgtEl>
                                          <p:spTgt spid="55"/>
                                        </p:tgtEl>
                                        <p:attrNameLst>
                                          <p:attrName>ppt_h</p:attrName>
                                        </p:attrNameLst>
                                      </p:cBhvr>
                                      <p:tavLst>
                                        <p:tav tm="0">
                                          <p:val>
                                            <p:fltVal val="0"/>
                                          </p:val>
                                        </p:tav>
                                        <p:tav tm="100000">
                                          <p:val>
                                            <p:strVal val="#ppt_h"/>
                                          </p:val>
                                        </p:tav>
                                      </p:tavLst>
                                    </p:anim>
                                    <p:anim calcmode="lin" valueType="num">
                                      <p:cBhvr>
                                        <p:cTn id="158" dur="500" fill="hold"/>
                                        <p:tgtEl>
                                          <p:spTgt spid="55"/>
                                        </p:tgtEl>
                                        <p:attrNameLst>
                                          <p:attrName>style.rotation</p:attrName>
                                        </p:attrNameLst>
                                      </p:cBhvr>
                                      <p:tavLst>
                                        <p:tav tm="0">
                                          <p:val>
                                            <p:fltVal val="360"/>
                                          </p:val>
                                        </p:tav>
                                        <p:tav tm="100000">
                                          <p:val>
                                            <p:fltVal val="0"/>
                                          </p:val>
                                        </p:tav>
                                      </p:tavLst>
                                    </p:anim>
                                    <p:animEffect transition="in" filter="fade">
                                      <p:cBhvr>
                                        <p:cTn id="159" dur="500"/>
                                        <p:tgtEl>
                                          <p:spTgt spid="55"/>
                                        </p:tgtEl>
                                      </p:cBhvr>
                                    </p:animEffect>
                                  </p:childTnLst>
                                </p:cTn>
                              </p:par>
                              <p:par>
                                <p:cTn id="160" presetID="49" presetClass="entr" presetSubtype="0" decel="100000" fill="hold" grpId="0" nodeType="withEffect">
                                  <p:stCondLst>
                                    <p:cond delay="0"/>
                                  </p:stCondLst>
                                  <p:childTnLst>
                                    <p:set>
                                      <p:cBhvr>
                                        <p:cTn id="161" dur="1" fill="hold">
                                          <p:stCondLst>
                                            <p:cond delay="0"/>
                                          </p:stCondLst>
                                        </p:cTn>
                                        <p:tgtEl>
                                          <p:spTgt spid="56"/>
                                        </p:tgtEl>
                                        <p:attrNameLst>
                                          <p:attrName>style.visibility</p:attrName>
                                        </p:attrNameLst>
                                      </p:cBhvr>
                                      <p:to>
                                        <p:strVal val="visible"/>
                                      </p:to>
                                    </p:set>
                                    <p:anim calcmode="lin" valueType="num">
                                      <p:cBhvr>
                                        <p:cTn id="162" dur="500" fill="hold"/>
                                        <p:tgtEl>
                                          <p:spTgt spid="56"/>
                                        </p:tgtEl>
                                        <p:attrNameLst>
                                          <p:attrName>ppt_w</p:attrName>
                                        </p:attrNameLst>
                                      </p:cBhvr>
                                      <p:tavLst>
                                        <p:tav tm="0">
                                          <p:val>
                                            <p:fltVal val="0"/>
                                          </p:val>
                                        </p:tav>
                                        <p:tav tm="100000">
                                          <p:val>
                                            <p:strVal val="#ppt_w"/>
                                          </p:val>
                                        </p:tav>
                                      </p:tavLst>
                                    </p:anim>
                                    <p:anim calcmode="lin" valueType="num">
                                      <p:cBhvr>
                                        <p:cTn id="163" dur="500" fill="hold"/>
                                        <p:tgtEl>
                                          <p:spTgt spid="56"/>
                                        </p:tgtEl>
                                        <p:attrNameLst>
                                          <p:attrName>ppt_h</p:attrName>
                                        </p:attrNameLst>
                                      </p:cBhvr>
                                      <p:tavLst>
                                        <p:tav tm="0">
                                          <p:val>
                                            <p:fltVal val="0"/>
                                          </p:val>
                                        </p:tav>
                                        <p:tav tm="100000">
                                          <p:val>
                                            <p:strVal val="#ppt_h"/>
                                          </p:val>
                                        </p:tav>
                                      </p:tavLst>
                                    </p:anim>
                                    <p:anim calcmode="lin" valueType="num">
                                      <p:cBhvr>
                                        <p:cTn id="164" dur="500" fill="hold"/>
                                        <p:tgtEl>
                                          <p:spTgt spid="56"/>
                                        </p:tgtEl>
                                        <p:attrNameLst>
                                          <p:attrName>style.rotation</p:attrName>
                                        </p:attrNameLst>
                                      </p:cBhvr>
                                      <p:tavLst>
                                        <p:tav tm="0">
                                          <p:val>
                                            <p:fltVal val="360"/>
                                          </p:val>
                                        </p:tav>
                                        <p:tav tm="100000">
                                          <p:val>
                                            <p:fltVal val="0"/>
                                          </p:val>
                                        </p:tav>
                                      </p:tavLst>
                                    </p:anim>
                                    <p:animEffect transition="in" filter="fade">
                                      <p:cBhvr>
                                        <p:cTn id="165" dur="500"/>
                                        <p:tgtEl>
                                          <p:spTgt spid="56"/>
                                        </p:tgtEl>
                                      </p:cBhvr>
                                    </p:animEffect>
                                  </p:childTnLst>
                                </p:cTn>
                              </p:par>
                              <p:par>
                                <p:cTn id="166" presetID="49" presetClass="entr" presetSubtype="0" decel="100000" fill="hold" grpId="0" nodeType="withEffect">
                                  <p:stCondLst>
                                    <p:cond delay="0"/>
                                  </p:stCondLst>
                                  <p:childTnLst>
                                    <p:set>
                                      <p:cBhvr>
                                        <p:cTn id="167" dur="1" fill="hold">
                                          <p:stCondLst>
                                            <p:cond delay="0"/>
                                          </p:stCondLst>
                                        </p:cTn>
                                        <p:tgtEl>
                                          <p:spTgt spid="57"/>
                                        </p:tgtEl>
                                        <p:attrNameLst>
                                          <p:attrName>style.visibility</p:attrName>
                                        </p:attrNameLst>
                                      </p:cBhvr>
                                      <p:to>
                                        <p:strVal val="visible"/>
                                      </p:to>
                                    </p:set>
                                    <p:anim calcmode="lin" valueType="num">
                                      <p:cBhvr>
                                        <p:cTn id="168" dur="500" fill="hold"/>
                                        <p:tgtEl>
                                          <p:spTgt spid="57"/>
                                        </p:tgtEl>
                                        <p:attrNameLst>
                                          <p:attrName>ppt_w</p:attrName>
                                        </p:attrNameLst>
                                      </p:cBhvr>
                                      <p:tavLst>
                                        <p:tav tm="0">
                                          <p:val>
                                            <p:fltVal val="0"/>
                                          </p:val>
                                        </p:tav>
                                        <p:tav tm="100000">
                                          <p:val>
                                            <p:strVal val="#ppt_w"/>
                                          </p:val>
                                        </p:tav>
                                      </p:tavLst>
                                    </p:anim>
                                    <p:anim calcmode="lin" valueType="num">
                                      <p:cBhvr>
                                        <p:cTn id="169" dur="500" fill="hold"/>
                                        <p:tgtEl>
                                          <p:spTgt spid="57"/>
                                        </p:tgtEl>
                                        <p:attrNameLst>
                                          <p:attrName>ppt_h</p:attrName>
                                        </p:attrNameLst>
                                      </p:cBhvr>
                                      <p:tavLst>
                                        <p:tav tm="0">
                                          <p:val>
                                            <p:fltVal val="0"/>
                                          </p:val>
                                        </p:tav>
                                        <p:tav tm="100000">
                                          <p:val>
                                            <p:strVal val="#ppt_h"/>
                                          </p:val>
                                        </p:tav>
                                      </p:tavLst>
                                    </p:anim>
                                    <p:anim calcmode="lin" valueType="num">
                                      <p:cBhvr>
                                        <p:cTn id="170" dur="500" fill="hold"/>
                                        <p:tgtEl>
                                          <p:spTgt spid="57"/>
                                        </p:tgtEl>
                                        <p:attrNameLst>
                                          <p:attrName>style.rotation</p:attrName>
                                        </p:attrNameLst>
                                      </p:cBhvr>
                                      <p:tavLst>
                                        <p:tav tm="0">
                                          <p:val>
                                            <p:fltVal val="360"/>
                                          </p:val>
                                        </p:tav>
                                        <p:tav tm="100000">
                                          <p:val>
                                            <p:fltVal val="0"/>
                                          </p:val>
                                        </p:tav>
                                      </p:tavLst>
                                    </p:anim>
                                    <p:animEffect transition="in" filter="fade">
                                      <p:cBhvr>
                                        <p:cTn id="171" dur="500"/>
                                        <p:tgtEl>
                                          <p:spTgt spid="57"/>
                                        </p:tgtEl>
                                      </p:cBhvr>
                                    </p:animEffect>
                                  </p:childTnLst>
                                </p:cTn>
                              </p:par>
                              <p:par>
                                <p:cTn id="172" presetID="49" presetClass="entr" presetSubtype="0" decel="100000" fill="hold" grpId="0" nodeType="withEffect">
                                  <p:stCondLst>
                                    <p:cond delay="0"/>
                                  </p:stCondLst>
                                  <p:childTnLst>
                                    <p:set>
                                      <p:cBhvr>
                                        <p:cTn id="173" dur="1" fill="hold">
                                          <p:stCondLst>
                                            <p:cond delay="0"/>
                                          </p:stCondLst>
                                        </p:cTn>
                                        <p:tgtEl>
                                          <p:spTgt spid="264"/>
                                        </p:tgtEl>
                                        <p:attrNameLst>
                                          <p:attrName>style.visibility</p:attrName>
                                        </p:attrNameLst>
                                      </p:cBhvr>
                                      <p:to>
                                        <p:strVal val="visible"/>
                                      </p:to>
                                    </p:set>
                                    <p:anim calcmode="lin" valueType="num">
                                      <p:cBhvr>
                                        <p:cTn id="174" dur="500" fill="hold"/>
                                        <p:tgtEl>
                                          <p:spTgt spid="264"/>
                                        </p:tgtEl>
                                        <p:attrNameLst>
                                          <p:attrName>ppt_w</p:attrName>
                                        </p:attrNameLst>
                                      </p:cBhvr>
                                      <p:tavLst>
                                        <p:tav tm="0">
                                          <p:val>
                                            <p:fltVal val="0"/>
                                          </p:val>
                                        </p:tav>
                                        <p:tav tm="100000">
                                          <p:val>
                                            <p:strVal val="#ppt_w"/>
                                          </p:val>
                                        </p:tav>
                                      </p:tavLst>
                                    </p:anim>
                                    <p:anim calcmode="lin" valueType="num">
                                      <p:cBhvr>
                                        <p:cTn id="175" dur="500" fill="hold"/>
                                        <p:tgtEl>
                                          <p:spTgt spid="264"/>
                                        </p:tgtEl>
                                        <p:attrNameLst>
                                          <p:attrName>ppt_h</p:attrName>
                                        </p:attrNameLst>
                                      </p:cBhvr>
                                      <p:tavLst>
                                        <p:tav tm="0">
                                          <p:val>
                                            <p:fltVal val="0"/>
                                          </p:val>
                                        </p:tav>
                                        <p:tav tm="100000">
                                          <p:val>
                                            <p:strVal val="#ppt_h"/>
                                          </p:val>
                                        </p:tav>
                                      </p:tavLst>
                                    </p:anim>
                                    <p:anim calcmode="lin" valueType="num">
                                      <p:cBhvr>
                                        <p:cTn id="176" dur="500" fill="hold"/>
                                        <p:tgtEl>
                                          <p:spTgt spid="264"/>
                                        </p:tgtEl>
                                        <p:attrNameLst>
                                          <p:attrName>style.rotation</p:attrName>
                                        </p:attrNameLst>
                                      </p:cBhvr>
                                      <p:tavLst>
                                        <p:tav tm="0">
                                          <p:val>
                                            <p:fltVal val="360"/>
                                          </p:val>
                                        </p:tav>
                                        <p:tav tm="100000">
                                          <p:val>
                                            <p:fltVal val="0"/>
                                          </p:val>
                                        </p:tav>
                                      </p:tavLst>
                                    </p:anim>
                                    <p:animEffect transition="in" filter="fade">
                                      <p:cBhvr>
                                        <p:cTn id="177" dur="500"/>
                                        <p:tgtEl>
                                          <p:spTgt spid="264"/>
                                        </p:tgtEl>
                                      </p:cBhvr>
                                    </p:animEffect>
                                  </p:childTnLst>
                                </p:cTn>
                              </p:par>
                              <p:par>
                                <p:cTn id="178" presetID="49" presetClass="entr" presetSubtype="0" decel="100000" fill="hold" grpId="0" nodeType="withEffect">
                                  <p:stCondLst>
                                    <p:cond delay="0"/>
                                  </p:stCondLst>
                                  <p:childTnLst>
                                    <p:set>
                                      <p:cBhvr>
                                        <p:cTn id="179" dur="1" fill="hold">
                                          <p:stCondLst>
                                            <p:cond delay="0"/>
                                          </p:stCondLst>
                                        </p:cTn>
                                        <p:tgtEl>
                                          <p:spTgt spid="265"/>
                                        </p:tgtEl>
                                        <p:attrNameLst>
                                          <p:attrName>style.visibility</p:attrName>
                                        </p:attrNameLst>
                                      </p:cBhvr>
                                      <p:to>
                                        <p:strVal val="visible"/>
                                      </p:to>
                                    </p:set>
                                    <p:anim calcmode="lin" valueType="num">
                                      <p:cBhvr>
                                        <p:cTn id="180" dur="500" fill="hold"/>
                                        <p:tgtEl>
                                          <p:spTgt spid="265"/>
                                        </p:tgtEl>
                                        <p:attrNameLst>
                                          <p:attrName>ppt_w</p:attrName>
                                        </p:attrNameLst>
                                      </p:cBhvr>
                                      <p:tavLst>
                                        <p:tav tm="0">
                                          <p:val>
                                            <p:fltVal val="0"/>
                                          </p:val>
                                        </p:tav>
                                        <p:tav tm="100000">
                                          <p:val>
                                            <p:strVal val="#ppt_w"/>
                                          </p:val>
                                        </p:tav>
                                      </p:tavLst>
                                    </p:anim>
                                    <p:anim calcmode="lin" valueType="num">
                                      <p:cBhvr>
                                        <p:cTn id="181" dur="500" fill="hold"/>
                                        <p:tgtEl>
                                          <p:spTgt spid="265"/>
                                        </p:tgtEl>
                                        <p:attrNameLst>
                                          <p:attrName>ppt_h</p:attrName>
                                        </p:attrNameLst>
                                      </p:cBhvr>
                                      <p:tavLst>
                                        <p:tav tm="0">
                                          <p:val>
                                            <p:fltVal val="0"/>
                                          </p:val>
                                        </p:tav>
                                        <p:tav tm="100000">
                                          <p:val>
                                            <p:strVal val="#ppt_h"/>
                                          </p:val>
                                        </p:tav>
                                      </p:tavLst>
                                    </p:anim>
                                    <p:anim calcmode="lin" valueType="num">
                                      <p:cBhvr>
                                        <p:cTn id="182" dur="500" fill="hold"/>
                                        <p:tgtEl>
                                          <p:spTgt spid="265"/>
                                        </p:tgtEl>
                                        <p:attrNameLst>
                                          <p:attrName>style.rotation</p:attrName>
                                        </p:attrNameLst>
                                      </p:cBhvr>
                                      <p:tavLst>
                                        <p:tav tm="0">
                                          <p:val>
                                            <p:fltVal val="360"/>
                                          </p:val>
                                        </p:tav>
                                        <p:tav tm="100000">
                                          <p:val>
                                            <p:fltVal val="0"/>
                                          </p:val>
                                        </p:tav>
                                      </p:tavLst>
                                    </p:anim>
                                    <p:animEffect transition="in" filter="fade">
                                      <p:cBhvr>
                                        <p:cTn id="183" dur="500"/>
                                        <p:tgtEl>
                                          <p:spTgt spid="265"/>
                                        </p:tgtEl>
                                      </p:cBhvr>
                                    </p:animEffect>
                                  </p:childTnLst>
                                </p:cTn>
                              </p:par>
                              <p:par>
                                <p:cTn id="184" presetID="49" presetClass="entr" presetSubtype="0" decel="100000" fill="hold" grpId="0" nodeType="withEffect">
                                  <p:stCondLst>
                                    <p:cond delay="0"/>
                                  </p:stCondLst>
                                  <p:childTnLst>
                                    <p:set>
                                      <p:cBhvr>
                                        <p:cTn id="185" dur="1" fill="hold">
                                          <p:stCondLst>
                                            <p:cond delay="0"/>
                                          </p:stCondLst>
                                        </p:cTn>
                                        <p:tgtEl>
                                          <p:spTgt spid="266"/>
                                        </p:tgtEl>
                                        <p:attrNameLst>
                                          <p:attrName>style.visibility</p:attrName>
                                        </p:attrNameLst>
                                      </p:cBhvr>
                                      <p:to>
                                        <p:strVal val="visible"/>
                                      </p:to>
                                    </p:set>
                                    <p:anim calcmode="lin" valueType="num">
                                      <p:cBhvr>
                                        <p:cTn id="186" dur="500" fill="hold"/>
                                        <p:tgtEl>
                                          <p:spTgt spid="266"/>
                                        </p:tgtEl>
                                        <p:attrNameLst>
                                          <p:attrName>ppt_w</p:attrName>
                                        </p:attrNameLst>
                                      </p:cBhvr>
                                      <p:tavLst>
                                        <p:tav tm="0">
                                          <p:val>
                                            <p:fltVal val="0"/>
                                          </p:val>
                                        </p:tav>
                                        <p:tav tm="100000">
                                          <p:val>
                                            <p:strVal val="#ppt_w"/>
                                          </p:val>
                                        </p:tav>
                                      </p:tavLst>
                                    </p:anim>
                                    <p:anim calcmode="lin" valueType="num">
                                      <p:cBhvr>
                                        <p:cTn id="187" dur="500" fill="hold"/>
                                        <p:tgtEl>
                                          <p:spTgt spid="266"/>
                                        </p:tgtEl>
                                        <p:attrNameLst>
                                          <p:attrName>ppt_h</p:attrName>
                                        </p:attrNameLst>
                                      </p:cBhvr>
                                      <p:tavLst>
                                        <p:tav tm="0">
                                          <p:val>
                                            <p:fltVal val="0"/>
                                          </p:val>
                                        </p:tav>
                                        <p:tav tm="100000">
                                          <p:val>
                                            <p:strVal val="#ppt_h"/>
                                          </p:val>
                                        </p:tav>
                                      </p:tavLst>
                                    </p:anim>
                                    <p:anim calcmode="lin" valueType="num">
                                      <p:cBhvr>
                                        <p:cTn id="188" dur="500" fill="hold"/>
                                        <p:tgtEl>
                                          <p:spTgt spid="266"/>
                                        </p:tgtEl>
                                        <p:attrNameLst>
                                          <p:attrName>style.rotation</p:attrName>
                                        </p:attrNameLst>
                                      </p:cBhvr>
                                      <p:tavLst>
                                        <p:tav tm="0">
                                          <p:val>
                                            <p:fltVal val="360"/>
                                          </p:val>
                                        </p:tav>
                                        <p:tav tm="100000">
                                          <p:val>
                                            <p:fltVal val="0"/>
                                          </p:val>
                                        </p:tav>
                                      </p:tavLst>
                                    </p:anim>
                                    <p:animEffect transition="in" filter="fade">
                                      <p:cBhvr>
                                        <p:cTn id="189" dur="500"/>
                                        <p:tgtEl>
                                          <p:spTgt spid="266"/>
                                        </p:tgtEl>
                                      </p:cBhvr>
                                    </p:animEffect>
                                  </p:childTnLst>
                                </p:cTn>
                              </p:par>
                              <p:par>
                                <p:cTn id="190" presetID="49" presetClass="entr" presetSubtype="0" decel="100000" fill="hold" grpId="0" nodeType="withEffect">
                                  <p:stCondLst>
                                    <p:cond delay="0"/>
                                  </p:stCondLst>
                                  <p:childTnLst>
                                    <p:set>
                                      <p:cBhvr>
                                        <p:cTn id="191" dur="1" fill="hold">
                                          <p:stCondLst>
                                            <p:cond delay="0"/>
                                          </p:stCondLst>
                                        </p:cTn>
                                        <p:tgtEl>
                                          <p:spTgt spid="267"/>
                                        </p:tgtEl>
                                        <p:attrNameLst>
                                          <p:attrName>style.visibility</p:attrName>
                                        </p:attrNameLst>
                                      </p:cBhvr>
                                      <p:to>
                                        <p:strVal val="visible"/>
                                      </p:to>
                                    </p:set>
                                    <p:anim calcmode="lin" valueType="num">
                                      <p:cBhvr>
                                        <p:cTn id="192" dur="500" fill="hold"/>
                                        <p:tgtEl>
                                          <p:spTgt spid="267"/>
                                        </p:tgtEl>
                                        <p:attrNameLst>
                                          <p:attrName>ppt_w</p:attrName>
                                        </p:attrNameLst>
                                      </p:cBhvr>
                                      <p:tavLst>
                                        <p:tav tm="0">
                                          <p:val>
                                            <p:fltVal val="0"/>
                                          </p:val>
                                        </p:tav>
                                        <p:tav tm="100000">
                                          <p:val>
                                            <p:strVal val="#ppt_w"/>
                                          </p:val>
                                        </p:tav>
                                      </p:tavLst>
                                    </p:anim>
                                    <p:anim calcmode="lin" valueType="num">
                                      <p:cBhvr>
                                        <p:cTn id="193" dur="500" fill="hold"/>
                                        <p:tgtEl>
                                          <p:spTgt spid="267"/>
                                        </p:tgtEl>
                                        <p:attrNameLst>
                                          <p:attrName>ppt_h</p:attrName>
                                        </p:attrNameLst>
                                      </p:cBhvr>
                                      <p:tavLst>
                                        <p:tav tm="0">
                                          <p:val>
                                            <p:fltVal val="0"/>
                                          </p:val>
                                        </p:tav>
                                        <p:tav tm="100000">
                                          <p:val>
                                            <p:strVal val="#ppt_h"/>
                                          </p:val>
                                        </p:tav>
                                      </p:tavLst>
                                    </p:anim>
                                    <p:anim calcmode="lin" valueType="num">
                                      <p:cBhvr>
                                        <p:cTn id="194" dur="500" fill="hold"/>
                                        <p:tgtEl>
                                          <p:spTgt spid="267"/>
                                        </p:tgtEl>
                                        <p:attrNameLst>
                                          <p:attrName>style.rotation</p:attrName>
                                        </p:attrNameLst>
                                      </p:cBhvr>
                                      <p:tavLst>
                                        <p:tav tm="0">
                                          <p:val>
                                            <p:fltVal val="360"/>
                                          </p:val>
                                        </p:tav>
                                        <p:tav tm="100000">
                                          <p:val>
                                            <p:fltVal val="0"/>
                                          </p:val>
                                        </p:tav>
                                      </p:tavLst>
                                    </p:anim>
                                    <p:animEffect transition="in" filter="fade">
                                      <p:cBhvr>
                                        <p:cTn id="195" dur="500"/>
                                        <p:tgtEl>
                                          <p:spTgt spid="267"/>
                                        </p:tgtEl>
                                      </p:cBhvr>
                                    </p:animEffect>
                                  </p:childTnLst>
                                </p:cTn>
                              </p:par>
                              <p:par>
                                <p:cTn id="196" presetID="49" presetClass="entr" presetSubtype="0" decel="100000" fill="hold" grpId="0" nodeType="withEffect">
                                  <p:stCondLst>
                                    <p:cond delay="0"/>
                                  </p:stCondLst>
                                  <p:childTnLst>
                                    <p:set>
                                      <p:cBhvr>
                                        <p:cTn id="197" dur="1" fill="hold">
                                          <p:stCondLst>
                                            <p:cond delay="0"/>
                                          </p:stCondLst>
                                        </p:cTn>
                                        <p:tgtEl>
                                          <p:spTgt spid="268"/>
                                        </p:tgtEl>
                                        <p:attrNameLst>
                                          <p:attrName>style.visibility</p:attrName>
                                        </p:attrNameLst>
                                      </p:cBhvr>
                                      <p:to>
                                        <p:strVal val="visible"/>
                                      </p:to>
                                    </p:set>
                                    <p:anim calcmode="lin" valueType="num">
                                      <p:cBhvr>
                                        <p:cTn id="198" dur="500" fill="hold"/>
                                        <p:tgtEl>
                                          <p:spTgt spid="268"/>
                                        </p:tgtEl>
                                        <p:attrNameLst>
                                          <p:attrName>ppt_w</p:attrName>
                                        </p:attrNameLst>
                                      </p:cBhvr>
                                      <p:tavLst>
                                        <p:tav tm="0">
                                          <p:val>
                                            <p:fltVal val="0"/>
                                          </p:val>
                                        </p:tav>
                                        <p:tav tm="100000">
                                          <p:val>
                                            <p:strVal val="#ppt_w"/>
                                          </p:val>
                                        </p:tav>
                                      </p:tavLst>
                                    </p:anim>
                                    <p:anim calcmode="lin" valueType="num">
                                      <p:cBhvr>
                                        <p:cTn id="199" dur="500" fill="hold"/>
                                        <p:tgtEl>
                                          <p:spTgt spid="268"/>
                                        </p:tgtEl>
                                        <p:attrNameLst>
                                          <p:attrName>ppt_h</p:attrName>
                                        </p:attrNameLst>
                                      </p:cBhvr>
                                      <p:tavLst>
                                        <p:tav tm="0">
                                          <p:val>
                                            <p:fltVal val="0"/>
                                          </p:val>
                                        </p:tav>
                                        <p:tav tm="100000">
                                          <p:val>
                                            <p:strVal val="#ppt_h"/>
                                          </p:val>
                                        </p:tav>
                                      </p:tavLst>
                                    </p:anim>
                                    <p:anim calcmode="lin" valueType="num">
                                      <p:cBhvr>
                                        <p:cTn id="200" dur="500" fill="hold"/>
                                        <p:tgtEl>
                                          <p:spTgt spid="268"/>
                                        </p:tgtEl>
                                        <p:attrNameLst>
                                          <p:attrName>style.rotation</p:attrName>
                                        </p:attrNameLst>
                                      </p:cBhvr>
                                      <p:tavLst>
                                        <p:tav tm="0">
                                          <p:val>
                                            <p:fltVal val="360"/>
                                          </p:val>
                                        </p:tav>
                                        <p:tav tm="100000">
                                          <p:val>
                                            <p:fltVal val="0"/>
                                          </p:val>
                                        </p:tav>
                                      </p:tavLst>
                                    </p:anim>
                                    <p:animEffect transition="in" filter="fade">
                                      <p:cBhvr>
                                        <p:cTn id="201" dur="500"/>
                                        <p:tgtEl>
                                          <p:spTgt spid="2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73" grpId="0" animBg="1"/>
      <p:bldP spid="35" grpId="0" animBg="1"/>
      <p:bldP spid="37" grpId="0" animBg="1"/>
      <p:bldP spid="49" grpId="0" animBg="1"/>
      <p:bldP spid="51" grpId="0" animBg="1"/>
      <p:bldP spid="53" grpId="0" animBg="1"/>
      <p:bldP spid="54" grpId="0" animBg="1"/>
      <p:bldP spid="55" grpId="0" animBg="1"/>
      <p:bldP spid="56" grpId="0" animBg="1"/>
      <p:bldP spid="57" grpId="0" animBg="1"/>
      <p:bldP spid="264" grpId="0" animBg="1"/>
      <p:bldP spid="265" grpId="0" animBg="1"/>
      <p:bldP spid="266" grpId="0" animBg="1"/>
      <p:bldP spid="267" grpId="0" animBg="1"/>
      <p:bldP spid="268" grpId="0" animBg="1"/>
      <p:bldP spid="369" grpId="0"/>
      <p:bldP spid="374" grpId="0"/>
      <p:bldP spid="379" grpId="0" animBg="1"/>
      <p:bldP spid="381" grpId="0"/>
      <p:bldP spid="382" grpId="0"/>
      <p:bldP spid="383" grpId="0" animBg="1"/>
      <p:bldP spid="385" grpId="0"/>
      <p:bldP spid="386" grpId="0"/>
      <p:bldP spid="387" grpId="0" animBg="1"/>
      <p:bldP spid="389" grpId="0"/>
      <p:bldP spid="390" grpId="0"/>
      <p:bldP spid="391" grpId="0"/>
      <p:bldP spid="39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769876" y="189165"/>
            <a:ext cx="2622658" cy="483235"/>
          </a:xfrm>
          <a:prstGeom prst="rect">
            <a:avLst/>
          </a:prstGeom>
          <a:noFill/>
        </p:spPr>
        <p:txBody>
          <a:bodyPr wrap="square" rtlCol="0">
            <a:spAutoFit/>
          </a:bodyPr>
          <a:lstStyle/>
          <a:p>
            <a:pPr algn="ctr"/>
            <a:r>
              <a:rPr lang="zh-CN" altLang="en-US" sz="2400" b="1" dirty="0">
                <a:solidFill>
                  <a:schemeClr val="tx1">
                    <a:lumMod val="75000"/>
                    <a:lumOff val="25000"/>
                  </a:schemeClr>
                </a:solidFill>
                <a:latin typeface="微软雅黑" panose="020B0503020204020204" charset="-122"/>
                <a:ea typeface="微软雅黑" panose="020B0503020204020204" charset="-122"/>
              </a:rPr>
              <a:t>单击此处添加标题</a:t>
            </a:r>
          </a:p>
        </p:txBody>
      </p:sp>
      <p:cxnSp>
        <p:nvCxnSpPr>
          <p:cNvPr id="6" name="直接连接符 5"/>
          <p:cNvCxnSpPr/>
          <p:nvPr/>
        </p:nvCxnSpPr>
        <p:spPr>
          <a:xfrm>
            <a:off x="7392534" y="477150"/>
            <a:ext cx="4463773"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36892" y="481504"/>
            <a:ext cx="439177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3487311" y="2136539"/>
            <a:ext cx="4703318" cy="4730249"/>
            <a:chOff x="12927806" y="4486655"/>
            <a:chExt cx="7460986" cy="7503707"/>
          </a:xfrm>
        </p:grpSpPr>
        <p:sp>
          <p:nvSpPr>
            <p:cNvPr id="38" name="Freeform 767"/>
            <p:cNvSpPr>
              <a:spLocks noChangeArrowheads="1"/>
            </p:cNvSpPr>
            <p:nvPr/>
          </p:nvSpPr>
          <p:spPr bwMode="auto">
            <a:xfrm>
              <a:off x="15512288" y="8199433"/>
              <a:ext cx="2776126" cy="3790929"/>
            </a:xfrm>
            <a:custGeom>
              <a:avLst/>
              <a:gdLst>
                <a:gd name="T0" fmla="*/ 3435 w 4621"/>
                <a:gd name="T1" fmla="*/ 4364 h 6311"/>
                <a:gd name="T2" fmla="*/ 3435 w 4621"/>
                <a:gd name="T3" fmla="*/ 4364 h 6311"/>
                <a:gd name="T4" fmla="*/ 3807 w 4621"/>
                <a:gd name="T5" fmla="*/ 2758 h 6311"/>
                <a:gd name="T6" fmla="*/ 4223 w 4621"/>
                <a:gd name="T7" fmla="*/ 1830 h 6311"/>
                <a:gd name="T8" fmla="*/ 4568 w 4621"/>
                <a:gd name="T9" fmla="*/ 1075 h 6311"/>
                <a:gd name="T10" fmla="*/ 3922 w 4621"/>
                <a:gd name="T11" fmla="*/ 1702 h 6311"/>
                <a:gd name="T12" fmla="*/ 3410 w 4621"/>
                <a:gd name="T13" fmla="*/ 2150 h 6311"/>
                <a:gd name="T14" fmla="*/ 3608 w 4621"/>
                <a:gd name="T15" fmla="*/ 1299 h 6311"/>
                <a:gd name="T16" fmla="*/ 3698 w 4621"/>
                <a:gd name="T17" fmla="*/ 307 h 6311"/>
                <a:gd name="T18" fmla="*/ 3192 w 4621"/>
                <a:gd name="T19" fmla="*/ 1356 h 6311"/>
                <a:gd name="T20" fmla="*/ 2834 w 4621"/>
                <a:gd name="T21" fmla="*/ 1887 h 6311"/>
                <a:gd name="T22" fmla="*/ 2726 w 4621"/>
                <a:gd name="T23" fmla="*/ 1030 h 6311"/>
                <a:gd name="T24" fmla="*/ 2566 w 4621"/>
                <a:gd name="T25" fmla="*/ 6 h 6311"/>
                <a:gd name="T26" fmla="*/ 2304 w 4621"/>
                <a:gd name="T27" fmla="*/ 960 h 6311"/>
                <a:gd name="T28" fmla="*/ 2297 w 4621"/>
                <a:gd name="T29" fmla="*/ 1856 h 6311"/>
                <a:gd name="T30" fmla="*/ 1862 w 4621"/>
                <a:gd name="T31" fmla="*/ 979 h 6311"/>
                <a:gd name="T32" fmla="*/ 1337 w 4621"/>
                <a:gd name="T33" fmla="*/ 281 h 6311"/>
                <a:gd name="T34" fmla="*/ 1600 w 4621"/>
                <a:gd name="T35" fmla="*/ 1689 h 6311"/>
                <a:gd name="T36" fmla="*/ 1677 w 4621"/>
                <a:gd name="T37" fmla="*/ 2720 h 6311"/>
                <a:gd name="T38" fmla="*/ 915 w 4621"/>
                <a:gd name="T39" fmla="*/ 2585 h 6311"/>
                <a:gd name="T40" fmla="*/ 147 w 4621"/>
                <a:gd name="T41" fmla="*/ 2540 h 6311"/>
                <a:gd name="T42" fmla="*/ 153 w 4621"/>
                <a:gd name="T43" fmla="*/ 2848 h 6311"/>
                <a:gd name="T44" fmla="*/ 608 w 4621"/>
                <a:gd name="T45" fmla="*/ 3020 h 6311"/>
                <a:gd name="T46" fmla="*/ 1382 w 4621"/>
                <a:gd name="T47" fmla="*/ 3686 h 6311"/>
                <a:gd name="T48" fmla="*/ 1990 w 4621"/>
                <a:gd name="T49" fmla="*/ 4313 h 6311"/>
                <a:gd name="T50" fmla="*/ 2086 w 4621"/>
                <a:gd name="T51" fmla="*/ 5420 h 6311"/>
                <a:gd name="T52" fmla="*/ 2080 w 4621"/>
                <a:gd name="T53" fmla="*/ 6310 h 6311"/>
                <a:gd name="T54" fmla="*/ 3333 w 4621"/>
                <a:gd name="T55" fmla="*/ 6310 h 6311"/>
                <a:gd name="T56" fmla="*/ 3435 w 4621"/>
                <a:gd name="T57" fmla="*/ 4364 h 6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621" h="6311">
                  <a:moveTo>
                    <a:pt x="3435" y="4364"/>
                  </a:moveTo>
                  <a:lnTo>
                    <a:pt x="3435" y="4364"/>
                  </a:lnTo>
                  <a:cubicBezTo>
                    <a:pt x="3794" y="3641"/>
                    <a:pt x="3730" y="3161"/>
                    <a:pt x="3807" y="2758"/>
                  </a:cubicBezTo>
                  <a:cubicBezTo>
                    <a:pt x="3884" y="2355"/>
                    <a:pt x="4108" y="1996"/>
                    <a:pt x="4223" y="1830"/>
                  </a:cubicBezTo>
                  <a:cubicBezTo>
                    <a:pt x="4363" y="1631"/>
                    <a:pt x="4620" y="1196"/>
                    <a:pt x="4568" y="1075"/>
                  </a:cubicBezTo>
                  <a:cubicBezTo>
                    <a:pt x="4466" y="832"/>
                    <a:pt x="4140" y="1395"/>
                    <a:pt x="3922" y="1702"/>
                  </a:cubicBezTo>
                  <a:cubicBezTo>
                    <a:pt x="3698" y="2003"/>
                    <a:pt x="3487" y="2163"/>
                    <a:pt x="3410" y="2150"/>
                  </a:cubicBezTo>
                  <a:cubicBezTo>
                    <a:pt x="3340" y="2131"/>
                    <a:pt x="3493" y="1696"/>
                    <a:pt x="3608" y="1299"/>
                  </a:cubicBezTo>
                  <a:cubicBezTo>
                    <a:pt x="3800" y="646"/>
                    <a:pt x="3909" y="358"/>
                    <a:pt x="3698" y="307"/>
                  </a:cubicBezTo>
                  <a:cubicBezTo>
                    <a:pt x="3442" y="249"/>
                    <a:pt x="3333" y="966"/>
                    <a:pt x="3192" y="1356"/>
                  </a:cubicBezTo>
                  <a:cubicBezTo>
                    <a:pt x="3058" y="1715"/>
                    <a:pt x="2968" y="1900"/>
                    <a:pt x="2834" y="1887"/>
                  </a:cubicBezTo>
                  <a:cubicBezTo>
                    <a:pt x="2776" y="1881"/>
                    <a:pt x="2739" y="1606"/>
                    <a:pt x="2726" y="1030"/>
                  </a:cubicBezTo>
                  <a:cubicBezTo>
                    <a:pt x="2713" y="185"/>
                    <a:pt x="2694" y="0"/>
                    <a:pt x="2566" y="6"/>
                  </a:cubicBezTo>
                  <a:cubicBezTo>
                    <a:pt x="2265" y="19"/>
                    <a:pt x="2323" y="524"/>
                    <a:pt x="2304" y="960"/>
                  </a:cubicBezTo>
                  <a:cubicBezTo>
                    <a:pt x="2291" y="1395"/>
                    <a:pt x="2336" y="1843"/>
                    <a:pt x="2297" y="1856"/>
                  </a:cubicBezTo>
                  <a:cubicBezTo>
                    <a:pt x="2137" y="1932"/>
                    <a:pt x="2022" y="1382"/>
                    <a:pt x="1862" y="979"/>
                  </a:cubicBezTo>
                  <a:cubicBezTo>
                    <a:pt x="1702" y="582"/>
                    <a:pt x="1587" y="19"/>
                    <a:pt x="1337" y="281"/>
                  </a:cubicBezTo>
                  <a:cubicBezTo>
                    <a:pt x="1165" y="467"/>
                    <a:pt x="1408" y="1222"/>
                    <a:pt x="1600" y="1689"/>
                  </a:cubicBezTo>
                  <a:cubicBezTo>
                    <a:pt x="1785" y="2150"/>
                    <a:pt x="1869" y="2527"/>
                    <a:pt x="1677" y="2720"/>
                  </a:cubicBezTo>
                  <a:cubicBezTo>
                    <a:pt x="1408" y="2982"/>
                    <a:pt x="1229" y="2783"/>
                    <a:pt x="915" y="2585"/>
                  </a:cubicBezTo>
                  <a:cubicBezTo>
                    <a:pt x="595" y="2387"/>
                    <a:pt x="294" y="2374"/>
                    <a:pt x="147" y="2540"/>
                  </a:cubicBezTo>
                  <a:cubicBezTo>
                    <a:pt x="0" y="2713"/>
                    <a:pt x="70" y="2879"/>
                    <a:pt x="153" y="2848"/>
                  </a:cubicBezTo>
                  <a:cubicBezTo>
                    <a:pt x="237" y="2816"/>
                    <a:pt x="352" y="2854"/>
                    <a:pt x="608" y="3020"/>
                  </a:cubicBezTo>
                  <a:cubicBezTo>
                    <a:pt x="864" y="3187"/>
                    <a:pt x="998" y="3462"/>
                    <a:pt x="1382" y="3686"/>
                  </a:cubicBezTo>
                  <a:cubicBezTo>
                    <a:pt x="1772" y="3910"/>
                    <a:pt x="1881" y="4044"/>
                    <a:pt x="1990" y="4313"/>
                  </a:cubicBezTo>
                  <a:cubicBezTo>
                    <a:pt x="2099" y="4582"/>
                    <a:pt x="2086" y="5420"/>
                    <a:pt x="2086" y="5420"/>
                  </a:cubicBezTo>
                  <a:cubicBezTo>
                    <a:pt x="2086" y="5715"/>
                    <a:pt x="2086" y="6009"/>
                    <a:pt x="2080" y="6310"/>
                  </a:cubicBezTo>
                  <a:cubicBezTo>
                    <a:pt x="3333" y="6310"/>
                    <a:pt x="3333" y="6310"/>
                    <a:pt x="3333" y="6310"/>
                  </a:cubicBezTo>
                  <a:cubicBezTo>
                    <a:pt x="3378" y="5126"/>
                    <a:pt x="3435" y="4364"/>
                    <a:pt x="3435" y="4364"/>
                  </a:cubicBezTo>
                </a:path>
              </a:pathLst>
            </a:custGeom>
            <a:solidFill>
              <a:srgbClr val="7C7879"/>
            </a:solidFill>
            <a:ln>
              <a:noFill/>
            </a:ln>
            <a:effectLst/>
          </p:spPr>
          <p:txBody>
            <a:bodyPr wrap="none" anchor="ctr"/>
            <a:lstStyle/>
            <a:p>
              <a:endParaRPr lang="en-US" sz="1800" dirty="0">
                <a:latin typeface="微软雅黑" panose="020B0503020204020204" charset="-122"/>
              </a:endParaRPr>
            </a:p>
          </p:txBody>
        </p:sp>
        <p:sp>
          <p:nvSpPr>
            <p:cNvPr id="39" name="Freeform 768"/>
            <p:cNvSpPr>
              <a:spLocks noChangeArrowheads="1"/>
            </p:cNvSpPr>
            <p:nvPr/>
          </p:nvSpPr>
          <p:spPr bwMode="auto">
            <a:xfrm>
              <a:off x="12927806" y="7143614"/>
              <a:ext cx="2837051" cy="2249125"/>
            </a:xfrm>
            <a:custGeom>
              <a:avLst/>
              <a:gdLst>
                <a:gd name="T0" fmla="*/ 2771 w 4724"/>
                <a:gd name="T1" fmla="*/ 0 h 3745"/>
                <a:gd name="T2" fmla="*/ 2771 w 4724"/>
                <a:gd name="T3" fmla="*/ 0 h 3745"/>
                <a:gd name="T4" fmla="*/ 1651 w 4724"/>
                <a:gd name="T5" fmla="*/ 198 h 3745"/>
                <a:gd name="T6" fmla="*/ 614 w 4724"/>
                <a:gd name="T7" fmla="*/ 2439 h 3745"/>
                <a:gd name="T8" fmla="*/ 2112 w 4724"/>
                <a:gd name="T9" fmla="*/ 3303 h 3745"/>
                <a:gd name="T10" fmla="*/ 2566 w 4724"/>
                <a:gd name="T11" fmla="*/ 3258 h 3745"/>
                <a:gd name="T12" fmla="*/ 4090 w 4724"/>
                <a:gd name="T13" fmla="*/ 3744 h 3745"/>
                <a:gd name="T14" fmla="*/ 4416 w 4724"/>
                <a:gd name="T15" fmla="*/ 3725 h 3745"/>
                <a:gd name="T16" fmla="*/ 3622 w 4724"/>
                <a:gd name="T17" fmla="*/ 2829 h 3745"/>
                <a:gd name="T18" fmla="*/ 4358 w 4724"/>
                <a:gd name="T19" fmla="*/ 1159 h 3745"/>
                <a:gd name="T20" fmla="*/ 2771 w 4724"/>
                <a:gd name="T21" fmla="*/ 0 h 37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724" h="3745">
                  <a:moveTo>
                    <a:pt x="2771" y="0"/>
                  </a:moveTo>
                  <a:lnTo>
                    <a:pt x="2771" y="0"/>
                  </a:lnTo>
                  <a:cubicBezTo>
                    <a:pt x="2349" y="0"/>
                    <a:pt x="1933" y="103"/>
                    <a:pt x="1651" y="198"/>
                  </a:cubicBezTo>
                  <a:cubicBezTo>
                    <a:pt x="928" y="454"/>
                    <a:pt x="0" y="1274"/>
                    <a:pt x="614" y="2439"/>
                  </a:cubicBezTo>
                  <a:cubicBezTo>
                    <a:pt x="998" y="3168"/>
                    <a:pt x="1664" y="3303"/>
                    <a:pt x="2112" y="3303"/>
                  </a:cubicBezTo>
                  <a:cubicBezTo>
                    <a:pt x="2381" y="3303"/>
                    <a:pt x="2566" y="3258"/>
                    <a:pt x="2566" y="3258"/>
                  </a:cubicBezTo>
                  <a:cubicBezTo>
                    <a:pt x="3014" y="3674"/>
                    <a:pt x="3693" y="3744"/>
                    <a:pt x="4090" y="3744"/>
                  </a:cubicBezTo>
                  <a:cubicBezTo>
                    <a:pt x="4288" y="3744"/>
                    <a:pt x="4416" y="3725"/>
                    <a:pt x="4416" y="3725"/>
                  </a:cubicBezTo>
                  <a:cubicBezTo>
                    <a:pt x="3347" y="3072"/>
                    <a:pt x="3622" y="2829"/>
                    <a:pt x="3622" y="2829"/>
                  </a:cubicBezTo>
                  <a:cubicBezTo>
                    <a:pt x="3622" y="2829"/>
                    <a:pt x="4723" y="2637"/>
                    <a:pt x="4358" y="1159"/>
                  </a:cubicBezTo>
                  <a:cubicBezTo>
                    <a:pt x="4141" y="250"/>
                    <a:pt x="3443" y="0"/>
                    <a:pt x="2771" y="0"/>
                  </a:cubicBezTo>
                </a:path>
              </a:pathLst>
            </a:custGeom>
            <a:solidFill>
              <a:schemeClr val="accent1">
                <a:alpha val="80000"/>
              </a:schemeClr>
            </a:solidFill>
            <a:ln>
              <a:noFill/>
            </a:ln>
            <a:effectLst/>
          </p:spPr>
          <p:txBody>
            <a:bodyPr wrap="none" anchor="ctr"/>
            <a:lstStyle/>
            <a:p>
              <a:endParaRPr lang="en-US" sz="1800" dirty="0">
                <a:latin typeface="微软雅黑" panose="020B0503020204020204" charset="-122"/>
              </a:endParaRPr>
            </a:p>
          </p:txBody>
        </p:sp>
        <p:sp>
          <p:nvSpPr>
            <p:cNvPr id="40" name="Freeform 769"/>
            <p:cNvSpPr>
              <a:spLocks noChangeArrowheads="1"/>
            </p:cNvSpPr>
            <p:nvPr/>
          </p:nvSpPr>
          <p:spPr bwMode="auto">
            <a:xfrm>
              <a:off x="13247415" y="4486655"/>
              <a:ext cx="4529746" cy="3867755"/>
            </a:xfrm>
            <a:custGeom>
              <a:avLst/>
              <a:gdLst>
                <a:gd name="T0" fmla="*/ 4653 w 7540"/>
                <a:gd name="T1" fmla="*/ 0 h 6439"/>
                <a:gd name="T2" fmla="*/ 4653 w 7540"/>
                <a:gd name="T3" fmla="*/ 0 h 6439"/>
                <a:gd name="T4" fmla="*/ 3014 w 7540"/>
                <a:gd name="T5" fmla="*/ 454 h 6439"/>
                <a:gd name="T6" fmla="*/ 1408 w 7540"/>
                <a:gd name="T7" fmla="*/ 4684 h 6439"/>
                <a:gd name="T8" fmla="*/ 3200 w 7540"/>
                <a:gd name="T9" fmla="*/ 5823 h 6439"/>
                <a:gd name="T10" fmla="*/ 4166 w 7540"/>
                <a:gd name="T11" fmla="*/ 5497 h 6439"/>
                <a:gd name="T12" fmla="*/ 4307 w 7540"/>
                <a:gd name="T13" fmla="*/ 5471 h 6439"/>
                <a:gd name="T14" fmla="*/ 4870 w 7540"/>
                <a:gd name="T15" fmla="*/ 6438 h 6439"/>
                <a:gd name="T16" fmla="*/ 5517 w 7540"/>
                <a:gd name="T17" fmla="*/ 4793 h 6439"/>
                <a:gd name="T18" fmla="*/ 6765 w 7540"/>
                <a:gd name="T19" fmla="*/ 1484 h 6439"/>
                <a:gd name="T20" fmla="*/ 4653 w 7540"/>
                <a:gd name="T21" fmla="*/ 0 h 6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540" h="6439">
                  <a:moveTo>
                    <a:pt x="4653" y="0"/>
                  </a:moveTo>
                  <a:lnTo>
                    <a:pt x="4653" y="0"/>
                  </a:lnTo>
                  <a:cubicBezTo>
                    <a:pt x="4051" y="0"/>
                    <a:pt x="3456" y="198"/>
                    <a:pt x="3014" y="454"/>
                  </a:cubicBezTo>
                  <a:cubicBezTo>
                    <a:pt x="1978" y="1062"/>
                    <a:pt x="0" y="2745"/>
                    <a:pt x="1408" y="4684"/>
                  </a:cubicBezTo>
                  <a:cubicBezTo>
                    <a:pt x="2061" y="5580"/>
                    <a:pt x="2701" y="5823"/>
                    <a:pt x="3200" y="5823"/>
                  </a:cubicBezTo>
                  <a:cubicBezTo>
                    <a:pt x="3776" y="5823"/>
                    <a:pt x="4166" y="5497"/>
                    <a:pt x="4166" y="5497"/>
                  </a:cubicBezTo>
                  <a:cubicBezTo>
                    <a:pt x="4166" y="5497"/>
                    <a:pt x="4224" y="5471"/>
                    <a:pt x="4307" y="5471"/>
                  </a:cubicBezTo>
                  <a:cubicBezTo>
                    <a:pt x="4486" y="5471"/>
                    <a:pt x="4781" y="5599"/>
                    <a:pt x="4870" y="6438"/>
                  </a:cubicBezTo>
                  <a:cubicBezTo>
                    <a:pt x="4870" y="6438"/>
                    <a:pt x="5721" y="5363"/>
                    <a:pt x="5517" y="4793"/>
                  </a:cubicBezTo>
                  <a:cubicBezTo>
                    <a:pt x="5517" y="4793"/>
                    <a:pt x="7539" y="3411"/>
                    <a:pt x="6765" y="1484"/>
                  </a:cubicBezTo>
                  <a:cubicBezTo>
                    <a:pt x="6317" y="377"/>
                    <a:pt x="5478" y="0"/>
                    <a:pt x="4653" y="0"/>
                  </a:cubicBezTo>
                </a:path>
              </a:pathLst>
            </a:custGeom>
            <a:solidFill>
              <a:schemeClr val="accent2">
                <a:alpha val="80000"/>
              </a:schemeClr>
            </a:solidFill>
            <a:ln>
              <a:noFill/>
            </a:ln>
            <a:effectLst/>
          </p:spPr>
          <p:txBody>
            <a:bodyPr wrap="none" anchor="ctr"/>
            <a:lstStyle/>
            <a:p>
              <a:endParaRPr lang="en-US" sz="1800" dirty="0">
                <a:latin typeface="微软雅黑" panose="020B0503020204020204" charset="-122"/>
              </a:endParaRPr>
            </a:p>
          </p:txBody>
        </p:sp>
        <p:sp>
          <p:nvSpPr>
            <p:cNvPr id="41" name="Freeform 770"/>
            <p:cNvSpPr>
              <a:spLocks noChangeArrowheads="1"/>
            </p:cNvSpPr>
            <p:nvPr/>
          </p:nvSpPr>
          <p:spPr bwMode="auto">
            <a:xfrm>
              <a:off x="15493488" y="4820851"/>
              <a:ext cx="3374793" cy="3184275"/>
            </a:xfrm>
            <a:custGeom>
              <a:avLst/>
              <a:gdLst>
                <a:gd name="T0" fmla="*/ 3040 w 5620"/>
                <a:gd name="T1" fmla="*/ 0 h 5300"/>
                <a:gd name="T2" fmla="*/ 3040 w 5620"/>
                <a:gd name="T3" fmla="*/ 0 h 5300"/>
                <a:gd name="T4" fmla="*/ 1459 w 5620"/>
                <a:gd name="T5" fmla="*/ 378 h 5300"/>
                <a:gd name="T6" fmla="*/ 576 w 5620"/>
                <a:gd name="T7" fmla="*/ 2873 h 5300"/>
                <a:gd name="T8" fmla="*/ 2739 w 5620"/>
                <a:gd name="T9" fmla="*/ 4505 h 5300"/>
                <a:gd name="T10" fmla="*/ 2758 w 5620"/>
                <a:gd name="T11" fmla="*/ 4505 h 5300"/>
                <a:gd name="T12" fmla="*/ 2349 w 5620"/>
                <a:gd name="T13" fmla="*/ 5299 h 5300"/>
                <a:gd name="T14" fmla="*/ 5516 w 5620"/>
                <a:gd name="T15" fmla="*/ 2118 h 5300"/>
                <a:gd name="T16" fmla="*/ 3040 w 5620"/>
                <a:gd name="T17" fmla="*/ 0 h 5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20" h="5300">
                  <a:moveTo>
                    <a:pt x="3040" y="0"/>
                  </a:moveTo>
                  <a:lnTo>
                    <a:pt x="3040" y="0"/>
                  </a:lnTo>
                  <a:cubicBezTo>
                    <a:pt x="2483" y="0"/>
                    <a:pt x="1913" y="134"/>
                    <a:pt x="1459" y="378"/>
                  </a:cubicBezTo>
                  <a:cubicBezTo>
                    <a:pt x="0" y="1152"/>
                    <a:pt x="576" y="2873"/>
                    <a:pt x="576" y="2873"/>
                  </a:cubicBezTo>
                  <a:cubicBezTo>
                    <a:pt x="857" y="4461"/>
                    <a:pt x="2540" y="4505"/>
                    <a:pt x="2739" y="4505"/>
                  </a:cubicBezTo>
                  <a:cubicBezTo>
                    <a:pt x="2752" y="4505"/>
                    <a:pt x="2758" y="4505"/>
                    <a:pt x="2758" y="4505"/>
                  </a:cubicBezTo>
                  <a:cubicBezTo>
                    <a:pt x="2688" y="4858"/>
                    <a:pt x="2349" y="5299"/>
                    <a:pt x="2349" y="5299"/>
                  </a:cubicBezTo>
                  <a:cubicBezTo>
                    <a:pt x="2617" y="5299"/>
                    <a:pt x="5619" y="4294"/>
                    <a:pt x="5516" y="2118"/>
                  </a:cubicBezTo>
                  <a:cubicBezTo>
                    <a:pt x="5440" y="627"/>
                    <a:pt x="4249" y="0"/>
                    <a:pt x="3040" y="0"/>
                  </a:cubicBezTo>
                </a:path>
              </a:pathLst>
            </a:custGeom>
            <a:solidFill>
              <a:schemeClr val="accent3">
                <a:alpha val="80000"/>
              </a:schemeClr>
            </a:solidFill>
            <a:ln>
              <a:noFill/>
            </a:ln>
            <a:effectLst/>
          </p:spPr>
          <p:txBody>
            <a:bodyPr wrap="none" anchor="ctr"/>
            <a:lstStyle/>
            <a:p>
              <a:endParaRPr lang="en-US" sz="1800" dirty="0">
                <a:latin typeface="微软雅黑" panose="020B0503020204020204" charset="-122"/>
              </a:endParaRPr>
            </a:p>
          </p:txBody>
        </p:sp>
        <p:sp>
          <p:nvSpPr>
            <p:cNvPr id="42" name="Freeform 771"/>
            <p:cNvSpPr>
              <a:spLocks noChangeArrowheads="1"/>
            </p:cNvSpPr>
            <p:nvPr/>
          </p:nvSpPr>
          <p:spPr bwMode="auto">
            <a:xfrm>
              <a:off x="17347770" y="6078792"/>
              <a:ext cx="3041022" cy="2275618"/>
            </a:xfrm>
            <a:custGeom>
              <a:avLst/>
              <a:gdLst>
                <a:gd name="T0" fmla="*/ 2279 w 5064"/>
                <a:gd name="T1" fmla="*/ 0 h 3789"/>
                <a:gd name="T2" fmla="*/ 2279 w 5064"/>
                <a:gd name="T3" fmla="*/ 0 h 3789"/>
                <a:gd name="T4" fmla="*/ 1210 w 5064"/>
                <a:gd name="T5" fmla="*/ 3123 h 3789"/>
                <a:gd name="T6" fmla="*/ 692 w 5064"/>
                <a:gd name="T7" fmla="*/ 3532 h 3789"/>
                <a:gd name="T8" fmla="*/ 2112 w 5064"/>
                <a:gd name="T9" fmla="*/ 3788 h 3789"/>
                <a:gd name="T10" fmla="*/ 3373 w 5064"/>
                <a:gd name="T11" fmla="*/ 3570 h 3789"/>
                <a:gd name="T12" fmla="*/ 4717 w 5064"/>
                <a:gd name="T13" fmla="*/ 2445 h 3789"/>
                <a:gd name="T14" fmla="*/ 2426 w 5064"/>
                <a:gd name="T15" fmla="*/ 7 h 3789"/>
                <a:gd name="T16" fmla="*/ 2279 w 5064"/>
                <a:gd name="T17" fmla="*/ 0 h 3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64" h="3789">
                  <a:moveTo>
                    <a:pt x="2279" y="0"/>
                  </a:moveTo>
                  <a:lnTo>
                    <a:pt x="2279" y="0"/>
                  </a:lnTo>
                  <a:cubicBezTo>
                    <a:pt x="167" y="0"/>
                    <a:pt x="0" y="2285"/>
                    <a:pt x="1210" y="3123"/>
                  </a:cubicBezTo>
                  <a:cubicBezTo>
                    <a:pt x="1210" y="3123"/>
                    <a:pt x="1005" y="3494"/>
                    <a:pt x="692" y="3532"/>
                  </a:cubicBezTo>
                  <a:cubicBezTo>
                    <a:pt x="692" y="3532"/>
                    <a:pt x="1293" y="3788"/>
                    <a:pt x="2112" y="3788"/>
                  </a:cubicBezTo>
                  <a:cubicBezTo>
                    <a:pt x="2496" y="3788"/>
                    <a:pt x="2931" y="3730"/>
                    <a:pt x="3373" y="3570"/>
                  </a:cubicBezTo>
                  <a:cubicBezTo>
                    <a:pt x="3373" y="3570"/>
                    <a:pt x="4378" y="3327"/>
                    <a:pt x="4717" y="2445"/>
                  </a:cubicBezTo>
                  <a:cubicBezTo>
                    <a:pt x="5063" y="1562"/>
                    <a:pt x="4672" y="109"/>
                    <a:pt x="2426" y="7"/>
                  </a:cubicBezTo>
                  <a:cubicBezTo>
                    <a:pt x="2375" y="7"/>
                    <a:pt x="2330" y="0"/>
                    <a:pt x="2279" y="0"/>
                  </a:cubicBezTo>
                </a:path>
              </a:pathLst>
            </a:custGeom>
            <a:solidFill>
              <a:schemeClr val="accent4">
                <a:alpha val="80000"/>
              </a:schemeClr>
            </a:solidFill>
            <a:ln>
              <a:noFill/>
            </a:ln>
            <a:effectLst/>
          </p:spPr>
          <p:txBody>
            <a:bodyPr wrap="none" anchor="ctr"/>
            <a:lstStyle/>
            <a:p>
              <a:endParaRPr lang="en-US" sz="1800" dirty="0">
                <a:latin typeface="微软雅黑" panose="020B0503020204020204" charset="-122"/>
              </a:endParaRPr>
            </a:p>
          </p:txBody>
        </p:sp>
        <p:sp>
          <p:nvSpPr>
            <p:cNvPr id="43" name="Freeform 772"/>
            <p:cNvSpPr>
              <a:spLocks noChangeArrowheads="1"/>
            </p:cNvSpPr>
            <p:nvPr/>
          </p:nvSpPr>
          <p:spPr bwMode="auto">
            <a:xfrm>
              <a:off x="18332974" y="7560513"/>
              <a:ext cx="1920506" cy="1499417"/>
            </a:xfrm>
            <a:custGeom>
              <a:avLst/>
              <a:gdLst>
                <a:gd name="T0" fmla="*/ 1293 w 3195"/>
                <a:gd name="T1" fmla="*/ 0 h 2497"/>
                <a:gd name="T2" fmla="*/ 1293 w 3195"/>
                <a:gd name="T3" fmla="*/ 0 h 2497"/>
                <a:gd name="T4" fmla="*/ 262 w 3195"/>
                <a:gd name="T5" fmla="*/ 711 h 2497"/>
                <a:gd name="T6" fmla="*/ 474 w 3195"/>
                <a:gd name="T7" fmla="*/ 1856 h 2497"/>
                <a:gd name="T8" fmla="*/ 77 w 3195"/>
                <a:gd name="T9" fmla="*/ 2067 h 2497"/>
                <a:gd name="T10" fmla="*/ 1350 w 3195"/>
                <a:gd name="T11" fmla="*/ 2496 h 2497"/>
                <a:gd name="T12" fmla="*/ 2221 w 3195"/>
                <a:gd name="T13" fmla="*/ 2195 h 2497"/>
                <a:gd name="T14" fmla="*/ 1984 w 3195"/>
                <a:gd name="T15" fmla="*/ 147 h 2497"/>
                <a:gd name="T16" fmla="*/ 1293 w 3195"/>
                <a:gd name="T17" fmla="*/ 0 h 2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95" h="2497">
                  <a:moveTo>
                    <a:pt x="1293" y="0"/>
                  </a:moveTo>
                  <a:lnTo>
                    <a:pt x="1293" y="0"/>
                  </a:lnTo>
                  <a:cubicBezTo>
                    <a:pt x="832" y="0"/>
                    <a:pt x="442" y="231"/>
                    <a:pt x="262" y="711"/>
                  </a:cubicBezTo>
                  <a:cubicBezTo>
                    <a:pt x="0" y="1415"/>
                    <a:pt x="474" y="1856"/>
                    <a:pt x="474" y="1856"/>
                  </a:cubicBezTo>
                  <a:cubicBezTo>
                    <a:pt x="422" y="2061"/>
                    <a:pt x="77" y="2067"/>
                    <a:pt x="77" y="2067"/>
                  </a:cubicBezTo>
                  <a:cubicBezTo>
                    <a:pt x="77" y="2067"/>
                    <a:pt x="672" y="2496"/>
                    <a:pt x="1350" y="2496"/>
                  </a:cubicBezTo>
                  <a:cubicBezTo>
                    <a:pt x="1638" y="2496"/>
                    <a:pt x="1939" y="2419"/>
                    <a:pt x="2221" y="2195"/>
                  </a:cubicBezTo>
                  <a:cubicBezTo>
                    <a:pt x="3194" y="1018"/>
                    <a:pt x="2720" y="455"/>
                    <a:pt x="1984" y="147"/>
                  </a:cubicBezTo>
                  <a:cubicBezTo>
                    <a:pt x="1747" y="51"/>
                    <a:pt x="1510" y="0"/>
                    <a:pt x="1293" y="0"/>
                  </a:cubicBezTo>
                </a:path>
              </a:pathLst>
            </a:custGeom>
            <a:solidFill>
              <a:schemeClr val="accent5">
                <a:alpha val="80000"/>
              </a:schemeClr>
            </a:solidFill>
            <a:ln>
              <a:noFill/>
            </a:ln>
            <a:effectLst/>
          </p:spPr>
          <p:txBody>
            <a:bodyPr wrap="none" anchor="ctr"/>
            <a:lstStyle/>
            <a:p>
              <a:endParaRPr lang="en-US" sz="1800" dirty="0">
                <a:latin typeface="微软雅黑" panose="020B0503020204020204" charset="-122"/>
              </a:endParaRPr>
            </a:p>
          </p:txBody>
        </p:sp>
      </p:grpSp>
      <p:sp>
        <p:nvSpPr>
          <p:cNvPr id="53" name="Rectangle 1"/>
          <p:cNvSpPr/>
          <p:nvPr/>
        </p:nvSpPr>
        <p:spPr bwMode="auto">
          <a:xfrm>
            <a:off x="8732030" y="3704838"/>
            <a:ext cx="1652197" cy="444580"/>
          </a:xfrm>
          <a:prstGeom prst="rect">
            <a:avLst/>
          </a:prstGeom>
          <a:solidFill>
            <a:schemeClr val="accent4"/>
          </a:solidFill>
          <a:ln w="25400">
            <a:noFill/>
            <a:miter lim="800000"/>
          </a:ln>
        </p:spPr>
        <p:txBody>
          <a:bodyPr lIns="0" tIns="0" rIns="0" bIns="0"/>
          <a:lstStyle/>
          <a:p>
            <a:endParaRPr lang="en-US" sz="700" dirty="0">
              <a:latin typeface="微软雅黑" panose="020B0503020204020204" charset="-122"/>
            </a:endParaRPr>
          </a:p>
        </p:txBody>
      </p:sp>
      <p:sp>
        <p:nvSpPr>
          <p:cNvPr id="54" name="Rectangle 1"/>
          <p:cNvSpPr/>
          <p:nvPr/>
        </p:nvSpPr>
        <p:spPr bwMode="auto">
          <a:xfrm>
            <a:off x="8732030" y="4149419"/>
            <a:ext cx="1652197" cy="1368847"/>
          </a:xfrm>
          <a:prstGeom prst="rect">
            <a:avLst/>
          </a:prstGeom>
          <a:solidFill>
            <a:schemeClr val="bg1">
              <a:lumMod val="85000"/>
            </a:schemeClr>
          </a:solidFill>
          <a:ln w="25400">
            <a:noFill/>
            <a:miter lim="800000"/>
          </a:ln>
        </p:spPr>
        <p:txBody>
          <a:bodyPr lIns="0" tIns="0" rIns="0" bIns="0"/>
          <a:lstStyle/>
          <a:p>
            <a:endParaRPr lang="en-US" sz="700" dirty="0">
              <a:solidFill>
                <a:schemeClr val="tx2"/>
              </a:solidFill>
              <a:latin typeface="微软雅黑" panose="020B0503020204020204" charset="-122"/>
            </a:endParaRPr>
          </a:p>
        </p:txBody>
      </p:sp>
      <p:sp>
        <p:nvSpPr>
          <p:cNvPr id="64" name="TextBox 63"/>
          <p:cNvSpPr txBox="1"/>
          <p:nvPr/>
        </p:nvSpPr>
        <p:spPr>
          <a:xfrm>
            <a:off x="9012608" y="3728459"/>
            <a:ext cx="1198880" cy="417830"/>
          </a:xfrm>
          <a:prstGeom prst="rect">
            <a:avLst/>
          </a:prstGeom>
          <a:noFill/>
        </p:spPr>
        <p:txBody>
          <a:bodyPr wrap="none" rtlCol="0">
            <a:spAutoFit/>
          </a:bodyPr>
          <a:lstStyle/>
          <a:p>
            <a:pPr algn="ctr"/>
            <a:r>
              <a:rPr lang="id-ID" sz="2000" dirty="0">
                <a:solidFill>
                  <a:schemeClr val="bg1"/>
                </a:solidFill>
                <a:latin typeface="微软雅黑" panose="020B0503020204020204" charset="-122"/>
                <a:ea typeface="微软雅黑" panose="020B0503020204020204" charset="-122"/>
                <a:cs typeface="Aparajita" panose="020B0604020202020204" pitchFamily="34" charset="0"/>
              </a:rPr>
              <a:t>添加标题</a:t>
            </a:r>
          </a:p>
        </p:txBody>
      </p:sp>
      <p:sp>
        <p:nvSpPr>
          <p:cNvPr id="93" name="TextBox 92"/>
          <p:cNvSpPr txBox="1"/>
          <p:nvPr/>
        </p:nvSpPr>
        <p:spPr>
          <a:xfrm>
            <a:off x="8794327" y="4191766"/>
            <a:ext cx="1556480" cy="1282700"/>
          </a:xfrm>
          <a:prstGeom prst="rect">
            <a:avLst/>
          </a:prstGeom>
          <a:noFill/>
        </p:spPr>
        <p:txBody>
          <a:bodyPr wrap="square" lIns="109709" tIns="54855" rIns="109709" bIns="54855" rtlCol="0">
            <a:spAutoFit/>
          </a:bodyPr>
          <a:lstStyle/>
          <a:p>
            <a:pPr algn="ctr">
              <a:lnSpc>
                <a:spcPct val="110000"/>
              </a:lnSpc>
            </a:pPr>
            <a:r>
              <a:rPr lang="en-US" sz="1000" dirty="0">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a:t>
            </a:r>
          </a:p>
        </p:txBody>
      </p:sp>
      <p:sp>
        <p:nvSpPr>
          <p:cNvPr id="111" name="Rectangle 1"/>
          <p:cNvSpPr/>
          <p:nvPr/>
        </p:nvSpPr>
        <p:spPr bwMode="auto">
          <a:xfrm>
            <a:off x="8732030" y="1343947"/>
            <a:ext cx="1652197" cy="444580"/>
          </a:xfrm>
          <a:prstGeom prst="rect">
            <a:avLst/>
          </a:prstGeom>
          <a:solidFill>
            <a:schemeClr val="accent3"/>
          </a:solidFill>
          <a:ln w="25400">
            <a:noFill/>
            <a:miter lim="800000"/>
          </a:ln>
        </p:spPr>
        <p:txBody>
          <a:bodyPr lIns="0" tIns="0" rIns="0" bIns="0"/>
          <a:lstStyle/>
          <a:p>
            <a:endParaRPr lang="en-US" sz="700" dirty="0">
              <a:latin typeface="微软雅黑" panose="020B0503020204020204" charset="-122"/>
            </a:endParaRPr>
          </a:p>
        </p:txBody>
      </p:sp>
      <p:sp>
        <p:nvSpPr>
          <p:cNvPr id="112" name="Rectangle 1"/>
          <p:cNvSpPr/>
          <p:nvPr/>
        </p:nvSpPr>
        <p:spPr bwMode="auto">
          <a:xfrm>
            <a:off x="8732030" y="1788528"/>
            <a:ext cx="1652197" cy="1368847"/>
          </a:xfrm>
          <a:prstGeom prst="rect">
            <a:avLst/>
          </a:prstGeom>
          <a:solidFill>
            <a:schemeClr val="bg1">
              <a:lumMod val="85000"/>
            </a:schemeClr>
          </a:solidFill>
          <a:ln w="25400">
            <a:noFill/>
            <a:miter lim="800000"/>
          </a:ln>
        </p:spPr>
        <p:txBody>
          <a:bodyPr lIns="0" tIns="0" rIns="0" bIns="0"/>
          <a:lstStyle/>
          <a:p>
            <a:endParaRPr lang="en-US" sz="700" dirty="0">
              <a:solidFill>
                <a:schemeClr val="tx2"/>
              </a:solidFill>
              <a:latin typeface="微软雅黑" panose="020B0503020204020204" charset="-122"/>
            </a:endParaRPr>
          </a:p>
        </p:txBody>
      </p:sp>
      <p:sp>
        <p:nvSpPr>
          <p:cNvPr id="113" name="TextBox 112"/>
          <p:cNvSpPr txBox="1"/>
          <p:nvPr/>
        </p:nvSpPr>
        <p:spPr>
          <a:xfrm>
            <a:off x="9012608" y="1367568"/>
            <a:ext cx="1198880" cy="396240"/>
          </a:xfrm>
          <a:prstGeom prst="rect">
            <a:avLst/>
          </a:prstGeom>
          <a:noFill/>
        </p:spPr>
        <p:txBody>
          <a:bodyPr wrap="none" rtlCol="0">
            <a:spAutoFit/>
          </a:bodyPr>
          <a:lstStyle/>
          <a:p>
            <a:pPr algn="ctr"/>
            <a:r>
              <a:rPr lang="id-ID" sz="2000" dirty="0">
                <a:solidFill>
                  <a:schemeClr val="bg1"/>
                </a:solidFill>
                <a:latin typeface="微软雅黑" panose="020B0503020204020204" charset="-122"/>
                <a:ea typeface="微软雅黑" panose="020B0503020204020204" charset="-122"/>
                <a:cs typeface="Aparajita" panose="020B0604020202020204" pitchFamily="34" charset="0"/>
              </a:rPr>
              <a:t>添加标题</a:t>
            </a:r>
          </a:p>
        </p:txBody>
      </p:sp>
      <p:sp>
        <p:nvSpPr>
          <p:cNvPr id="114" name="TextBox 113"/>
          <p:cNvSpPr txBox="1"/>
          <p:nvPr/>
        </p:nvSpPr>
        <p:spPr>
          <a:xfrm>
            <a:off x="8794327" y="1830875"/>
            <a:ext cx="1556480" cy="1282700"/>
          </a:xfrm>
          <a:prstGeom prst="rect">
            <a:avLst/>
          </a:prstGeom>
          <a:noFill/>
        </p:spPr>
        <p:txBody>
          <a:bodyPr wrap="square" lIns="109709" tIns="54855" rIns="109709" bIns="54855" rtlCol="0">
            <a:spAutoFit/>
          </a:bodyPr>
          <a:lstStyle/>
          <a:p>
            <a:pPr algn="ctr">
              <a:lnSpc>
                <a:spcPct val="110000"/>
              </a:lnSpc>
            </a:pPr>
            <a:r>
              <a:rPr lang="en-US" sz="1000" dirty="0">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a:t>
            </a:r>
          </a:p>
        </p:txBody>
      </p:sp>
      <p:sp>
        <p:nvSpPr>
          <p:cNvPr id="116" name="Rectangle 1"/>
          <p:cNvSpPr/>
          <p:nvPr/>
        </p:nvSpPr>
        <p:spPr bwMode="auto">
          <a:xfrm>
            <a:off x="1457808" y="3704838"/>
            <a:ext cx="1652197" cy="444580"/>
          </a:xfrm>
          <a:prstGeom prst="rect">
            <a:avLst/>
          </a:prstGeom>
          <a:solidFill>
            <a:schemeClr val="accent2"/>
          </a:solidFill>
          <a:ln w="25400">
            <a:noFill/>
            <a:miter lim="800000"/>
          </a:ln>
        </p:spPr>
        <p:txBody>
          <a:bodyPr lIns="0" tIns="0" rIns="0" bIns="0"/>
          <a:lstStyle/>
          <a:p>
            <a:endParaRPr lang="en-US" sz="700" dirty="0">
              <a:latin typeface="微软雅黑" panose="020B0503020204020204" charset="-122"/>
            </a:endParaRPr>
          </a:p>
        </p:txBody>
      </p:sp>
      <p:sp>
        <p:nvSpPr>
          <p:cNvPr id="117" name="Rectangle 1"/>
          <p:cNvSpPr/>
          <p:nvPr/>
        </p:nvSpPr>
        <p:spPr bwMode="auto">
          <a:xfrm>
            <a:off x="1457808" y="4149419"/>
            <a:ext cx="1652197" cy="1368847"/>
          </a:xfrm>
          <a:prstGeom prst="rect">
            <a:avLst/>
          </a:prstGeom>
          <a:solidFill>
            <a:schemeClr val="bg1">
              <a:lumMod val="85000"/>
            </a:schemeClr>
          </a:solidFill>
          <a:ln w="25400">
            <a:noFill/>
            <a:miter lim="800000"/>
          </a:ln>
        </p:spPr>
        <p:txBody>
          <a:bodyPr lIns="0" tIns="0" rIns="0" bIns="0"/>
          <a:lstStyle/>
          <a:p>
            <a:endParaRPr lang="en-US" sz="700" dirty="0">
              <a:solidFill>
                <a:schemeClr val="tx2"/>
              </a:solidFill>
              <a:latin typeface="微软雅黑" panose="020B0503020204020204" charset="-122"/>
            </a:endParaRPr>
          </a:p>
        </p:txBody>
      </p:sp>
      <p:sp>
        <p:nvSpPr>
          <p:cNvPr id="118" name="TextBox 117"/>
          <p:cNvSpPr txBox="1"/>
          <p:nvPr/>
        </p:nvSpPr>
        <p:spPr>
          <a:xfrm>
            <a:off x="1738386" y="3734809"/>
            <a:ext cx="1198880" cy="396240"/>
          </a:xfrm>
          <a:prstGeom prst="rect">
            <a:avLst/>
          </a:prstGeom>
          <a:noFill/>
        </p:spPr>
        <p:txBody>
          <a:bodyPr wrap="none" rtlCol="0">
            <a:spAutoFit/>
          </a:bodyPr>
          <a:lstStyle/>
          <a:p>
            <a:pPr algn="ctr"/>
            <a:r>
              <a:rPr lang="id-ID" sz="2000" dirty="0">
                <a:solidFill>
                  <a:schemeClr val="bg1"/>
                </a:solidFill>
                <a:latin typeface="微软雅黑" panose="020B0503020204020204" charset="-122"/>
                <a:ea typeface="微软雅黑" panose="020B0503020204020204" charset="-122"/>
                <a:cs typeface="Aparajita" panose="020B0604020202020204" pitchFamily="34" charset="0"/>
              </a:rPr>
              <a:t>添加标题</a:t>
            </a:r>
          </a:p>
        </p:txBody>
      </p:sp>
      <p:sp>
        <p:nvSpPr>
          <p:cNvPr id="119" name="TextBox 118"/>
          <p:cNvSpPr txBox="1"/>
          <p:nvPr/>
        </p:nvSpPr>
        <p:spPr>
          <a:xfrm>
            <a:off x="1520105" y="4191766"/>
            <a:ext cx="1556480" cy="1282700"/>
          </a:xfrm>
          <a:prstGeom prst="rect">
            <a:avLst/>
          </a:prstGeom>
          <a:noFill/>
        </p:spPr>
        <p:txBody>
          <a:bodyPr wrap="square" lIns="109709" tIns="54855" rIns="109709" bIns="54855" rtlCol="0">
            <a:spAutoFit/>
          </a:bodyPr>
          <a:lstStyle/>
          <a:p>
            <a:pPr algn="ctr">
              <a:lnSpc>
                <a:spcPct val="110000"/>
              </a:lnSpc>
            </a:pPr>
            <a:r>
              <a:rPr lang="en-US" sz="1000" dirty="0">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a:t>
            </a:r>
          </a:p>
        </p:txBody>
      </p:sp>
      <p:sp>
        <p:nvSpPr>
          <p:cNvPr id="121" name="Rectangle 1"/>
          <p:cNvSpPr/>
          <p:nvPr/>
        </p:nvSpPr>
        <p:spPr bwMode="auto">
          <a:xfrm>
            <a:off x="1457808" y="1343947"/>
            <a:ext cx="1652197" cy="444580"/>
          </a:xfrm>
          <a:prstGeom prst="rect">
            <a:avLst/>
          </a:prstGeom>
          <a:solidFill>
            <a:schemeClr val="accent1"/>
          </a:solidFill>
          <a:ln w="25400">
            <a:noFill/>
            <a:miter lim="800000"/>
          </a:ln>
        </p:spPr>
        <p:txBody>
          <a:bodyPr lIns="0" tIns="0" rIns="0" bIns="0"/>
          <a:lstStyle/>
          <a:p>
            <a:endParaRPr lang="en-US" sz="700" dirty="0">
              <a:latin typeface="微软雅黑" panose="020B0503020204020204" charset="-122"/>
            </a:endParaRPr>
          </a:p>
        </p:txBody>
      </p:sp>
      <p:sp>
        <p:nvSpPr>
          <p:cNvPr id="122" name="Rectangle 1"/>
          <p:cNvSpPr/>
          <p:nvPr/>
        </p:nvSpPr>
        <p:spPr bwMode="auto">
          <a:xfrm>
            <a:off x="1457808" y="1788528"/>
            <a:ext cx="1652197" cy="1368847"/>
          </a:xfrm>
          <a:prstGeom prst="rect">
            <a:avLst/>
          </a:prstGeom>
          <a:solidFill>
            <a:schemeClr val="bg1">
              <a:lumMod val="85000"/>
            </a:schemeClr>
          </a:solidFill>
          <a:ln w="25400">
            <a:noFill/>
            <a:miter lim="800000"/>
          </a:ln>
        </p:spPr>
        <p:txBody>
          <a:bodyPr lIns="0" tIns="0" rIns="0" bIns="0"/>
          <a:lstStyle/>
          <a:p>
            <a:endParaRPr lang="en-US" sz="700" dirty="0">
              <a:solidFill>
                <a:schemeClr val="tx2"/>
              </a:solidFill>
              <a:latin typeface="微软雅黑" panose="020B0503020204020204" charset="-122"/>
            </a:endParaRPr>
          </a:p>
        </p:txBody>
      </p:sp>
      <p:sp>
        <p:nvSpPr>
          <p:cNvPr id="123" name="TextBox 122"/>
          <p:cNvSpPr txBox="1"/>
          <p:nvPr/>
        </p:nvSpPr>
        <p:spPr>
          <a:xfrm>
            <a:off x="1738386" y="1367568"/>
            <a:ext cx="1198880" cy="396240"/>
          </a:xfrm>
          <a:prstGeom prst="rect">
            <a:avLst/>
          </a:prstGeom>
          <a:noFill/>
        </p:spPr>
        <p:txBody>
          <a:bodyPr wrap="none" rtlCol="0">
            <a:spAutoFit/>
          </a:bodyPr>
          <a:lstStyle/>
          <a:p>
            <a:pPr algn="ctr"/>
            <a:r>
              <a:rPr lang="id-ID" sz="2000" dirty="0">
                <a:solidFill>
                  <a:schemeClr val="bg1"/>
                </a:solidFill>
                <a:latin typeface="微软雅黑" panose="020B0503020204020204" charset="-122"/>
                <a:ea typeface="微软雅黑" panose="020B0503020204020204" charset="-122"/>
                <a:cs typeface="Aparajita" panose="020B0604020202020204" pitchFamily="34" charset="0"/>
              </a:rPr>
              <a:t>添加标题</a:t>
            </a:r>
          </a:p>
        </p:txBody>
      </p:sp>
      <p:sp>
        <p:nvSpPr>
          <p:cNvPr id="124" name="TextBox 123"/>
          <p:cNvSpPr txBox="1"/>
          <p:nvPr/>
        </p:nvSpPr>
        <p:spPr>
          <a:xfrm>
            <a:off x="1519260" y="1830875"/>
            <a:ext cx="1557325" cy="1282700"/>
          </a:xfrm>
          <a:prstGeom prst="rect">
            <a:avLst/>
          </a:prstGeom>
          <a:noFill/>
        </p:spPr>
        <p:txBody>
          <a:bodyPr wrap="square" lIns="109709" tIns="54855" rIns="109709" bIns="54855" rtlCol="0">
            <a:spAutoFit/>
          </a:bodyPr>
          <a:lstStyle/>
          <a:p>
            <a:pPr algn="ctr">
              <a:lnSpc>
                <a:spcPct val="110000"/>
              </a:lnSpc>
            </a:pPr>
            <a:r>
              <a:rPr lang="en-US" sz="1000" dirty="0">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a:t>
            </a:r>
          </a:p>
        </p:txBody>
      </p:sp>
      <p:sp>
        <p:nvSpPr>
          <p:cNvPr id="37" name="Freeform 109"/>
          <p:cNvSpPr>
            <a:spLocks noChangeArrowheads="1"/>
          </p:cNvSpPr>
          <p:nvPr/>
        </p:nvSpPr>
        <p:spPr bwMode="auto">
          <a:xfrm>
            <a:off x="5979624" y="2845943"/>
            <a:ext cx="561935" cy="562081"/>
          </a:xfrm>
          <a:custGeom>
            <a:avLst/>
            <a:gdLst>
              <a:gd name="T0" fmla="*/ 324 w 634"/>
              <a:gd name="T1" fmla="*/ 0 h 634"/>
              <a:gd name="T2" fmla="*/ 324 w 634"/>
              <a:gd name="T3" fmla="*/ 633 h 634"/>
              <a:gd name="T4" fmla="*/ 324 w 634"/>
              <a:gd name="T5" fmla="*/ 0 h 634"/>
              <a:gd name="T6" fmla="*/ 545 w 634"/>
              <a:gd name="T7" fmla="*/ 162 h 634"/>
              <a:gd name="T8" fmla="*/ 442 w 634"/>
              <a:gd name="T9" fmla="*/ 294 h 634"/>
              <a:gd name="T10" fmla="*/ 545 w 634"/>
              <a:gd name="T11" fmla="*/ 162 h 634"/>
              <a:gd name="T12" fmla="*/ 516 w 634"/>
              <a:gd name="T13" fmla="*/ 133 h 634"/>
              <a:gd name="T14" fmla="*/ 383 w 634"/>
              <a:gd name="T15" fmla="*/ 59 h 634"/>
              <a:gd name="T16" fmla="*/ 236 w 634"/>
              <a:gd name="T17" fmla="*/ 294 h 634"/>
              <a:gd name="T18" fmla="*/ 251 w 634"/>
              <a:gd name="T19" fmla="*/ 192 h 634"/>
              <a:gd name="T20" fmla="*/ 383 w 634"/>
              <a:gd name="T21" fmla="*/ 192 h 634"/>
              <a:gd name="T22" fmla="*/ 236 w 634"/>
              <a:gd name="T23" fmla="*/ 294 h 634"/>
              <a:gd name="T24" fmla="*/ 398 w 634"/>
              <a:gd name="T25" fmla="*/ 339 h 634"/>
              <a:gd name="T26" fmla="*/ 324 w 634"/>
              <a:gd name="T27" fmla="*/ 442 h 634"/>
              <a:gd name="T28" fmla="*/ 236 w 634"/>
              <a:gd name="T29" fmla="*/ 339 h 634"/>
              <a:gd name="T30" fmla="*/ 295 w 634"/>
              <a:gd name="T31" fmla="*/ 44 h 634"/>
              <a:gd name="T32" fmla="*/ 324 w 634"/>
              <a:gd name="T33" fmla="*/ 44 h 634"/>
              <a:gd name="T34" fmla="*/ 383 w 634"/>
              <a:gd name="T35" fmla="*/ 162 h 634"/>
              <a:gd name="T36" fmla="*/ 265 w 634"/>
              <a:gd name="T37" fmla="*/ 162 h 634"/>
              <a:gd name="T38" fmla="*/ 251 w 634"/>
              <a:gd name="T39" fmla="*/ 59 h 634"/>
              <a:gd name="T40" fmla="*/ 221 w 634"/>
              <a:gd name="T41" fmla="*/ 147 h 634"/>
              <a:gd name="T42" fmla="*/ 251 w 634"/>
              <a:gd name="T43" fmla="*/ 59 h 634"/>
              <a:gd name="T44" fmla="*/ 89 w 634"/>
              <a:gd name="T45" fmla="*/ 162 h 634"/>
              <a:gd name="T46" fmla="*/ 207 w 634"/>
              <a:gd name="T47" fmla="*/ 294 h 634"/>
              <a:gd name="T48" fmla="*/ 89 w 634"/>
              <a:gd name="T49" fmla="*/ 162 h 634"/>
              <a:gd name="T50" fmla="*/ 89 w 634"/>
              <a:gd name="T51" fmla="*/ 471 h 634"/>
              <a:gd name="T52" fmla="*/ 207 w 634"/>
              <a:gd name="T53" fmla="*/ 339 h 634"/>
              <a:gd name="T54" fmla="*/ 89 w 634"/>
              <a:gd name="T55" fmla="*/ 471 h 634"/>
              <a:gd name="T56" fmla="*/ 118 w 634"/>
              <a:gd name="T57" fmla="*/ 501 h 634"/>
              <a:gd name="T58" fmla="*/ 251 w 634"/>
              <a:gd name="T59" fmla="*/ 589 h 634"/>
              <a:gd name="T60" fmla="*/ 339 w 634"/>
              <a:gd name="T61" fmla="*/ 589 h 634"/>
              <a:gd name="T62" fmla="*/ 324 w 634"/>
              <a:gd name="T63" fmla="*/ 589 h 634"/>
              <a:gd name="T64" fmla="*/ 265 w 634"/>
              <a:gd name="T65" fmla="*/ 471 h 634"/>
              <a:gd name="T66" fmla="*/ 383 w 634"/>
              <a:gd name="T67" fmla="*/ 471 h 634"/>
              <a:gd name="T68" fmla="*/ 383 w 634"/>
              <a:gd name="T69" fmla="*/ 589 h 634"/>
              <a:gd name="T70" fmla="*/ 412 w 634"/>
              <a:gd name="T71" fmla="*/ 486 h 634"/>
              <a:gd name="T72" fmla="*/ 383 w 634"/>
              <a:gd name="T73" fmla="*/ 589 h 634"/>
              <a:gd name="T74" fmla="*/ 545 w 634"/>
              <a:gd name="T75" fmla="*/ 471 h 634"/>
              <a:gd name="T76" fmla="*/ 442 w 634"/>
              <a:gd name="T77" fmla="*/ 339 h 634"/>
              <a:gd name="T78" fmla="*/ 545 w 634"/>
              <a:gd name="T79" fmla="*/ 471 h 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34" h="634">
                <a:moveTo>
                  <a:pt x="324" y="0"/>
                </a:moveTo>
                <a:lnTo>
                  <a:pt x="324" y="0"/>
                </a:lnTo>
                <a:cubicBezTo>
                  <a:pt x="148" y="0"/>
                  <a:pt x="0" y="147"/>
                  <a:pt x="0" y="324"/>
                </a:cubicBezTo>
                <a:cubicBezTo>
                  <a:pt x="0" y="486"/>
                  <a:pt x="148" y="633"/>
                  <a:pt x="324" y="633"/>
                </a:cubicBezTo>
                <a:cubicBezTo>
                  <a:pt x="486" y="633"/>
                  <a:pt x="633" y="486"/>
                  <a:pt x="633" y="324"/>
                </a:cubicBezTo>
                <a:cubicBezTo>
                  <a:pt x="633" y="147"/>
                  <a:pt x="486" y="0"/>
                  <a:pt x="324" y="0"/>
                </a:cubicBezTo>
                <a:close/>
                <a:moveTo>
                  <a:pt x="545" y="162"/>
                </a:moveTo>
                <a:lnTo>
                  <a:pt x="545" y="162"/>
                </a:lnTo>
                <a:cubicBezTo>
                  <a:pt x="574" y="206"/>
                  <a:pt x="589" y="251"/>
                  <a:pt x="589" y="294"/>
                </a:cubicBezTo>
                <a:cubicBezTo>
                  <a:pt x="442" y="294"/>
                  <a:pt x="442" y="294"/>
                  <a:pt x="442" y="294"/>
                </a:cubicBezTo>
                <a:cubicBezTo>
                  <a:pt x="442" y="265"/>
                  <a:pt x="427" y="221"/>
                  <a:pt x="427" y="192"/>
                </a:cubicBezTo>
                <a:cubicBezTo>
                  <a:pt x="471" y="192"/>
                  <a:pt x="516" y="177"/>
                  <a:pt x="545" y="162"/>
                </a:cubicBezTo>
                <a:close/>
                <a:moveTo>
                  <a:pt x="516" y="133"/>
                </a:moveTo>
                <a:lnTo>
                  <a:pt x="516" y="133"/>
                </a:lnTo>
                <a:cubicBezTo>
                  <a:pt x="486" y="147"/>
                  <a:pt x="457" y="147"/>
                  <a:pt x="412" y="147"/>
                </a:cubicBezTo>
                <a:cubicBezTo>
                  <a:pt x="412" y="118"/>
                  <a:pt x="398" y="89"/>
                  <a:pt x="383" y="59"/>
                </a:cubicBezTo>
                <a:cubicBezTo>
                  <a:pt x="442" y="59"/>
                  <a:pt x="486" y="89"/>
                  <a:pt x="516" y="133"/>
                </a:cubicBezTo>
                <a:close/>
                <a:moveTo>
                  <a:pt x="236" y="294"/>
                </a:moveTo>
                <a:lnTo>
                  <a:pt x="236" y="294"/>
                </a:lnTo>
                <a:cubicBezTo>
                  <a:pt x="236" y="265"/>
                  <a:pt x="251" y="236"/>
                  <a:pt x="251" y="192"/>
                </a:cubicBezTo>
                <a:cubicBezTo>
                  <a:pt x="280" y="206"/>
                  <a:pt x="295" y="206"/>
                  <a:pt x="324" y="206"/>
                </a:cubicBezTo>
                <a:cubicBezTo>
                  <a:pt x="339" y="206"/>
                  <a:pt x="369" y="206"/>
                  <a:pt x="383" y="192"/>
                </a:cubicBezTo>
                <a:cubicBezTo>
                  <a:pt x="398" y="236"/>
                  <a:pt x="398" y="265"/>
                  <a:pt x="398" y="294"/>
                </a:cubicBezTo>
                <a:lnTo>
                  <a:pt x="236" y="294"/>
                </a:lnTo>
                <a:close/>
                <a:moveTo>
                  <a:pt x="398" y="339"/>
                </a:moveTo>
                <a:lnTo>
                  <a:pt x="398" y="339"/>
                </a:lnTo>
                <a:cubicBezTo>
                  <a:pt x="398" y="368"/>
                  <a:pt x="398" y="412"/>
                  <a:pt x="383" y="442"/>
                </a:cubicBezTo>
                <a:cubicBezTo>
                  <a:pt x="369" y="442"/>
                  <a:pt x="339" y="442"/>
                  <a:pt x="324" y="442"/>
                </a:cubicBezTo>
                <a:cubicBezTo>
                  <a:pt x="295" y="442"/>
                  <a:pt x="280" y="442"/>
                  <a:pt x="251" y="442"/>
                </a:cubicBezTo>
                <a:cubicBezTo>
                  <a:pt x="251" y="412"/>
                  <a:pt x="236" y="368"/>
                  <a:pt x="236" y="339"/>
                </a:cubicBezTo>
                <a:lnTo>
                  <a:pt x="398" y="339"/>
                </a:lnTo>
                <a:close/>
                <a:moveTo>
                  <a:pt x="295" y="44"/>
                </a:moveTo>
                <a:lnTo>
                  <a:pt x="295" y="44"/>
                </a:lnTo>
                <a:cubicBezTo>
                  <a:pt x="310" y="44"/>
                  <a:pt x="310" y="44"/>
                  <a:pt x="324" y="44"/>
                </a:cubicBezTo>
                <a:lnTo>
                  <a:pt x="339" y="44"/>
                </a:lnTo>
                <a:cubicBezTo>
                  <a:pt x="354" y="74"/>
                  <a:pt x="369" y="118"/>
                  <a:pt x="383" y="162"/>
                </a:cubicBezTo>
                <a:cubicBezTo>
                  <a:pt x="354" y="162"/>
                  <a:pt x="339" y="162"/>
                  <a:pt x="324" y="162"/>
                </a:cubicBezTo>
                <a:cubicBezTo>
                  <a:pt x="295" y="162"/>
                  <a:pt x="280" y="162"/>
                  <a:pt x="265" y="162"/>
                </a:cubicBezTo>
                <a:cubicBezTo>
                  <a:pt x="265" y="118"/>
                  <a:pt x="280" y="74"/>
                  <a:pt x="295" y="44"/>
                </a:cubicBezTo>
                <a:close/>
                <a:moveTo>
                  <a:pt x="251" y="59"/>
                </a:moveTo>
                <a:lnTo>
                  <a:pt x="251" y="59"/>
                </a:lnTo>
                <a:cubicBezTo>
                  <a:pt x="236" y="89"/>
                  <a:pt x="221" y="118"/>
                  <a:pt x="221" y="147"/>
                </a:cubicBezTo>
                <a:cubicBezTo>
                  <a:pt x="192" y="147"/>
                  <a:pt x="148" y="147"/>
                  <a:pt x="118" y="133"/>
                </a:cubicBezTo>
                <a:cubicBezTo>
                  <a:pt x="148" y="89"/>
                  <a:pt x="207" y="59"/>
                  <a:pt x="251" y="59"/>
                </a:cubicBezTo>
                <a:close/>
                <a:moveTo>
                  <a:pt x="89" y="162"/>
                </a:moveTo>
                <a:lnTo>
                  <a:pt x="89" y="162"/>
                </a:lnTo>
                <a:cubicBezTo>
                  <a:pt x="133" y="177"/>
                  <a:pt x="177" y="192"/>
                  <a:pt x="207" y="192"/>
                </a:cubicBezTo>
                <a:cubicBezTo>
                  <a:pt x="207" y="221"/>
                  <a:pt x="207" y="265"/>
                  <a:pt x="207" y="294"/>
                </a:cubicBezTo>
                <a:cubicBezTo>
                  <a:pt x="44" y="294"/>
                  <a:pt x="44" y="294"/>
                  <a:pt x="44" y="294"/>
                </a:cubicBezTo>
                <a:cubicBezTo>
                  <a:pt x="44" y="251"/>
                  <a:pt x="59" y="206"/>
                  <a:pt x="89" y="162"/>
                </a:cubicBezTo>
                <a:close/>
                <a:moveTo>
                  <a:pt x="89" y="471"/>
                </a:moveTo>
                <a:lnTo>
                  <a:pt x="89" y="471"/>
                </a:lnTo>
                <a:cubicBezTo>
                  <a:pt x="59" y="427"/>
                  <a:pt x="44" y="383"/>
                  <a:pt x="44" y="339"/>
                </a:cubicBezTo>
                <a:cubicBezTo>
                  <a:pt x="207" y="339"/>
                  <a:pt x="207" y="339"/>
                  <a:pt x="207" y="339"/>
                </a:cubicBezTo>
                <a:cubicBezTo>
                  <a:pt x="207" y="368"/>
                  <a:pt x="207" y="412"/>
                  <a:pt x="207" y="442"/>
                </a:cubicBezTo>
                <a:cubicBezTo>
                  <a:pt x="177" y="457"/>
                  <a:pt x="133" y="457"/>
                  <a:pt x="89" y="471"/>
                </a:cubicBezTo>
                <a:close/>
                <a:moveTo>
                  <a:pt x="118" y="501"/>
                </a:moveTo>
                <a:lnTo>
                  <a:pt x="118" y="501"/>
                </a:lnTo>
                <a:cubicBezTo>
                  <a:pt x="148" y="501"/>
                  <a:pt x="192" y="486"/>
                  <a:pt x="221" y="486"/>
                </a:cubicBezTo>
                <a:cubicBezTo>
                  <a:pt x="221" y="515"/>
                  <a:pt x="236" y="560"/>
                  <a:pt x="251" y="589"/>
                </a:cubicBezTo>
                <a:cubicBezTo>
                  <a:pt x="207" y="574"/>
                  <a:pt x="148" y="545"/>
                  <a:pt x="118" y="501"/>
                </a:cubicBezTo>
                <a:close/>
                <a:moveTo>
                  <a:pt x="339" y="589"/>
                </a:moveTo>
                <a:lnTo>
                  <a:pt x="339" y="589"/>
                </a:lnTo>
                <a:lnTo>
                  <a:pt x="324" y="589"/>
                </a:lnTo>
                <a:cubicBezTo>
                  <a:pt x="310" y="589"/>
                  <a:pt x="310" y="589"/>
                  <a:pt x="295" y="589"/>
                </a:cubicBezTo>
                <a:cubicBezTo>
                  <a:pt x="280" y="560"/>
                  <a:pt x="265" y="515"/>
                  <a:pt x="265" y="471"/>
                </a:cubicBezTo>
                <a:cubicBezTo>
                  <a:pt x="280" y="471"/>
                  <a:pt x="295" y="471"/>
                  <a:pt x="324" y="471"/>
                </a:cubicBezTo>
                <a:cubicBezTo>
                  <a:pt x="339" y="471"/>
                  <a:pt x="354" y="471"/>
                  <a:pt x="383" y="471"/>
                </a:cubicBezTo>
                <a:cubicBezTo>
                  <a:pt x="369" y="515"/>
                  <a:pt x="354" y="560"/>
                  <a:pt x="339" y="589"/>
                </a:cubicBezTo>
                <a:close/>
                <a:moveTo>
                  <a:pt x="383" y="589"/>
                </a:moveTo>
                <a:lnTo>
                  <a:pt x="383" y="589"/>
                </a:lnTo>
                <a:cubicBezTo>
                  <a:pt x="398" y="560"/>
                  <a:pt x="412" y="515"/>
                  <a:pt x="412" y="486"/>
                </a:cubicBezTo>
                <a:cubicBezTo>
                  <a:pt x="457" y="486"/>
                  <a:pt x="486" y="501"/>
                  <a:pt x="516" y="501"/>
                </a:cubicBezTo>
                <a:cubicBezTo>
                  <a:pt x="486" y="545"/>
                  <a:pt x="442" y="574"/>
                  <a:pt x="383" y="589"/>
                </a:cubicBezTo>
                <a:close/>
                <a:moveTo>
                  <a:pt x="545" y="471"/>
                </a:moveTo>
                <a:lnTo>
                  <a:pt x="545" y="471"/>
                </a:lnTo>
                <a:cubicBezTo>
                  <a:pt x="516" y="457"/>
                  <a:pt x="471" y="457"/>
                  <a:pt x="427" y="442"/>
                </a:cubicBezTo>
                <a:cubicBezTo>
                  <a:pt x="427" y="412"/>
                  <a:pt x="442" y="368"/>
                  <a:pt x="442" y="339"/>
                </a:cubicBezTo>
                <a:cubicBezTo>
                  <a:pt x="589" y="339"/>
                  <a:pt x="589" y="339"/>
                  <a:pt x="589" y="339"/>
                </a:cubicBezTo>
                <a:cubicBezTo>
                  <a:pt x="589" y="383"/>
                  <a:pt x="574" y="427"/>
                  <a:pt x="545" y="471"/>
                </a:cubicBezTo>
                <a:close/>
              </a:path>
            </a:pathLst>
          </a:custGeom>
          <a:solidFill>
            <a:schemeClr val="bg1"/>
          </a:solidFill>
          <a:ln>
            <a:noFill/>
          </a:ln>
          <a:effectLst/>
        </p:spPr>
        <p:txBody>
          <a:bodyPr wrap="none" lIns="121898" tIns="60949" rIns="121898" bIns="60949" anchor="ctr"/>
          <a:lstStyle/>
          <a:p>
            <a:pPr>
              <a:defRPr/>
            </a:pPr>
            <a:endParaRPr lang="en-US" sz="1800" dirty="0">
              <a:latin typeface="微软雅黑" panose="020B0503020204020204" charset="-122"/>
              <a:ea typeface="+mn-ea"/>
              <a:cs typeface="+mn-cs"/>
            </a:endParaRPr>
          </a:p>
        </p:txBody>
      </p:sp>
      <p:sp>
        <p:nvSpPr>
          <p:cNvPr id="44" name="Freeform 136"/>
          <p:cNvSpPr>
            <a:spLocks noChangeArrowheads="1"/>
          </p:cNvSpPr>
          <p:nvPr/>
        </p:nvSpPr>
        <p:spPr bwMode="auto">
          <a:xfrm>
            <a:off x="4101791" y="4201734"/>
            <a:ext cx="561935" cy="562081"/>
          </a:xfrm>
          <a:custGeom>
            <a:avLst/>
            <a:gdLst>
              <a:gd name="T0" fmla="*/ 501 w 634"/>
              <a:gd name="T1" fmla="*/ 235 h 634"/>
              <a:gd name="T2" fmla="*/ 501 w 634"/>
              <a:gd name="T3" fmla="*/ 353 h 634"/>
              <a:gd name="T4" fmla="*/ 501 w 634"/>
              <a:gd name="T5" fmla="*/ 235 h 634"/>
              <a:gd name="T6" fmla="*/ 516 w 634"/>
              <a:gd name="T7" fmla="*/ 324 h 634"/>
              <a:gd name="T8" fmla="*/ 471 w 634"/>
              <a:gd name="T9" fmla="*/ 280 h 634"/>
              <a:gd name="T10" fmla="*/ 516 w 634"/>
              <a:gd name="T11" fmla="*/ 324 h 634"/>
              <a:gd name="T12" fmla="*/ 530 w 634"/>
              <a:gd name="T13" fmla="*/ 515 h 634"/>
              <a:gd name="T14" fmla="*/ 442 w 634"/>
              <a:gd name="T15" fmla="*/ 530 h 634"/>
              <a:gd name="T16" fmla="*/ 530 w 634"/>
              <a:gd name="T17" fmla="*/ 560 h 634"/>
              <a:gd name="T18" fmla="*/ 530 w 634"/>
              <a:gd name="T19" fmla="*/ 515 h 634"/>
              <a:gd name="T20" fmla="*/ 354 w 634"/>
              <a:gd name="T21" fmla="*/ 235 h 634"/>
              <a:gd name="T22" fmla="*/ 89 w 634"/>
              <a:gd name="T23" fmla="*/ 280 h 634"/>
              <a:gd name="T24" fmla="*/ 118 w 634"/>
              <a:gd name="T25" fmla="*/ 560 h 634"/>
              <a:gd name="T26" fmla="*/ 398 w 634"/>
              <a:gd name="T27" fmla="*/ 515 h 634"/>
              <a:gd name="T28" fmla="*/ 354 w 634"/>
              <a:gd name="T29" fmla="*/ 235 h 634"/>
              <a:gd name="T30" fmla="*/ 354 w 634"/>
              <a:gd name="T31" fmla="*/ 501 h 634"/>
              <a:gd name="T32" fmla="*/ 148 w 634"/>
              <a:gd name="T33" fmla="*/ 515 h 634"/>
              <a:gd name="T34" fmla="*/ 118 w 634"/>
              <a:gd name="T35" fmla="*/ 294 h 634"/>
              <a:gd name="T36" fmla="*/ 339 w 634"/>
              <a:gd name="T37" fmla="*/ 280 h 634"/>
              <a:gd name="T38" fmla="*/ 354 w 634"/>
              <a:gd name="T39" fmla="*/ 501 h 634"/>
              <a:gd name="T40" fmla="*/ 530 w 634"/>
              <a:gd name="T41" fmla="*/ 456 h 634"/>
              <a:gd name="T42" fmla="*/ 442 w 634"/>
              <a:gd name="T43" fmla="*/ 471 h 634"/>
              <a:gd name="T44" fmla="*/ 530 w 634"/>
              <a:gd name="T45" fmla="*/ 501 h 634"/>
              <a:gd name="T46" fmla="*/ 530 w 634"/>
              <a:gd name="T47" fmla="*/ 456 h 634"/>
              <a:gd name="T48" fmla="*/ 560 w 634"/>
              <a:gd name="T49" fmla="*/ 162 h 634"/>
              <a:gd name="T50" fmla="*/ 545 w 634"/>
              <a:gd name="T51" fmla="*/ 44 h 634"/>
              <a:gd name="T52" fmla="*/ 530 w 634"/>
              <a:gd name="T53" fmla="*/ 15 h 634"/>
              <a:gd name="T54" fmla="*/ 118 w 634"/>
              <a:gd name="T55" fmla="*/ 15 h 634"/>
              <a:gd name="T56" fmla="*/ 89 w 634"/>
              <a:gd name="T57" fmla="*/ 44 h 634"/>
              <a:gd name="T58" fmla="*/ 89 w 634"/>
              <a:gd name="T59" fmla="*/ 162 h 634"/>
              <a:gd name="T60" fmla="*/ 0 w 634"/>
              <a:gd name="T61" fmla="*/ 560 h 634"/>
              <a:gd name="T62" fmla="*/ 560 w 634"/>
              <a:gd name="T63" fmla="*/ 633 h 634"/>
              <a:gd name="T64" fmla="*/ 633 w 634"/>
              <a:gd name="T65" fmla="*/ 235 h 634"/>
              <a:gd name="T66" fmla="*/ 589 w 634"/>
              <a:gd name="T67" fmla="*/ 560 h 634"/>
              <a:gd name="T68" fmla="*/ 560 w 634"/>
              <a:gd name="T69" fmla="*/ 589 h 634"/>
              <a:gd name="T70" fmla="*/ 45 w 634"/>
              <a:gd name="T71" fmla="*/ 560 h 634"/>
              <a:gd name="T72" fmla="*/ 89 w 634"/>
              <a:gd name="T73" fmla="*/ 206 h 634"/>
              <a:gd name="T74" fmla="*/ 589 w 634"/>
              <a:gd name="T75" fmla="*/ 235 h 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34" h="634">
                <a:moveTo>
                  <a:pt x="501" y="235"/>
                </a:moveTo>
                <a:lnTo>
                  <a:pt x="501" y="235"/>
                </a:lnTo>
                <a:cubicBezTo>
                  <a:pt x="457" y="235"/>
                  <a:pt x="442" y="265"/>
                  <a:pt x="442" y="294"/>
                </a:cubicBezTo>
                <a:cubicBezTo>
                  <a:pt x="442" y="339"/>
                  <a:pt x="457" y="353"/>
                  <a:pt x="501" y="353"/>
                </a:cubicBezTo>
                <a:cubicBezTo>
                  <a:pt x="530" y="353"/>
                  <a:pt x="560" y="339"/>
                  <a:pt x="560" y="294"/>
                </a:cubicBezTo>
                <a:cubicBezTo>
                  <a:pt x="560" y="265"/>
                  <a:pt x="530" y="235"/>
                  <a:pt x="501" y="235"/>
                </a:cubicBezTo>
                <a:close/>
                <a:moveTo>
                  <a:pt x="516" y="324"/>
                </a:moveTo>
                <a:lnTo>
                  <a:pt x="516" y="324"/>
                </a:lnTo>
                <a:cubicBezTo>
                  <a:pt x="471" y="324"/>
                  <a:pt x="471" y="324"/>
                  <a:pt x="471" y="324"/>
                </a:cubicBezTo>
                <a:cubicBezTo>
                  <a:pt x="471" y="280"/>
                  <a:pt x="471" y="280"/>
                  <a:pt x="471" y="280"/>
                </a:cubicBezTo>
                <a:cubicBezTo>
                  <a:pt x="516" y="280"/>
                  <a:pt x="516" y="280"/>
                  <a:pt x="516" y="280"/>
                </a:cubicBezTo>
                <a:lnTo>
                  <a:pt x="516" y="324"/>
                </a:lnTo>
                <a:close/>
                <a:moveTo>
                  <a:pt x="530" y="515"/>
                </a:moveTo>
                <a:lnTo>
                  <a:pt x="530" y="515"/>
                </a:lnTo>
                <a:cubicBezTo>
                  <a:pt x="457" y="515"/>
                  <a:pt x="457" y="515"/>
                  <a:pt x="457" y="515"/>
                </a:cubicBezTo>
                <a:cubicBezTo>
                  <a:pt x="442" y="515"/>
                  <a:pt x="442" y="530"/>
                  <a:pt x="442" y="530"/>
                </a:cubicBezTo>
                <a:cubicBezTo>
                  <a:pt x="442" y="545"/>
                  <a:pt x="442" y="560"/>
                  <a:pt x="457" y="560"/>
                </a:cubicBezTo>
                <a:cubicBezTo>
                  <a:pt x="530" y="560"/>
                  <a:pt x="530" y="560"/>
                  <a:pt x="530" y="560"/>
                </a:cubicBezTo>
                <a:cubicBezTo>
                  <a:pt x="545" y="560"/>
                  <a:pt x="560" y="545"/>
                  <a:pt x="560" y="530"/>
                </a:cubicBezTo>
                <a:cubicBezTo>
                  <a:pt x="560" y="530"/>
                  <a:pt x="545" y="515"/>
                  <a:pt x="530" y="515"/>
                </a:cubicBezTo>
                <a:close/>
                <a:moveTo>
                  <a:pt x="354" y="235"/>
                </a:moveTo>
                <a:lnTo>
                  <a:pt x="354" y="235"/>
                </a:lnTo>
                <a:cubicBezTo>
                  <a:pt x="118" y="235"/>
                  <a:pt x="118" y="235"/>
                  <a:pt x="118" y="235"/>
                </a:cubicBezTo>
                <a:cubicBezTo>
                  <a:pt x="103" y="235"/>
                  <a:pt x="89" y="265"/>
                  <a:pt x="89" y="280"/>
                </a:cubicBezTo>
                <a:cubicBezTo>
                  <a:pt x="89" y="515"/>
                  <a:pt x="89" y="515"/>
                  <a:pt x="89" y="515"/>
                </a:cubicBezTo>
                <a:cubicBezTo>
                  <a:pt x="89" y="530"/>
                  <a:pt x="103" y="560"/>
                  <a:pt x="118" y="560"/>
                </a:cubicBezTo>
                <a:cubicBezTo>
                  <a:pt x="354" y="560"/>
                  <a:pt x="354" y="560"/>
                  <a:pt x="354" y="560"/>
                </a:cubicBezTo>
                <a:cubicBezTo>
                  <a:pt x="383" y="560"/>
                  <a:pt x="398" y="530"/>
                  <a:pt x="398" y="515"/>
                </a:cubicBezTo>
                <a:cubicBezTo>
                  <a:pt x="398" y="280"/>
                  <a:pt x="398" y="280"/>
                  <a:pt x="398" y="280"/>
                </a:cubicBezTo>
                <a:cubicBezTo>
                  <a:pt x="398" y="265"/>
                  <a:pt x="383" y="235"/>
                  <a:pt x="354" y="235"/>
                </a:cubicBezTo>
                <a:close/>
                <a:moveTo>
                  <a:pt x="354" y="501"/>
                </a:moveTo>
                <a:lnTo>
                  <a:pt x="354" y="501"/>
                </a:lnTo>
                <a:cubicBezTo>
                  <a:pt x="354" y="501"/>
                  <a:pt x="354" y="515"/>
                  <a:pt x="339" y="515"/>
                </a:cubicBezTo>
                <a:cubicBezTo>
                  <a:pt x="148" y="515"/>
                  <a:pt x="148" y="515"/>
                  <a:pt x="148" y="515"/>
                </a:cubicBezTo>
                <a:cubicBezTo>
                  <a:pt x="133" y="515"/>
                  <a:pt x="118" y="501"/>
                  <a:pt x="118" y="501"/>
                </a:cubicBezTo>
                <a:cubicBezTo>
                  <a:pt x="118" y="294"/>
                  <a:pt x="118" y="294"/>
                  <a:pt x="118" y="294"/>
                </a:cubicBezTo>
                <a:cubicBezTo>
                  <a:pt x="118" y="294"/>
                  <a:pt x="133" y="280"/>
                  <a:pt x="148" y="280"/>
                </a:cubicBezTo>
                <a:cubicBezTo>
                  <a:pt x="339" y="280"/>
                  <a:pt x="339" y="280"/>
                  <a:pt x="339" y="280"/>
                </a:cubicBezTo>
                <a:cubicBezTo>
                  <a:pt x="354" y="280"/>
                  <a:pt x="354" y="294"/>
                  <a:pt x="354" y="294"/>
                </a:cubicBezTo>
                <a:lnTo>
                  <a:pt x="354" y="501"/>
                </a:lnTo>
                <a:close/>
                <a:moveTo>
                  <a:pt x="530" y="456"/>
                </a:moveTo>
                <a:lnTo>
                  <a:pt x="530" y="456"/>
                </a:lnTo>
                <a:cubicBezTo>
                  <a:pt x="457" y="456"/>
                  <a:pt x="457" y="456"/>
                  <a:pt x="457" y="456"/>
                </a:cubicBezTo>
                <a:cubicBezTo>
                  <a:pt x="442" y="456"/>
                  <a:pt x="442" y="471"/>
                  <a:pt x="442" y="471"/>
                </a:cubicBezTo>
                <a:cubicBezTo>
                  <a:pt x="442" y="486"/>
                  <a:pt x="442" y="501"/>
                  <a:pt x="457" y="501"/>
                </a:cubicBezTo>
                <a:cubicBezTo>
                  <a:pt x="530" y="501"/>
                  <a:pt x="530" y="501"/>
                  <a:pt x="530" y="501"/>
                </a:cubicBezTo>
                <a:cubicBezTo>
                  <a:pt x="545" y="501"/>
                  <a:pt x="560" y="486"/>
                  <a:pt x="560" y="471"/>
                </a:cubicBezTo>
                <a:cubicBezTo>
                  <a:pt x="560" y="471"/>
                  <a:pt x="545" y="456"/>
                  <a:pt x="530" y="456"/>
                </a:cubicBezTo>
                <a:close/>
                <a:moveTo>
                  <a:pt x="560" y="162"/>
                </a:moveTo>
                <a:lnTo>
                  <a:pt x="560" y="162"/>
                </a:lnTo>
                <a:cubicBezTo>
                  <a:pt x="369" y="162"/>
                  <a:pt x="369" y="162"/>
                  <a:pt x="369" y="162"/>
                </a:cubicBezTo>
                <a:cubicBezTo>
                  <a:pt x="545" y="44"/>
                  <a:pt x="545" y="44"/>
                  <a:pt x="545" y="44"/>
                </a:cubicBezTo>
                <a:cubicBezTo>
                  <a:pt x="560" y="44"/>
                  <a:pt x="560" y="30"/>
                  <a:pt x="545" y="15"/>
                </a:cubicBezTo>
                <a:cubicBezTo>
                  <a:pt x="545" y="0"/>
                  <a:pt x="530" y="0"/>
                  <a:pt x="530" y="15"/>
                </a:cubicBezTo>
                <a:cubicBezTo>
                  <a:pt x="530" y="15"/>
                  <a:pt x="339" y="133"/>
                  <a:pt x="324" y="147"/>
                </a:cubicBezTo>
                <a:cubicBezTo>
                  <a:pt x="118" y="15"/>
                  <a:pt x="118" y="15"/>
                  <a:pt x="118" y="15"/>
                </a:cubicBezTo>
                <a:cubicBezTo>
                  <a:pt x="103" y="0"/>
                  <a:pt x="89" y="0"/>
                  <a:pt x="89" y="15"/>
                </a:cubicBezTo>
                <a:cubicBezTo>
                  <a:pt x="89" y="30"/>
                  <a:pt x="89" y="44"/>
                  <a:pt x="89" y="44"/>
                </a:cubicBezTo>
                <a:cubicBezTo>
                  <a:pt x="265" y="162"/>
                  <a:pt x="265" y="162"/>
                  <a:pt x="265" y="162"/>
                </a:cubicBezTo>
                <a:cubicBezTo>
                  <a:pt x="89" y="162"/>
                  <a:pt x="89" y="162"/>
                  <a:pt x="89" y="162"/>
                </a:cubicBezTo>
                <a:cubicBezTo>
                  <a:pt x="45" y="162"/>
                  <a:pt x="0" y="192"/>
                  <a:pt x="0" y="235"/>
                </a:cubicBezTo>
                <a:cubicBezTo>
                  <a:pt x="0" y="560"/>
                  <a:pt x="0" y="560"/>
                  <a:pt x="0" y="560"/>
                </a:cubicBezTo>
                <a:cubicBezTo>
                  <a:pt x="0" y="604"/>
                  <a:pt x="45" y="633"/>
                  <a:pt x="89" y="633"/>
                </a:cubicBezTo>
                <a:cubicBezTo>
                  <a:pt x="560" y="633"/>
                  <a:pt x="560" y="633"/>
                  <a:pt x="560" y="633"/>
                </a:cubicBezTo>
                <a:cubicBezTo>
                  <a:pt x="604" y="633"/>
                  <a:pt x="633" y="604"/>
                  <a:pt x="633" y="560"/>
                </a:cubicBezTo>
                <a:cubicBezTo>
                  <a:pt x="633" y="235"/>
                  <a:pt x="633" y="235"/>
                  <a:pt x="633" y="235"/>
                </a:cubicBezTo>
                <a:cubicBezTo>
                  <a:pt x="633" y="192"/>
                  <a:pt x="604" y="162"/>
                  <a:pt x="560" y="162"/>
                </a:cubicBezTo>
                <a:close/>
                <a:moveTo>
                  <a:pt x="589" y="560"/>
                </a:moveTo>
                <a:lnTo>
                  <a:pt x="589" y="560"/>
                </a:lnTo>
                <a:cubicBezTo>
                  <a:pt x="589" y="574"/>
                  <a:pt x="575" y="589"/>
                  <a:pt x="560" y="589"/>
                </a:cubicBezTo>
                <a:cubicBezTo>
                  <a:pt x="89" y="589"/>
                  <a:pt x="89" y="589"/>
                  <a:pt x="89" y="589"/>
                </a:cubicBezTo>
                <a:cubicBezTo>
                  <a:pt x="59" y="589"/>
                  <a:pt x="45" y="574"/>
                  <a:pt x="45" y="560"/>
                </a:cubicBezTo>
                <a:cubicBezTo>
                  <a:pt x="45" y="235"/>
                  <a:pt x="45" y="235"/>
                  <a:pt x="45" y="235"/>
                </a:cubicBezTo>
                <a:cubicBezTo>
                  <a:pt x="45" y="221"/>
                  <a:pt x="59" y="206"/>
                  <a:pt x="89" y="206"/>
                </a:cubicBezTo>
                <a:cubicBezTo>
                  <a:pt x="560" y="206"/>
                  <a:pt x="560" y="206"/>
                  <a:pt x="560" y="206"/>
                </a:cubicBezTo>
                <a:cubicBezTo>
                  <a:pt x="575" y="206"/>
                  <a:pt x="589" y="221"/>
                  <a:pt x="589" y="235"/>
                </a:cubicBezTo>
                <a:lnTo>
                  <a:pt x="589" y="560"/>
                </a:lnTo>
                <a:close/>
              </a:path>
            </a:pathLst>
          </a:custGeom>
          <a:solidFill>
            <a:schemeClr val="bg1"/>
          </a:solidFill>
          <a:ln>
            <a:noFill/>
          </a:ln>
          <a:effectLst/>
        </p:spPr>
        <p:txBody>
          <a:bodyPr wrap="none" lIns="121898" tIns="60949" rIns="121898" bIns="60949" anchor="ctr"/>
          <a:lstStyle/>
          <a:p>
            <a:pPr>
              <a:defRPr/>
            </a:pPr>
            <a:endParaRPr lang="en-US" sz="1800" dirty="0">
              <a:latin typeface="微软雅黑" panose="020B0503020204020204" charset="-122"/>
              <a:ea typeface="+mn-ea"/>
              <a:cs typeface="+mn-cs"/>
            </a:endParaRPr>
          </a:p>
        </p:txBody>
      </p:sp>
      <p:sp>
        <p:nvSpPr>
          <p:cNvPr id="45" name="Freeform 157"/>
          <p:cNvSpPr>
            <a:spLocks noChangeArrowheads="1"/>
          </p:cNvSpPr>
          <p:nvPr/>
        </p:nvSpPr>
        <p:spPr bwMode="auto">
          <a:xfrm>
            <a:off x="7048743" y="3542916"/>
            <a:ext cx="561935" cy="545837"/>
          </a:xfrm>
          <a:custGeom>
            <a:avLst/>
            <a:gdLst>
              <a:gd name="T0" fmla="*/ 309 w 634"/>
              <a:gd name="T1" fmla="*/ 88 h 619"/>
              <a:gd name="T2" fmla="*/ 309 w 634"/>
              <a:gd name="T3" fmla="*/ 88 h 619"/>
              <a:gd name="T4" fmla="*/ 176 w 634"/>
              <a:gd name="T5" fmla="*/ 235 h 619"/>
              <a:gd name="T6" fmla="*/ 309 w 634"/>
              <a:gd name="T7" fmla="*/ 367 h 619"/>
              <a:gd name="T8" fmla="*/ 456 w 634"/>
              <a:gd name="T9" fmla="*/ 235 h 619"/>
              <a:gd name="T10" fmla="*/ 309 w 634"/>
              <a:gd name="T11" fmla="*/ 88 h 619"/>
              <a:gd name="T12" fmla="*/ 309 w 634"/>
              <a:gd name="T13" fmla="*/ 323 h 619"/>
              <a:gd name="T14" fmla="*/ 309 w 634"/>
              <a:gd name="T15" fmla="*/ 323 h 619"/>
              <a:gd name="T16" fmla="*/ 221 w 634"/>
              <a:gd name="T17" fmla="*/ 235 h 619"/>
              <a:gd name="T18" fmla="*/ 309 w 634"/>
              <a:gd name="T19" fmla="*/ 132 h 619"/>
              <a:gd name="T20" fmla="*/ 412 w 634"/>
              <a:gd name="T21" fmla="*/ 235 h 619"/>
              <a:gd name="T22" fmla="*/ 309 w 634"/>
              <a:gd name="T23" fmla="*/ 323 h 619"/>
              <a:gd name="T24" fmla="*/ 530 w 634"/>
              <a:gd name="T25" fmla="*/ 338 h 619"/>
              <a:gd name="T26" fmla="*/ 530 w 634"/>
              <a:gd name="T27" fmla="*/ 338 h 619"/>
              <a:gd name="T28" fmla="*/ 559 w 634"/>
              <a:gd name="T29" fmla="*/ 235 h 619"/>
              <a:gd name="T30" fmla="*/ 309 w 634"/>
              <a:gd name="T31" fmla="*/ 0 h 619"/>
              <a:gd name="T32" fmla="*/ 73 w 634"/>
              <a:gd name="T33" fmla="*/ 235 h 619"/>
              <a:gd name="T34" fmla="*/ 103 w 634"/>
              <a:gd name="T35" fmla="*/ 338 h 619"/>
              <a:gd name="T36" fmla="*/ 0 w 634"/>
              <a:gd name="T37" fmla="*/ 500 h 619"/>
              <a:gd name="T38" fmla="*/ 117 w 634"/>
              <a:gd name="T39" fmla="*/ 530 h 619"/>
              <a:gd name="T40" fmla="*/ 206 w 634"/>
              <a:gd name="T41" fmla="*/ 618 h 619"/>
              <a:gd name="T42" fmla="*/ 294 w 634"/>
              <a:gd name="T43" fmla="*/ 471 h 619"/>
              <a:gd name="T44" fmla="*/ 309 w 634"/>
              <a:gd name="T45" fmla="*/ 471 h 619"/>
              <a:gd name="T46" fmla="*/ 324 w 634"/>
              <a:gd name="T47" fmla="*/ 471 h 619"/>
              <a:gd name="T48" fmla="*/ 412 w 634"/>
              <a:gd name="T49" fmla="*/ 618 h 619"/>
              <a:gd name="T50" fmla="*/ 500 w 634"/>
              <a:gd name="T51" fmla="*/ 530 h 619"/>
              <a:gd name="T52" fmla="*/ 633 w 634"/>
              <a:gd name="T53" fmla="*/ 500 h 619"/>
              <a:gd name="T54" fmla="*/ 530 w 634"/>
              <a:gd name="T55" fmla="*/ 338 h 619"/>
              <a:gd name="T56" fmla="*/ 206 w 634"/>
              <a:gd name="T57" fmla="*/ 544 h 619"/>
              <a:gd name="T58" fmla="*/ 206 w 634"/>
              <a:gd name="T59" fmla="*/ 544 h 619"/>
              <a:gd name="T60" fmla="*/ 147 w 634"/>
              <a:gd name="T61" fmla="*/ 500 h 619"/>
              <a:gd name="T62" fmla="*/ 58 w 634"/>
              <a:gd name="T63" fmla="*/ 471 h 619"/>
              <a:gd name="T64" fmla="*/ 117 w 634"/>
              <a:gd name="T65" fmla="*/ 382 h 619"/>
              <a:gd name="T66" fmla="*/ 250 w 634"/>
              <a:gd name="T67" fmla="*/ 456 h 619"/>
              <a:gd name="T68" fmla="*/ 206 w 634"/>
              <a:gd name="T69" fmla="*/ 544 h 619"/>
              <a:gd name="T70" fmla="*/ 309 w 634"/>
              <a:gd name="T71" fmla="*/ 426 h 619"/>
              <a:gd name="T72" fmla="*/ 309 w 634"/>
              <a:gd name="T73" fmla="*/ 426 h 619"/>
              <a:gd name="T74" fmla="*/ 117 w 634"/>
              <a:gd name="T75" fmla="*/ 235 h 619"/>
              <a:gd name="T76" fmla="*/ 309 w 634"/>
              <a:gd name="T77" fmla="*/ 29 h 619"/>
              <a:gd name="T78" fmla="*/ 515 w 634"/>
              <a:gd name="T79" fmla="*/ 235 h 619"/>
              <a:gd name="T80" fmla="*/ 309 w 634"/>
              <a:gd name="T81" fmla="*/ 426 h 619"/>
              <a:gd name="T82" fmla="*/ 485 w 634"/>
              <a:gd name="T83" fmla="*/ 500 h 619"/>
              <a:gd name="T84" fmla="*/ 485 w 634"/>
              <a:gd name="T85" fmla="*/ 500 h 619"/>
              <a:gd name="T86" fmla="*/ 426 w 634"/>
              <a:gd name="T87" fmla="*/ 544 h 619"/>
              <a:gd name="T88" fmla="*/ 368 w 634"/>
              <a:gd name="T89" fmla="*/ 456 h 619"/>
              <a:gd name="T90" fmla="*/ 500 w 634"/>
              <a:gd name="T91" fmla="*/ 382 h 619"/>
              <a:gd name="T92" fmla="*/ 559 w 634"/>
              <a:gd name="T93" fmla="*/ 471 h 619"/>
              <a:gd name="T94" fmla="*/ 485 w 634"/>
              <a:gd name="T95" fmla="*/ 500 h 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34" h="619">
                <a:moveTo>
                  <a:pt x="309" y="88"/>
                </a:moveTo>
                <a:lnTo>
                  <a:pt x="309" y="88"/>
                </a:lnTo>
                <a:cubicBezTo>
                  <a:pt x="235" y="88"/>
                  <a:pt x="176" y="162"/>
                  <a:pt x="176" y="235"/>
                </a:cubicBezTo>
                <a:cubicBezTo>
                  <a:pt x="176" y="309"/>
                  <a:pt x="235" y="367"/>
                  <a:pt x="309" y="367"/>
                </a:cubicBezTo>
                <a:cubicBezTo>
                  <a:pt x="383" y="367"/>
                  <a:pt x="456" y="309"/>
                  <a:pt x="456" y="235"/>
                </a:cubicBezTo>
                <a:cubicBezTo>
                  <a:pt x="456" y="162"/>
                  <a:pt x="383" y="88"/>
                  <a:pt x="309" y="88"/>
                </a:cubicBezTo>
                <a:close/>
                <a:moveTo>
                  <a:pt x="309" y="323"/>
                </a:moveTo>
                <a:lnTo>
                  <a:pt x="309" y="323"/>
                </a:lnTo>
                <a:cubicBezTo>
                  <a:pt x="265" y="323"/>
                  <a:pt x="221" y="279"/>
                  <a:pt x="221" y="235"/>
                </a:cubicBezTo>
                <a:cubicBezTo>
                  <a:pt x="221" y="176"/>
                  <a:pt x="265" y="132"/>
                  <a:pt x="309" y="132"/>
                </a:cubicBezTo>
                <a:cubicBezTo>
                  <a:pt x="368" y="132"/>
                  <a:pt x="412" y="176"/>
                  <a:pt x="412" y="235"/>
                </a:cubicBezTo>
                <a:cubicBezTo>
                  <a:pt x="412" y="279"/>
                  <a:pt x="368" y="323"/>
                  <a:pt x="309" y="323"/>
                </a:cubicBezTo>
                <a:close/>
                <a:moveTo>
                  <a:pt x="530" y="338"/>
                </a:moveTo>
                <a:lnTo>
                  <a:pt x="530" y="338"/>
                </a:lnTo>
                <a:cubicBezTo>
                  <a:pt x="544" y="309"/>
                  <a:pt x="559" y="264"/>
                  <a:pt x="559" y="235"/>
                </a:cubicBezTo>
                <a:cubicBezTo>
                  <a:pt x="559" y="103"/>
                  <a:pt x="441" y="0"/>
                  <a:pt x="309" y="0"/>
                </a:cubicBezTo>
                <a:cubicBezTo>
                  <a:pt x="176" y="0"/>
                  <a:pt x="73" y="103"/>
                  <a:pt x="73" y="235"/>
                </a:cubicBezTo>
                <a:cubicBezTo>
                  <a:pt x="73" y="264"/>
                  <a:pt x="88" y="309"/>
                  <a:pt x="103" y="338"/>
                </a:cubicBezTo>
                <a:cubicBezTo>
                  <a:pt x="0" y="500"/>
                  <a:pt x="0" y="500"/>
                  <a:pt x="0" y="500"/>
                </a:cubicBezTo>
                <a:cubicBezTo>
                  <a:pt x="0" y="500"/>
                  <a:pt x="58" y="515"/>
                  <a:pt x="117" y="530"/>
                </a:cubicBezTo>
                <a:cubicBezTo>
                  <a:pt x="162" y="574"/>
                  <a:pt x="206" y="618"/>
                  <a:pt x="206" y="618"/>
                </a:cubicBezTo>
                <a:cubicBezTo>
                  <a:pt x="294" y="471"/>
                  <a:pt x="294" y="471"/>
                  <a:pt x="294" y="471"/>
                </a:cubicBezTo>
                <a:cubicBezTo>
                  <a:pt x="309" y="471"/>
                  <a:pt x="309" y="471"/>
                  <a:pt x="309" y="471"/>
                </a:cubicBezTo>
                <a:cubicBezTo>
                  <a:pt x="324" y="471"/>
                  <a:pt x="324" y="471"/>
                  <a:pt x="324" y="471"/>
                </a:cubicBezTo>
                <a:cubicBezTo>
                  <a:pt x="412" y="618"/>
                  <a:pt x="412" y="618"/>
                  <a:pt x="412" y="618"/>
                </a:cubicBezTo>
                <a:cubicBezTo>
                  <a:pt x="412" y="618"/>
                  <a:pt x="456" y="574"/>
                  <a:pt x="500" y="530"/>
                </a:cubicBezTo>
                <a:cubicBezTo>
                  <a:pt x="559" y="515"/>
                  <a:pt x="633" y="500"/>
                  <a:pt x="633" y="500"/>
                </a:cubicBezTo>
                <a:lnTo>
                  <a:pt x="530" y="338"/>
                </a:lnTo>
                <a:close/>
                <a:moveTo>
                  <a:pt x="206" y="544"/>
                </a:moveTo>
                <a:lnTo>
                  <a:pt x="206" y="544"/>
                </a:lnTo>
                <a:cubicBezTo>
                  <a:pt x="206" y="544"/>
                  <a:pt x="176" y="530"/>
                  <a:pt x="147" y="500"/>
                </a:cubicBezTo>
                <a:cubicBezTo>
                  <a:pt x="103" y="485"/>
                  <a:pt x="58" y="471"/>
                  <a:pt x="58" y="471"/>
                </a:cubicBezTo>
                <a:cubicBezTo>
                  <a:pt x="117" y="382"/>
                  <a:pt x="117" y="382"/>
                  <a:pt x="117" y="382"/>
                </a:cubicBezTo>
                <a:cubicBezTo>
                  <a:pt x="147" y="412"/>
                  <a:pt x="206" y="456"/>
                  <a:pt x="250" y="456"/>
                </a:cubicBezTo>
                <a:lnTo>
                  <a:pt x="206" y="544"/>
                </a:lnTo>
                <a:close/>
                <a:moveTo>
                  <a:pt x="309" y="426"/>
                </a:moveTo>
                <a:lnTo>
                  <a:pt x="309" y="426"/>
                </a:lnTo>
                <a:cubicBezTo>
                  <a:pt x="206" y="426"/>
                  <a:pt x="117" y="338"/>
                  <a:pt x="117" y="235"/>
                </a:cubicBezTo>
                <a:cubicBezTo>
                  <a:pt x="117" y="117"/>
                  <a:pt x="206" y="29"/>
                  <a:pt x="309" y="29"/>
                </a:cubicBezTo>
                <a:cubicBezTo>
                  <a:pt x="426" y="29"/>
                  <a:pt x="515" y="117"/>
                  <a:pt x="515" y="235"/>
                </a:cubicBezTo>
                <a:cubicBezTo>
                  <a:pt x="515" y="338"/>
                  <a:pt x="426" y="426"/>
                  <a:pt x="309" y="426"/>
                </a:cubicBezTo>
                <a:close/>
                <a:moveTo>
                  <a:pt x="485" y="500"/>
                </a:moveTo>
                <a:lnTo>
                  <a:pt x="485" y="500"/>
                </a:lnTo>
                <a:cubicBezTo>
                  <a:pt x="456" y="530"/>
                  <a:pt x="426" y="544"/>
                  <a:pt x="426" y="544"/>
                </a:cubicBezTo>
                <a:cubicBezTo>
                  <a:pt x="368" y="456"/>
                  <a:pt x="368" y="456"/>
                  <a:pt x="368" y="456"/>
                </a:cubicBezTo>
                <a:cubicBezTo>
                  <a:pt x="426" y="456"/>
                  <a:pt x="471" y="412"/>
                  <a:pt x="500" y="382"/>
                </a:cubicBezTo>
                <a:cubicBezTo>
                  <a:pt x="559" y="471"/>
                  <a:pt x="559" y="471"/>
                  <a:pt x="559" y="471"/>
                </a:cubicBezTo>
                <a:cubicBezTo>
                  <a:pt x="559" y="471"/>
                  <a:pt x="530" y="485"/>
                  <a:pt x="485" y="500"/>
                </a:cubicBezTo>
                <a:close/>
              </a:path>
            </a:pathLst>
          </a:custGeom>
          <a:solidFill>
            <a:schemeClr val="bg1"/>
          </a:solidFill>
          <a:ln>
            <a:noFill/>
          </a:ln>
          <a:effectLst/>
        </p:spPr>
        <p:txBody>
          <a:bodyPr wrap="none" lIns="121898" tIns="60949" rIns="121898" bIns="60949" anchor="ctr"/>
          <a:lstStyle/>
          <a:p>
            <a:pPr>
              <a:defRPr/>
            </a:pPr>
            <a:endParaRPr lang="en-US" sz="1800" dirty="0">
              <a:latin typeface="微软雅黑" panose="020B0503020204020204" charset="-122"/>
              <a:ea typeface="+mn-ea"/>
              <a:cs typeface="+mn-cs"/>
            </a:endParaRPr>
          </a:p>
        </p:txBody>
      </p:sp>
      <p:sp>
        <p:nvSpPr>
          <p:cNvPr id="46" name="Freeform 158"/>
          <p:cNvSpPr>
            <a:spLocks noChangeArrowheads="1"/>
          </p:cNvSpPr>
          <p:nvPr/>
        </p:nvSpPr>
        <p:spPr bwMode="auto">
          <a:xfrm>
            <a:off x="4608117" y="2976786"/>
            <a:ext cx="571680" cy="523095"/>
          </a:xfrm>
          <a:custGeom>
            <a:avLst/>
            <a:gdLst>
              <a:gd name="T0" fmla="*/ 515 w 649"/>
              <a:gd name="T1" fmla="*/ 74 h 590"/>
              <a:gd name="T2" fmla="*/ 515 w 649"/>
              <a:gd name="T3" fmla="*/ 74 h 590"/>
              <a:gd name="T4" fmla="*/ 442 w 649"/>
              <a:gd name="T5" fmla="*/ 0 h 590"/>
              <a:gd name="T6" fmla="*/ 206 w 649"/>
              <a:gd name="T7" fmla="*/ 0 h 590"/>
              <a:gd name="T8" fmla="*/ 133 w 649"/>
              <a:gd name="T9" fmla="*/ 74 h 590"/>
              <a:gd name="T10" fmla="*/ 15 w 649"/>
              <a:gd name="T11" fmla="*/ 162 h 590"/>
              <a:gd name="T12" fmla="*/ 133 w 649"/>
              <a:gd name="T13" fmla="*/ 280 h 590"/>
              <a:gd name="T14" fmla="*/ 147 w 649"/>
              <a:gd name="T15" fmla="*/ 280 h 590"/>
              <a:gd name="T16" fmla="*/ 309 w 649"/>
              <a:gd name="T17" fmla="*/ 427 h 590"/>
              <a:gd name="T18" fmla="*/ 309 w 649"/>
              <a:gd name="T19" fmla="*/ 545 h 590"/>
              <a:gd name="T20" fmla="*/ 250 w 649"/>
              <a:gd name="T21" fmla="*/ 545 h 590"/>
              <a:gd name="T22" fmla="*/ 221 w 649"/>
              <a:gd name="T23" fmla="*/ 574 h 590"/>
              <a:gd name="T24" fmla="*/ 250 w 649"/>
              <a:gd name="T25" fmla="*/ 589 h 590"/>
              <a:gd name="T26" fmla="*/ 397 w 649"/>
              <a:gd name="T27" fmla="*/ 589 h 590"/>
              <a:gd name="T28" fmla="*/ 427 w 649"/>
              <a:gd name="T29" fmla="*/ 574 h 590"/>
              <a:gd name="T30" fmla="*/ 397 w 649"/>
              <a:gd name="T31" fmla="*/ 545 h 590"/>
              <a:gd name="T32" fmla="*/ 339 w 649"/>
              <a:gd name="T33" fmla="*/ 545 h 590"/>
              <a:gd name="T34" fmla="*/ 339 w 649"/>
              <a:gd name="T35" fmla="*/ 427 h 590"/>
              <a:gd name="T36" fmla="*/ 501 w 649"/>
              <a:gd name="T37" fmla="*/ 280 h 590"/>
              <a:gd name="T38" fmla="*/ 515 w 649"/>
              <a:gd name="T39" fmla="*/ 280 h 590"/>
              <a:gd name="T40" fmla="*/ 633 w 649"/>
              <a:gd name="T41" fmla="*/ 162 h 590"/>
              <a:gd name="T42" fmla="*/ 515 w 649"/>
              <a:gd name="T43" fmla="*/ 74 h 590"/>
              <a:gd name="T44" fmla="*/ 133 w 649"/>
              <a:gd name="T45" fmla="*/ 236 h 590"/>
              <a:gd name="T46" fmla="*/ 133 w 649"/>
              <a:gd name="T47" fmla="*/ 236 h 590"/>
              <a:gd name="T48" fmla="*/ 44 w 649"/>
              <a:gd name="T49" fmla="*/ 162 h 590"/>
              <a:gd name="T50" fmla="*/ 133 w 649"/>
              <a:gd name="T51" fmla="*/ 118 h 590"/>
              <a:gd name="T52" fmla="*/ 133 w 649"/>
              <a:gd name="T53" fmla="*/ 236 h 590"/>
              <a:gd name="T54" fmla="*/ 486 w 649"/>
              <a:gd name="T55" fmla="*/ 191 h 590"/>
              <a:gd name="T56" fmla="*/ 486 w 649"/>
              <a:gd name="T57" fmla="*/ 191 h 590"/>
              <a:gd name="T58" fmla="*/ 324 w 649"/>
              <a:gd name="T59" fmla="*/ 398 h 590"/>
              <a:gd name="T60" fmla="*/ 162 w 649"/>
              <a:gd name="T61" fmla="*/ 191 h 590"/>
              <a:gd name="T62" fmla="*/ 162 w 649"/>
              <a:gd name="T63" fmla="*/ 74 h 590"/>
              <a:gd name="T64" fmla="*/ 206 w 649"/>
              <a:gd name="T65" fmla="*/ 44 h 590"/>
              <a:gd name="T66" fmla="*/ 442 w 649"/>
              <a:gd name="T67" fmla="*/ 44 h 590"/>
              <a:gd name="T68" fmla="*/ 486 w 649"/>
              <a:gd name="T69" fmla="*/ 74 h 590"/>
              <a:gd name="T70" fmla="*/ 486 w 649"/>
              <a:gd name="T71" fmla="*/ 191 h 590"/>
              <a:gd name="T72" fmla="*/ 515 w 649"/>
              <a:gd name="T73" fmla="*/ 236 h 590"/>
              <a:gd name="T74" fmla="*/ 515 w 649"/>
              <a:gd name="T75" fmla="*/ 236 h 590"/>
              <a:gd name="T76" fmla="*/ 515 w 649"/>
              <a:gd name="T77" fmla="*/ 118 h 590"/>
              <a:gd name="T78" fmla="*/ 604 w 649"/>
              <a:gd name="T79" fmla="*/ 162 h 590"/>
              <a:gd name="T80" fmla="*/ 515 w 649"/>
              <a:gd name="T81" fmla="*/ 236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49" h="590">
                <a:moveTo>
                  <a:pt x="515" y="74"/>
                </a:moveTo>
                <a:lnTo>
                  <a:pt x="515" y="74"/>
                </a:lnTo>
                <a:cubicBezTo>
                  <a:pt x="515" y="30"/>
                  <a:pt x="486" y="0"/>
                  <a:pt x="442" y="0"/>
                </a:cubicBezTo>
                <a:cubicBezTo>
                  <a:pt x="206" y="0"/>
                  <a:pt x="206" y="0"/>
                  <a:pt x="206" y="0"/>
                </a:cubicBezTo>
                <a:cubicBezTo>
                  <a:pt x="162" y="0"/>
                  <a:pt x="133" y="30"/>
                  <a:pt x="133" y="74"/>
                </a:cubicBezTo>
                <a:cubicBezTo>
                  <a:pt x="0" y="74"/>
                  <a:pt x="15" y="74"/>
                  <a:pt x="15" y="162"/>
                </a:cubicBezTo>
                <a:cubicBezTo>
                  <a:pt x="15" y="221"/>
                  <a:pt x="59" y="280"/>
                  <a:pt x="133" y="280"/>
                </a:cubicBezTo>
                <a:cubicBezTo>
                  <a:pt x="133" y="280"/>
                  <a:pt x="133" y="280"/>
                  <a:pt x="147" y="280"/>
                </a:cubicBezTo>
                <a:cubicBezTo>
                  <a:pt x="162" y="353"/>
                  <a:pt x="236" y="427"/>
                  <a:pt x="309" y="427"/>
                </a:cubicBezTo>
                <a:cubicBezTo>
                  <a:pt x="309" y="545"/>
                  <a:pt x="309" y="545"/>
                  <a:pt x="309" y="545"/>
                </a:cubicBezTo>
                <a:cubicBezTo>
                  <a:pt x="250" y="545"/>
                  <a:pt x="250" y="545"/>
                  <a:pt x="250" y="545"/>
                </a:cubicBezTo>
                <a:cubicBezTo>
                  <a:pt x="236" y="545"/>
                  <a:pt x="221" y="560"/>
                  <a:pt x="221" y="574"/>
                </a:cubicBezTo>
                <a:cubicBezTo>
                  <a:pt x="221" y="574"/>
                  <a:pt x="236" y="589"/>
                  <a:pt x="250" y="589"/>
                </a:cubicBezTo>
                <a:cubicBezTo>
                  <a:pt x="397" y="589"/>
                  <a:pt x="397" y="589"/>
                  <a:pt x="397" y="589"/>
                </a:cubicBezTo>
                <a:cubicBezTo>
                  <a:pt x="413" y="589"/>
                  <a:pt x="427" y="574"/>
                  <a:pt x="427" y="574"/>
                </a:cubicBezTo>
                <a:cubicBezTo>
                  <a:pt x="427" y="560"/>
                  <a:pt x="413" y="545"/>
                  <a:pt x="397" y="545"/>
                </a:cubicBezTo>
                <a:cubicBezTo>
                  <a:pt x="339" y="545"/>
                  <a:pt x="339" y="545"/>
                  <a:pt x="339" y="545"/>
                </a:cubicBezTo>
                <a:cubicBezTo>
                  <a:pt x="339" y="427"/>
                  <a:pt x="339" y="427"/>
                  <a:pt x="339" y="427"/>
                </a:cubicBezTo>
                <a:cubicBezTo>
                  <a:pt x="413" y="427"/>
                  <a:pt x="486" y="353"/>
                  <a:pt x="501" y="280"/>
                </a:cubicBezTo>
                <a:cubicBezTo>
                  <a:pt x="515" y="280"/>
                  <a:pt x="515" y="280"/>
                  <a:pt x="515" y="280"/>
                </a:cubicBezTo>
                <a:cubicBezTo>
                  <a:pt x="589" y="280"/>
                  <a:pt x="633" y="221"/>
                  <a:pt x="633" y="162"/>
                </a:cubicBezTo>
                <a:cubicBezTo>
                  <a:pt x="633" y="74"/>
                  <a:pt x="648" y="74"/>
                  <a:pt x="515" y="74"/>
                </a:cubicBezTo>
                <a:close/>
                <a:moveTo>
                  <a:pt x="133" y="236"/>
                </a:moveTo>
                <a:lnTo>
                  <a:pt x="133" y="236"/>
                </a:lnTo>
                <a:cubicBezTo>
                  <a:pt x="88" y="236"/>
                  <a:pt x="44" y="206"/>
                  <a:pt x="44" y="162"/>
                </a:cubicBezTo>
                <a:cubicBezTo>
                  <a:pt x="44" y="118"/>
                  <a:pt x="44" y="118"/>
                  <a:pt x="133" y="118"/>
                </a:cubicBezTo>
                <a:lnTo>
                  <a:pt x="133" y="236"/>
                </a:lnTo>
                <a:close/>
                <a:moveTo>
                  <a:pt x="486" y="191"/>
                </a:moveTo>
                <a:lnTo>
                  <a:pt x="486" y="191"/>
                </a:lnTo>
                <a:cubicBezTo>
                  <a:pt x="486" y="280"/>
                  <a:pt x="413" y="398"/>
                  <a:pt x="324" y="398"/>
                </a:cubicBezTo>
                <a:cubicBezTo>
                  <a:pt x="236" y="398"/>
                  <a:pt x="162" y="280"/>
                  <a:pt x="162" y="191"/>
                </a:cubicBezTo>
                <a:cubicBezTo>
                  <a:pt x="162" y="74"/>
                  <a:pt x="162" y="74"/>
                  <a:pt x="162" y="74"/>
                </a:cubicBezTo>
                <a:cubicBezTo>
                  <a:pt x="162" y="59"/>
                  <a:pt x="192" y="44"/>
                  <a:pt x="206" y="44"/>
                </a:cubicBezTo>
                <a:cubicBezTo>
                  <a:pt x="442" y="44"/>
                  <a:pt x="442" y="44"/>
                  <a:pt x="442" y="44"/>
                </a:cubicBezTo>
                <a:cubicBezTo>
                  <a:pt x="456" y="44"/>
                  <a:pt x="486" y="59"/>
                  <a:pt x="486" y="74"/>
                </a:cubicBezTo>
                <a:lnTo>
                  <a:pt x="486" y="191"/>
                </a:lnTo>
                <a:close/>
                <a:moveTo>
                  <a:pt x="515" y="236"/>
                </a:moveTo>
                <a:lnTo>
                  <a:pt x="515" y="236"/>
                </a:lnTo>
                <a:cubicBezTo>
                  <a:pt x="515" y="118"/>
                  <a:pt x="515" y="118"/>
                  <a:pt x="515" y="118"/>
                </a:cubicBezTo>
                <a:cubicBezTo>
                  <a:pt x="604" y="118"/>
                  <a:pt x="604" y="118"/>
                  <a:pt x="604" y="162"/>
                </a:cubicBezTo>
                <a:cubicBezTo>
                  <a:pt x="604" y="206"/>
                  <a:pt x="560" y="236"/>
                  <a:pt x="515" y="236"/>
                </a:cubicBezTo>
                <a:close/>
              </a:path>
            </a:pathLst>
          </a:custGeom>
          <a:solidFill>
            <a:schemeClr val="bg1"/>
          </a:solidFill>
          <a:ln>
            <a:noFill/>
          </a:ln>
          <a:effectLst/>
        </p:spPr>
        <p:txBody>
          <a:bodyPr wrap="none" lIns="121898" tIns="60949" rIns="121898" bIns="60949" anchor="ctr"/>
          <a:lstStyle/>
          <a:p>
            <a:pPr>
              <a:defRPr/>
            </a:pPr>
            <a:endParaRPr lang="en-US" sz="1800" dirty="0">
              <a:latin typeface="微软雅黑" panose="020B0503020204020204" charset="-122"/>
              <a:ea typeface="+mn-ea"/>
              <a:cs typeface="+mn-cs"/>
            </a:endParaRPr>
          </a:p>
        </p:txBody>
      </p:sp>
      <p:grpSp>
        <p:nvGrpSpPr>
          <p:cNvPr id="47" name="Group 46"/>
          <p:cNvGrpSpPr/>
          <p:nvPr/>
        </p:nvGrpSpPr>
        <p:grpSpPr>
          <a:xfrm>
            <a:off x="7254397" y="4357384"/>
            <a:ext cx="383525" cy="381982"/>
            <a:chOff x="-365126" y="-2462213"/>
            <a:chExt cx="4321176" cy="4302126"/>
          </a:xfrm>
          <a:solidFill>
            <a:schemeClr val="bg1"/>
          </a:solidFill>
        </p:grpSpPr>
        <p:sp>
          <p:nvSpPr>
            <p:cNvPr id="48" name="Freeform 5"/>
            <p:cNvSpPr>
              <a:spLocks noEditPoints="1"/>
            </p:cNvSpPr>
            <p:nvPr/>
          </p:nvSpPr>
          <p:spPr bwMode="auto">
            <a:xfrm>
              <a:off x="-365126" y="-2058988"/>
              <a:ext cx="3937000" cy="3898901"/>
            </a:xfrm>
            <a:custGeom>
              <a:avLst/>
              <a:gdLst>
                <a:gd name="T0" fmla="*/ 744 w 1047"/>
                <a:gd name="T1" fmla="*/ 26 h 1037"/>
                <a:gd name="T2" fmla="*/ 681 w 1047"/>
                <a:gd name="T3" fmla="*/ 0 h 1037"/>
                <a:gd name="T4" fmla="*/ 618 w 1047"/>
                <a:gd name="T5" fmla="*/ 26 h 1037"/>
                <a:gd name="T6" fmla="*/ 568 w 1047"/>
                <a:gd name="T7" fmla="*/ 77 h 1037"/>
                <a:gd name="T8" fmla="*/ 541 w 1047"/>
                <a:gd name="T9" fmla="*/ 140 h 1037"/>
                <a:gd name="T10" fmla="*/ 555 w 1047"/>
                <a:gd name="T11" fmla="*/ 187 h 1037"/>
                <a:gd name="T12" fmla="*/ 69 w 1047"/>
                <a:gd name="T13" fmla="*/ 382 h 1037"/>
                <a:gd name="T14" fmla="*/ 7 w 1047"/>
                <a:gd name="T15" fmla="*/ 460 h 1037"/>
                <a:gd name="T16" fmla="*/ 37 w 1047"/>
                <a:gd name="T17" fmla="*/ 556 h 1037"/>
                <a:gd name="T18" fmla="*/ 491 w 1047"/>
                <a:gd name="T19" fmla="*/ 1006 h 1037"/>
                <a:gd name="T20" fmla="*/ 565 w 1047"/>
                <a:gd name="T21" fmla="*/ 1037 h 1037"/>
                <a:gd name="T22" fmla="*/ 567 w 1047"/>
                <a:gd name="T23" fmla="*/ 1037 h 1037"/>
                <a:gd name="T24" fmla="*/ 589 w 1047"/>
                <a:gd name="T25" fmla="*/ 1035 h 1037"/>
                <a:gd name="T26" fmla="*/ 667 w 1047"/>
                <a:gd name="T27" fmla="*/ 969 h 1037"/>
                <a:gd name="T28" fmla="*/ 858 w 1047"/>
                <a:gd name="T29" fmla="*/ 491 h 1037"/>
                <a:gd name="T30" fmla="*/ 907 w 1047"/>
                <a:gd name="T31" fmla="*/ 506 h 1037"/>
                <a:gd name="T32" fmla="*/ 970 w 1047"/>
                <a:gd name="T33" fmla="*/ 480 h 1037"/>
                <a:gd name="T34" fmla="*/ 1020 w 1047"/>
                <a:gd name="T35" fmla="*/ 429 h 1037"/>
                <a:gd name="T36" fmla="*/ 1047 w 1047"/>
                <a:gd name="T37" fmla="*/ 366 h 1037"/>
                <a:gd name="T38" fmla="*/ 1021 w 1047"/>
                <a:gd name="T39" fmla="*/ 303 h 1037"/>
                <a:gd name="T40" fmla="*/ 744 w 1047"/>
                <a:gd name="T41" fmla="*/ 26 h 1037"/>
                <a:gd name="T42" fmla="*/ 601 w 1047"/>
                <a:gd name="T43" fmla="*/ 943 h 1037"/>
                <a:gd name="T44" fmla="*/ 575 w 1047"/>
                <a:gd name="T45" fmla="*/ 965 h 1037"/>
                <a:gd name="T46" fmla="*/ 566 w 1047"/>
                <a:gd name="T47" fmla="*/ 966 h 1037"/>
                <a:gd name="T48" fmla="*/ 542 w 1047"/>
                <a:gd name="T49" fmla="*/ 955 h 1037"/>
                <a:gd name="T50" fmla="*/ 87 w 1047"/>
                <a:gd name="T51" fmla="*/ 505 h 1037"/>
                <a:gd name="T52" fmla="*/ 77 w 1047"/>
                <a:gd name="T53" fmla="*/ 473 h 1037"/>
                <a:gd name="T54" fmla="*/ 98 w 1047"/>
                <a:gd name="T55" fmla="*/ 447 h 1037"/>
                <a:gd name="T56" fmla="*/ 320 w 1047"/>
                <a:gd name="T57" fmla="*/ 358 h 1037"/>
                <a:gd name="T58" fmla="*/ 770 w 1047"/>
                <a:gd name="T59" fmla="*/ 520 h 1037"/>
                <a:gd name="T60" fmla="*/ 601 w 1047"/>
                <a:gd name="T61" fmla="*/ 943 h 1037"/>
                <a:gd name="T62" fmla="*/ 970 w 1047"/>
                <a:gd name="T63" fmla="*/ 378 h 1037"/>
                <a:gd name="T64" fmla="*/ 919 w 1047"/>
                <a:gd name="T65" fmla="*/ 429 h 1037"/>
                <a:gd name="T66" fmla="*/ 894 w 1047"/>
                <a:gd name="T67" fmla="*/ 429 h 1037"/>
                <a:gd name="T68" fmla="*/ 831 w 1047"/>
                <a:gd name="T69" fmla="*/ 366 h 1037"/>
                <a:gd name="T70" fmla="*/ 780 w 1047"/>
                <a:gd name="T71" fmla="*/ 494 h 1037"/>
                <a:gd name="T72" fmla="*/ 784 w 1047"/>
                <a:gd name="T73" fmla="*/ 483 h 1037"/>
                <a:gd name="T74" fmla="*/ 468 w 1047"/>
                <a:gd name="T75" fmla="*/ 350 h 1037"/>
                <a:gd name="T76" fmla="*/ 376 w 1047"/>
                <a:gd name="T77" fmla="*/ 336 h 1037"/>
                <a:gd name="T78" fmla="*/ 679 w 1047"/>
                <a:gd name="T79" fmla="*/ 214 h 1037"/>
                <a:gd name="T80" fmla="*/ 618 w 1047"/>
                <a:gd name="T81" fmla="*/ 153 h 1037"/>
                <a:gd name="T82" fmla="*/ 618 w 1047"/>
                <a:gd name="T83" fmla="*/ 128 h 1037"/>
                <a:gd name="T84" fmla="*/ 669 w 1047"/>
                <a:gd name="T85" fmla="*/ 77 h 1037"/>
                <a:gd name="T86" fmla="*/ 694 w 1047"/>
                <a:gd name="T87" fmla="*/ 77 h 1037"/>
                <a:gd name="T88" fmla="*/ 970 w 1047"/>
                <a:gd name="T89" fmla="*/ 353 h 1037"/>
                <a:gd name="T90" fmla="*/ 970 w 1047"/>
                <a:gd name="T91" fmla="*/ 378 h 10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047" h="1037">
                  <a:moveTo>
                    <a:pt x="744" y="26"/>
                  </a:moveTo>
                  <a:cubicBezTo>
                    <a:pt x="727" y="10"/>
                    <a:pt x="705" y="0"/>
                    <a:pt x="681" y="0"/>
                  </a:cubicBezTo>
                  <a:cubicBezTo>
                    <a:pt x="657" y="0"/>
                    <a:pt x="635" y="10"/>
                    <a:pt x="618" y="26"/>
                  </a:cubicBezTo>
                  <a:cubicBezTo>
                    <a:pt x="568" y="77"/>
                    <a:pt x="568" y="77"/>
                    <a:pt x="568" y="77"/>
                  </a:cubicBezTo>
                  <a:cubicBezTo>
                    <a:pt x="551" y="94"/>
                    <a:pt x="541" y="116"/>
                    <a:pt x="541" y="140"/>
                  </a:cubicBezTo>
                  <a:cubicBezTo>
                    <a:pt x="541" y="157"/>
                    <a:pt x="546" y="173"/>
                    <a:pt x="555" y="187"/>
                  </a:cubicBezTo>
                  <a:cubicBezTo>
                    <a:pt x="69" y="382"/>
                    <a:pt x="69" y="382"/>
                    <a:pt x="69" y="382"/>
                  </a:cubicBezTo>
                  <a:cubicBezTo>
                    <a:pt x="37" y="396"/>
                    <a:pt x="13" y="425"/>
                    <a:pt x="7" y="460"/>
                  </a:cubicBezTo>
                  <a:cubicBezTo>
                    <a:pt x="0" y="495"/>
                    <a:pt x="11" y="531"/>
                    <a:pt x="37" y="556"/>
                  </a:cubicBezTo>
                  <a:cubicBezTo>
                    <a:pt x="491" y="1006"/>
                    <a:pt x="491" y="1006"/>
                    <a:pt x="491" y="1006"/>
                  </a:cubicBezTo>
                  <a:cubicBezTo>
                    <a:pt x="511" y="1025"/>
                    <a:pt x="537" y="1036"/>
                    <a:pt x="565" y="1037"/>
                  </a:cubicBezTo>
                  <a:cubicBezTo>
                    <a:pt x="565" y="1037"/>
                    <a:pt x="567" y="1037"/>
                    <a:pt x="567" y="1037"/>
                  </a:cubicBezTo>
                  <a:cubicBezTo>
                    <a:pt x="575" y="1037"/>
                    <a:pt x="582" y="1036"/>
                    <a:pt x="589" y="1035"/>
                  </a:cubicBezTo>
                  <a:cubicBezTo>
                    <a:pt x="625" y="1027"/>
                    <a:pt x="654" y="1003"/>
                    <a:pt x="667" y="969"/>
                  </a:cubicBezTo>
                  <a:cubicBezTo>
                    <a:pt x="858" y="491"/>
                    <a:pt x="858" y="491"/>
                    <a:pt x="858" y="491"/>
                  </a:cubicBezTo>
                  <a:cubicBezTo>
                    <a:pt x="872" y="501"/>
                    <a:pt x="889" y="506"/>
                    <a:pt x="907" y="506"/>
                  </a:cubicBezTo>
                  <a:cubicBezTo>
                    <a:pt x="931" y="506"/>
                    <a:pt x="953" y="496"/>
                    <a:pt x="970" y="480"/>
                  </a:cubicBezTo>
                  <a:cubicBezTo>
                    <a:pt x="1020" y="429"/>
                    <a:pt x="1020" y="429"/>
                    <a:pt x="1020" y="429"/>
                  </a:cubicBezTo>
                  <a:cubicBezTo>
                    <a:pt x="1037" y="412"/>
                    <a:pt x="1047" y="390"/>
                    <a:pt x="1047" y="366"/>
                  </a:cubicBezTo>
                  <a:cubicBezTo>
                    <a:pt x="1047" y="342"/>
                    <a:pt x="1037" y="319"/>
                    <a:pt x="1021" y="303"/>
                  </a:cubicBezTo>
                  <a:lnTo>
                    <a:pt x="744" y="26"/>
                  </a:lnTo>
                  <a:close/>
                  <a:moveTo>
                    <a:pt x="601" y="943"/>
                  </a:moveTo>
                  <a:cubicBezTo>
                    <a:pt x="596" y="954"/>
                    <a:pt x="586" y="962"/>
                    <a:pt x="575" y="965"/>
                  </a:cubicBezTo>
                  <a:cubicBezTo>
                    <a:pt x="572" y="965"/>
                    <a:pt x="569" y="966"/>
                    <a:pt x="566" y="966"/>
                  </a:cubicBezTo>
                  <a:cubicBezTo>
                    <a:pt x="557" y="965"/>
                    <a:pt x="549" y="962"/>
                    <a:pt x="542" y="955"/>
                  </a:cubicBezTo>
                  <a:cubicBezTo>
                    <a:pt x="87" y="505"/>
                    <a:pt x="87" y="505"/>
                    <a:pt x="87" y="505"/>
                  </a:cubicBezTo>
                  <a:cubicBezTo>
                    <a:pt x="79" y="497"/>
                    <a:pt x="75" y="485"/>
                    <a:pt x="77" y="473"/>
                  </a:cubicBezTo>
                  <a:cubicBezTo>
                    <a:pt x="79" y="462"/>
                    <a:pt x="87" y="452"/>
                    <a:pt x="98" y="447"/>
                  </a:cubicBezTo>
                  <a:cubicBezTo>
                    <a:pt x="320" y="358"/>
                    <a:pt x="320" y="358"/>
                    <a:pt x="320" y="358"/>
                  </a:cubicBezTo>
                  <a:cubicBezTo>
                    <a:pt x="470" y="408"/>
                    <a:pt x="620" y="360"/>
                    <a:pt x="770" y="520"/>
                  </a:cubicBezTo>
                  <a:lnTo>
                    <a:pt x="601" y="943"/>
                  </a:lnTo>
                  <a:close/>
                  <a:moveTo>
                    <a:pt x="970" y="378"/>
                  </a:moveTo>
                  <a:cubicBezTo>
                    <a:pt x="919" y="429"/>
                    <a:pt x="919" y="429"/>
                    <a:pt x="919" y="429"/>
                  </a:cubicBezTo>
                  <a:cubicBezTo>
                    <a:pt x="912" y="436"/>
                    <a:pt x="901" y="436"/>
                    <a:pt x="894" y="429"/>
                  </a:cubicBezTo>
                  <a:cubicBezTo>
                    <a:pt x="831" y="366"/>
                    <a:pt x="831" y="366"/>
                    <a:pt x="831" y="366"/>
                  </a:cubicBezTo>
                  <a:cubicBezTo>
                    <a:pt x="780" y="494"/>
                    <a:pt x="780" y="494"/>
                    <a:pt x="780" y="494"/>
                  </a:cubicBezTo>
                  <a:cubicBezTo>
                    <a:pt x="784" y="483"/>
                    <a:pt x="784" y="483"/>
                    <a:pt x="784" y="483"/>
                  </a:cubicBezTo>
                  <a:cubicBezTo>
                    <a:pt x="676" y="376"/>
                    <a:pt x="567" y="362"/>
                    <a:pt x="468" y="350"/>
                  </a:cubicBezTo>
                  <a:cubicBezTo>
                    <a:pt x="437" y="346"/>
                    <a:pt x="406" y="342"/>
                    <a:pt x="376" y="336"/>
                  </a:cubicBezTo>
                  <a:cubicBezTo>
                    <a:pt x="679" y="214"/>
                    <a:pt x="679" y="214"/>
                    <a:pt x="679" y="214"/>
                  </a:cubicBezTo>
                  <a:cubicBezTo>
                    <a:pt x="618" y="153"/>
                    <a:pt x="618" y="153"/>
                    <a:pt x="618" y="153"/>
                  </a:cubicBezTo>
                  <a:cubicBezTo>
                    <a:pt x="611" y="146"/>
                    <a:pt x="611" y="135"/>
                    <a:pt x="618" y="128"/>
                  </a:cubicBezTo>
                  <a:cubicBezTo>
                    <a:pt x="669" y="77"/>
                    <a:pt x="669" y="77"/>
                    <a:pt x="669" y="77"/>
                  </a:cubicBezTo>
                  <a:cubicBezTo>
                    <a:pt x="676" y="70"/>
                    <a:pt x="687" y="70"/>
                    <a:pt x="694" y="77"/>
                  </a:cubicBezTo>
                  <a:cubicBezTo>
                    <a:pt x="970" y="353"/>
                    <a:pt x="970" y="353"/>
                    <a:pt x="970" y="353"/>
                  </a:cubicBezTo>
                  <a:cubicBezTo>
                    <a:pt x="977" y="360"/>
                    <a:pt x="977" y="372"/>
                    <a:pt x="970" y="378"/>
                  </a:cubicBezTo>
                  <a:close/>
                </a:path>
              </a:pathLst>
            </a:custGeom>
            <a:grpFill/>
            <a:ln>
              <a:noFill/>
            </a:ln>
          </p:spPr>
          <p:txBody>
            <a:bodyPr vert="horz" wrap="square" lIns="45720" tIns="22860" rIns="45720" bIns="22860" numCol="1" anchor="t" anchorCtr="0" compatLnSpc="1"/>
            <a:lstStyle/>
            <a:p>
              <a:endParaRPr lang="id-ID" sz="1800" dirty="0">
                <a:latin typeface="微软雅黑" panose="020B0503020204020204" charset="-122"/>
              </a:endParaRPr>
            </a:p>
          </p:txBody>
        </p:sp>
        <p:sp>
          <p:nvSpPr>
            <p:cNvPr id="49" name="Freeform 6"/>
            <p:cNvSpPr>
              <a:spLocks noEditPoints="1"/>
            </p:cNvSpPr>
            <p:nvPr/>
          </p:nvSpPr>
          <p:spPr bwMode="auto">
            <a:xfrm>
              <a:off x="1536700" y="-311150"/>
              <a:ext cx="669925" cy="673100"/>
            </a:xfrm>
            <a:custGeom>
              <a:avLst/>
              <a:gdLst>
                <a:gd name="T0" fmla="*/ 89 w 178"/>
                <a:gd name="T1" fmla="*/ 179 h 179"/>
                <a:gd name="T2" fmla="*/ 178 w 178"/>
                <a:gd name="T3" fmla="*/ 89 h 179"/>
                <a:gd name="T4" fmla="*/ 89 w 178"/>
                <a:gd name="T5" fmla="*/ 0 h 179"/>
                <a:gd name="T6" fmla="*/ 0 w 178"/>
                <a:gd name="T7" fmla="*/ 89 h 179"/>
                <a:gd name="T8" fmla="*/ 89 w 178"/>
                <a:gd name="T9" fmla="*/ 179 h 179"/>
                <a:gd name="T10" fmla="*/ 89 w 178"/>
                <a:gd name="T11" fmla="*/ 36 h 179"/>
                <a:gd name="T12" fmla="*/ 143 w 178"/>
                <a:gd name="T13" fmla="*/ 89 h 179"/>
                <a:gd name="T14" fmla="*/ 89 w 178"/>
                <a:gd name="T15" fmla="*/ 143 h 179"/>
                <a:gd name="T16" fmla="*/ 35 w 178"/>
                <a:gd name="T17" fmla="*/ 89 h 179"/>
                <a:gd name="T18" fmla="*/ 89 w 178"/>
                <a:gd name="T19" fmla="*/ 36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8" h="179">
                  <a:moveTo>
                    <a:pt x="89" y="179"/>
                  </a:moveTo>
                  <a:cubicBezTo>
                    <a:pt x="138" y="179"/>
                    <a:pt x="178" y="139"/>
                    <a:pt x="178" y="89"/>
                  </a:cubicBezTo>
                  <a:cubicBezTo>
                    <a:pt x="178" y="40"/>
                    <a:pt x="138" y="0"/>
                    <a:pt x="89" y="0"/>
                  </a:cubicBezTo>
                  <a:cubicBezTo>
                    <a:pt x="40" y="0"/>
                    <a:pt x="0" y="40"/>
                    <a:pt x="0" y="89"/>
                  </a:cubicBezTo>
                  <a:cubicBezTo>
                    <a:pt x="0" y="139"/>
                    <a:pt x="40" y="179"/>
                    <a:pt x="89" y="179"/>
                  </a:cubicBezTo>
                  <a:close/>
                  <a:moveTo>
                    <a:pt x="89" y="36"/>
                  </a:moveTo>
                  <a:cubicBezTo>
                    <a:pt x="119" y="36"/>
                    <a:pt x="143" y="60"/>
                    <a:pt x="143" y="89"/>
                  </a:cubicBezTo>
                  <a:cubicBezTo>
                    <a:pt x="143" y="119"/>
                    <a:pt x="119" y="143"/>
                    <a:pt x="89" y="143"/>
                  </a:cubicBezTo>
                  <a:cubicBezTo>
                    <a:pt x="59" y="143"/>
                    <a:pt x="35" y="119"/>
                    <a:pt x="35" y="89"/>
                  </a:cubicBezTo>
                  <a:cubicBezTo>
                    <a:pt x="35" y="60"/>
                    <a:pt x="59" y="36"/>
                    <a:pt x="89" y="36"/>
                  </a:cubicBezTo>
                  <a:close/>
                </a:path>
              </a:pathLst>
            </a:custGeom>
            <a:grpFill/>
            <a:ln>
              <a:noFill/>
            </a:ln>
          </p:spPr>
          <p:txBody>
            <a:bodyPr vert="horz" wrap="square" lIns="45720" tIns="22860" rIns="45720" bIns="22860" numCol="1" anchor="t" anchorCtr="0" compatLnSpc="1"/>
            <a:lstStyle/>
            <a:p>
              <a:endParaRPr lang="id-ID" sz="1800" dirty="0">
                <a:latin typeface="微软雅黑" panose="020B0503020204020204" charset="-122"/>
              </a:endParaRPr>
            </a:p>
          </p:txBody>
        </p:sp>
        <p:sp>
          <p:nvSpPr>
            <p:cNvPr id="50" name="Freeform 7"/>
            <p:cNvSpPr>
              <a:spLocks noEditPoints="1"/>
            </p:cNvSpPr>
            <p:nvPr/>
          </p:nvSpPr>
          <p:spPr bwMode="auto">
            <a:xfrm>
              <a:off x="3282950" y="-2462213"/>
              <a:ext cx="673100" cy="673100"/>
            </a:xfrm>
            <a:custGeom>
              <a:avLst/>
              <a:gdLst>
                <a:gd name="T0" fmla="*/ 90 w 179"/>
                <a:gd name="T1" fmla="*/ 0 h 179"/>
                <a:gd name="T2" fmla="*/ 0 w 179"/>
                <a:gd name="T3" fmla="*/ 89 h 179"/>
                <a:gd name="T4" fmla="*/ 90 w 179"/>
                <a:gd name="T5" fmla="*/ 179 h 179"/>
                <a:gd name="T6" fmla="*/ 179 w 179"/>
                <a:gd name="T7" fmla="*/ 89 h 179"/>
                <a:gd name="T8" fmla="*/ 90 w 179"/>
                <a:gd name="T9" fmla="*/ 0 h 179"/>
                <a:gd name="T10" fmla="*/ 90 w 179"/>
                <a:gd name="T11" fmla="*/ 143 h 179"/>
                <a:gd name="T12" fmla="*/ 36 w 179"/>
                <a:gd name="T13" fmla="*/ 89 h 179"/>
                <a:gd name="T14" fmla="*/ 90 w 179"/>
                <a:gd name="T15" fmla="*/ 36 h 179"/>
                <a:gd name="T16" fmla="*/ 143 w 179"/>
                <a:gd name="T17" fmla="*/ 89 h 179"/>
                <a:gd name="T18" fmla="*/ 90 w 179"/>
                <a:gd name="T19" fmla="*/ 143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9" h="179">
                  <a:moveTo>
                    <a:pt x="90" y="0"/>
                  </a:moveTo>
                  <a:cubicBezTo>
                    <a:pt x="40" y="0"/>
                    <a:pt x="0" y="40"/>
                    <a:pt x="0" y="89"/>
                  </a:cubicBezTo>
                  <a:cubicBezTo>
                    <a:pt x="0" y="139"/>
                    <a:pt x="40" y="179"/>
                    <a:pt x="90" y="179"/>
                  </a:cubicBezTo>
                  <a:cubicBezTo>
                    <a:pt x="139" y="179"/>
                    <a:pt x="179" y="139"/>
                    <a:pt x="179" y="89"/>
                  </a:cubicBezTo>
                  <a:cubicBezTo>
                    <a:pt x="179" y="40"/>
                    <a:pt x="139" y="0"/>
                    <a:pt x="90" y="0"/>
                  </a:cubicBezTo>
                  <a:close/>
                  <a:moveTo>
                    <a:pt x="90" y="143"/>
                  </a:moveTo>
                  <a:cubicBezTo>
                    <a:pt x="60" y="143"/>
                    <a:pt x="36" y="119"/>
                    <a:pt x="36" y="89"/>
                  </a:cubicBezTo>
                  <a:cubicBezTo>
                    <a:pt x="36" y="60"/>
                    <a:pt x="60" y="36"/>
                    <a:pt x="90" y="36"/>
                  </a:cubicBezTo>
                  <a:cubicBezTo>
                    <a:pt x="119" y="36"/>
                    <a:pt x="143" y="60"/>
                    <a:pt x="143" y="89"/>
                  </a:cubicBezTo>
                  <a:cubicBezTo>
                    <a:pt x="143" y="119"/>
                    <a:pt x="119" y="143"/>
                    <a:pt x="90" y="143"/>
                  </a:cubicBezTo>
                  <a:close/>
                </a:path>
              </a:pathLst>
            </a:custGeom>
            <a:grpFill/>
            <a:ln>
              <a:noFill/>
            </a:ln>
          </p:spPr>
          <p:txBody>
            <a:bodyPr vert="horz" wrap="square" lIns="45720" tIns="22860" rIns="45720" bIns="22860" numCol="1" anchor="t" anchorCtr="0" compatLnSpc="1"/>
            <a:lstStyle/>
            <a:p>
              <a:endParaRPr lang="id-ID" sz="1800" dirty="0">
                <a:latin typeface="微软雅黑" panose="020B0503020204020204" charset="-122"/>
              </a:endParaRPr>
            </a:p>
          </p:txBody>
        </p:sp>
        <p:sp>
          <p:nvSpPr>
            <p:cNvPr id="51" name="Freeform 8"/>
            <p:cNvSpPr>
              <a:spLocks noEditPoints="1"/>
            </p:cNvSpPr>
            <p:nvPr/>
          </p:nvSpPr>
          <p:spPr bwMode="auto">
            <a:xfrm>
              <a:off x="728662" y="-446088"/>
              <a:ext cx="538163" cy="536575"/>
            </a:xfrm>
            <a:custGeom>
              <a:avLst/>
              <a:gdLst>
                <a:gd name="T0" fmla="*/ 0 w 143"/>
                <a:gd name="T1" fmla="*/ 72 h 143"/>
                <a:gd name="T2" fmla="*/ 72 w 143"/>
                <a:gd name="T3" fmla="*/ 143 h 143"/>
                <a:gd name="T4" fmla="*/ 143 w 143"/>
                <a:gd name="T5" fmla="*/ 72 h 143"/>
                <a:gd name="T6" fmla="*/ 72 w 143"/>
                <a:gd name="T7" fmla="*/ 0 h 143"/>
                <a:gd name="T8" fmla="*/ 0 w 143"/>
                <a:gd name="T9" fmla="*/ 72 h 143"/>
                <a:gd name="T10" fmla="*/ 72 w 143"/>
                <a:gd name="T11" fmla="*/ 36 h 143"/>
                <a:gd name="T12" fmla="*/ 107 w 143"/>
                <a:gd name="T13" fmla="*/ 72 h 143"/>
                <a:gd name="T14" fmla="*/ 72 w 143"/>
                <a:gd name="T15" fmla="*/ 108 h 143"/>
                <a:gd name="T16" fmla="*/ 36 w 143"/>
                <a:gd name="T17" fmla="*/ 72 h 143"/>
                <a:gd name="T18" fmla="*/ 72 w 143"/>
                <a:gd name="T19" fmla="*/ 36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3" h="143">
                  <a:moveTo>
                    <a:pt x="0" y="72"/>
                  </a:moveTo>
                  <a:cubicBezTo>
                    <a:pt x="0" y="111"/>
                    <a:pt x="32" y="143"/>
                    <a:pt x="72" y="143"/>
                  </a:cubicBezTo>
                  <a:cubicBezTo>
                    <a:pt x="111" y="143"/>
                    <a:pt x="143" y="111"/>
                    <a:pt x="143" y="72"/>
                  </a:cubicBezTo>
                  <a:cubicBezTo>
                    <a:pt x="143" y="32"/>
                    <a:pt x="111" y="0"/>
                    <a:pt x="72" y="0"/>
                  </a:cubicBezTo>
                  <a:cubicBezTo>
                    <a:pt x="32" y="0"/>
                    <a:pt x="0" y="32"/>
                    <a:pt x="0" y="72"/>
                  </a:cubicBezTo>
                  <a:close/>
                  <a:moveTo>
                    <a:pt x="72" y="36"/>
                  </a:moveTo>
                  <a:cubicBezTo>
                    <a:pt x="91" y="36"/>
                    <a:pt x="107" y="52"/>
                    <a:pt x="107" y="72"/>
                  </a:cubicBezTo>
                  <a:cubicBezTo>
                    <a:pt x="107" y="92"/>
                    <a:pt x="91" y="108"/>
                    <a:pt x="72" y="108"/>
                  </a:cubicBezTo>
                  <a:cubicBezTo>
                    <a:pt x="52" y="108"/>
                    <a:pt x="36" y="92"/>
                    <a:pt x="36" y="72"/>
                  </a:cubicBezTo>
                  <a:cubicBezTo>
                    <a:pt x="36" y="52"/>
                    <a:pt x="52" y="36"/>
                    <a:pt x="72" y="36"/>
                  </a:cubicBezTo>
                  <a:close/>
                </a:path>
              </a:pathLst>
            </a:custGeom>
            <a:grpFill/>
            <a:ln>
              <a:noFill/>
            </a:ln>
          </p:spPr>
          <p:txBody>
            <a:bodyPr vert="horz" wrap="square" lIns="45720" tIns="22860" rIns="45720" bIns="22860" numCol="1" anchor="t" anchorCtr="0" compatLnSpc="1"/>
            <a:lstStyle/>
            <a:p>
              <a:endParaRPr lang="id-ID" sz="1800" dirty="0">
                <a:latin typeface="微软雅黑" panose="020B0503020204020204" charset="-122"/>
              </a:endParaRPr>
            </a:p>
          </p:txBody>
        </p:sp>
        <p:sp>
          <p:nvSpPr>
            <p:cNvPr id="52" name="Oval 9"/>
            <p:cNvSpPr>
              <a:spLocks noChangeArrowheads="1"/>
            </p:cNvSpPr>
            <p:nvPr/>
          </p:nvSpPr>
          <p:spPr bwMode="auto">
            <a:xfrm>
              <a:off x="1266825" y="496888"/>
              <a:ext cx="269875" cy="266700"/>
            </a:xfrm>
            <a:prstGeom prst="ellipse">
              <a:avLst/>
            </a:prstGeom>
            <a:grpFill/>
            <a:ln>
              <a:noFill/>
            </a:ln>
          </p:spPr>
          <p:txBody>
            <a:bodyPr vert="horz" wrap="square" lIns="45720" tIns="22860" rIns="45720" bIns="22860" numCol="1" anchor="t" anchorCtr="0" compatLnSpc="1"/>
            <a:lstStyle/>
            <a:p>
              <a:endParaRPr lang="id-ID" sz="1800" dirty="0">
                <a:latin typeface="微软雅黑" panose="020B0503020204020204" charset="-122"/>
              </a:endParaRPr>
            </a:p>
          </p:txBody>
        </p:sp>
        <p:sp>
          <p:nvSpPr>
            <p:cNvPr id="55" name="Oval 10"/>
            <p:cNvSpPr>
              <a:spLocks noChangeArrowheads="1"/>
            </p:cNvSpPr>
            <p:nvPr/>
          </p:nvSpPr>
          <p:spPr bwMode="auto">
            <a:xfrm>
              <a:off x="3417887" y="-1522413"/>
              <a:ext cx="269875" cy="271463"/>
            </a:xfrm>
            <a:prstGeom prst="ellipse">
              <a:avLst/>
            </a:prstGeom>
            <a:grpFill/>
            <a:ln>
              <a:noFill/>
            </a:ln>
          </p:spPr>
          <p:txBody>
            <a:bodyPr vert="horz" wrap="square" lIns="45720" tIns="22860" rIns="45720" bIns="22860" numCol="1" anchor="t" anchorCtr="0" compatLnSpc="1"/>
            <a:lstStyle/>
            <a:p>
              <a:endParaRPr lang="id-ID" sz="1800" dirty="0">
                <a:latin typeface="微软雅黑" panose="020B0503020204020204" charset="-122"/>
              </a:endParaRPr>
            </a:p>
          </p:txBody>
        </p:sp>
      </p:grpSp>
      <p:sp>
        <p:nvSpPr>
          <p:cNvPr id="56" name="Freeform 78"/>
          <p:cNvSpPr>
            <a:spLocks noChangeAspect="1" noEditPoints="1"/>
          </p:cNvSpPr>
          <p:nvPr/>
        </p:nvSpPr>
        <p:spPr bwMode="auto">
          <a:xfrm>
            <a:off x="8837105" y="3812020"/>
            <a:ext cx="247854" cy="240568"/>
          </a:xfrm>
          <a:custGeom>
            <a:avLst/>
            <a:gdLst>
              <a:gd name="T0" fmla="*/ 172 w 241"/>
              <a:gd name="T1" fmla="*/ 0 h 234"/>
              <a:gd name="T2" fmla="*/ 102 w 241"/>
              <a:gd name="T3" fmla="*/ 50 h 234"/>
              <a:gd name="T4" fmla="*/ 102 w 241"/>
              <a:gd name="T5" fmla="*/ 50 h 234"/>
              <a:gd name="T6" fmla="*/ 26 w 241"/>
              <a:gd name="T7" fmla="*/ 126 h 234"/>
              <a:gd name="T8" fmla="*/ 2 w 241"/>
              <a:gd name="T9" fmla="*/ 201 h 234"/>
              <a:gd name="T10" fmla="*/ 26 w 241"/>
              <a:gd name="T11" fmla="*/ 234 h 234"/>
              <a:gd name="T12" fmla="*/ 96 w 241"/>
              <a:gd name="T13" fmla="*/ 216 h 234"/>
              <a:gd name="T14" fmla="*/ 220 w 241"/>
              <a:gd name="T15" fmla="*/ 97 h 234"/>
              <a:gd name="T16" fmla="*/ 117 w 241"/>
              <a:gd name="T17" fmla="*/ 174 h 234"/>
              <a:gd name="T18" fmla="*/ 181 w 241"/>
              <a:gd name="T19" fmla="*/ 86 h 234"/>
              <a:gd name="T20" fmla="*/ 174 w 241"/>
              <a:gd name="T21" fmla="*/ 123 h 234"/>
              <a:gd name="T22" fmla="*/ 117 w 241"/>
              <a:gd name="T23" fmla="*/ 180 h 234"/>
              <a:gd name="T24" fmla="*/ 108 w 241"/>
              <a:gd name="T25" fmla="*/ 148 h 234"/>
              <a:gd name="T26" fmla="*/ 84 w 241"/>
              <a:gd name="T27" fmla="*/ 125 h 234"/>
              <a:gd name="T28" fmla="*/ 169 w 241"/>
              <a:gd name="T29" fmla="*/ 66 h 234"/>
              <a:gd name="T30" fmla="*/ 108 w 241"/>
              <a:gd name="T31" fmla="*/ 148 h 234"/>
              <a:gd name="T32" fmla="*/ 56 w 241"/>
              <a:gd name="T33" fmla="*/ 117 h 234"/>
              <a:gd name="T34" fmla="*/ 146 w 241"/>
              <a:gd name="T35" fmla="*/ 53 h 234"/>
              <a:gd name="T36" fmla="*/ 31 w 241"/>
              <a:gd name="T37" fmla="*/ 219 h 234"/>
              <a:gd name="T38" fmla="*/ 15 w 241"/>
              <a:gd name="T39" fmla="*/ 209 h 234"/>
              <a:gd name="T40" fmla="*/ 23 w 241"/>
              <a:gd name="T41" fmla="*/ 177 h 234"/>
              <a:gd name="T42" fmla="*/ 58 w 241"/>
              <a:gd name="T43" fmla="*/ 211 h 234"/>
              <a:gd name="T44" fmla="*/ 65 w 241"/>
              <a:gd name="T45" fmla="*/ 210 h 234"/>
              <a:gd name="T46" fmla="*/ 26 w 241"/>
              <a:gd name="T47" fmla="*/ 169 h 234"/>
              <a:gd name="T48" fmla="*/ 36 w 241"/>
              <a:gd name="T49" fmla="*/ 138 h 234"/>
              <a:gd name="T50" fmla="*/ 95 w 241"/>
              <a:gd name="T51" fmla="*/ 201 h 234"/>
              <a:gd name="T52" fmla="*/ 65 w 241"/>
              <a:gd name="T53" fmla="*/ 210 h 234"/>
              <a:gd name="T54" fmla="*/ 198 w 241"/>
              <a:gd name="T55" fmla="*/ 99 h 234"/>
              <a:gd name="T56" fmla="*/ 179 w 241"/>
              <a:gd name="T57" fmla="*/ 55 h 234"/>
              <a:gd name="T58" fmla="*/ 148 w 241"/>
              <a:gd name="T59" fmla="*/ 24 h 234"/>
              <a:gd name="T60" fmla="*/ 205 w 241"/>
              <a:gd name="T61" fmla="*/ 30 h 234"/>
              <a:gd name="T62" fmla="*/ 210 w 241"/>
              <a:gd name="T63" fmla="*/ 86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1" h="234">
                <a:moveTo>
                  <a:pt x="215" y="19"/>
                </a:moveTo>
                <a:cubicBezTo>
                  <a:pt x="203" y="7"/>
                  <a:pt x="187" y="0"/>
                  <a:pt x="172" y="0"/>
                </a:cubicBezTo>
                <a:cubicBezTo>
                  <a:pt x="159" y="0"/>
                  <a:pt x="146" y="5"/>
                  <a:pt x="138" y="14"/>
                </a:cubicBezTo>
                <a:cubicBezTo>
                  <a:pt x="102" y="50"/>
                  <a:pt x="102" y="50"/>
                  <a:pt x="102" y="50"/>
                </a:cubicBezTo>
                <a:cubicBezTo>
                  <a:pt x="102" y="50"/>
                  <a:pt x="102" y="50"/>
                  <a:pt x="102" y="50"/>
                </a:cubicBezTo>
                <a:cubicBezTo>
                  <a:pt x="102" y="50"/>
                  <a:pt x="102" y="50"/>
                  <a:pt x="102" y="50"/>
                </a:cubicBezTo>
                <a:cubicBezTo>
                  <a:pt x="102" y="50"/>
                  <a:pt x="102" y="50"/>
                  <a:pt x="102" y="50"/>
                </a:cubicBezTo>
                <a:cubicBezTo>
                  <a:pt x="26" y="126"/>
                  <a:pt x="26" y="126"/>
                  <a:pt x="26" y="126"/>
                </a:cubicBezTo>
                <a:cubicBezTo>
                  <a:pt x="23" y="130"/>
                  <a:pt x="20" y="134"/>
                  <a:pt x="19" y="139"/>
                </a:cubicBezTo>
                <a:cubicBezTo>
                  <a:pt x="2" y="201"/>
                  <a:pt x="2" y="201"/>
                  <a:pt x="2" y="201"/>
                </a:cubicBezTo>
                <a:cubicBezTo>
                  <a:pt x="2" y="201"/>
                  <a:pt x="0" y="206"/>
                  <a:pt x="0" y="209"/>
                </a:cubicBezTo>
                <a:cubicBezTo>
                  <a:pt x="0" y="223"/>
                  <a:pt x="12" y="234"/>
                  <a:pt x="26" y="234"/>
                </a:cubicBezTo>
                <a:cubicBezTo>
                  <a:pt x="29" y="234"/>
                  <a:pt x="34" y="233"/>
                  <a:pt x="34" y="233"/>
                </a:cubicBezTo>
                <a:cubicBezTo>
                  <a:pt x="96" y="216"/>
                  <a:pt x="96" y="216"/>
                  <a:pt x="96" y="216"/>
                </a:cubicBezTo>
                <a:cubicBezTo>
                  <a:pt x="101" y="215"/>
                  <a:pt x="105" y="213"/>
                  <a:pt x="109" y="209"/>
                </a:cubicBezTo>
                <a:cubicBezTo>
                  <a:pt x="220" y="97"/>
                  <a:pt x="220" y="97"/>
                  <a:pt x="220" y="97"/>
                </a:cubicBezTo>
                <a:cubicBezTo>
                  <a:pt x="241" y="76"/>
                  <a:pt x="238" y="42"/>
                  <a:pt x="215" y="19"/>
                </a:cubicBezTo>
                <a:close/>
                <a:moveTo>
                  <a:pt x="117" y="174"/>
                </a:moveTo>
                <a:cubicBezTo>
                  <a:pt x="117" y="168"/>
                  <a:pt x="115" y="161"/>
                  <a:pt x="112" y="155"/>
                </a:cubicBezTo>
                <a:cubicBezTo>
                  <a:pt x="181" y="86"/>
                  <a:pt x="181" y="86"/>
                  <a:pt x="181" y="86"/>
                </a:cubicBezTo>
                <a:cubicBezTo>
                  <a:pt x="185" y="99"/>
                  <a:pt x="183" y="113"/>
                  <a:pt x="174" y="123"/>
                </a:cubicBezTo>
                <a:cubicBezTo>
                  <a:pt x="174" y="123"/>
                  <a:pt x="174" y="123"/>
                  <a:pt x="174" y="123"/>
                </a:cubicBezTo>
                <a:cubicBezTo>
                  <a:pt x="174" y="123"/>
                  <a:pt x="174" y="123"/>
                  <a:pt x="174" y="123"/>
                </a:cubicBezTo>
                <a:cubicBezTo>
                  <a:pt x="117" y="180"/>
                  <a:pt x="117" y="180"/>
                  <a:pt x="117" y="180"/>
                </a:cubicBezTo>
                <a:cubicBezTo>
                  <a:pt x="117" y="178"/>
                  <a:pt x="118" y="176"/>
                  <a:pt x="117" y="174"/>
                </a:cubicBezTo>
                <a:close/>
                <a:moveTo>
                  <a:pt x="108" y="148"/>
                </a:moveTo>
                <a:cubicBezTo>
                  <a:pt x="106" y="144"/>
                  <a:pt x="103" y="140"/>
                  <a:pt x="99" y="136"/>
                </a:cubicBezTo>
                <a:cubicBezTo>
                  <a:pt x="94" y="131"/>
                  <a:pt x="89" y="128"/>
                  <a:pt x="84" y="125"/>
                </a:cubicBezTo>
                <a:cubicBezTo>
                  <a:pt x="154" y="55"/>
                  <a:pt x="154" y="55"/>
                  <a:pt x="154" y="55"/>
                </a:cubicBezTo>
                <a:cubicBezTo>
                  <a:pt x="159" y="58"/>
                  <a:pt x="164" y="61"/>
                  <a:pt x="169" y="66"/>
                </a:cubicBezTo>
                <a:cubicBezTo>
                  <a:pt x="173" y="70"/>
                  <a:pt x="176" y="74"/>
                  <a:pt x="178" y="79"/>
                </a:cubicBezTo>
                <a:lnTo>
                  <a:pt x="108" y="148"/>
                </a:lnTo>
                <a:close/>
                <a:moveTo>
                  <a:pt x="77" y="121"/>
                </a:moveTo>
                <a:cubicBezTo>
                  <a:pt x="70" y="119"/>
                  <a:pt x="63" y="117"/>
                  <a:pt x="56" y="117"/>
                </a:cubicBezTo>
                <a:cubicBezTo>
                  <a:pt x="112" y="60"/>
                  <a:pt x="112" y="60"/>
                  <a:pt x="112" y="60"/>
                </a:cubicBezTo>
                <a:cubicBezTo>
                  <a:pt x="121" y="52"/>
                  <a:pt x="133" y="50"/>
                  <a:pt x="146" y="53"/>
                </a:cubicBezTo>
                <a:lnTo>
                  <a:pt x="77" y="121"/>
                </a:lnTo>
                <a:close/>
                <a:moveTo>
                  <a:pt x="31" y="219"/>
                </a:moveTo>
                <a:cubicBezTo>
                  <a:pt x="30" y="219"/>
                  <a:pt x="28" y="219"/>
                  <a:pt x="26" y="220"/>
                </a:cubicBezTo>
                <a:cubicBezTo>
                  <a:pt x="20" y="219"/>
                  <a:pt x="15" y="215"/>
                  <a:pt x="15" y="209"/>
                </a:cubicBezTo>
                <a:cubicBezTo>
                  <a:pt x="15" y="207"/>
                  <a:pt x="16" y="205"/>
                  <a:pt x="16" y="204"/>
                </a:cubicBezTo>
                <a:cubicBezTo>
                  <a:pt x="23" y="177"/>
                  <a:pt x="23" y="177"/>
                  <a:pt x="23" y="177"/>
                </a:cubicBezTo>
                <a:cubicBezTo>
                  <a:pt x="32" y="176"/>
                  <a:pt x="41" y="180"/>
                  <a:pt x="48" y="187"/>
                </a:cubicBezTo>
                <a:cubicBezTo>
                  <a:pt x="55" y="194"/>
                  <a:pt x="58" y="203"/>
                  <a:pt x="58" y="211"/>
                </a:cubicBezTo>
                <a:lnTo>
                  <a:pt x="31" y="219"/>
                </a:lnTo>
                <a:close/>
                <a:moveTo>
                  <a:pt x="65" y="210"/>
                </a:moveTo>
                <a:cubicBezTo>
                  <a:pt x="65" y="200"/>
                  <a:pt x="61" y="190"/>
                  <a:pt x="53" y="182"/>
                </a:cubicBezTo>
                <a:cubicBezTo>
                  <a:pt x="45" y="174"/>
                  <a:pt x="35" y="170"/>
                  <a:pt x="26" y="169"/>
                </a:cubicBezTo>
                <a:cubicBezTo>
                  <a:pt x="33" y="143"/>
                  <a:pt x="33" y="143"/>
                  <a:pt x="33" y="143"/>
                </a:cubicBezTo>
                <a:cubicBezTo>
                  <a:pt x="33" y="141"/>
                  <a:pt x="34" y="139"/>
                  <a:pt x="36" y="138"/>
                </a:cubicBezTo>
                <a:cubicBezTo>
                  <a:pt x="50" y="127"/>
                  <a:pt x="73" y="130"/>
                  <a:pt x="88" y="146"/>
                </a:cubicBezTo>
                <a:cubicBezTo>
                  <a:pt x="105" y="163"/>
                  <a:pt x="108" y="187"/>
                  <a:pt x="95" y="201"/>
                </a:cubicBezTo>
                <a:cubicBezTo>
                  <a:pt x="94" y="202"/>
                  <a:pt x="93" y="202"/>
                  <a:pt x="92" y="202"/>
                </a:cubicBezTo>
                <a:lnTo>
                  <a:pt x="65" y="210"/>
                </a:lnTo>
                <a:close/>
                <a:moveTo>
                  <a:pt x="210" y="86"/>
                </a:moveTo>
                <a:cubicBezTo>
                  <a:pt x="198" y="99"/>
                  <a:pt x="198" y="99"/>
                  <a:pt x="198" y="99"/>
                </a:cubicBezTo>
                <a:cubicBezTo>
                  <a:pt x="198" y="97"/>
                  <a:pt x="198" y="96"/>
                  <a:pt x="198" y="94"/>
                </a:cubicBezTo>
                <a:cubicBezTo>
                  <a:pt x="196" y="80"/>
                  <a:pt x="190" y="66"/>
                  <a:pt x="179" y="55"/>
                </a:cubicBezTo>
                <a:cubicBezTo>
                  <a:pt x="167" y="44"/>
                  <a:pt x="151" y="37"/>
                  <a:pt x="136" y="37"/>
                </a:cubicBezTo>
                <a:cubicBezTo>
                  <a:pt x="148" y="24"/>
                  <a:pt x="148" y="24"/>
                  <a:pt x="148" y="24"/>
                </a:cubicBezTo>
                <a:cubicBezTo>
                  <a:pt x="154" y="18"/>
                  <a:pt x="162" y="15"/>
                  <a:pt x="172" y="15"/>
                </a:cubicBezTo>
                <a:cubicBezTo>
                  <a:pt x="183" y="15"/>
                  <a:pt x="196" y="20"/>
                  <a:pt x="205" y="30"/>
                </a:cubicBezTo>
                <a:cubicBezTo>
                  <a:pt x="214" y="38"/>
                  <a:pt x="219" y="49"/>
                  <a:pt x="219" y="60"/>
                </a:cubicBezTo>
                <a:cubicBezTo>
                  <a:pt x="220" y="70"/>
                  <a:pt x="217" y="80"/>
                  <a:pt x="210" y="86"/>
                </a:cubicBezTo>
                <a:close/>
              </a:path>
            </a:pathLst>
          </a:custGeom>
          <a:solidFill>
            <a:schemeClr val="bg1"/>
          </a:solidFill>
          <a:ln>
            <a:noFill/>
          </a:ln>
        </p:spPr>
        <p:txBody>
          <a:bodyPr vert="horz" wrap="square" lIns="45720" tIns="22860" rIns="45720" bIns="22860" numCol="1" anchor="t" anchorCtr="0" compatLnSpc="1"/>
          <a:lstStyle/>
          <a:p>
            <a:endParaRPr lang="id-ID" sz="1800" dirty="0">
              <a:latin typeface="微软雅黑" panose="020B0503020204020204" charset="-122"/>
            </a:endParaRPr>
          </a:p>
        </p:txBody>
      </p:sp>
      <p:sp>
        <p:nvSpPr>
          <p:cNvPr id="57" name="Freeform 78"/>
          <p:cNvSpPr>
            <a:spLocks noChangeAspect="1" noEditPoints="1"/>
          </p:cNvSpPr>
          <p:nvPr/>
        </p:nvSpPr>
        <p:spPr bwMode="auto">
          <a:xfrm>
            <a:off x="8837105" y="1437612"/>
            <a:ext cx="247854" cy="240568"/>
          </a:xfrm>
          <a:custGeom>
            <a:avLst/>
            <a:gdLst>
              <a:gd name="T0" fmla="*/ 172 w 241"/>
              <a:gd name="T1" fmla="*/ 0 h 234"/>
              <a:gd name="T2" fmla="*/ 102 w 241"/>
              <a:gd name="T3" fmla="*/ 50 h 234"/>
              <a:gd name="T4" fmla="*/ 102 w 241"/>
              <a:gd name="T5" fmla="*/ 50 h 234"/>
              <a:gd name="T6" fmla="*/ 26 w 241"/>
              <a:gd name="T7" fmla="*/ 126 h 234"/>
              <a:gd name="T8" fmla="*/ 2 w 241"/>
              <a:gd name="T9" fmla="*/ 201 h 234"/>
              <a:gd name="T10" fmla="*/ 26 w 241"/>
              <a:gd name="T11" fmla="*/ 234 h 234"/>
              <a:gd name="T12" fmla="*/ 96 w 241"/>
              <a:gd name="T13" fmla="*/ 216 h 234"/>
              <a:gd name="T14" fmla="*/ 220 w 241"/>
              <a:gd name="T15" fmla="*/ 97 h 234"/>
              <a:gd name="T16" fmla="*/ 117 w 241"/>
              <a:gd name="T17" fmla="*/ 174 h 234"/>
              <a:gd name="T18" fmla="*/ 181 w 241"/>
              <a:gd name="T19" fmla="*/ 86 h 234"/>
              <a:gd name="T20" fmla="*/ 174 w 241"/>
              <a:gd name="T21" fmla="*/ 123 h 234"/>
              <a:gd name="T22" fmla="*/ 117 w 241"/>
              <a:gd name="T23" fmla="*/ 180 h 234"/>
              <a:gd name="T24" fmla="*/ 108 w 241"/>
              <a:gd name="T25" fmla="*/ 148 h 234"/>
              <a:gd name="T26" fmla="*/ 84 w 241"/>
              <a:gd name="T27" fmla="*/ 125 h 234"/>
              <a:gd name="T28" fmla="*/ 169 w 241"/>
              <a:gd name="T29" fmla="*/ 66 h 234"/>
              <a:gd name="T30" fmla="*/ 108 w 241"/>
              <a:gd name="T31" fmla="*/ 148 h 234"/>
              <a:gd name="T32" fmla="*/ 56 w 241"/>
              <a:gd name="T33" fmla="*/ 117 h 234"/>
              <a:gd name="T34" fmla="*/ 146 w 241"/>
              <a:gd name="T35" fmla="*/ 53 h 234"/>
              <a:gd name="T36" fmla="*/ 31 w 241"/>
              <a:gd name="T37" fmla="*/ 219 h 234"/>
              <a:gd name="T38" fmla="*/ 15 w 241"/>
              <a:gd name="T39" fmla="*/ 209 h 234"/>
              <a:gd name="T40" fmla="*/ 23 w 241"/>
              <a:gd name="T41" fmla="*/ 177 h 234"/>
              <a:gd name="T42" fmla="*/ 58 w 241"/>
              <a:gd name="T43" fmla="*/ 211 h 234"/>
              <a:gd name="T44" fmla="*/ 65 w 241"/>
              <a:gd name="T45" fmla="*/ 210 h 234"/>
              <a:gd name="T46" fmla="*/ 26 w 241"/>
              <a:gd name="T47" fmla="*/ 169 h 234"/>
              <a:gd name="T48" fmla="*/ 36 w 241"/>
              <a:gd name="T49" fmla="*/ 138 h 234"/>
              <a:gd name="T50" fmla="*/ 95 w 241"/>
              <a:gd name="T51" fmla="*/ 201 h 234"/>
              <a:gd name="T52" fmla="*/ 65 w 241"/>
              <a:gd name="T53" fmla="*/ 210 h 234"/>
              <a:gd name="T54" fmla="*/ 198 w 241"/>
              <a:gd name="T55" fmla="*/ 99 h 234"/>
              <a:gd name="T56" fmla="*/ 179 w 241"/>
              <a:gd name="T57" fmla="*/ 55 h 234"/>
              <a:gd name="T58" fmla="*/ 148 w 241"/>
              <a:gd name="T59" fmla="*/ 24 h 234"/>
              <a:gd name="T60" fmla="*/ 205 w 241"/>
              <a:gd name="T61" fmla="*/ 30 h 234"/>
              <a:gd name="T62" fmla="*/ 210 w 241"/>
              <a:gd name="T63" fmla="*/ 86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1" h="234">
                <a:moveTo>
                  <a:pt x="215" y="19"/>
                </a:moveTo>
                <a:cubicBezTo>
                  <a:pt x="203" y="7"/>
                  <a:pt x="187" y="0"/>
                  <a:pt x="172" y="0"/>
                </a:cubicBezTo>
                <a:cubicBezTo>
                  <a:pt x="159" y="0"/>
                  <a:pt x="146" y="5"/>
                  <a:pt x="138" y="14"/>
                </a:cubicBezTo>
                <a:cubicBezTo>
                  <a:pt x="102" y="50"/>
                  <a:pt x="102" y="50"/>
                  <a:pt x="102" y="50"/>
                </a:cubicBezTo>
                <a:cubicBezTo>
                  <a:pt x="102" y="50"/>
                  <a:pt x="102" y="50"/>
                  <a:pt x="102" y="50"/>
                </a:cubicBezTo>
                <a:cubicBezTo>
                  <a:pt x="102" y="50"/>
                  <a:pt x="102" y="50"/>
                  <a:pt x="102" y="50"/>
                </a:cubicBezTo>
                <a:cubicBezTo>
                  <a:pt x="102" y="50"/>
                  <a:pt x="102" y="50"/>
                  <a:pt x="102" y="50"/>
                </a:cubicBezTo>
                <a:cubicBezTo>
                  <a:pt x="26" y="126"/>
                  <a:pt x="26" y="126"/>
                  <a:pt x="26" y="126"/>
                </a:cubicBezTo>
                <a:cubicBezTo>
                  <a:pt x="23" y="130"/>
                  <a:pt x="20" y="134"/>
                  <a:pt x="19" y="139"/>
                </a:cubicBezTo>
                <a:cubicBezTo>
                  <a:pt x="2" y="201"/>
                  <a:pt x="2" y="201"/>
                  <a:pt x="2" y="201"/>
                </a:cubicBezTo>
                <a:cubicBezTo>
                  <a:pt x="2" y="201"/>
                  <a:pt x="0" y="206"/>
                  <a:pt x="0" y="209"/>
                </a:cubicBezTo>
                <a:cubicBezTo>
                  <a:pt x="0" y="223"/>
                  <a:pt x="12" y="234"/>
                  <a:pt x="26" y="234"/>
                </a:cubicBezTo>
                <a:cubicBezTo>
                  <a:pt x="29" y="234"/>
                  <a:pt x="34" y="233"/>
                  <a:pt x="34" y="233"/>
                </a:cubicBezTo>
                <a:cubicBezTo>
                  <a:pt x="96" y="216"/>
                  <a:pt x="96" y="216"/>
                  <a:pt x="96" y="216"/>
                </a:cubicBezTo>
                <a:cubicBezTo>
                  <a:pt x="101" y="215"/>
                  <a:pt x="105" y="213"/>
                  <a:pt x="109" y="209"/>
                </a:cubicBezTo>
                <a:cubicBezTo>
                  <a:pt x="220" y="97"/>
                  <a:pt x="220" y="97"/>
                  <a:pt x="220" y="97"/>
                </a:cubicBezTo>
                <a:cubicBezTo>
                  <a:pt x="241" y="76"/>
                  <a:pt x="238" y="42"/>
                  <a:pt x="215" y="19"/>
                </a:cubicBezTo>
                <a:close/>
                <a:moveTo>
                  <a:pt x="117" y="174"/>
                </a:moveTo>
                <a:cubicBezTo>
                  <a:pt x="117" y="168"/>
                  <a:pt x="115" y="161"/>
                  <a:pt x="112" y="155"/>
                </a:cubicBezTo>
                <a:cubicBezTo>
                  <a:pt x="181" y="86"/>
                  <a:pt x="181" y="86"/>
                  <a:pt x="181" y="86"/>
                </a:cubicBezTo>
                <a:cubicBezTo>
                  <a:pt x="185" y="99"/>
                  <a:pt x="183" y="113"/>
                  <a:pt x="174" y="123"/>
                </a:cubicBezTo>
                <a:cubicBezTo>
                  <a:pt x="174" y="123"/>
                  <a:pt x="174" y="123"/>
                  <a:pt x="174" y="123"/>
                </a:cubicBezTo>
                <a:cubicBezTo>
                  <a:pt x="174" y="123"/>
                  <a:pt x="174" y="123"/>
                  <a:pt x="174" y="123"/>
                </a:cubicBezTo>
                <a:cubicBezTo>
                  <a:pt x="117" y="180"/>
                  <a:pt x="117" y="180"/>
                  <a:pt x="117" y="180"/>
                </a:cubicBezTo>
                <a:cubicBezTo>
                  <a:pt x="117" y="178"/>
                  <a:pt x="118" y="176"/>
                  <a:pt x="117" y="174"/>
                </a:cubicBezTo>
                <a:close/>
                <a:moveTo>
                  <a:pt x="108" y="148"/>
                </a:moveTo>
                <a:cubicBezTo>
                  <a:pt x="106" y="144"/>
                  <a:pt x="103" y="140"/>
                  <a:pt x="99" y="136"/>
                </a:cubicBezTo>
                <a:cubicBezTo>
                  <a:pt x="94" y="131"/>
                  <a:pt x="89" y="128"/>
                  <a:pt x="84" y="125"/>
                </a:cubicBezTo>
                <a:cubicBezTo>
                  <a:pt x="154" y="55"/>
                  <a:pt x="154" y="55"/>
                  <a:pt x="154" y="55"/>
                </a:cubicBezTo>
                <a:cubicBezTo>
                  <a:pt x="159" y="58"/>
                  <a:pt x="164" y="61"/>
                  <a:pt x="169" y="66"/>
                </a:cubicBezTo>
                <a:cubicBezTo>
                  <a:pt x="173" y="70"/>
                  <a:pt x="176" y="74"/>
                  <a:pt x="178" y="79"/>
                </a:cubicBezTo>
                <a:lnTo>
                  <a:pt x="108" y="148"/>
                </a:lnTo>
                <a:close/>
                <a:moveTo>
                  <a:pt x="77" y="121"/>
                </a:moveTo>
                <a:cubicBezTo>
                  <a:pt x="70" y="119"/>
                  <a:pt x="63" y="117"/>
                  <a:pt x="56" y="117"/>
                </a:cubicBezTo>
                <a:cubicBezTo>
                  <a:pt x="112" y="60"/>
                  <a:pt x="112" y="60"/>
                  <a:pt x="112" y="60"/>
                </a:cubicBezTo>
                <a:cubicBezTo>
                  <a:pt x="121" y="52"/>
                  <a:pt x="133" y="50"/>
                  <a:pt x="146" y="53"/>
                </a:cubicBezTo>
                <a:lnTo>
                  <a:pt x="77" y="121"/>
                </a:lnTo>
                <a:close/>
                <a:moveTo>
                  <a:pt x="31" y="219"/>
                </a:moveTo>
                <a:cubicBezTo>
                  <a:pt x="30" y="219"/>
                  <a:pt x="28" y="219"/>
                  <a:pt x="26" y="220"/>
                </a:cubicBezTo>
                <a:cubicBezTo>
                  <a:pt x="20" y="219"/>
                  <a:pt x="15" y="215"/>
                  <a:pt x="15" y="209"/>
                </a:cubicBezTo>
                <a:cubicBezTo>
                  <a:pt x="15" y="207"/>
                  <a:pt x="16" y="205"/>
                  <a:pt x="16" y="204"/>
                </a:cubicBezTo>
                <a:cubicBezTo>
                  <a:pt x="23" y="177"/>
                  <a:pt x="23" y="177"/>
                  <a:pt x="23" y="177"/>
                </a:cubicBezTo>
                <a:cubicBezTo>
                  <a:pt x="32" y="176"/>
                  <a:pt x="41" y="180"/>
                  <a:pt x="48" y="187"/>
                </a:cubicBezTo>
                <a:cubicBezTo>
                  <a:pt x="55" y="194"/>
                  <a:pt x="58" y="203"/>
                  <a:pt x="58" y="211"/>
                </a:cubicBezTo>
                <a:lnTo>
                  <a:pt x="31" y="219"/>
                </a:lnTo>
                <a:close/>
                <a:moveTo>
                  <a:pt x="65" y="210"/>
                </a:moveTo>
                <a:cubicBezTo>
                  <a:pt x="65" y="200"/>
                  <a:pt x="61" y="190"/>
                  <a:pt x="53" y="182"/>
                </a:cubicBezTo>
                <a:cubicBezTo>
                  <a:pt x="45" y="174"/>
                  <a:pt x="35" y="170"/>
                  <a:pt x="26" y="169"/>
                </a:cubicBezTo>
                <a:cubicBezTo>
                  <a:pt x="33" y="143"/>
                  <a:pt x="33" y="143"/>
                  <a:pt x="33" y="143"/>
                </a:cubicBezTo>
                <a:cubicBezTo>
                  <a:pt x="33" y="141"/>
                  <a:pt x="34" y="139"/>
                  <a:pt x="36" y="138"/>
                </a:cubicBezTo>
                <a:cubicBezTo>
                  <a:pt x="50" y="127"/>
                  <a:pt x="73" y="130"/>
                  <a:pt x="88" y="146"/>
                </a:cubicBezTo>
                <a:cubicBezTo>
                  <a:pt x="105" y="163"/>
                  <a:pt x="108" y="187"/>
                  <a:pt x="95" y="201"/>
                </a:cubicBezTo>
                <a:cubicBezTo>
                  <a:pt x="94" y="202"/>
                  <a:pt x="93" y="202"/>
                  <a:pt x="92" y="202"/>
                </a:cubicBezTo>
                <a:lnTo>
                  <a:pt x="65" y="210"/>
                </a:lnTo>
                <a:close/>
                <a:moveTo>
                  <a:pt x="210" y="86"/>
                </a:moveTo>
                <a:cubicBezTo>
                  <a:pt x="198" y="99"/>
                  <a:pt x="198" y="99"/>
                  <a:pt x="198" y="99"/>
                </a:cubicBezTo>
                <a:cubicBezTo>
                  <a:pt x="198" y="97"/>
                  <a:pt x="198" y="96"/>
                  <a:pt x="198" y="94"/>
                </a:cubicBezTo>
                <a:cubicBezTo>
                  <a:pt x="196" y="80"/>
                  <a:pt x="190" y="66"/>
                  <a:pt x="179" y="55"/>
                </a:cubicBezTo>
                <a:cubicBezTo>
                  <a:pt x="167" y="44"/>
                  <a:pt x="151" y="37"/>
                  <a:pt x="136" y="37"/>
                </a:cubicBezTo>
                <a:cubicBezTo>
                  <a:pt x="148" y="24"/>
                  <a:pt x="148" y="24"/>
                  <a:pt x="148" y="24"/>
                </a:cubicBezTo>
                <a:cubicBezTo>
                  <a:pt x="154" y="18"/>
                  <a:pt x="162" y="15"/>
                  <a:pt x="172" y="15"/>
                </a:cubicBezTo>
                <a:cubicBezTo>
                  <a:pt x="183" y="15"/>
                  <a:pt x="196" y="20"/>
                  <a:pt x="205" y="30"/>
                </a:cubicBezTo>
                <a:cubicBezTo>
                  <a:pt x="214" y="38"/>
                  <a:pt x="219" y="49"/>
                  <a:pt x="219" y="60"/>
                </a:cubicBezTo>
                <a:cubicBezTo>
                  <a:pt x="220" y="70"/>
                  <a:pt x="217" y="80"/>
                  <a:pt x="210" y="86"/>
                </a:cubicBezTo>
                <a:close/>
              </a:path>
            </a:pathLst>
          </a:custGeom>
          <a:solidFill>
            <a:schemeClr val="bg1"/>
          </a:solidFill>
          <a:ln>
            <a:noFill/>
          </a:ln>
        </p:spPr>
        <p:txBody>
          <a:bodyPr vert="horz" wrap="square" lIns="45720" tIns="22860" rIns="45720" bIns="22860" numCol="1" anchor="t" anchorCtr="0" compatLnSpc="1"/>
          <a:lstStyle/>
          <a:p>
            <a:endParaRPr lang="id-ID" sz="1800" dirty="0">
              <a:latin typeface="微软雅黑" panose="020B0503020204020204" charset="-122"/>
            </a:endParaRPr>
          </a:p>
        </p:txBody>
      </p:sp>
      <p:sp>
        <p:nvSpPr>
          <p:cNvPr id="58" name="Freeform 78"/>
          <p:cNvSpPr>
            <a:spLocks noChangeAspect="1" noEditPoints="1"/>
          </p:cNvSpPr>
          <p:nvPr/>
        </p:nvSpPr>
        <p:spPr bwMode="auto">
          <a:xfrm>
            <a:off x="1553525" y="3812020"/>
            <a:ext cx="247854" cy="240568"/>
          </a:xfrm>
          <a:custGeom>
            <a:avLst/>
            <a:gdLst>
              <a:gd name="T0" fmla="*/ 172 w 241"/>
              <a:gd name="T1" fmla="*/ 0 h 234"/>
              <a:gd name="T2" fmla="*/ 102 w 241"/>
              <a:gd name="T3" fmla="*/ 50 h 234"/>
              <a:gd name="T4" fmla="*/ 102 w 241"/>
              <a:gd name="T5" fmla="*/ 50 h 234"/>
              <a:gd name="T6" fmla="*/ 26 w 241"/>
              <a:gd name="T7" fmla="*/ 126 h 234"/>
              <a:gd name="T8" fmla="*/ 2 w 241"/>
              <a:gd name="T9" fmla="*/ 201 h 234"/>
              <a:gd name="T10" fmla="*/ 26 w 241"/>
              <a:gd name="T11" fmla="*/ 234 h 234"/>
              <a:gd name="T12" fmla="*/ 96 w 241"/>
              <a:gd name="T13" fmla="*/ 216 h 234"/>
              <a:gd name="T14" fmla="*/ 220 w 241"/>
              <a:gd name="T15" fmla="*/ 97 h 234"/>
              <a:gd name="T16" fmla="*/ 117 w 241"/>
              <a:gd name="T17" fmla="*/ 174 h 234"/>
              <a:gd name="T18" fmla="*/ 181 w 241"/>
              <a:gd name="T19" fmla="*/ 86 h 234"/>
              <a:gd name="T20" fmla="*/ 174 w 241"/>
              <a:gd name="T21" fmla="*/ 123 h 234"/>
              <a:gd name="T22" fmla="*/ 117 w 241"/>
              <a:gd name="T23" fmla="*/ 180 h 234"/>
              <a:gd name="T24" fmla="*/ 108 w 241"/>
              <a:gd name="T25" fmla="*/ 148 h 234"/>
              <a:gd name="T26" fmla="*/ 84 w 241"/>
              <a:gd name="T27" fmla="*/ 125 h 234"/>
              <a:gd name="T28" fmla="*/ 169 w 241"/>
              <a:gd name="T29" fmla="*/ 66 h 234"/>
              <a:gd name="T30" fmla="*/ 108 w 241"/>
              <a:gd name="T31" fmla="*/ 148 h 234"/>
              <a:gd name="T32" fmla="*/ 56 w 241"/>
              <a:gd name="T33" fmla="*/ 117 h 234"/>
              <a:gd name="T34" fmla="*/ 146 w 241"/>
              <a:gd name="T35" fmla="*/ 53 h 234"/>
              <a:gd name="T36" fmla="*/ 31 w 241"/>
              <a:gd name="T37" fmla="*/ 219 h 234"/>
              <a:gd name="T38" fmla="*/ 15 w 241"/>
              <a:gd name="T39" fmla="*/ 209 h 234"/>
              <a:gd name="T40" fmla="*/ 23 w 241"/>
              <a:gd name="T41" fmla="*/ 177 h 234"/>
              <a:gd name="T42" fmla="*/ 58 w 241"/>
              <a:gd name="T43" fmla="*/ 211 h 234"/>
              <a:gd name="T44" fmla="*/ 65 w 241"/>
              <a:gd name="T45" fmla="*/ 210 h 234"/>
              <a:gd name="T46" fmla="*/ 26 w 241"/>
              <a:gd name="T47" fmla="*/ 169 h 234"/>
              <a:gd name="T48" fmla="*/ 36 w 241"/>
              <a:gd name="T49" fmla="*/ 138 h 234"/>
              <a:gd name="T50" fmla="*/ 95 w 241"/>
              <a:gd name="T51" fmla="*/ 201 h 234"/>
              <a:gd name="T52" fmla="*/ 65 w 241"/>
              <a:gd name="T53" fmla="*/ 210 h 234"/>
              <a:gd name="T54" fmla="*/ 198 w 241"/>
              <a:gd name="T55" fmla="*/ 99 h 234"/>
              <a:gd name="T56" fmla="*/ 179 w 241"/>
              <a:gd name="T57" fmla="*/ 55 h 234"/>
              <a:gd name="T58" fmla="*/ 148 w 241"/>
              <a:gd name="T59" fmla="*/ 24 h 234"/>
              <a:gd name="T60" fmla="*/ 205 w 241"/>
              <a:gd name="T61" fmla="*/ 30 h 234"/>
              <a:gd name="T62" fmla="*/ 210 w 241"/>
              <a:gd name="T63" fmla="*/ 86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1" h="234">
                <a:moveTo>
                  <a:pt x="215" y="19"/>
                </a:moveTo>
                <a:cubicBezTo>
                  <a:pt x="203" y="7"/>
                  <a:pt x="187" y="0"/>
                  <a:pt x="172" y="0"/>
                </a:cubicBezTo>
                <a:cubicBezTo>
                  <a:pt x="159" y="0"/>
                  <a:pt x="146" y="5"/>
                  <a:pt x="138" y="14"/>
                </a:cubicBezTo>
                <a:cubicBezTo>
                  <a:pt x="102" y="50"/>
                  <a:pt x="102" y="50"/>
                  <a:pt x="102" y="50"/>
                </a:cubicBezTo>
                <a:cubicBezTo>
                  <a:pt x="102" y="50"/>
                  <a:pt x="102" y="50"/>
                  <a:pt x="102" y="50"/>
                </a:cubicBezTo>
                <a:cubicBezTo>
                  <a:pt x="102" y="50"/>
                  <a:pt x="102" y="50"/>
                  <a:pt x="102" y="50"/>
                </a:cubicBezTo>
                <a:cubicBezTo>
                  <a:pt x="102" y="50"/>
                  <a:pt x="102" y="50"/>
                  <a:pt x="102" y="50"/>
                </a:cubicBezTo>
                <a:cubicBezTo>
                  <a:pt x="26" y="126"/>
                  <a:pt x="26" y="126"/>
                  <a:pt x="26" y="126"/>
                </a:cubicBezTo>
                <a:cubicBezTo>
                  <a:pt x="23" y="130"/>
                  <a:pt x="20" y="134"/>
                  <a:pt x="19" y="139"/>
                </a:cubicBezTo>
                <a:cubicBezTo>
                  <a:pt x="2" y="201"/>
                  <a:pt x="2" y="201"/>
                  <a:pt x="2" y="201"/>
                </a:cubicBezTo>
                <a:cubicBezTo>
                  <a:pt x="2" y="201"/>
                  <a:pt x="0" y="206"/>
                  <a:pt x="0" y="209"/>
                </a:cubicBezTo>
                <a:cubicBezTo>
                  <a:pt x="0" y="223"/>
                  <a:pt x="12" y="234"/>
                  <a:pt x="26" y="234"/>
                </a:cubicBezTo>
                <a:cubicBezTo>
                  <a:pt x="29" y="234"/>
                  <a:pt x="34" y="233"/>
                  <a:pt x="34" y="233"/>
                </a:cubicBezTo>
                <a:cubicBezTo>
                  <a:pt x="96" y="216"/>
                  <a:pt x="96" y="216"/>
                  <a:pt x="96" y="216"/>
                </a:cubicBezTo>
                <a:cubicBezTo>
                  <a:pt x="101" y="215"/>
                  <a:pt x="105" y="213"/>
                  <a:pt x="109" y="209"/>
                </a:cubicBezTo>
                <a:cubicBezTo>
                  <a:pt x="220" y="97"/>
                  <a:pt x="220" y="97"/>
                  <a:pt x="220" y="97"/>
                </a:cubicBezTo>
                <a:cubicBezTo>
                  <a:pt x="241" y="76"/>
                  <a:pt x="238" y="42"/>
                  <a:pt x="215" y="19"/>
                </a:cubicBezTo>
                <a:close/>
                <a:moveTo>
                  <a:pt x="117" y="174"/>
                </a:moveTo>
                <a:cubicBezTo>
                  <a:pt x="117" y="168"/>
                  <a:pt x="115" y="161"/>
                  <a:pt x="112" y="155"/>
                </a:cubicBezTo>
                <a:cubicBezTo>
                  <a:pt x="181" y="86"/>
                  <a:pt x="181" y="86"/>
                  <a:pt x="181" y="86"/>
                </a:cubicBezTo>
                <a:cubicBezTo>
                  <a:pt x="185" y="99"/>
                  <a:pt x="183" y="113"/>
                  <a:pt x="174" y="123"/>
                </a:cubicBezTo>
                <a:cubicBezTo>
                  <a:pt x="174" y="123"/>
                  <a:pt x="174" y="123"/>
                  <a:pt x="174" y="123"/>
                </a:cubicBezTo>
                <a:cubicBezTo>
                  <a:pt x="174" y="123"/>
                  <a:pt x="174" y="123"/>
                  <a:pt x="174" y="123"/>
                </a:cubicBezTo>
                <a:cubicBezTo>
                  <a:pt x="117" y="180"/>
                  <a:pt x="117" y="180"/>
                  <a:pt x="117" y="180"/>
                </a:cubicBezTo>
                <a:cubicBezTo>
                  <a:pt x="117" y="178"/>
                  <a:pt x="118" y="176"/>
                  <a:pt x="117" y="174"/>
                </a:cubicBezTo>
                <a:close/>
                <a:moveTo>
                  <a:pt x="108" y="148"/>
                </a:moveTo>
                <a:cubicBezTo>
                  <a:pt x="106" y="144"/>
                  <a:pt x="103" y="140"/>
                  <a:pt x="99" y="136"/>
                </a:cubicBezTo>
                <a:cubicBezTo>
                  <a:pt x="94" y="131"/>
                  <a:pt x="89" y="128"/>
                  <a:pt x="84" y="125"/>
                </a:cubicBezTo>
                <a:cubicBezTo>
                  <a:pt x="154" y="55"/>
                  <a:pt x="154" y="55"/>
                  <a:pt x="154" y="55"/>
                </a:cubicBezTo>
                <a:cubicBezTo>
                  <a:pt x="159" y="58"/>
                  <a:pt x="164" y="61"/>
                  <a:pt x="169" y="66"/>
                </a:cubicBezTo>
                <a:cubicBezTo>
                  <a:pt x="173" y="70"/>
                  <a:pt x="176" y="74"/>
                  <a:pt x="178" y="79"/>
                </a:cubicBezTo>
                <a:lnTo>
                  <a:pt x="108" y="148"/>
                </a:lnTo>
                <a:close/>
                <a:moveTo>
                  <a:pt x="77" y="121"/>
                </a:moveTo>
                <a:cubicBezTo>
                  <a:pt x="70" y="119"/>
                  <a:pt x="63" y="117"/>
                  <a:pt x="56" y="117"/>
                </a:cubicBezTo>
                <a:cubicBezTo>
                  <a:pt x="112" y="60"/>
                  <a:pt x="112" y="60"/>
                  <a:pt x="112" y="60"/>
                </a:cubicBezTo>
                <a:cubicBezTo>
                  <a:pt x="121" y="52"/>
                  <a:pt x="133" y="50"/>
                  <a:pt x="146" y="53"/>
                </a:cubicBezTo>
                <a:lnTo>
                  <a:pt x="77" y="121"/>
                </a:lnTo>
                <a:close/>
                <a:moveTo>
                  <a:pt x="31" y="219"/>
                </a:moveTo>
                <a:cubicBezTo>
                  <a:pt x="30" y="219"/>
                  <a:pt x="28" y="219"/>
                  <a:pt x="26" y="220"/>
                </a:cubicBezTo>
                <a:cubicBezTo>
                  <a:pt x="20" y="219"/>
                  <a:pt x="15" y="215"/>
                  <a:pt x="15" y="209"/>
                </a:cubicBezTo>
                <a:cubicBezTo>
                  <a:pt x="15" y="207"/>
                  <a:pt x="16" y="205"/>
                  <a:pt x="16" y="204"/>
                </a:cubicBezTo>
                <a:cubicBezTo>
                  <a:pt x="23" y="177"/>
                  <a:pt x="23" y="177"/>
                  <a:pt x="23" y="177"/>
                </a:cubicBezTo>
                <a:cubicBezTo>
                  <a:pt x="32" y="176"/>
                  <a:pt x="41" y="180"/>
                  <a:pt x="48" y="187"/>
                </a:cubicBezTo>
                <a:cubicBezTo>
                  <a:pt x="55" y="194"/>
                  <a:pt x="58" y="203"/>
                  <a:pt x="58" y="211"/>
                </a:cubicBezTo>
                <a:lnTo>
                  <a:pt x="31" y="219"/>
                </a:lnTo>
                <a:close/>
                <a:moveTo>
                  <a:pt x="65" y="210"/>
                </a:moveTo>
                <a:cubicBezTo>
                  <a:pt x="65" y="200"/>
                  <a:pt x="61" y="190"/>
                  <a:pt x="53" y="182"/>
                </a:cubicBezTo>
                <a:cubicBezTo>
                  <a:pt x="45" y="174"/>
                  <a:pt x="35" y="170"/>
                  <a:pt x="26" y="169"/>
                </a:cubicBezTo>
                <a:cubicBezTo>
                  <a:pt x="33" y="143"/>
                  <a:pt x="33" y="143"/>
                  <a:pt x="33" y="143"/>
                </a:cubicBezTo>
                <a:cubicBezTo>
                  <a:pt x="33" y="141"/>
                  <a:pt x="34" y="139"/>
                  <a:pt x="36" y="138"/>
                </a:cubicBezTo>
                <a:cubicBezTo>
                  <a:pt x="50" y="127"/>
                  <a:pt x="73" y="130"/>
                  <a:pt x="88" y="146"/>
                </a:cubicBezTo>
                <a:cubicBezTo>
                  <a:pt x="105" y="163"/>
                  <a:pt x="108" y="187"/>
                  <a:pt x="95" y="201"/>
                </a:cubicBezTo>
                <a:cubicBezTo>
                  <a:pt x="94" y="202"/>
                  <a:pt x="93" y="202"/>
                  <a:pt x="92" y="202"/>
                </a:cubicBezTo>
                <a:lnTo>
                  <a:pt x="65" y="210"/>
                </a:lnTo>
                <a:close/>
                <a:moveTo>
                  <a:pt x="210" y="86"/>
                </a:moveTo>
                <a:cubicBezTo>
                  <a:pt x="198" y="99"/>
                  <a:pt x="198" y="99"/>
                  <a:pt x="198" y="99"/>
                </a:cubicBezTo>
                <a:cubicBezTo>
                  <a:pt x="198" y="97"/>
                  <a:pt x="198" y="96"/>
                  <a:pt x="198" y="94"/>
                </a:cubicBezTo>
                <a:cubicBezTo>
                  <a:pt x="196" y="80"/>
                  <a:pt x="190" y="66"/>
                  <a:pt x="179" y="55"/>
                </a:cubicBezTo>
                <a:cubicBezTo>
                  <a:pt x="167" y="44"/>
                  <a:pt x="151" y="37"/>
                  <a:pt x="136" y="37"/>
                </a:cubicBezTo>
                <a:cubicBezTo>
                  <a:pt x="148" y="24"/>
                  <a:pt x="148" y="24"/>
                  <a:pt x="148" y="24"/>
                </a:cubicBezTo>
                <a:cubicBezTo>
                  <a:pt x="154" y="18"/>
                  <a:pt x="162" y="15"/>
                  <a:pt x="172" y="15"/>
                </a:cubicBezTo>
                <a:cubicBezTo>
                  <a:pt x="183" y="15"/>
                  <a:pt x="196" y="20"/>
                  <a:pt x="205" y="30"/>
                </a:cubicBezTo>
                <a:cubicBezTo>
                  <a:pt x="214" y="38"/>
                  <a:pt x="219" y="49"/>
                  <a:pt x="219" y="60"/>
                </a:cubicBezTo>
                <a:cubicBezTo>
                  <a:pt x="220" y="70"/>
                  <a:pt x="217" y="80"/>
                  <a:pt x="210" y="86"/>
                </a:cubicBezTo>
                <a:close/>
              </a:path>
            </a:pathLst>
          </a:custGeom>
          <a:solidFill>
            <a:schemeClr val="bg1"/>
          </a:solidFill>
          <a:ln>
            <a:noFill/>
          </a:ln>
        </p:spPr>
        <p:txBody>
          <a:bodyPr vert="horz" wrap="square" lIns="45720" tIns="22860" rIns="45720" bIns="22860" numCol="1" anchor="t" anchorCtr="0" compatLnSpc="1"/>
          <a:lstStyle/>
          <a:p>
            <a:endParaRPr lang="id-ID" sz="1800" dirty="0">
              <a:latin typeface="微软雅黑" panose="020B0503020204020204" charset="-122"/>
            </a:endParaRPr>
          </a:p>
        </p:txBody>
      </p:sp>
      <p:sp>
        <p:nvSpPr>
          <p:cNvPr id="59" name="Freeform 78"/>
          <p:cNvSpPr>
            <a:spLocks noChangeAspect="1" noEditPoints="1"/>
          </p:cNvSpPr>
          <p:nvPr/>
        </p:nvSpPr>
        <p:spPr bwMode="auto">
          <a:xfrm>
            <a:off x="1553525" y="1437612"/>
            <a:ext cx="247854" cy="240568"/>
          </a:xfrm>
          <a:custGeom>
            <a:avLst/>
            <a:gdLst>
              <a:gd name="T0" fmla="*/ 172 w 241"/>
              <a:gd name="T1" fmla="*/ 0 h 234"/>
              <a:gd name="T2" fmla="*/ 102 w 241"/>
              <a:gd name="T3" fmla="*/ 50 h 234"/>
              <a:gd name="T4" fmla="*/ 102 w 241"/>
              <a:gd name="T5" fmla="*/ 50 h 234"/>
              <a:gd name="T6" fmla="*/ 26 w 241"/>
              <a:gd name="T7" fmla="*/ 126 h 234"/>
              <a:gd name="T8" fmla="*/ 2 w 241"/>
              <a:gd name="T9" fmla="*/ 201 h 234"/>
              <a:gd name="T10" fmla="*/ 26 w 241"/>
              <a:gd name="T11" fmla="*/ 234 h 234"/>
              <a:gd name="T12" fmla="*/ 96 w 241"/>
              <a:gd name="T13" fmla="*/ 216 h 234"/>
              <a:gd name="T14" fmla="*/ 220 w 241"/>
              <a:gd name="T15" fmla="*/ 97 h 234"/>
              <a:gd name="T16" fmla="*/ 117 w 241"/>
              <a:gd name="T17" fmla="*/ 174 h 234"/>
              <a:gd name="T18" fmla="*/ 181 w 241"/>
              <a:gd name="T19" fmla="*/ 86 h 234"/>
              <a:gd name="T20" fmla="*/ 174 w 241"/>
              <a:gd name="T21" fmla="*/ 123 h 234"/>
              <a:gd name="T22" fmla="*/ 117 w 241"/>
              <a:gd name="T23" fmla="*/ 180 h 234"/>
              <a:gd name="T24" fmla="*/ 108 w 241"/>
              <a:gd name="T25" fmla="*/ 148 h 234"/>
              <a:gd name="T26" fmla="*/ 84 w 241"/>
              <a:gd name="T27" fmla="*/ 125 h 234"/>
              <a:gd name="T28" fmla="*/ 169 w 241"/>
              <a:gd name="T29" fmla="*/ 66 h 234"/>
              <a:gd name="T30" fmla="*/ 108 w 241"/>
              <a:gd name="T31" fmla="*/ 148 h 234"/>
              <a:gd name="T32" fmla="*/ 56 w 241"/>
              <a:gd name="T33" fmla="*/ 117 h 234"/>
              <a:gd name="T34" fmla="*/ 146 w 241"/>
              <a:gd name="T35" fmla="*/ 53 h 234"/>
              <a:gd name="T36" fmla="*/ 31 w 241"/>
              <a:gd name="T37" fmla="*/ 219 h 234"/>
              <a:gd name="T38" fmla="*/ 15 w 241"/>
              <a:gd name="T39" fmla="*/ 209 h 234"/>
              <a:gd name="T40" fmla="*/ 23 w 241"/>
              <a:gd name="T41" fmla="*/ 177 h 234"/>
              <a:gd name="T42" fmla="*/ 58 w 241"/>
              <a:gd name="T43" fmla="*/ 211 h 234"/>
              <a:gd name="T44" fmla="*/ 65 w 241"/>
              <a:gd name="T45" fmla="*/ 210 h 234"/>
              <a:gd name="T46" fmla="*/ 26 w 241"/>
              <a:gd name="T47" fmla="*/ 169 h 234"/>
              <a:gd name="T48" fmla="*/ 36 w 241"/>
              <a:gd name="T49" fmla="*/ 138 h 234"/>
              <a:gd name="T50" fmla="*/ 95 w 241"/>
              <a:gd name="T51" fmla="*/ 201 h 234"/>
              <a:gd name="T52" fmla="*/ 65 w 241"/>
              <a:gd name="T53" fmla="*/ 210 h 234"/>
              <a:gd name="T54" fmla="*/ 198 w 241"/>
              <a:gd name="T55" fmla="*/ 99 h 234"/>
              <a:gd name="T56" fmla="*/ 179 w 241"/>
              <a:gd name="T57" fmla="*/ 55 h 234"/>
              <a:gd name="T58" fmla="*/ 148 w 241"/>
              <a:gd name="T59" fmla="*/ 24 h 234"/>
              <a:gd name="T60" fmla="*/ 205 w 241"/>
              <a:gd name="T61" fmla="*/ 30 h 234"/>
              <a:gd name="T62" fmla="*/ 210 w 241"/>
              <a:gd name="T63" fmla="*/ 86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1" h="234">
                <a:moveTo>
                  <a:pt x="215" y="19"/>
                </a:moveTo>
                <a:cubicBezTo>
                  <a:pt x="203" y="7"/>
                  <a:pt x="187" y="0"/>
                  <a:pt x="172" y="0"/>
                </a:cubicBezTo>
                <a:cubicBezTo>
                  <a:pt x="159" y="0"/>
                  <a:pt x="146" y="5"/>
                  <a:pt x="138" y="14"/>
                </a:cubicBezTo>
                <a:cubicBezTo>
                  <a:pt x="102" y="50"/>
                  <a:pt x="102" y="50"/>
                  <a:pt x="102" y="50"/>
                </a:cubicBezTo>
                <a:cubicBezTo>
                  <a:pt x="102" y="50"/>
                  <a:pt x="102" y="50"/>
                  <a:pt x="102" y="50"/>
                </a:cubicBezTo>
                <a:cubicBezTo>
                  <a:pt x="102" y="50"/>
                  <a:pt x="102" y="50"/>
                  <a:pt x="102" y="50"/>
                </a:cubicBezTo>
                <a:cubicBezTo>
                  <a:pt x="102" y="50"/>
                  <a:pt x="102" y="50"/>
                  <a:pt x="102" y="50"/>
                </a:cubicBezTo>
                <a:cubicBezTo>
                  <a:pt x="26" y="126"/>
                  <a:pt x="26" y="126"/>
                  <a:pt x="26" y="126"/>
                </a:cubicBezTo>
                <a:cubicBezTo>
                  <a:pt x="23" y="130"/>
                  <a:pt x="20" y="134"/>
                  <a:pt x="19" y="139"/>
                </a:cubicBezTo>
                <a:cubicBezTo>
                  <a:pt x="2" y="201"/>
                  <a:pt x="2" y="201"/>
                  <a:pt x="2" y="201"/>
                </a:cubicBezTo>
                <a:cubicBezTo>
                  <a:pt x="2" y="201"/>
                  <a:pt x="0" y="206"/>
                  <a:pt x="0" y="209"/>
                </a:cubicBezTo>
                <a:cubicBezTo>
                  <a:pt x="0" y="223"/>
                  <a:pt x="12" y="234"/>
                  <a:pt x="26" y="234"/>
                </a:cubicBezTo>
                <a:cubicBezTo>
                  <a:pt x="29" y="234"/>
                  <a:pt x="34" y="233"/>
                  <a:pt x="34" y="233"/>
                </a:cubicBezTo>
                <a:cubicBezTo>
                  <a:pt x="96" y="216"/>
                  <a:pt x="96" y="216"/>
                  <a:pt x="96" y="216"/>
                </a:cubicBezTo>
                <a:cubicBezTo>
                  <a:pt x="101" y="215"/>
                  <a:pt x="105" y="213"/>
                  <a:pt x="109" y="209"/>
                </a:cubicBezTo>
                <a:cubicBezTo>
                  <a:pt x="220" y="97"/>
                  <a:pt x="220" y="97"/>
                  <a:pt x="220" y="97"/>
                </a:cubicBezTo>
                <a:cubicBezTo>
                  <a:pt x="241" y="76"/>
                  <a:pt x="238" y="42"/>
                  <a:pt x="215" y="19"/>
                </a:cubicBezTo>
                <a:close/>
                <a:moveTo>
                  <a:pt x="117" y="174"/>
                </a:moveTo>
                <a:cubicBezTo>
                  <a:pt x="117" y="168"/>
                  <a:pt x="115" y="161"/>
                  <a:pt x="112" y="155"/>
                </a:cubicBezTo>
                <a:cubicBezTo>
                  <a:pt x="181" y="86"/>
                  <a:pt x="181" y="86"/>
                  <a:pt x="181" y="86"/>
                </a:cubicBezTo>
                <a:cubicBezTo>
                  <a:pt x="185" y="99"/>
                  <a:pt x="183" y="113"/>
                  <a:pt x="174" y="123"/>
                </a:cubicBezTo>
                <a:cubicBezTo>
                  <a:pt x="174" y="123"/>
                  <a:pt x="174" y="123"/>
                  <a:pt x="174" y="123"/>
                </a:cubicBezTo>
                <a:cubicBezTo>
                  <a:pt x="174" y="123"/>
                  <a:pt x="174" y="123"/>
                  <a:pt x="174" y="123"/>
                </a:cubicBezTo>
                <a:cubicBezTo>
                  <a:pt x="117" y="180"/>
                  <a:pt x="117" y="180"/>
                  <a:pt x="117" y="180"/>
                </a:cubicBezTo>
                <a:cubicBezTo>
                  <a:pt x="117" y="178"/>
                  <a:pt x="118" y="176"/>
                  <a:pt x="117" y="174"/>
                </a:cubicBezTo>
                <a:close/>
                <a:moveTo>
                  <a:pt x="108" y="148"/>
                </a:moveTo>
                <a:cubicBezTo>
                  <a:pt x="106" y="144"/>
                  <a:pt x="103" y="140"/>
                  <a:pt x="99" y="136"/>
                </a:cubicBezTo>
                <a:cubicBezTo>
                  <a:pt x="94" y="131"/>
                  <a:pt x="89" y="128"/>
                  <a:pt x="84" y="125"/>
                </a:cubicBezTo>
                <a:cubicBezTo>
                  <a:pt x="154" y="55"/>
                  <a:pt x="154" y="55"/>
                  <a:pt x="154" y="55"/>
                </a:cubicBezTo>
                <a:cubicBezTo>
                  <a:pt x="159" y="58"/>
                  <a:pt x="164" y="61"/>
                  <a:pt x="169" y="66"/>
                </a:cubicBezTo>
                <a:cubicBezTo>
                  <a:pt x="173" y="70"/>
                  <a:pt x="176" y="74"/>
                  <a:pt x="178" y="79"/>
                </a:cubicBezTo>
                <a:lnTo>
                  <a:pt x="108" y="148"/>
                </a:lnTo>
                <a:close/>
                <a:moveTo>
                  <a:pt x="77" y="121"/>
                </a:moveTo>
                <a:cubicBezTo>
                  <a:pt x="70" y="119"/>
                  <a:pt x="63" y="117"/>
                  <a:pt x="56" y="117"/>
                </a:cubicBezTo>
                <a:cubicBezTo>
                  <a:pt x="112" y="60"/>
                  <a:pt x="112" y="60"/>
                  <a:pt x="112" y="60"/>
                </a:cubicBezTo>
                <a:cubicBezTo>
                  <a:pt x="121" y="52"/>
                  <a:pt x="133" y="50"/>
                  <a:pt x="146" y="53"/>
                </a:cubicBezTo>
                <a:lnTo>
                  <a:pt x="77" y="121"/>
                </a:lnTo>
                <a:close/>
                <a:moveTo>
                  <a:pt x="31" y="219"/>
                </a:moveTo>
                <a:cubicBezTo>
                  <a:pt x="30" y="219"/>
                  <a:pt x="28" y="219"/>
                  <a:pt x="26" y="220"/>
                </a:cubicBezTo>
                <a:cubicBezTo>
                  <a:pt x="20" y="219"/>
                  <a:pt x="15" y="215"/>
                  <a:pt x="15" y="209"/>
                </a:cubicBezTo>
                <a:cubicBezTo>
                  <a:pt x="15" y="207"/>
                  <a:pt x="16" y="205"/>
                  <a:pt x="16" y="204"/>
                </a:cubicBezTo>
                <a:cubicBezTo>
                  <a:pt x="23" y="177"/>
                  <a:pt x="23" y="177"/>
                  <a:pt x="23" y="177"/>
                </a:cubicBezTo>
                <a:cubicBezTo>
                  <a:pt x="32" y="176"/>
                  <a:pt x="41" y="180"/>
                  <a:pt x="48" y="187"/>
                </a:cubicBezTo>
                <a:cubicBezTo>
                  <a:pt x="55" y="194"/>
                  <a:pt x="58" y="203"/>
                  <a:pt x="58" y="211"/>
                </a:cubicBezTo>
                <a:lnTo>
                  <a:pt x="31" y="219"/>
                </a:lnTo>
                <a:close/>
                <a:moveTo>
                  <a:pt x="65" y="210"/>
                </a:moveTo>
                <a:cubicBezTo>
                  <a:pt x="65" y="200"/>
                  <a:pt x="61" y="190"/>
                  <a:pt x="53" y="182"/>
                </a:cubicBezTo>
                <a:cubicBezTo>
                  <a:pt x="45" y="174"/>
                  <a:pt x="35" y="170"/>
                  <a:pt x="26" y="169"/>
                </a:cubicBezTo>
                <a:cubicBezTo>
                  <a:pt x="33" y="143"/>
                  <a:pt x="33" y="143"/>
                  <a:pt x="33" y="143"/>
                </a:cubicBezTo>
                <a:cubicBezTo>
                  <a:pt x="33" y="141"/>
                  <a:pt x="34" y="139"/>
                  <a:pt x="36" y="138"/>
                </a:cubicBezTo>
                <a:cubicBezTo>
                  <a:pt x="50" y="127"/>
                  <a:pt x="73" y="130"/>
                  <a:pt x="88" y="146"/>
                </a:cubicBezTo>
                <a:cubicBezTo>
                  <a:pt x="105" y="163"/>
                  <a:pt x="108" y="187"/>
                  <a:pt x="95" y="201"/>
                </a:cubicBezTo>
                <a:cubicBezTo>
                  <a:pt x="94" y="202"/>
                  <a:pt x="93" y="202"/>
                  <a:pt x="92" y="202"/>
                </a:cubicBezTo>
                <a:lnTo>
                  <a:pt x="65" y="210"/>
                </a:lnTo>
                <a:close/>
                <a:moveTo>
                  <a:pt x="210" y="86"/>
                </a:moveTo>
                <a:cubicBezTo>
                  <a:pt x="198" y="99"/>
                  <a:pt x="198" y="99"/>
                  <a:pt x="198" y="99"/>
                </a:cubicBezTo>
                <a:cubicBezTo>
                  <a:pt x="198" y="97"/>
                  <a:pt x="198" y="96"/>
                  <a:pt x="198" y="94"/>
                </a:cubicBezTo>
                <a:cubicBezTo>
                  <a:pt x="196" y="80"/>
                  <a:pt x="190" y="66"/>
                  <a:pt x="179" y="55"/>
                </a:cubicBezTo>
                <a:cubicBezTo>
                  <a:pt x="167" y="44"/>
                  <a:pt x="151" y="37"/>
                  <a:pt x="136" y="37"/>
                </a:cubicBezTo>
                <a:cubicBezTo>
                  <a:pt x="148" y="24"/>
                  <a:pt x="148" y="24"/>
                  <a:pt x="148" y="24"/>
                </a:cubicBezTo>
                <a:cubicBezTo>
                  <a:pt x="154" y="18"/>
                  <a:pt x="162" y="15"/>
                  <a:pt x="172" y="15"/>
                </a:cubicBezTo>
                <a:cubicBezTo>
                  <a:pt x="183" y="15"/>
                  <a:pt x="196" y="20"/>
                  <a:pt x="205" y="30"/>
                </a:cubicBezTo>
                <a:cubicBezTo>
                  <a:pt x="214" y="38"/>
                  <a:pt x="219" y="49"/>
                  <a:pt x="219" y="60"/>
                </a:cubicBezTo>
                <a:cubicBezTo>
                  <a:pt x="220" y="70"/>
                  <a:pt x="217" y="80"/>
                  <a:pt x="210" y="86"/>
                </a:cubicBezTo>
                <a:close/>
              </a:path>
            </a:pathLst>
          </a:custGeom>
          <a:solidFill>
            <a:schemeClr val="bg1"/>
          </a:solidFill>
          <a:ln>
            <a:noFill/>
          </a:ln>
        </p:spPr>
        <p:txBody>
          <a:bodyPr vert="horz" wrap="square" lIns="45720" tIns="22860" rIns="45720" bIns="22860" numCol="1" anchor="t" anchorCtr="0" compatLnSpc="1"/>
          <a:lstStyle/>
          <a:p>
            <a:endParaRPr lang="id-ID" sz="1800" dirty="0">
              <a:latin typeface="微软雅黑" panose="020B0503020204020204" charset="-122"/>
            </a:endParaRPr>
          </a:p>
        </p:txBody>
      </p:sp>
    </p:spTree>
  </p:cSld>
  <p:clrMapOvr>
    <a:masterClrMapping/>
  </p:clrMapOvr>
  <p:transition advTm="5897">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par>
                                <p:cTn id="12" presetID="2" presetClass="entr" presetSubtype="8" fill="hold" nodeType="withEffect">
                                  <p:stCondLst>
                                    <p:cond delay="25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0-#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37"/>
                                        </p:tgtEl>
                                        <p:attrNameLst>
                                          <p:attrName>style.visibility</p:attrName>
                                        </p:attrNameLst>
                                      </p:cBhvr>
                                      <p:to>
                                        <p:strVal val="visible"/>
                                      </p:to>
                                    </p:set>
                                    <p:animEffect transition="in" filter="fade">
                                      <p:cBhvr>
                                        <p:cTn id="24" dur="1000"/>
                                        <p:tgtEl>
                                          <p:spTgt spid="37"/>
                                        </p:tgtEl>
                                      </p:cBhvr>
                                    </p:animEffect>
                                    <p:anim calcmode="lin" valueType="num">
                                      <p:cBhvr>
                                        <p:cTn id="25" dur="1000" fill="hold"/>
                                        <p:tgtEl>
                                          <p:spTgt spid="37"/>
                                        </p:tgtEl>
                                        <p:attrNameLst>
                                          <p:attrName>ppt_x</p:attrName>
                                        </p:attrNameLst>
                                      </p:cBhvr>
                                      <p:tavLst>
                                        <p:tav tm="0">
                                          <p:val>
                                            <p:strVal val="#ppt_x"/>
                                          </p:val>
                                        </p:tav>
                                        <p:tav tm="100000">
                                          <p:val>
                                            <p:strVal val="#ppt_x"/>
                                          </p:val>
                                        </p:tav>
                                      </p:tavLst>
                                    </p:anim>
                                    <p:anim calcmode="lin" valueType="num">
                                      <p:cBhvr>
                                        <p:cTn id="26" dur="1000" fill="hold"/>
                                        <p:tgtEl>
                                          <p:spTgt spid="37"/>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44"/>
                                        </p:tgtEl>
                                        <p:attrNameLst>
                                          <p:attrName>style.visibility</p:attrName>
                                        </p:attrNameLst>
                                      </p:cBhvr>
                                      <p:to>
                                        <p:strVal val="visible"/>
                                      </p:to>
                                    </p:set>
                                    <p:animEffect transition="in" filter="fade">
                                      <p:cBhvr>
                                        <p:cTn id="29" dur="1000"/>
                                        <p:tgtEl>
                                          <p:spTgt spid="44"/>
                                        </p:tgtEl>
                                      </p:cBhvr>
                                    </p:animEffect>
                                    <p:anim calcmode="lin" valueType="num">
                                      <p:cBhvr>
                                        <p:cTn id="30" dur="1000" fill="hold"/>
                                        <p:tgtEl>
                                          <p:spTgt spid="44"/>
                                        </p:tgtEl>
                                        <p:attrNameLst>
                                          <p:attrName>ppt_x</p:attrName>
                                        </p:attrNameLst>
                                      </p:cBhvr>
                                      <p:tavLst>
                                        <p:tav tm="0">
                                          <p:val>
                                            <p:strVal val="#ppt_x"/>
                                          </p:val>
                                        </p:tav>
                                        <p:tav tm="100000">
                                          <p:val>
                                            <p:strVal val="#ppt_x"/>
                                          </p:val>
                                        </p:tav>
                                      </p:tavLst>
                                    </p:anim>
                                    <p:anim calcmode="lin" valueType="num">
                                      <p:cBhvr>
                                        <p:cTn id="31" dur="1000" fill="hold"/>
                                        <p:tgtEl>
                                          <p:spTgt spid="44"/>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45"/>
                                        </p:tgtEl>
                                        <p:attrNameLst>
                                          <p:attrName>style.visibility</p:attrName>
                                        </p:attrNameLst>
                                      </p:cBhvr>
                                      <p:to>
                                        <p:strVal val="visible"/>
                                      </p:to>
                                    </p:set>
                                    <p:animEffect transition="in" filter="fade">
                                      <p:cBhvr>
                                        <p:cTn id="34" dur="1000"/>
                                        <p:tgtEl>
                                          <p:spTgt spid="45"/>
                                        </p:tgtEl>
                                      </p:cBhvr>
                                    </p:animEffect>
                                    <p:anim calcmode="lin" valueType="num">
                                      <p:cBhvr>
                                        <p:cTn id="35" dur="1000" fill="hold"/>
                                        <p:tgtEl>
                                          <p:spTgt spid="45"/>
                                        </p:tgtEl>
                                        <p:attrNameLst>
                                          <p:attrName>ppt_x</p:attrName>
                                        </p:attrNameLst>
                                      </p:cBhvr>
                                      <p:tavLst>
                                        <p:tav tm="0">
                                          <p:val>
                                            <p:strVal val="#ppt_x"/>
                                          </p:val>
                                        </p:tav>
                                        <p:tav tm="100000">
                                          <p:val>
                                            <p:strVal val="#ppt_x"/>
                                          </p:val>
                                        </p:tav>
                                      </p:tavLst>
                                    </p:anim>
                                    <p:anim calcmode="lin" valueType="num">
                                      <p:cBhvr>
                                        <p:cTn id="36" dur="1000" fill="hold"/>
                                        <p:tgtEl>
                                          <p:spTgt spid="45"/>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46"/>
                                        </p:tgtEl>
                                        <p:attrNameLst>
                                          <p:attrName>style.visibility</p:attrName>
                                        </p:attrNameLst>
                                      </p:cBhvr>
                                      <p:to>
                                        <p:strVal val="visible"/>
                                      </p:to>
                                    </p:set>
                                    <p:animEffect transition="in" filter="fade">
                                      <p:cBhvr>
                                        <p:cTn id="39" dur="1000"/>
                                        <p:tgtEl>
                                          <p:spTgt spid="46"/>
                                        </p:tgtEl>
                                      </p:cBhvr>
                                    </p:animEffect>
                                    <p:anim calcmode="lin" valueType="num">
                                      <p:cBhvr>
                                        <p:cTn id="40" dur="1000" fill="hold"/>
                                        <p:tgtEl>
                                          <p:spTgt spid="46"/>
                                        </p:tgtEl>
                                        <p:attrNameLst>
                                          <p:attrName>ppt_x</p:attrName>
                                        </p:attrNameLst>
                                      </p:cBhvr>
                                      <p:tavLst>
                                        <p:tav tm="0">
                                          <p:val>
                                            <p:strVal val="#ppt_x"/>
                                          </p:val>
                                        </p:tav>
                                        <p:tav tm="100000">
                                          <p:val>
                                            <p:strVal val="#ppt_x"/>
                                          </p:val>
                                        </p:tav>
                                      </p:tavLst>
                                    </p:anim>
                                    <p:anim calcmode="lin" valueType="num">
                                      <p:cBhvr>
                                        <p:cTn id="41" dur="1000" fill="hold"/>
                                        <p:tgtEl>
                                          <p:spTgt spid="46"/>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47"/>
                                        </p:tgtEl>
                                        <p:attrNameLst>
                                          <p:attrName>style.visibility</p:attrName>
                                        </p:attrNameLst>
                                      </p:cBhvr>
                                      <p:to>
                                        <p:strVal val="visible"/>
                                      </p:to>
                                    </p:set>
                                    <p:animEffect transition="in" filter="fade">
                                      <p:cBhvr>
                                        <p:cTn id="44" dur="1000"/>
                                        <p:tgtEl>
                                          <p:spTgt spid="47"/>
                                        </p:tgtEl>
                                      </p:cBhvr>
                                    </p:animEffect>
                                    <p:anim calcmode="lin" valueType="num">
                                      <p:cBhvr>
                                        <p:cTn id="45" dur="1000" fill="hold"/>
                                        <p:tgtEl>
                                          <p:spTgt spid="47"/>
                                        </p:tgtEl>
                                        <p:attrNameLst>
                                          <p:attrName>ppt_x</p:attrName>
                                        </p:attrNameLst>
                                      </p:cBhvr>
                                      <p:tavLst>
                                        <p:tav tm="0">
                                          <p:val>
                                            <p:strVal val="#ppt_x"/>
                                          </p:val>
                                        </p:tav>
                                        <p:tav tm="100000">
                                          <p:val>
                                            <p:strVal val="#ppt_x"/>
                                          </p:val>
                                        </p:tav>
                                      </p:tavLst>
                                    </p:anim>
                                    <p:anim calcmode="lin" valueType="num">
                                      <p:cBhvr>
                                        <p:cTn id="46" dur="1000" fill="hold"/>
                                        <p:tgtEl>
                                          <p:spTgt spid="47"/>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3"/>
                                        </p:tgtEl>
                                        <p:attrNameLst>
                                          <p:attrName>style.visibility</p:attrName>
                                        </p:attrNameLst>
                                      </p:cBhvr>
                                      <p:to>
                                        <p:strVal val="visible"/>
                                      </p:to>
                                    </p:set>
                                    <p:animEffect transition="in" filter="fade">
                                      <p:cBhvr>
                                        <p:cTn id="49" dur="1000"/>
                                        <p:tgtEl>
                                          <p:spTgt spid="3"/>
                                        </p:tgtEl>
                                      </p:cBhvr>
                                    </p:animEffect>
                                    <p:anim calcmode="lin" valueType="num">
                                      <p:cBhvr>
                                        <p:cTn id="50" dur="1000" fill="hold"/>
                                        <p:tgtEl>
                                          <p:spTgt spid="3"/>
                                        </p:tgtEl>
                                        <p:attrNameLst>
                                          <p:attrName>ppt_x</p:attrName>
                                        </p:attrNameLst>
                                      </p:cBhvr>
                                      <p:tavLst>
                                        <p:tav tm="0">
                                          <p:val>
                                            <p:strVal val="#ppt_x"/>
                                          </p:val>
                                        </p:tav>
                                        <p:tav tm="100000">
                                          <p:val>
                                            <p:strVal val="#ppt_x"/>
                                          </p:val>
                                        </p:tav>
                                      </p:tavLst>
                                    </p:anim>
                                    <p:anim calcmode="lin" valueType="num">
                                      <p:cBhvr>
                                        <p:cTn id="51" dur="1000" fill="hold"/>
                                        <p:tgtEl>
                                          <p:spTgt spid="3"/>
                                        </p:tgtEl>
                                        <p:attrNameLst>
                                          <p:attrName>ppt_y</p:attrName>
                                        </p:attrNameLst>
                                      </p:cBhvr>
                                      <p:tavLst>
                                        <p:tav tm="0">
                                          <p:val>
                                            <p:strVal val="#ppt_y+.1"/>
                                          </p:val>
                                        </p:tav>
                                        <p:tav tm="100000">
                                          <p:val>
                                            <p:strVal val="#ppt_y"/>
                                          </p:val>
                                        </p:tav>
                                      </p:tavLst>
                                    </p:anim>
                                  </p:childTnLst>
                                </p:cTn>
                              </p:par>
                            </p:childTnLst>
                          </p:cTn>
                        </p:par>
                        <p:par>
                          <p:cTn id="52" fill="hold">
                            <p:stCondLst>
                              <p:cond delay="1000"/>
                            </p:stCondLst>
                            <p:childTnLst>
                              <p:par>
                                <p:cTn id="53" presetID="47" presetClass="entr" presetSubtype="0" fill="hold" grpId="0" nodeType="afterEffect">
                                  <p:stCondLst>
                                    <p:cond delay="0"/>
                                  </p:stCondLst>
                                  <p:childTnLst>
                                    <p:set>
                                      <p:cBhvr>
                                        <p:cTn id="54" dur="1" fill="hold">
                                          <p:stCondLst>
                                            <p:cond delay="0"/>
                                          </p:stCondLst>
                                        </p:cTn>
                                        <p:tgtEl>
                                          <p:spTgt spid="116"/>
                                        </p:tgtEl>
                                        <p:attrNameLst>
                                          <p:attrName>style.visibility</p:attrName>
                                        </p:attrNameLst>
                                      </p:cBhvr>
                                      <p:to>
                                        <p:strVal val="visible"/>
                                      </p:to>
                                    </p:set>
                                    <p:animEffect transition="in" filter="fade">
                                      <p:cBhvr>
                                        <p:cTn id="55" dur="1000"/>
                                        <p:tgtEl>
                                          <p:spTgt spid="116"/>
                                        </p:tgtEl>
                                      </p:cBhvr>
                                    </p:animEffect>
                                    <p:anim calcmode="lin" valueType="num">
                                      <p:cBhvr>
                                        <p:cTn id="56" dur="1000" fill="hold"/>
                                        <p:tgtEl>
                                          <p:spTgt spid="116"/>
                                        </p:tgtEl>
                                        <p:attrNameLst>
                                          <p:attrName>ppt_x</p:attrName>
                                        </p:attrNameLst>
                                      </p:cBhvr>
                                      <p:tavLst>
                                        <p:tav tm="0">
                                          <p:val>
                                            <p:strVal val="#ppt_x"/>
                                          </p:val>
                                        </p:tav>
                                        <p:tav tm="100000">
                                          <p:val>
                                            <p:strVal val="#ppt_x"/>
                                          </p:val>
                                        </p:tav>
                                      </p:tavLst>
                                    </p:anim>
                                    <p:anim calcmode="lin" valueType="num">
                                      <p:cBhvr>
                                        <p:cTn id="57" dur="1000" fill="hold"/>
                                        <p:tgtEl>
                                          <p:spTgt spid="116"/>
                                        </p:tgtEl>
                                        <p:attrNameLst>
                                          <p:attrName>ppt_y</p:attrName>
                                        </p:attrNameLst>
                                      </p:cBhvr>
                                      <p:tavLst>
                                        <p:tav tm="0">
                                          <p:val>
                                            <p:strVal val="#ppt_y-.1"/>
                                          </p:val>
                                        </p:tav>
                                        <p:tav tm="100000">
                                          <p:val>
                                            <p:strVal val="#ppt_y"/>
                                          </p:val>
                                        </p:tav>
                                      </p:tavLst>
                                    </p:anim>
                                  </p:childTnLst>
                                </p:cTn>
                              </p:par>
                              <p:par>
                                <p:cTn id="58" presetID="47" presetClass="entr" presetSubtype="0" fill="hold" grpId="0" nodeType="withEffect">
                                  <p:stCondLst>
                                    <p:cond delay="0"/>
                                  </p:stCondLst>
                                  <p:childTnLst>
                                    <p:set>
                                      <p:cBhvr>
                                        <p:cTn id="59" dur="1" fill="hold">
                                          <p:stCondLst>
                                            <p:cond delay="0"/>
                                          </p:stCondLst>
                                        </p:cTn>
                                        <p:tgtEl>
                                          <p:spTgt spid="117"/>
                                        </p:tgtEl>
                                        <p:attrNameLst>
                                          <p:attrName>style.visibility</p:attrName>
                                        </p:attrNameLst>
                                      </p:cBhvr>
                                      <p:to>
                                        <p:strVal val="visible"/>
                                      </p:to>
                                    </p:set>
                                    <p:animEffect transition="in" filter="fade">
                                      <p:cBhvr>
                                        <p:cTn id="60" dur="1000"/>
                                        <p:tgtEl>
                                          <p:spTgt spid="117"/>
                                        </p:tgtEl>
                                      </p:cBhvr>
                                    </p:animEffect>
                                    <p:anim calcmode="lin" valueType="num">
                                      <p:cBhvr>
                                        <p:cTn id="61" dur="1000" fill="hold"/>
                                        <p:tgtEl>
                                          <p:spTgt spid="117"/>
                                        </p:tgtEl>
                                        <p:attrNameLst>
                                          <p:attrName>ppt_x</p:attrName>
                                        </p:attrNameLst>
                                      </p:cBhvr>
                                      <p:tavLst>
                                        <p:tav tm="0">
                                          <p:val>
                                            <p:strVal val="#ppt_x"/>
                                          </p:val>
                                        </p:tav>
                                        <p:tav tm="100000">
                                          <p:val>
                                            <p:strVal val="#ppt_x"/>
                                          </p:val>
                                        </p:tav>
                                      </p:tavLst>
                                    </p:anim>
                                    <p:anim calcmode="lin" valueType="num">
                                      <p:cBhvr>
                                        <p:cTn id="62" dur="1000" fill="hold"/>
                                        <p:tgtEl>
                                          <p:spTgt spid="117"/>
                                        </p:tgtEl>
                                        <p:attrNameLst>
                                          <p:attrName>ppt_y</p:attrName>
                                        </p:attrNameLst>
                                      </p:cBhvr>
                                      <p:tavLst>
                                        <p:tav tm="0">
                                          <p:val>
                                            <p:strVal val="#ppt_y-.1"/>
                                          </p:val>
                                        </p:tav>
                                        <p:tav tm="100000">
                                          <p:val>
                                            <p:strVal val="#ppt_y"/>
                                          </p:val>
                                        </p:tav>
                                      </p:tavLst>
                                    </p:anim>
                                  </p:childTnLst>
                                </p:cTn>
                              </p:par>
                              <p:par>
                                <p:cTn id="63" presetID="47" presetClass="entr" presetSubtype="0" fill="hold" grpId="0" nodeType="withEffect">
                                  <p:stCondLst>
                                    <p:cond delay="0"/>
                                  </p:stCondLst>
                                  <p:childTnLst>
                                    <p:set>
                                      <p:cBhvr>
                                        <p:cTn id="64" dur="1" fill="hold">
                                          <p:stCondLst>
                                            <p:cond delay="0"/>
                                          </p:stCondLst>
                                        </p:cTn>
                                        <p:tgtEl>
                                          <p:spTgt spid="118"/>
                                        </p:tgtEl>
                                        <p:attrNameLst>
                                          <p:attrName>style.visibility</p:attrName>
                                        </p:attrNameLst>
                                      </p:cBhvr>
                                      <p:to>
                                        <p:strVal val="visible"/>
                                      </p:to>
                                    </p:set>
                                    <p:animEffect transition="in" filter="fade">
                                      <p:cBhvr>
                                        <p:cTn id="65" dur="1000"/>
                                        <p:tgtEl>
                                          <p:spTgt spid="118"/>
                                        </p:tgtEl>
                                      </p:cBhvr>
                                    </p:animEffect>
                                    <p:anim calcmode="lin" valueType="num">
                                      <p:cBhvr>
                                        <p:cTn id="66" dur="1000" fill="hold"/>
                                        <p:tgtEl>
                                          <p:spTgt spid="118"/>
                                        </p:tgtEl>
                                        <p:attrNameLst>
                                          <p:attrName>ppt_x</p:attrName>
                                        </p:attrNameLst>
                                      </p:cBhvr>
                                      <p:tavLst>
                                        <p:tav tm="0">
                                          <p:val>
                                            <p:strVal val="#ppt_x"/>
                                          </p:val>
                                        </p:tav>
                                        <p:tav tm="100000">
                                          <p:val>
                                            <p:strVal val="#ppt_x"/>
                                          </p:val>
                                        </p:tav>
                                      </p:tavLst>
                                    </p:anim>
                                    <p:anim calcmode="lin" valueType="num">
                                      <p:cBhvr>
                                        <p:cTn id="67" dur="1000" fill="hold"/>
                                        <p:tgtEl>
                                          <p:spTgt spid="118"/>
                                        </p:tgtEl>
                                        <p:attrNameLst>
                                          <p:attrName>ppt_y</p:attrName>
                                        </p:attrNameLst>
                                      </p:cBhvr>
                                      <p:tavLst>
                                        <p:tav tm="0">
                                          <p:val>
                                            <p:strVal val="#ppt_y-.1"/>
                                          </p:val>
                                        </p:tav>
                                        <p:tav tm="100000">
                                          <p:val>
                                            <p:strVal val="#ppt_y"/>
                                          </p:val>
                                        </p:tav>
                                      </p:tavLst>
                                    </p:anim>
                                  </p:childTnLst>
                                </p:cTn>
                              </p:par>
                              <p:par>
                                <p:cTn id="68" presetID="47" presetClass="entr" presetSubtype="0" fill="hold" grpId="0" nodeType="withEffect">
                                  <p:stCondLst>
                                    <p:cond delay="0"/>
                                  </p:stCondLst>
                                  <p:childTnLst>
                                    <p:set>
                                      <p:cBhvr>
                                        <p:cTn id="69" dur="1" fill="hold">
                                          <p:stCondLst>
                                            <p:cond delay="0"/>
                                          </p:stCondLst>
                                        </p:cTn>
                                        <p:tgtEl>
                                          <p:spTgt spid="119"/>
                                        </p:tgtEl>
                                        <p:attrNameLst>
                                          <p:attrName>style.visibility</p:attrName>
                                        </p:attrNameLst>
                                      </p:cBhvr>
                                      <p:to>
                                        <p:strVal val="visible"/>
                                      </p:to>
                                    </p:set>
                                    <p:animEffect transition="in" filter="fade">
                                      <p:cBhvr>
                                        <p:cTn id="70" dur="1000"/>
                                        <p:tgtEl>
                                          <p:spTgt spid="119"/>
                                        </p:tgtEl>
                                      </p:cBhvr>
                                    </p:animEffect>
                                    <p:anim calcmode="lin" valueType="num">
                                      <p:cBhvr>
                                        <p:cTn id="71" dur="1000" fill="hold"/>
                                        <p:tgtEl>
                                          <p:spTgt spid="119"/>
                                        </p:tgtEl>
                                        <p:attrNameLst>
                                          <p:attrName>ppt_x</p:attrName>
                                        </p:attrNameLst>
                                      </p:cBhvr>
                                      <p:tavLst>
                                        <p:tav tm="0">
                                          <p:val>
                                            <p:strVal val="#ppt_x"/>
                                          </p:val>
                                        </p:tav>
                                        <p:tav tm="100000">
                                          <p:val>
                                            <p:strVal val="#ppt_x"/>
                                          </p:val>
                                        </p:tav>
                                      </p:tavLst>
                                    </p:anim>
                                    <p:anim calcmode="lin" valueType="num">
                                      <p:cBhvr>
                                        <p:cTn id="72" dur="1000" fill="hold"/>
                                        <p:tgtEl>
                                          <p:spTgt spid="119"/>
                                        </p:tgtEl>
                                        <p:attrNameLst>
                                          <p:attrName>ppt_y</p:attrName>
                                        </p:attrNameLst>
                                      </p:cBhvr>
                                      <p:tavLst>
                                        <p:tav tm="0">
                                          <p:val>
                                            <p:strVal val="#ppt_y-.1"/>
                                          </p:val>
                                        </p:tav>
                                        <p:tav tm="100000">
                                          <p:val>
                                            <p:strVal val="#ppt_y"/>
                                          </p:val>
                                        </p:tav>
                                      </p:tavLst>
                                    </p:anim>
                                  </p:childTnLst>
                                </p:cTn>
                              </p:par>
                              <p:par>
                                <p:cTn id="73" presetID="47" presetClass="entr" presetSubtype="0" fill="hold" grpId="0" nodeType="withEffect">
                                  <p:stCondLst>
                                    <p:cond delay="0"/>
                                  </p:stCondLst>
                                  <p:childTnLst>
                                    <p:set>
                                      <p:cBhvr>
                                        <p:cTn id="74" dur="1" fill="hold">
                                          <p:stCondLst>
                                            <p:cond delay="0"/>
                                          </p:stCondLst>
                                        </p:cTn>
                                        <p:tgtEl>
                                          <p:spTgt spid="121"/>
                                        </p:tgtEl>
                                        <p:attrNameLst>
                                          <p:attrName>style.visibility</p:attrName>
                                        </p:attrNameLst>
                                      </p:cBhvr>
                                      <p:to>
                                        <p:strVal val="visible"/>
                                      </p:to>
                                    </p:set>
                                    <p:animEffect transition="in" filter="fade">
                                      <p:cBhvr>
                                        <p:cTn id="75" dur="1000"/>
                                        <p:tgtEl>
                                          <p:spTgt spid="121"/>
                                        </p:tgtEl>
                                      </p:cBhvr>
                                    </p:animEffect>
                                    <p:anim calcmode="lin" valueType="num">
                                      <p:cBhvr>
                                        <p:cTn id="76" dur="1000" fill="hold"/>
                                        <p:tgtEl>
                                          <p:spTgt spid="121"/>
                                        </p:tgtEl>
                                        <p:attrNameLst>
                                          <p:attrName>ppt_x</p:attrName>
                                        </p:attrNameLst>
                                      </p:cBhvr>
                                      <p:tavLst>
                                        <p:tav tm="0">
                                          <p:val>
                                            <p:strVal val="#ppt_x"/>
                                          </p:val>
                                        </p:tav>
                                        <p:tav tm="100000">
                                          <p:val>
                                            <p:strVal val="#ppt_x"/>
                                          </p:val>
                                        </p:tav>
                                      </p:tavLst>
                                    </p:anim>
                                    <p:anim calcmode="lin" valueType="num">
                                      <p:cBhvr>
                                        <p:cTn id="77" dur="1000" fill="hold"/>
                                        <p:tgtEl>
                                          <p:spTgt spid="121"/>
                                        </p:tgtEl>
                                        <p:attrNameLst>
                                          <p:attrName>ppt_y</p:attrName>
                                        </p:attrNameLst>
                                      </p:cBhvr>
                                      <p:tavLst>
                                        <p:tav tm="0">
                                          <p:val>
                                            <p:strVal val="#ppt_y-.1"/>
                                          </p:val>
                                        </p:tav>
                                        <p:tav tm="100000">
                                          <p:val>
                                            <p:strVal val="#ppt_y"/>
                                          </p:val>
                                        </p:tav>
                                      </p:tavLst>
                                    </p:anim>
                                  </p:childTnLst>
                                </p:cTn>
                              </p:par>
                              <p:par>
                                <p:cTn id="78" presetID="47" presetClass="entr" presetSubtype="0" fill="hold" grpId="0" nodeType="withEffect">
                                  <p:stCondLst>
                                    <p:cond delay="0"/>
                                  </p:stCondLst>
                                  <p:childTnLst>
                                    <p:set>
                                      <p:cBhvr>
                                        <p:cTn id="79" dur="1" fill="hold">
                                          <p:stCondLst>
                                            <p:cond delay="0"/>
                                          </p:stCondLst>
                                        </p:cTn>
                                        <p:tgtEl>
                                          <p:spTgt spid="122"/>
                                        </p:tgtEl>
                                        <p:attrNameLst>
                                          <p:attrName>style.visibility</p:attrName>
                                        </p:attrNameLst>
                                      </p:cBhvr>
                                      <p:to>
                                        <p:strVal val="visible"/>
                                      </p:to>
                                    </p:set>
                                    <p:animEffect transition="in" filter="fade">
                                      <p:cBhvr>
                                        <p:cTn id="80" dur="1000"/>
                                        <p:tgtEl>
                                          <p:spTgt spid="122"/>
                                        </p:tgtEl>
                                      </p:cBhvr>
                                    </p:animEffect>
                                    <p:anim calcmode="lin" valueType="num">
                                      <p:cBhvr>
                                        <p:cTn id="81" dur="1000" fill="hold"/>
                                        <p:tgtEl>
                                          <p:spTgt spid="122"/>
                                        </p:tgtEl>
                                        <p:attrNameLst>
                                          <p:attrName>ppt_x</p:attrName>
                                        </p:attrNameLst>
                                      </p:cBhvr>
                                      <p:tavLst>
                                        <p:tav tm="0">
                                          <p:val>
                                            <p:strVal val="#ppt_x"/>
                                          </p:val>
                                        </p:tav>
                                        <p:tav tm="100000">
                                          <p:val>
                                            <p:strVal val="#ppt_x"/>
                                          </p:val>
                                        </p:tav>
                                      </p:tavLst>
                                    </p:anim>
                                    <p:anim calcmode="lin" valueType="num">
                                      <p:cBhvr>
                                        <p:cTn id="82" dur="1000" fill="hold"/>
                                        <p:tgtEl>
                                          <p:spTgt spid="122"/>
                                        </p:tgtEl>
                                        <p:attrNameLst>
                                          <p:attrName>ppt_y</p:attrName>
                                        </p:attrNameLst>
                                      </p:cBhvr>
                                      <p:tavLst>
                                        <p:tav tm="0">
                                          <p:val>
                                            <p:strVal val="#ppt_y-.1"/>
                                          </p:val>
                                        </p:tav>
                                        <p:tav tm="100000">
                                          <p:val>
                                            <p:strVal val="#ppt_y"/>
                                          </p:val>
                                        </p:tav>
                                      </p:tavLst>
                                    </p:anim>
                                  </p:childTnLst>
                                </p:cTn>
                              </p:par>
                              <p:par>
                                <p:cTn id="83" presetID="47" presetClass="entr" presetSubtype="0" fill="hold" grpId="0" nodeType="withEffect">
                                  <p:stCondLst>
                                    <p:cond delay="0"/>
                                  </p:stCondLst>
                                  <p:childTnLst>
                                    <p:set>
                                      <p:cBhvr>
                                        <p:cTn id="84" dur="1" fill="hold">
                                          <p:stCondLst>
                                            <p:cond delay="0"/>
                                          </p:stCondLst>
                                        </p:cTn>
                                        <p:tgtEl>
                                          <p:spTgt spid="123"/>
                                        </p:tgtEl>
                                        <p:attrNameLst>
                                          <p:attrName>style.visibility</p:attrName>
                                        </p:attrNameLst>
                                      </p:cBhvr>
                                      <p:to>
                                        <p:strVal val="visible"/>
                                      </p:to>
                                    </p:set>
                                    <p:animEffect transition="in" filter="fade">
                                      <p:cBhvr>
                                        <p:cTn id="85" dur="1000"/>
                                        <p:tgtEl>
                                          <p:spTgt spid="123"/>
                                        </p:tgtEl>
                                      </p:cBhvr>
                                    </p:animEffect>
                                    <p:anim calcmode="lin" valueType="num">
                                      <p:cBhvr>
                                        <p:cTn id="86" dur="1000" fill="hold"/>
                                        <p:tgtEl>
                                          <p:spTgt spid="123"/>
                                        </p:tgtEl>
                                        <p:attrNameLst>
                                          <p:attrName>ppt_x</p:attrName>
                                        </p:attrNameLst>
                                      </p:cBhvr>
                                      <p:tavLst>
                                        <p:tav tm="0">
                                          <p:val>
                                            <p:strVal val="#ppt_x"/>
                                          </p:val>
                                        </p:tav>
                                        <p:tav tm="100000">
                                          <p:val>
                                            <p:strVal val="#ppt_x"/>
                                          </p:val>
                                        </p:tav>
                                      </p:tavLst>
                                    </p:anim>
                                    <p:anim calcmode="lin" valueType="num">
                                      <p:cBhvr>
                                        <p:cTn id="87" dur="1000" fill="hold"/>
                                        <p:tgtEl>
                                          <p:spTgt spid="123"/>
                                        </p:tgtEl>
                                        <p:attrNameLst>
                                          <p:attrName>ppt_y</p:attrName>
                                        </p:attrNameLst>
                                      </p:cBhvr>
                                      <p:tavLst>
                                        <p:tav tm="0">
                                          <p:val>
                                            <p:strVal val="#ppt_y-.1"/>
                                          </p:val>
                                        </p:tav>
                                        <p:tav tm="100000">
                                          <p:val>
                                            <p:strVal val="#ppt_y"/>
                                          </p:val>
                                        </p:tav>
                                      </p:tavLst>
                                    </p:anim>
                                  </p:childTnLst>
                                </p:cTn>
                              </p:par>
                              <p:par>
                                <p:cTn id="88" presetID="47" presetClass="entr" presetSubtype="0" fill="hold" grpId="0" nodeType="withEffect">
                                  <p:stCondLst>
                                    <p:cond delay="0"/>
                                  </p:stCondLst>
                                  <p:childTnLst>
                                    <p:set>
                                      <p:cBhvr>
                                        <p:cTn id="89" dur="1" fill="hold">
                                          <p:stCondLst>
                                            <p:cond delay="0"/>
                                          </p:stCondLst>
                                        </p:cTn>
                                        <p:tgtEl>
                                          <p:spTgt spid="124"/>
                                        </p:tgtEl>
                                        <p:attrNameLst>
                                          <p:attrName>style.visibility</p:attrName>
                                        </p:attrNameLst>
                                      </p:cBhvr>
                                      <p:to>
                                        <p:strVal val="visible"/>
                                      </p:to>
                                    </p:set>
                                    <p:animEffect transition="in" filter="fade">
                                      <p:cBhvr>
                                        <p:cTn id="90" dur="1000"/>
                                        <p:tgtEl>
                                          <p:spTgt spid="124"/>
                                        </p:tgtEl>
                                      </p:cBhvr>
                                    </p:animEffect>
                                    <p:anim calcmode="lin" valueType="num">
                                      <p:cBhvr>
                                        <p:cTn id="91" dur="1000" fill="hold"/>
                                        <p:tgtEl>
                                          <p:spTgt spid="124"/>
                                        </p:tgtEl>
                                        <p:attrNameLst>
                                          <p:attrName>ppt_x</p:attrName>
                                        </p:attrNameLst>
                                      </p:cBhvr>
                                      <p:tavLst>
                                        <p:tav tm="0">
                                          <p:val>
                                            <p:strVal val="#ppt_x"/>
                                          </p:val>
                                        </p:tav>
                                        <p:tav tm="100000">
                                          <p:val>
                                            <p:strVal val="#ppt_x"/>
                                          </p:val>
                                        </p:tav>
                                      </p:tavLst>
                                    </p:anim>
                                    <p:anim calcmode="lin" valueType="num">
                                      <p:cBhvr>
                                        <p:cTn id="92" dur="1000" fill="hold"/>
                                        <p:tgtEl>
                                          <p:spTgt spid="124"/>
                                        </p:tgtEl>
                                        <p:attrNameLst>
                                          <p:attrName>ppt_y</p:attrName>
                                        </p:attrNameLst>
                                      </p:cBhvr>
                                      <p:tavLst>
                                        <p:tav tm="0">
                                          <p:val>
                                            <p:strVal val="#ppt_y-.1"/>
                                          </p:val>
                                        </p:tav>
                                        <p:tav tm="100000">
                                          <p:val>
                                            <p:strVal val="#ppt_y"/>
                                          </p:val>
                                        </p:tav>
                                      </p:tavLst>
                                    </p:anim>
                                  </p:childTnLst>
                                </p:cTn>
                              </p:par>
                              <p:par>
                                <p:cTn id="93" presetID="47" presetClass="entr" presetSubtype="0" fill="hold" grpId="0" nodeType="withEffect">
                                  <p:stCondLst>
                                    <p:cond delay="0"/>
                                  </p:stCondLst>
                                  <p:childTnLst>
                                    <p:set>
                                      <p:cBhvr>
                                        <p:cTn id="94" dur="1" fill="hold">
                                          <p:stCondLst>
                                            <p:cond delay="0"/>
                                          </p:stCondLst>
                                        </p:cTn>
                                        <p:tgtEl>
                                          <p:spTgt spid="58"/>
                                        </p:tgtEl>
                                        <p:attrNameLst>
                                          <p:attrName>style.visibility</p:attrName>
                                        </p:attrNameLst>
                                      </p:cBhvr>
                                      <p:to>
                                        <p:strVal val="visible"/>
                                      </p:to>
                                    </p:set>
                                    <p:animEffect transition="in" filter="fade">
                                      <p:cBhvr>
                                        <p:cTn id="95" dur="1000"/>
                                        <p:tgtEl>
                                          <p:spTgt spid="58"/>
                                        </p:tgtEl>
                                      </p:cBhvr>
                                    </p:animEffect>
                                    <p:anim calcmode="lin" valueType="num">
                                      <p:cBhvr>
                                        <p:cTn id="96" dur="1000" fill="hold"/>
                                        <p:tgtEl>
                                          <p:spTgt spid="58"/>
                                        </p:tgtEl>
                                        <p:attrNameLst>
                                          <p:attrName>ppt_x</p:attrName>
                                        </p:attrNameLst>
                                      </p:cBhvr>
                                      <p:tavLst>
                                        <p:tav tm="0">
                                          <p:val>
                                            <p:strVal val="#ppt_x"/>
                                          </p:val>
                                        </p:tav>
                                        <p:tav tm="100000">
                                          <p:val>
                                            <p:strVal val="#ppt_x"/>
                                          </p:val>
                                        </p:tav>
                                      </p:tavLst>
                                    </p:anim>
                                    <p:anim calcmode="lin" valueType="num">
                                      <p:cBhvr>
                                        <p:cTn id="97" dur="1000" fill="hold"/>
                                        <p:tgtEl>
                                          <p:spTgt spid="58"/>
                                        </p:tgtEl>
                                        <p:attrNameLst>
                                          <p:attrName>ppt_y</p:attrName>
                                        </p:attrNameLst>
                                      </p:cBhvr>
                                      <p:tavLst>
                                        <p:tav tm="0">
                                          <p:val>
                                            <p:strVal val="#ppt_y-.1"/>
                                          </p:val>
                                        </p:tav>
                                        <p:tav tm="100000">
                                          <p:val>
                                            <p:strVal val="#ppt_y"/>
                                          </p:val>
                                        </p:tav>
                                      </p:tavLst>
                                    </p:anim>
                                  </p:childTnLst>
                                </p:cTn>
                              </p:par>
                              <p:par>
                                <p:cTn id="98" presetID="47" presetClass="entr" presetSubtype="0" fill="hold" grpId="0" nodeType="withEffect">
                                  <p:stCondLst>
                                    <p:cond delay="0"/>
                                  </p:stCondLst>
                                  <p:childTnLst>
                                    <p:set>
                                      <p:cBhvr>
                                        <p:cTn id="99" dur="1" fill="hold">
                                          <p:stCondLst>
                                            <p:cond delay="0"/>
                                          </p:stCondLst>
                                        </p:cTn>
                                        <p:tgtEl>
                                          <p:spTgt spid="59"/>
                                        </p:tgtEl>
                                        <p:attrNameLst>
                                          <p:attrName>style.visibility</p:attrName>
                                        </p:attrNameLst>
                                      </p:cBhvr>
                                      <p:to>
                                        <p:strVal val="visible"/>
                                      </p:to>
                                    </p:set>
                                    <p:animEffect transition="in" filter="fade">
                                      <p:cBhvr>
                                        <p:cTn id="100" dur="1000"/>
                                        <p:tgtEl>
                                          <p:spTgt spid="59"/>
                                        </p:tgtEl>
                                      </p:cBhvr>
                                    </p:animEffect>
                                    <p:anim calcmode="lin" valueType="num">
                                      <p:cBhvr>
                                        <p:cTn id="101" dur="1000" fill="hold"/>
                                        <p:tgtEl>
                                          <p:spTgt spid="59"/>
                                        </p:tgtEl>
                                        <p:attrNameLst>
                                          <p:attrName>ppt_x</p:attrName>
                                        </p:attrNameLst>
                                      </p:cBhvr>
                                      <p:tavLst>
                                        <p:tav tm="0">
                                          <p:val>
                                            <p:strVal val="#ppt_x"/>
                                          </p:val>
                                        </p:tav>
                                        <p:tav tm="100000">
                                          <p:val>
                                            <p:strVal val="#ppt_x"/>
                                          </p:val>
                                        </p:tav>
                                      </p:tavLst>
                                    </p:anim>
                                    <p:anim calcmode="lin" valueType="num">
                                      <p:cBhvr>
                                        <p:cTn id="102" dur="1000" fill="hold"/>
                                        <p:tgtEl>
                                          <p:spTgt spid="59"/>
                                        </p:tgtEl>
                                        <p:attrNameLst>
                                          <p:attrName>ppt_y</p:attrName>
                                        </p:attrNameLst>
                                      </p:cBhvr>
                                      <p:tavLst>
                                        <p:tav tm="0">
                                          <p:val>
                                            <p:strVal val="#ppt_y-.1"/>
                                          </p:val>
                                        </p:tav>
                                        <p:tav tm="100000">
                                          <p:val>
                                            <p:strVal val="#ppt_y"/>
                                          </p:val>
                                        </p:tav>
                                      </p:tavLst>
                                    </p:anim>
                                  </p:childTnLst>
                                </p:cTn>
                              </p:par>
                            </p:childTnLst>
                          </p:cTn>
                        </p:par>
                        <p:par>
                          <p:cTn id="103" fill="hold">
                            <p:stCondLst>
                              <p:cond delay="2000"/>
                            </p:stCondLst>
                            <p:childTnLst>
                              <p:par>
                                <p:cTn id="104" presetID="47" presetClass="entr" presetSubtype="0" fill="hold" grpId="0" nodeType="afterEffect">
                                  <p:stCondLst>
                                    <p:cond delay="0"/>
                                  </p:stCondLst>
                                  <p:childTnLst>
                                    <p:set>
                                      <p:cBhvr>
                                        <p:cTn id="105" dur="1" fill="hold">
                                          <p:stCondLst>
                                            <p:cond delay="0"/>
                                          </p:stCondLst>
                                        </p:cTn>
                                        <p:tgtEl>
                                          <p:spTgt spid="53"/>
                                        </p:tgtEl>
                                        <p:attrNameLst>
                                          <p:attrName>style.visibility</p:attrName>
                                        </p:attrNameLst>
                                      </p:cBhvr>
                                      <p:to>
                                        <p:strVal val="visible"/>
                                      </p:to>
                                    </p:set>
                                    <p:animEffect transition="in" filter="fade">
                                      <p:cBhvr>
                                        <p:cTn id="106" dur="1000"/>
                                        <p:tgtEl>
                                          <p:spTgt spid="53"/>
                                        </p:tgtEl>
                                      </p:cBhvr>
                                    </p:animEffect>
                                    <p:anim calcmode="lin" valueType="num">
                                      <p:cBhvr>
                                        <p:cTn id="107" dur="1000" fill="hold"/>
                                        <p:tgtEl>
                                          <p:spTgt spid="53"/>
                                        </p:tgtEl>
                                        <p:attrNameLst>
                                          <p:attrName>ppt_x</p:attrName>
                                        </p:attrNameLst>
                                      </p:cBhvr>
                                      <p:tavLst>
                                        <p:tav tm="0">
                                          <p:val>
                                            <p:strVal val="#ppt_x"/>
                                          </p:val>
                                        </p:tav>
                                        <p:tav tm="100000">
                                          <p:val>
                                            <p:strVal val="#ppt_x"/>
                                          </p:val>
                                        </p:tav>
                                      </p:tavLst>
                                    </p:anim>
                                    <p:anim calcmode="lin" valueType="num">
                                      <p:cBhvr>
                                        <p:cTn id="108" dur="1000" fill="hold"/>
                                        <p:tgtEl>
                                          <p:spTgt spid="53"/>
                                        </p:tgtEl>
                                        <p:attrNameLst>
                                          <p:attrName>ppt_y</p:attrName>
                                        </p:attrNameLst>
                                      </p:cBhvr>
                                      <p:tavLst>
                                        <p:tav tm="0">
                                          <p:val>
                                            <p:strVal val="#ppt_y-.1"/>
                                          </p:val>
                                        </p:tav>
                                        <p:tav tm="100000">
                                          <p:val>
                                            <p:strVal val="#ppt_y"/>
                                          </p:val>
                                        </p:tav>
                                      </p:tavLst>
                                    </p:anim>
                                  </p:childTnLst>
                                </p:cTn>
                              </p:par>
                              <p:par>
                                <p:cTn id="109" presetID="47" presetClass="entr" presetSubtype="0" fill="hold" grpId="0" nodeType="withEffect">
                                  <p:stCondLst>
                                    <p:cond delay="0"/>
                                  </p:stCondLst>
                                  <p:childTnLst>
                                    <p:set>
                                      <p:cBhvr>
                                        <p:cTn id="110" dur="1" fill="hold">
                                          <p:stCondLst>
                                            <p:cond delay="0"/>
                                          </p:stCondLst>
                                        </p:cTn>
                                        <p:tgtEl>
                                          <p:spTgt spid="54"/>
                                        </p:tgtEl>
                                        <p:attrNameLst>
                                          <p:attrName>style.visibility</p:attrName>
                                        </p:attrNameLst>
                                      </p:cBhvr>
                                      <p:to>
                                        <p:strVal val="visible"/>
                                      </p:to>
                                    </p:set>
                                    <p:animEffect transition="in" filter="fade">
                                      <p:cBhvr>
                                        <p:cTn id="111" dur="1000"/>
                                        <p:tgtEl>
                                          <p:spTgt spid="54"/>
                                        </p:tgtEl>
                                      </p:cBhvr>
                                    </p:animEffect>
                                    <p:anim calcmode="lin" valueType="num">
                                      <p:cBhvr>
                                        <p:cTn id="112" dur="1000" fill="hold"/>
                                        <p:tgtEl>
                                          <p:spTgt spid="54"/>
                                        </p:tgtEl>
                                        <p:attrNameLst>
                                          <p:attrName>ppt_x</p:attrName>
                                        </p:attrNameLst>
                                      </p:cBhvr>
                                      <p:tavLst>
                                        <p:tav tm="0">
                                          <p:val>
                                            <p:strVal val="#ppt_x"/>
                                          </p:val>
                                        </p:tav>
                                        <p:tav tm="100000">
                                          <p:val>
                                            <p:strVal val="#ppt_x"/>
                                          </p:val>
                                        </p:tav>
                                      </p:tavLst>
                                    </p:anim>
                                    <p:anim calcmode="lin" valueType="num">
                                      <p:cBhvr>
                                        <p:cTn id="113" dur="1000" fill="hold"/>
                                        <p:tgtEl>
                                          <p:spTgt spid="54"/>
                                        </p:tgtEl>
                                        <p:attrNameLst>
                                          <p:attrName>ppt_y</p:attrName>
                                        </p:attrNameLst>
                                      </p:cBhvr>
                                      <p:tavLst>
                                        <p:tav tm="0">
                                          <p:val>
                                            <p:strVal val="#ppt_y-.1"/>
                                          </p:val>
                                        </p:tav>
                                        <p:tav tm="100000">
                                          <p:val>
                                            <p:strVal val="#ppt_y"/>
                                          </p:val>
                                        </p:tav>
                                      </p:tavLst>
                                    </p:anim>
                                  </p:childTnLst>
                                </p:cTn>
                              </p:par>
                              <p:par>
                                <p:cTn id="114" presetID="47" presetClass="entr" presetSubtype="0" fill="hold" grpId="0" nodeType="withEffect">
                                  <p:stCondLst>
                                    <p:cond delay="0"/>
                                  </p:stCondLst>
                                  <p:childTnLst>
                                    <p:set>
                                      <p:cBhvr>
                                        <p:cTn id="115" dur="1" fill="hold">
                                          <p:stCondLst>
                                            <p:cond delay="0"/>
                                          </p:stCondLst>
                                        </p:cTn>
                                        <p:tgtEl>
                                          <p:spTgt spid="64"/>
                                        </p:tgtEl>
                                        <p:attrNameLst>
                                          <p:attrName>style.visibility</p:attrName>
                                        </p:attrNameLst>
                                      </p:cBhvr>
                                      <p:to>
                                        <p:strVal val="visible"/>
                                      </p:to>
                                    </p:set>
                                    <p:animEffect transition="in" filter="fade">
                                      <p:cBhvr>
                                        <p:cTn id="116" dur="1000"/>
                                        <p:tgtEl>
                                          <p:spTgt spid="64"/>
                                        </p:tgtEl>
                                      </p:cBhvr>
                                    </p:animEffect>
                                    <p:anim calcmode="lin" valueType="num">
                                      <p:cBhvr>
                                        <p:cTn id="117" dur="1000" fill="hold"/>
                                        <p:tgtEl>
                                          <p:spTgt spid="64"/>
                                        </p:tgtEl>
                                        <p:attrNameLst>
                                          <p:attrName>ppt_x</p:attrName>
                                        </p:attrNameLst>
                                      </p:cBhvr>
                                      <p:tavLst>
                                        <p:tav tm="0">
                                          <p:val>
                                            <p:strVal val="#ppt_x"/>
                                          </p:val>
                                        </p:tav>
                                        <p:tav tm="100000">
                                          <p:val>
                                            <p:strVal val="#ppt_x"/>
                                          </p:val>
                                        </p:tav>
                                      </p:tavLst>
                                    </p:anim>
                                    <p:anim calcmode="lin" valueType="num">
                                      <p:cBhvr>
                                        <p:cTn id="118" dur="1000" fill="hold"/>
                                        <p:tgtEl>
                                          <p:spTgt spid="64"/>
                                        </p:tgtEl>
                                        <p:attrNameLst>
                                          <p:attrName>ppt_y</p:attrName>
                                        </p:attrNameLst>
                                      </p:cBhvr>
                                      <p:tavLst>
                                        <p:tav tm="0">
                                          <p:val>
                                            <p:strVal val="#ppt_y-.1"/>
                                          </p:val>
                                        </p:tav>
                                        <p:tav tm="100000">
                                          <p:val>
                                            <p:strVal val="#ppt_y"/>
                                          </p:val>
                                        </p:tav>
                                      </p:tavLst>
                                    </p:anim>
                                  </p:childTnLst>
                                </p:cTn>
                              </p:par>
                              <p:par>
                                <p:cTn id="119" presetID="47" presetClass="entr" presetSubtype="0" fill="hold" grpId="0" nodeType="withEffect">
                                  <p:stCondLst>
                                    <p:cond delay="0"/>
                                  </p:stCondLst>
                                  <p:childTnLst>
                                    <p:set>
                                      <p:cBhvr>
                                        <p:cTn id="120" dur="1" fill="hold">
                                          <p:stCondLst>
                                            <p:cond delay="0"/>
                                          </p:stCondLst>
                                        </p:cTn>
                                        <p:tgtEl>
                                          <p:spTgt spid="93"/>
                                        </p:tgtEl>
                                        <p:attrNameLst>
                                          <p:attrName>style.visibility</p:attrName>
                                        </p:attrNameLst>
                                      </p:cBhvr>
                                      <p:to>
                                        <p:strVal val="visible"/>
                                      </p:to>
                                    </p:set>
                                    <p:animEffect transition="in" filter="fade">
                                      <p:cBhvr>
                                        <p:cTn id="121" dur="1000"/>
                                        <p:tgtEl>
                                          <p:spTgt spid="93"/>
                                        </p:tgtEl>
                                      </p:cBhvr>
                                    </p:animEffect>
                                    <p:anim calcmode="lin" valueType="num">
                                      <p:cBhvr>
                                        <p:cTn id="122" dur="1000" fill="hold"/>
                                        <p:tgtEl>
                                          <p:spTgt spid="93"/>
                                        </p:tgtEl>
                                        <p:attrNameLst>
                                          <p:attrName>ppt_x</p:attrName>
                                        </p:attrNameLst>
                                      </p:cBhvr>
                                      <p:tavLst>
                                        <p:tav tm="0">
                                          <p:val>
                                            <p:strVal val="#ppt_x"/>
                                          </p:val>
                                        </p:tav>
                                        <p:tav tm="100000">
                                          <p:val>
                                            <p:strVal val="#ppt_x"/>
                                          </p:val>
                                        </p:tav>
                                      </p:tavLst>
                                    </p:anim>
                                    <p:anim calcmode="lin" valueType="num">
                                      <p:cBhvr>
                                        <p:cTn id="123" dur="1000" fill="hold"/>
                                        <p:tgtEl>
                                          <p:spTgt spid="93"/>
                                        </p:tgtEl>
                                        <p:attrNameLst>
                                          <p:attrName>ppt_y</p:attrName>
                                        </p:attrNameLst>
                                      </p:cBhvr>
                                      <p:tavLst>
                                        <p:tav tm="0">
                                          <p:val>
                                            <p:strVal val="#ppt_y-.1"/>
                                          </p:val>
                                        </p:tav>
                                        <p:tav tm="100000">
                                          <p:val>
                                            <p:strVal val="#ppt_y"/>
                                          </p:val>
                                        </p:tav>
                                      </p:tavLst>
                                    </p:anim>
                                  </p:childTnLst>
                                </p:cTn>
                              </p:par>
                              <p:par>
                                <p:cTn id="124" presetID="47" presetClass="entr" presetSubtype="0" fill="hold" grpId="0" nodeType="withEffect">
                                  <p:stCondLst>
                                    <p:cond delay="0"/>
                                  </p:stCondLst>
                                  <p:childTnLst>
                                    <p:set>
                                      <p:cBhvr>
                                        <p:cTn id="125" dur="1" fill="hold">
                                          <p:stCondLst>
                                            <p:cond delay="0"/>
                                          </p:stCondLst>
                                        </p:cTn>
                                        <p:tgtEl>
                                          <p:spTgt spid="111"/>
                                        </p:tgtEl>
                                        <p:attrNameLst>
                                          <p:attrName>style.visibility</p:attrName>
                                        </p:attrNameLst>
                                      </p:cBhvr>
                                      <p:to>
                                        <p:strVal val="visible"/>
                                      </p:to>
                                    </p:set>
                                    <p:animEffect transition="in" filter="fade">
                                      <p:cBhvr>
                                        <p:cTn id="126" dur="1000"/>
                                        <p:tgtEl>
                                          <p:spTgt spid="111"/>
                                        </p:tgtEl>
                                      </p:cBhvr>
                                    </p:animEffect>
                                    <p:anim calcmode="lin" valueType="num">
                                      <p:cBhvr>
                                        <p:cTn id="127" dur="1000" fill="hold"/>
                                        <p:tgtEl>
                                          <p:spTgt spid="111"/>
                                        </p:tgtEl>
                                        <p:attrNameLst>
                                          <p:attrName>ppt_x</p:attrName>
                                        </p:attrNameLst>
                                      </p:cBhvr>
                                      <p:tavLst>
                                        <p:tav tm="0">
                                          <p:val>
                                            <p:strVal val="#ppt_x"/>
                                          </p:val>
                                        </p:tav>
                                        <p:tav tm="100000">
                                          <p:val>
                                            <p:strVal val="#ppt_x"/>
                                          </p:val>
                                        </p:tav>
                                      </p:tavLst>
                                    </p:anim>
                                    <p:anim calcmode="lin" valueType="num">
                                      <p:cBhvr>
                                        <p:cTn id="128" dur="1000" fill="hold"/>
                                        <p:tgtEl>
                                          <p:spTgt spid="111"/>
                                        </p:tgtEl>
                                        <p:attrNameLst>
                                          <p:attrName>ppt_y</p:attrName>
                                        </p:attrNameLst>
                                      </p:cBhvr>
                                      <p:tavLst>
                                        <p:tav tm="0">
                                          <p:val>
                                            <p:strVal val="#ppt_y-.1"/>
                                          </p:val>
                                        </p:tav>
                                        <p:tav tm="100000">
                                          <p:val>
                                            <p:strVal val="#ppt_y"/>
                                          </p:val>
                                        </p:tav>
                                      </p:tavLst>
                                    </p:anim>
                                  </p:childTnLst>
                                </p:cTn>
                              </p:par>
                              <p:par>
                                <p:cTn id="129" presetID="47" presetClass="entr" presetSubtype="0" fill="hold" grpId="0" nodeType="withEffect">
                                  <p:stCondLst>
                                    <p:cond delay="0"/>
                                  </p:stCondLst>
                                  <p:childTnLst>
                                    <p:set>
                                      <p:cBhvr>
                                        <p:cTn id="130" dur="1" fill="hold">
                                          <p:stCondLst>
                                            <p:cond delay="0"/>
                                          </p:stCondLst>
                                        </p:cTn>
                                        <p:tgtEl>
                                          <p:spTgt spid="112"/>
                                        </p:tgtEl>
                                        <p:attrNameLst>
                                          <p:attrName>style.visibility</p:attrName>
                                        </p:attrNameLst>
                                      </p:cBhvr>
                                      <p:to>
                                        <p:strVal val="visible"/>
                                      </p:to>
                                    </p:set>
                                    <p:animEffect transition="in" filter="fade">
                                      <p:cBhvr>
                                        <p:cTn id="131" dur="1000"/>
                                        <p:tgtEl>
                                          <p:spTgt spid="112"/>
                                        </p:tgtEl>
                                      </p:cBhvr>
                                    </p:animEffect>
                                    <p:anim calcmode="lin" valueType="num">
                                      <p:cBhvr>
                                        <p:cTn id="132" dur="1000" fill="hold"/>
                                        <p:tgtEl>
                                          <p:spTgt spid="112"/>
                                        </p:tgtEl>
                                        <p:attrNameLst>
                                          <p:attrName>ppt_x</p:attrName>
                                        </p:attrNameLst>
                                      </p:cBhvr>
                                      <p:tavLst>
                                        <p:tav tm="0">
                                          <p:val>
                                            <p:strVal val="#ppt_x"/>
                                          </p:val>
                                        </p:tav>
                                        <p:tav tm="100000">
                                          <p:val>
                                            <p:strVal val="#ppt_x"/>
                                          </p:val>
                                        </p:tav>
                                      </p:tavLst>
                                    </p:anim>
                                    <p:anim calcmode="lin" valueType="num">
                                      <p:cBhvr>
                                        <p:cTn id="133" dur="1000" fill="hold"/>
                                        <p:tgtEl>
                                          <p:spTgt spid="112"/>
                                        </p:tgtEl>
                                        <p:attrNameLst>
                                          <p:attrName>ppt_y</p:attrName>
                                        </p:attrNameLst>
                                      </p:cBhvr>
                                      <p:tavLst>
                                        <p:tav tm="0">
                                          <p:val>
                                            <p:strVal val="#ppt_y-.1"/>
                                          </p:val>
                                        </p:tav>
                                        <p:tav tm="100000">
                                          <p:val>
                                            <p:strVal val="#ppt_y"/>
                                          </p:val>
                                        </p:tav>
                                      </p:tavLst>
                                    </p:anim>
                                  </p:childTnLst>
                                </p:cTn>
                              </p:par>
                              <p:par>
                                <p:cTn id="134" presetID="47" presetClass="entr" presetSubtype="0" fill="hold" grpId="0" nodeType="withEffect">
                                  <p:stCondLst>
                                    <p:cond delay="0"/>
                                  </p:stCondLst>
                                  <p:childTnLst>
                                    <p:set>
                                      <p:cBhvr>
                                        <p:cTn id="135" dur="1" fill="hold">
                                          <p:stCondLst>
                                            <p:cond delay="0"/>
                                          </p:stCondLst>
                                        </p:cTn>
                                        <p:tgtEl>
                                          <p:spTgt spid="113"/>
                                        </p:tgtEl>
                                        <p:attrNameLst>
                                          <p:attrName>style.visibility</p:attrName>
                                        </p:attrNameLst>
                                      </p:cBhvr>
                                      <p:to>
                                        <p:strVal val="visible"/>
                                      </p:to>
                                    </p:set>
                                    <p:animEffect transition="in" filter="fade">
                                      <p:cBhvr>
                                        <p:cTn id="136" dur="1000"/>
                                        <p:tgtEl>
                                          <p:spTgt spid="113"/>
                                        </p:tgtEl>
                                      </p:cBhvr>
                                    </p:animEffect>
                                    <p:anim calcmode="lin" valueType="num">
                                      <p:cBhvr>
                                        <p:cTn id="137" dur="1000" fill="hold"/>
                                        <p:tgtEl>
                                          <p:spTgt spid="113"/>
                                        </p:tgtEl>
                                        <p:attrNameLst>
                                          <p:attrName>ppt_x</p:attrName>
                                        </p:attrNameLst>
                                      </p:cBhvr>
                                      <p:tavLst>
                                        <p:tav tm="0">
                                          <p:val>
                                            <p:strVal val="#ppt_x"/>
                                          </p:val>
                                        </p:tav>
                                        <p:tav tm="100000">
                                          <p:val>
                                            <p:strVal val="#ppt_x"/>
                                          </p:val>
                                        </p:tav>
                                      </p:tavLst>
                                    </p:anim>
                                    <p:anim calcmode="lin" valueType="num">
                                      <p:cBhvr>
                                        <p:cTn id="138" dur="1000" fill="hold"/>
                                        <p:tgtEl>
                                          <p:spTgt spid="113"/>
                                        </p:tgtEl>
                                        <p:attrNameLst>
                                          <p:attrName>ppt_y</p:attrName>
                                        </p:attrNameLst>
                                      </p:cBhvr>
                                      <p:tavLst>
                                        <p:tav tm="0">
                                          <p:val>
                                            <p:strVal val="#ppt_y-.1"/>
                                          </p:val>
                                        </p:tav>
                                        <p:tav tm="100000">
                                          <p:val>
                                            <p:strVal val="#ppt_y"/>
                                          </p:val>
                                        </p:tav>
                                      </p:tavLst>
                                    </p:anim>
                                  </p:childTnLst>
                                </p:cTn>
                              </p:par>
                              <p:par>
                                <p:cTn id="139" presetID="47" presetClass="entr" presetSubtype="0" fill="hold" grpId="0" nodeType="withEffect">
                                  <p:stCondLst>
                                    <p:cond delay="0"/>
                                  </p:stCondLst>
                                  <p:childTnLst>
                                    <p:set>
                                      <p:cBhvr>
                                        <p:cTn id="140" dur="1" fill="hold">
                                          <p:stCondLst>
                                            <p:cond delay="0"/>
                                          </p:stCondLst>
                                        </p:cTn>
                                        <p:tgtEl>
                                          <p:spTgt spid="114"/>
                                        </p:tgtEl>
                                        <p:attrNameLst>
                                          <p:attrName>style.visibility</p:attrName>
                                        </p:attrNameLst>
                                      </p:cBhvr>
                                      <p:to>
                                        <p:strVal val="visible"/>
                                      </p:to>
                                    </p:set>
                                    <p:animEffect transition="in" filter="fade">
                                      <p:cBhvr>
                                        <p:cTn id="141" dur="1000"/>
                                        <p:tgtEl>
                                          <p:spTgt spid="114"/>
                                        </p:tgtEl>
                                      </p:cBhvr>
                                    </p:animEffect>
                                    <p:anim calcmode="lin" valueType="num">
                                      <p:cBhvr>
                                        <p:cTn id="142" dur="1000" fill="hold"/>
                                        <p:tgtEl>
                                          <p:spTgt spid="114"/>
                                        </p:tgtEl>
                                        <p:attrNameLst>
                                          <p:attrName>ppt_x</p:attrName>
                                        </p:attrNameLst>
                                      </p:cBhvr>
                                      <p:tavLst>
                                        <p:tav tm="0">
                                          <p:val>
                                            <p:strVal val="#ppt_x"/>
                                          </p:val>
                                        </p:tav>
                                        <p:tav tm="100000">
                                          <p:val>
                                            <p:strVal val="#ppt_x"/>
                                          </p:val>
                                        </p:tav>
                                      </p:tavLst>
                                    </p:anim>
                                    <p:anim calcmode="lin" valueType="num">
                                      <p:cBhvr>
                                        <p:cTn id="143" dur="1000" fill="hold"/>
                                        <p:tgtEl>
                                          <p:spTgt spid="114"/>
                                        </p:tgtEl>
                                        <p:attrNameLst>
                                          <p:attrName>ppt_y</p:attrName>
                                        </p:attrNameLst>
                                      </p:cBhvr>
                                      <p:tavLst>
                                        <p:tav tm="0">
                                          <p:val>
                                            <p:strVal val="#ppt_y-.1"/>
                                          </p:val>
                                        </p:tav>
                                        <p:tav tm="100000">
                                          <p:val>
                                            <p:strVal val="#ppt_y"/>
                                          </p:val>
                                        </p:tav>
                                      </p:tavLst>
                                    </p:anim>
                                  </p:childTnLst>
                                </p:cTn>
                              </p:par>
                              <p:par>
                                <p:cTn id="144" presetID="47" presetClass="entr" presetSubtype="0" fill="hold" grpId="0" nodeType="withEffect">
                                  <p:stCondLst>
                                    <p:cond delay="0"/>
                                  </p:stCondLst>
                                  <p:childTnLst>
                                    <p:set>
                                      <p:cBhvr>
                                        <p:cTn id="145" dur="1" fill="hold">
                                          <p:stCondLst>
                                            <p:cond delay="0"/>
                                          </p:stCondLst>
                                        </p:cTn>
                                        <p:tgtEl>
                                          <p:spTgt spid="56"/>
                                        </p:tgtEl>
                                        <p:attrNameLst>
                                          <p:attrName>style.visibility</p:attrName>
                                        </p:attrNameLst>
                                      </p:cBhvr>
                                      <p:to>
                                        <p:strVal val="visible"/>
                                      </p:to>
                                    </p:set>
                                    <p:animEffect transition="in" filter="fade">
                                      <p:cBhvr>
                                        <p:cTn id="146" dur="1000"/>
                                        <p:tgtEl>
                                          <p:spTgt spid="56"/>
                                        </p:tgtEl>
                                      </p:cBhvr>
                                    </p:animEffect>
                                    <p:anim calcmode="lin" valueType="num">
                                      <p:cBhvr>
                                        <p:cTn id="147" dur="1000" fill="hold"/>
                                        <p:tgtEl>
                                          <p:spTgt spid="56"/>
                                        </p:tgtEl>
                                        <p:attrNameLst>
                                          <p:attrName>ppt_x</p:attrName>
                                        </p:attrNameLst>
                                      </p:cBhvr>
                                      <p:tavLst>
                                        <p:tav tm="0">
                                          <p:val>
                                            <p:strVal val="#ppt_x"/>
                                          </p:val>
                                        </p:tav>
                                        <p:tav tm="100000">
                                          <p:val>
                                            <p:strVal val="#ppt_x"/>
                                          </p:val>
                                        </p:tav>
                                      </p:tavLst>
                                    </p:anim>
                                    <p:anim calcmode="lin" valueType="num">
                                      <p:cBhvr>
                                        <p:cTn id="148" dur="1000" fill="hold"/>
                                        <p:tgtEl>
                                          <p:spTgt spid="56"/>
                                        </p:tgtEl>
                                        <p:attrNameLst>
                                          <p:attrName>ppt_y</p:attrName>
                                        </p:attrNameLst>
                                      </p:cBhvr>
                                      <p:tavLst>
                                        <p:tav tm="0">
                                          <p:val>
                                            <p:strVal val="#ppt_y-.1"/>
                                          </p:val>
                                        </p:tav>
                                        <p:tav tm="100000">
                                          <p:val>
                                            <p:strVal val="#ppt_y"/>
                                          </p:val>
                                        </p:tav>
                                      </p:tavLst>
                                    </p:anim>
                                  </p:childTnLst>
                                </p:cTn>
                              </p:par>
                              <p:par>
                                <p:cTn id="149" presetID="47" presetClass="entr" presetSubtype="0" fill="hold" grpId="0" nodeType="withEffect">
                                  <p:stCondLst>
                                    <p:cond delay="0"/>
                                  </p:stCondLst>
                                  <p:childTnLst>
                                    <p:set>
                                      <p:cBhvr>
                                        <p:cTn id="150" dur="1" fill="hold">
                                          <p:stCondLst>
                                            <p:cond delay="0"/>
                                          </p:stCondLst>
                                        </p:cTn>
                                        <p:tgtEl>
                                          <p:spTgt spid="57"/>
                                        </p:tgtEl>
                                        <p:attrNameLst>
                                          <p:attrName>style.visibility</p:attrName>
                                        </p:attrNameLst>
                                      </p:cBhvr>
                                      <p:to>
                                        <p:strVal val="visible"/>
                                      </p:to>
                                    </p:set>
                                    <p:animEffect transition="in" filter="fade">
                                      <p:cBhvr>
                                        <p:cTn id="151" dur="1000"/>
                                        <p:tgtEl>
                                          <p:spTgt spid="57"/>
                                        </p:tgtEl>
                                      </p:cBhvr>
                                    </p:animEffect>
                                    <p:anim calcmode="lin" valueType="num">
                                      <p:cBhvr>
                                        <p:cTn id="152" dur="1000" fill="hold"/>
                                        <p:tgtEl>
                                          <p:spTgt spid="57"/>
                                        </p:tgtEl>
                                        <p:attrNameLst>
                                          <p:attrName>ppt_x</p:attrName>
                                        </p:attrNameLst>
                                      </p:cBhvr>
                                      <p:tavLst>
                                        <p:tav tm="0">
                                          <p:val>
                                            <p:strVal val="#ppt_x"/>
                                          </p:val>
                                        </p:tav>
                                        <p:tav tm="100000">
                                          <p:val>
                                            <p:strVal val="#ppt_x"/>
                                          </p:val>
                                        </p:tav>
                                      </p:tavLst>
                                    </p:anim>
                                    <p:anim calcmode="lin" valueType="num">
                                      <p:cBhvr>
                                        <p:cTn id="153" dur="1000" fill="hold"/>
                                        <p:tgtEl>
                                          <p:spTgt spid="5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3" grpId="0" animBg="1"/>
      <p:bldP spid="54" grpId="0" animBg="1"/>
      <p:bldP spid="64" grpId="0"/>
      <p:bldP spid="93" grpId="0"/>
      <p:bldP spid="111" grpId="0" animBg="1"/>
      <p:bldP spid="112" grpId="0" animBg="1"/>
      <p:bldP spid="113" grpId="0"/>
      <p:bldP spid="114" grpId="0"/>
      <p:bldP spid="116" grpId="0" animBg="1"/>
      <p:bldP spid="117" grpId="0" animBg="1"/>
      <p:bldP spid="118" grpId="0"/>
      <p:bldP spid="119" grpId="0"/>
      <p:bldP spid="121" grpId="0" animBg="1"/>
      <p:bldP spid="122" grpId="0" animBg="1"/>
      <p:bldP spid="123" grpId="0"/>
      <p:bldP spid="124" grpId="0"/>
      <p:bldP spid="37" grpId="0" animBg="1"/>
      <p:bldP spid="44" grpId="0" animBg="1"/>
      <p:bldP spid="45" grpId="0" animBg="1"/>
      <p:bldP spid="46" grpId="0" animBg="1"/>
      <p:bldP spid="56" grpId="0" animBg="1"/>
      <p:bldP spid="57" grpId="0" animBg="1"/>
      <p:bldP spid="58" grpId="0" animBg="1"/>
      <p:bldP spid="5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769876" y="189165"/>
            <a:ext cx="2622658" cy="483235"/>
          </a:xfrm>
          <a:prstGeom prst="rect">
            <a:avLst/>
          </a:prstGeom>
          <a:noFill/>
        </p:spPr>
        <p:txBody>
          <a:bodyPr wrap="square" rtlCol="0">
            <a:spAutoFit/>
          </a:bodyPr>
          <a:lstStyle/>
          <a:p>
            <a:pPr algn="ctr"/>
            <a:r>
              <a:rPr lang="zh-CN" altLang="en-US" sz="2400" b="1" dirty="0">
                <a:solidFill>
                  <a:schemeClr val="tx1">
                    <a:lumMod val="75000"/>
                    <a:lumOff val="25000"/>
                  </a:schemeClr>
                </a:solidFill>
                <a:latin typeface="微软雅黑" panose="020B0503020204020204" charset="-122"/>
                <a:ea typeface="微软雅黑" panose="020B0503020204020204" charset="-122"/>
              </a:rPr>
              <a:t>单击此处添加标题</a:t>
            </a:r>
          </a:p>
        </p:txBody>
      </p:sp>
      <p:cxnSp>
        <p:nvCxnSpPr>
          <p:cNvPr id="6" name="直接连接符 5"/>
          <p:cNvCxnSpPr/>
          <p:nvPr/>
        </p:nvCxnSpPr>
        <p:spPr>
          <a:xfrm>
            <a:off x="7392534" y="477150"/>
            <a:ext cx="4463773"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36892" y="481504"/>
            <a:ext cx="439177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9" name="Freeform 269"/>
          <p:cNvSpPr>
            <a:spLocks noChangeAspect="1" noChangeArrowheads="1"/>
          </p:cNvSpPr>
          <p:nvPr/>
        </p:nvSpPr>
        <p:spPr bwMode="auto">
          <a:xfrm>
            <a:off x="814978" y="2603644"/>
            <a:ext cx="1528843" cy="1392023"/>
          </a:xfrm>
          <a:custGeom>
            <a:avLst/>
            <a:gdLst>
              <a:gd name="T0" fmla="*/ 994 w 1989"/>
              <a:gd name="T1" fmla="*/ 0 h 1812"/>
              <a:gd name="T2" fmla="*/ 994 w 1989"/>
              <a:gd name="T3" fmla="*/ 0 h 1812"/>
              <a:gd name="T4" fmla="*/ 354 w 1989"/>
              <a:gd name="T5" fmla="*/ 268 h 1812"/>
              <a:gd name="T6" fmla="*/ 354 w 1989"/>
              <a:gd name="T7" fmla="*/ 1548 h 1812"/>
              <a:gd name="T8" fmla="*/ 994 w 1989"/>
              <a:gd name="T9" fmla="*/ 1811 h 1812"/>
              <a:gd name="T10" fmla="*/ 1634 w 1989"/>
              <a:gd name="T11" fmla="*/ 1548 h 1812"/>
              <a:gd name="T12" fmla="*/ 1634 w 1989"/>
              <a:gd name="T13" fmla="*/ 268 h 1812"/>
              <a:gd name="T14" fmla="*/ 994 w 1989"/>
              <a:gd name="T15" fmla="*/ 0 h 18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89" h="1812">
                <a:moveTo>
                  <a:pt x="994" y="0"/>
                </a:moveTo>
                <a:lnTo>
                  <a:pt x="994" y="0"/>
                </a:lnTo>
                <a:cubicBezTo>
                  <a:pt x="766" y="0"/>
                  <a:pt x="532" y="91"/>
                  <a:pt x="354" y="268"/>
                </a:cubicBezTo>
                <a:cubicBezTo>
                  <a:pt x="0" y="622"/>
                  <a:pt x="0" y="1194"/>
                  <a:pt x="354" y="1548"/>
                </a:cubicBezTo>
                <a:cubicBezTo>
                  <a:pt x="532" y="1725"/>
                  <a:pt x="766" y="1811"/>
                  <a:pt x="994" y="1811"/>
                </a:cubicBezTo>
                <a:cubicBezTo>
                  <a:pt x="1229" y="1811"/>
                  <a:pt x="1457" y="1725"/>
                  <a:pt x="1634" y="1548"/>
                </a:cubicBezTo>
                <a:cubicBezTo>
                  <a:pt x="1988" y="1194"/>
                  <a:pt x="1988" y="622"/>
                  <a:pt x="1634" y="268"/>
                </a:cubicBezTo>
                <a:cubicBezTo>
                  <a:pt x="1457" y="91"/>
                  <a:pt x="1229" y="0"/>
                  <a:pt x="994" y="0"/>
                </a:cubicBezTo>
              </a:path>
            </a:pathLst>
          </a:custGeom>
          <a:solidFill>
            <a:schemeClr val="accent2"/>
          </a:solidFill>
          <a:ln w="9525" cap="flat">
            <a:noFill/>
            <a:bevel/>
          </a:ln>
          <a:effectLst/>
        </p:spPr>
        <p:txBody>
          <a:bodyPr wrap="none" anchor="ctr"/>
          <a:lstStyle/>
          <a:p>
            <a:endParaRPr lang="en-US" sz="1800" dirty="0">
              <a:latin typeface="微软雅黑" panose="020B0503020204020204" charset="-122"/>
            </a:endParaRPr>
          </a:p>
        </p:txBody>
      </p:sp>
      <p:sp>
        <p:nvSpPr>
          <p:cNvPr id="60" name="Freeform 269"/>
          <p:cNvSpPr>
            <a:spLocks noChangeAspect="1" noChangeArrowheads="1"/>
          </p:cNvSpPr>
          <p:nvPr/>
        </p:nvSpPr>
        <p:spPr bwMode="auto">
          <a:xfrm>
            <a:off x="814978" y="4137347"/>
            <a:ext cx="1528843" cy="1392023"/>
          </a:xfrm>
          <a:custGeom>
            <a:avLst/>
            <a:gdLst>
              <a:gd name="T0" fmla="*/ 994 w 1989"/>
              <a:gd name="T1" fmla="*/ 0 h 1812"/>
              <a:gd name="T2" fmla="*/ 994 w 1989"/>
              <a:gd name="T3" fmla="*/ 0 h 1812"/>
              <a:gd name="T4" fmla="*/ 354 w 1989"/>
              <a:gd name="T5" fmla="*/ 268 h 1812"/>
              <a:gd name="T6" fmla="*/ 354 w 1989"/>
              <a:gd name="T7" fmla="*/ 1548 h 1812"/>
              <a:gd name="T8" fmla="*/ 994 w 1989"/>
              <a:gd name="T9" fmla="*/ 1811 h 1812"/>
              <a:gd name="T10" fmla="*/ 1634 w 1989"/>
              <a:gd name="T11" fmla="*/ 1548 h 1812"/>
              <a:gd name="T12" fmla="*/ 1634 w 1989"/>
              <a:gd name="T13" fmla="*/ 268 h 1812"/>
              <a:gd name="T14" fmla="*/ 994 w 1989"/>
              <a:gd name="T15" fmla="*/ 0 h 18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89" h="1812">
                <a:moveTo>
                  <a:pt x="994" y="0"/>
                </a:moveTo>
                <a:lnTo>
                  <a:pt x="994" y="0"/>
                </a:lnTo>
                <a:cubicBezTo>
                  <a:pt x="766" y="0"/>
                  <a:pt x="532" y="91"/>
                  <a:pt x="354" y="268"/>
                </a:cubicBezTo>
                <a:cubicBezTo>
                  <a:pt x="0" y="622"/>
                  <a:pt x="0" y="1194"/>
                  <a:pt x="354" y="1548"/>
                </a:cubicBezTo>
                <a:cubicBezTo>
                  <a:pt x="532" y="1725"/>
                  <a:pt x="766" y="1811"/>
                  <a:pt x="994" y="1811"/>
                </a:cubicBezTo>
                <a:cubicBezTo>
                  <a:pt x="1229" y="1811"/>
                  <a:pt x="1457" y="1725"/>
                  <a:pt x="1634" y="1548"/>
                </a:cubicBezTo>
                <a:cubicBezTo>
                  <a:pt x="1988" y="1194"/>
                  <a:pt x="1988" y="622"/>
                  <a:pt x="1634" y="268"/>
                </a:cubicBezTo>
                <a:cubicBezTo>
                  <a:pt x="1457" y="91"/>
                  <a:pt x="1229" y="0"/>
                  <a:pt x="994" y="0"/>
                </a:cubicBezTo>
              </a:path>
            </a:pathLst>
          </a:custGeom>
          <a:solidFill>
            <a:schemeClr val="accent4"/>
          </a:solidFill>
          <a:ln w="9525" cap="flat">
            <a:noFill/>
            <a:bevel/>
          </a:ln>
          <a:effectLst/>
        </p:spPr>
        <p:txBody>
          <a:bodyPr wrap="none" anchor="ctr"/>
          <a:lstStyle/>
          <a:p>
            <a:endParaRPr lang="en-US" sz="1800" dirty="0">
              <a:latin typeface="微软雅黑" panose="020B0503020204020204" charset="-122"/>
            </a:endParaRPr>
          </a:p>
        </p:txBody>
      </p:sp>
      <p:sp>
        <p:nvSpPr>
          <p:cNvPr id="61" name="Freeform 269"/>
          <p:cNvSpPr>
            <a:spLocks noChangeAspect="1" noChangeArrowheads="1"/>
          </p:cNvSpPr>
          <p:nvPr/>
        </p:nvSpPr>
        <p:spPr bwMode="auto">
          <a:xfrm>
            <a:off x="814978" y="1062735"/>
            <a:ext cx="1528843" cy="1392023"/>
          </a:xfrm>
          <a:custGeom>
            <a:avLst/>
            <a:gdLst>
              <a:gd name="T0" fmla="*/ 994 w 1989"/>
              <a:gd name="T1" fmla="*/ 0 h 1812"/>
              <a:gd name="T2" fmla="*/ 994 w 1989"/>
              <a:gd name="T3" fmla="*/ 0 h 1812"/>
              <a:gd name="T4" fmla="*/ 354 w 1989"/>
              <a:gd name="T5" fmla="*/ 268 h 1812"/>
              <a:gd name="T6" fmla="*/ 354 w 1989"/>
              <a:gd name="T7" fmla="*/ 1548 h 1812"/>
              <a:gd name="T8" fmla="*/ 994 w 1989"/>
              <a:gd name="T9" fmla="*/ 1811 h 1812"/>
              <a:gd name="T10" fmla="*/ 1634 w 1989"/>
              <a:gd name="T11" fmla="*/ 1548 h 1812"/>
              <a:gd name="T12" fmla="*/ 1634 w 1989"/>
              <a:gd name="T13" fmla="*/ 268 h 1812"/>
              <a:gd name="T14" fmla="*/ 994 w 1989"/>
              <a:gd name="T15" fmla="*/ 0 h 18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89" h="1812">
                <a:moveTo>
                  <a:pt x="994" y="0"/>
                </a:moveTo>
                <a:lnTo>
                  <a:pt x="994" y="0"/>
                </a:lnTo>
                <a:cubicBezTo>
                  <a:pt x="766" y="0"/>
                  <a:pt x="532" y="91"/>
                  <a:pt x="354" y="268"/>
                </a:cubicBezTo>
                <a:cubicBezTo>
                  <a:pt x="0" y="622"/>
                  <a:pt x="0" y="1194"/>
                  <a:pt x="354" y="1548"/>
                </a:cubicBezTo>
                <a:cubicBezTo>
                  <a:pt x="532" y="1725"/>
                  <a:pt x="766" y="1811"/>
                  <a:pt x="994" y="1811"/>
                </a:cubicBezTo>
                <a:cubicBezTo>
                  <a:pt x="1229" y="1811"/>
                  <a:pt x="1457" y="1725"/>
                  <a:pt x="1634" y="1548"/>
                </a:cubicBezTo>
                <a:cubicBezTo>
                  <a:pt x="1988" y="1194"/>
                  <a:pt x="1988" y="622"/>
                  <a:pt x="1634" y="268"/>
                </a:cubicBezTo>
                <a:cubicBezTo>
                  <a:pt x="1457" y="91"/>
                  <a:pt x="1229" y="0"/>
                  <a:pt x="994" y="0"/>
                </a:cubicBezTo>
              </a:path>
            </a:pathLst>
          </a:custGeom>
          <a:solidFill>
            <a:schemeClr val="accent1"/>
          </a:solidFill>
          <a:ln w="9525" cap="flat">
            <a:noFill/>
            <a:bevel/>
          </a:ln>
          <a:effectLst/>
        </p:spPr>
        <p:txBody>
          <a:bodyPr wrap="none" anchor="ctr"/>
          <a:lstStyle/>
          <a:p>
            <a:endParaRPr lang="en-US" sz="1800" dirty="0">
              <a:latin typeface="微软雅黑" panose="020B0503020204020204" charset="-122"/>
            </a:endParaRPr>
          </a:p>
        </p:txBody>
      </p:sp>
      <p:grpSp>
        <p:nvGrpSpPr>
          <p:cNvPr id="4" name="Group 3"/>
          <p:cNvGrpSpPr/>
          <p:nvPr/>
        </p:nvGrpSpPr>
        <p:grpSpPr>
          <a:xfrm>
            <a:off x="1356567" y="2898160"/>
            <a:ext cx="416171" cy="733685"/>
            <a:chOff x="9445460" y="4813461"/>
            <a:chExt cx="832342" cy="1467370"/>
          </a:xfrm>
          <a:solidFill>
            <a:schemeClr val="bg1"/>
          </a:solidFill>
        </p:grpSpPr>
        <p:sp>
          <p:nvSpPr>
            <p:cNvPr id="63" name="Freeform 1493"/>
            <p:cNvSpPr>
              <a:spLocks noChangeArrowheads="1"/>
            </p:cNvSpPr>
            <p:nvPr/>
          </p:nvSpPr>
          <p:spPr bwMode="auto">
            <a:xfrm>
              <a:off x="9445460" y="5192312"/>
              <a:ext cx="832342" cy="795043"/>
            </a:xfrm>
            <a:custGeom>
              <a:avLst/>
              <a:gdLst>
                <a:gd name="T0" fmla="*/ 513 w 689"/>
                <a:gd name="T1" fmla="*/ 175 h 659"/>
                <a:gd name="T2" fmla="*/ 513 w 689"/>
                <a:gd name="T3" fmla="*/ 175 h 659"/>
                <a:gd name="T4" fmla="*/ 531 w 689"/>
                <a:gd name="T5" fmla="*/ 193 h 659"/>
                <a:gd name="T6" fmla="*/ 591 w 689"/>
                <a:gd name="T7" fmla="*/ 501 h 659"/>
                <a:gd name="T8" fmla="*/ 688 w 689"/>
                <a:gd name="T9" fmla="*/ 501 h 659"/>
                <a:gd name="T10" fmla="*/ 555 w 689"/>
                <a:gd name="T11" fmla="*/ 0 h 659"/>
                <a:gd name="T12" fmla="*/ 495 w 689"/>
                <a:gd name="T13" fmla="*/ 0 h 659"/>
                <a:gd name="T14" fmla="*/ 344 w 689"/>
                <a:gd name="T15" fmla="*/ 79 h 659"/>
                <a:gd name="T16" fmla="*/ 193 w 689"/>
                <a:gd name="T17" fmla="*/ 0 h 659"/>
                <a:gd name="T18" fmla="*/ 133 w 689"/>
                <a:gd name="T19" fmla="*/ 0 h 659"/>
                <a:gd name="T20" fmla="*/ 0 w 689"/>
                <a:gd name="T21" fmla="*/ 471 h 659"/>
                <a:gd name="T22" fmla="*/ 96 w 689"/>
                <a:gd name="T23" fmla="*/ 501 h 659"/>
                <a:gd name="T24" fmla="*/ 157 w 689"/>
                <a:gd name="T25" fmla="*/ 193 h 659"/>
                <a:gd name="T26" fmla="*/ 181 w 689"/>
                <a:gd name="T27" fmla="*/ 175 h 659"/>
                <a:gd name="T28" fmla="*/ 193 w 689"/>
                <a:gd name="T29" fmla="*/ 199 h 659"/>
                <a:gd name="T30" fmla="*/ 109 w 689"/>
                <a:gd name="T31" fmla="*/ 658 h 659"/>
                <a:gd name="T32" fmla="*/ 579 w 689"/>
                <a:gd name="T33" fmla="*/ 658 h 659"/>
                <a:gd name="T34" fmla="*/ 495 w 689"/>
                <a:gd name="T35" fmla="*/ 199 h 659"/>
                <a:gd name="T36" fmla="*/ 513 w 689"/>
                <a:gd name="T37" fmla="*/ 175 h 6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89" h="659">
                  <a:moveTo>
                    <a:pt x="513" y="175"/>
                  </a:moveTo>
                  <a:lnTo>
                    <a:pt x="513" y="175"/>
                  </a:lnTo>
                  <a:cubicBezTo>
                    <a:pt x="519" y="175"/>
                    <a:pt x="531" y="182"/>
                    <a:pt x="531" y="193"/>
                  </a:cubicBezTo>
                  <a:cubicBezTo>
                    <a:pt x="591" y="501"/>
                    <a:pt x="591" y="501"/>
                    <a:pt x="591" y="501"/>
                  </a:cubicBezTo>
                  <a:cubicBezTo>
                    <a:pt x="688" y="501"/>
                    <a:pt x="688" y="501"/>
                    <a:pt x="688" y="501"/>
                  </a:cubicBezTo>
                  <a:cubicBezTo>
                    <a:pt x="688" y="501"/>
                    <a:pt x="573" y="0"/>
                    <a:pt x="555" y="0"/>
                  </a:cubicBezTo>
                  <a:cubicBezTo>
                    <a:pt x="495" y="0"/>
                    <a:pt x="495" y="0"/>
                    <a:pt x="495" y="0"/>
                  </a:cubicBezTo>
                  <a:cubicBezTo>
                    <a:pt x="458" y="49"/>
                    <a:pt x="404" y="79"/>
                    <a:pt x="344" y="79"/>
                  </a:cubicBezTo>
                  <a:cubicBezTo>
                    <a:pt x="284" y="79"/>
                    <a:pt x="229" y="49"/>
                    <a:pt x="193" y="0"/>
                  </a:cubicBezTo>
                  <a:cubicBezTo>
                    <a:pt x="133" y="0"/>
                    <a:pt x="133" y="0"/>
                    <a:pt x="133" y="0"/>
                  </a:cubicBezTo>
                  <a:cubicBezTo>
                    <a:pt x="115" y="0"/>
                    <a:pt x="0" y="471"/>
                    <a:pt x="0" y="471"/>
                  </a:cubicBezTo>
                  <a:cubicBezTo>
                    <a:pt x="96" y="501"/>
                    <a:pt x="96" y="501"/>
                    <a:pt x="96" y="501"/>
                  </a:cubicBezTo>
                  <a:cubicBezTo>
                    <a:pt x="157" y="193"/>
                    <a:pt x="157" y="193"/>
                    <a:pt x="157" y="193"/>
                  </a:cubicBezTo>
                  <a:cubicBezTo>
                    <a:pt x="163" y="182"/>
                    <a:pt x="169" y="175"/>
                    <a:pt x="181" y="175"/>
                  </a:cubicBezTo>
                  <a:cubicBezTo>
                    <a:pt x="187" y="182"/>
                    <a:pt x="193" y="187"/>
                    <a:pt x="193" y="199"/>
                  </a:cubicBezTo>
                  <a:cubicBezTo>
                    <a:pt x="109" y="658"/>
                    <a:pt x="109" y="658"/>
                    <a:pt x="109" y="658"/>
                  </a:cubicBezTo>
                  <a:cubicBezTo>
                    <a:pt x="579" y="658"/>
                    <a:pt x="579" y="658"/>
                    <a:pt x="579" y="658"/>
                  </a:cubicBezTo>
                  <a:cubicBezTo>
                    <a:pt x="495" y="199"/>
                    <a:pt x="495" y="199"/>
                    <a:pt x="495" y="199"/>
                  </a:cubicBezTo>
                  <a:cubicBezTo>
                    <a:pt x="495" y="187"/>
                    <a:pt x="501" y="182"/>
                    <a:pt x="513" y="175"/>
                  </a:cubicBezTo>
                </a:path>
              </a:pathLst>
            </a:custGeom>
            <a:grpFill/>
            <a:ln>
              <a:noFill/>
            </a:ln>
            <a:effectLst/>
          </p:spPr>
          <p:txBody>
            <a:bodyPr wrap="none" anchor="ctr"/>
            <a:lstStyle/>
            <a:p>
              <a:endParaRPr lang="en-US" sz="1800" dirty="0">
                <a:latin typeface="微软雅黑" panose="020B0503020204020204" charset="-122"/>
              </a:endParaRPr>
            </a:p>
          </p:txBody>
        </p:sp>
        <p:sp>
          <p:nvSpPr>
            <p:cNvPr id="64" name="Freeform 1494"/>
            <p:cNvSpPr>
              <a:spLocks noChangeArrowheads="1"/>
            </p:cNvSpPr>
            <p:nvPr/>
          </p:nvSpPr>
          <p:spPr bwMode="auto">
            <a:xfrm>
              <a:off x="9664222" y="4813461"/>
              <a:ext cx="394828" cy="389520"/>
            </a:xfrm>
            <a:custGeom>
              <a:avLst/>
              <a:gdLst>
                <a:gd name="T0" fmla="*/ 326 w 327"/>
                <a:gd name="T1" fmla="*/ 157 h 320"/>
                <a:gd name="T2" fmla="*/ 326 w 327"/>
                <a:gd name="T3" fmla="*/ 157 h 320"/>
                <a:gd name="T4" fmla="*/ 163 w 327"/>
                <a:gd name="T5" fmla="*/ 319 h 320"/>
                <a:gd name="T6" fmla="*/ 0 w 327"/>
                <a:gd name="T7" fmla="*/ 157 h 320"/>
                <a:gd name="T8" fmla="*/ 163 w 327"/>
                <a:gd name="T9" fmla="*/ 0 h 320"/>
                <a:gd name="T10" fmla="*/ 326 w 327"/>
                <a:gd name="T11" fmla="*/ 157 h 320"/>
              </a:gdLst>
              <a:ahLst/>
              <a:cxnLst>
                <a:cxn ang="0">
                  <a:pos x="T0" y="T1"/>
                </a:cxn>
                <a:cxn ang="0">
                  <a:pos x="T2" y="T3"/>
                </a:cxn>
                <a:cxn ang="0">
                  <a:pos x="T4" y="T5"/>
                </a:cxn>
                <a:cxn ang="0">
                  <a:pos x="T6" y="T7"/>
                </a:cxn>
                <a:cxn ang="0">
                  <a:pos x="T8" y="T9"/>
                </a:cxn>
                <a:cxn ang="0">
                  <a:pos x="T10" y="T11"/>
                </a:cxn>
              </a:cxnLst>
              <a:rect l="0" t="0" r="r" b="b"/>
              <a:pathLst>
                <a:path w="327" h="320">
                  <a:moveTo>
                    <a:pt x="326" y="157"/>
                  </a:moveTo>
                  <a:lnTo>
                    <a:pt x="326" y="157"/>
                  </a:lnTo>
                  <a:cubicBezTo>
                    <a:pt x="326" y="247"/>
                    <a:pt x="253" y="319"/>
                    <a:pt x="163" y="319"/>
                  </a:cubicBezTo>
                  <a:cubicBezTo>
                    <a:pt x="72" y="319"/>
                    <a:pt x="0" y="247"/>
                    <a:pt x="0" y="157"/>
                  </a:cubicBezTo>
                  <a:cubicBezTo>
                    <a:pt x="0" y="72"/>
                    <a:pt x="72" y="0"/>
                    <a:pt x="163" y="0"/>
                  </a:cubicBezTo>
                  <a:cubicBezTo>
                    <a:pt x="253" y="0"/>
                    <a:pt x="326" y="72"/>
                    <a:pt x="326" y="157"/>
                  </a:cubicBezTo>
                </a:path>
              </a:pathLst>
            </a:custGeom>
            <a:grpFill/>
            <a:ln>
              <a:noFill/>
            </a:ln>
            <a:effectLst/>
          </p:spPr>
          <p:txBody>
            <a:bodyPr wrap="none" anchor="ctr"/>
            <a:lstStyle/>
            <a:p>
              <a:endParaRPr lang="en-US" sz="1800" dirty="0">
                <a:latin typeface="微软雅黑" panose="020B0503020204020204" charset="-122"/>
              </a:endParaRPr>
            </a:p>
          </p:txBody>
        </p:sp>
        <p:sp>
          <p:nvSpPr>
            <p:cNvPr id="65" name="Freeform 1495"/>
            <p:cNvSpPr>
              <a:spLocks noChangeArrowheads="1"/>
            </p:cNvSpPr>
            <p:nvPr/>
          </p:nvSpPr>
          <p:spPr bwMode="auto">
            <a:xfrm>
              <a:off x="9893646" y="5773921"/>
              <a:ext cx="117382" cy="506910"/>
            </a:xfrm>
            <a:custGeom>
              <a:avLst/>
              <a:gdLst>
                <a:gd name="T0" fmla="*/ 97 w 98"/>
                <a:gd name="T1" fmla="*/ 416 h 417"/>
                <a:gd name="T2" fmla="*/ 0 w 98"/>
                <a:gd name="T3" fmla="*/ 416 h 417"/>
                <a:gd name="T4" fmla="*/ 0 w 98"/>
                <a:gd name="T5" fmla="*/ 0 h 417"/>
                <a:gd name="T6" fmla="*/ 97 w 98"/>
                <a:gd name="T7" fmla="*/ 0 h 417"/>
                <a:gd name="T8" fmla="*/ 97 w 98"/>
                <a:gd name="T9" fmla="*/ 416 h 417"/>
              </a:gdLst>
              <a:ahLst/>
              <a:cxnLst>
                <a:cxn ang="0">
                  <a:pos x="T0" y="T1"/>
                </a:cxn>
                <a:cxn ang="0">
                  <a:pos x="T2" y="T3"/>
                </a:cxn>
                <a:cxn ang="0">
                  <a:pos x="T4" y="T5"/>
                </a:cxn>
                <a:cxn ang="0">
                  <a:pos x="T6" y="T7"/>
                </a:cxn>
                <a:cxn ang="0">
                  <a:pos x="T8" y="T9"/>
                </a:cxn>
              </a:cxnLst>
              <a:rect l="0" t="0" r="r" b="b"/>
              <a:pathLst>
                <a:path w="98" h="417">
                  <a:moveTo>
                    <a:pt x="97" y="416"/>
                  </a:moveTo>
                  <a:lnTo>
                    <a:pt x="0" y="416"/>
                  </a:lnTo>
                  <a:lnTo>
                    <a:pt x="0" y="0"/>
                  </a:lnTo>
                  <a:lnTo>
                    <a:pt x="97" y="0"/>
                  </a:lnTo>
                  <a:lnTo>
                    <a:pt x="97" y="416"/>
                  </a:lnTo>
                </a:path>
              </a:pathLst>
            </a:custGeom>
            <a:grpFill/>
            <a:ln>
              <a:noFill/>
            </a:ln>
            <a:effectLst/>
          </p:spPr>
          <p:txBody>
            <a:bodyPr wrap="none" anchor="ctr"/>
            <a:lstStyle/>
            <a:p>
              <a:endParaRPr lang="en-US" sz="1800" dirty="0">
                <a:latin typeface="微软雅黑" panose="020B0503020204020204" charset="-122"/>
              </a:endParaRPr>
            </a:p>
          </p:txBody>
        </p:sp>
        <p:sp>
          <p:nvSpPr>
            <p:cNvPr id="66" name="Freeform 1496"/>
            <p:cNvSpPr>
              <a:spLocks noChangeArrowheads="1"/>
            </p:cNvSpPr>
            <p:nvPr/>
          </p:nvSpPr>
          <p:spPr bwMode="auto">
            <a:xfrm>
              <a:off x="9696231" y="5773921"/>
              <a:ext cx="128054" cy="506910"/>
            </a:xfrm>
            <a:custGeom>
              <a:avLst/>
              <a:gdLst>
                <a:gd name="T0" fmla="*/ 103 w 104"/>
                <a:gd name="T1" fmla="*/ 416 h 417"/>
                <a:gd name="T2" fmla="*/ 0 w 104"/>
                <a:gd name="T3" fmla="*/ 416 h 417"/>
                <a:gd name="T4" fmla="*/ 0 w 104"/>
                <a:gd name="T5" fmla="*/ 0 h 417"/>
                <a:gd name="T6" fmla="*/ 103 w 104"/>
                <a:gd name="T7" fmla="*/ 0 h 417"/>
                <a:gd name="T8" fmla="*/ 103 w 104"/>
                <a:gd name="T9" fmla="*/ 416 h 417"/>
              </a:gdLst>
              <a:ahLst/>
              <a:cxnLst>
                <a:cxn ang="0">
                  <a:pos x="T0" y="T1"/>
                </a:cxn>
                <a:cxn ang="0">
                  <a:pos x="T2" y="T3"/>
                </a:cxn>
                <a:cxn ang="0">
                  <a:pos x="T4" y="T5"/>
                </a:cxn>
                <a:cxn ang="0">
                  <a:pos x="T6" y="T7"/>
                </a:cxn>
                <a:cxn ang="0">
                  <a:pos x="T8" y="T9"/>
                </a:cxn>
              </a:cxnLst>
              <a:rect l="0" t="0" r="r" b="b"/>
              <a:pathLst>
                <a:path w="104" h="417">
                  <a:moveTo>
                    <a:pt x="103" y="416"/>
                  </a:moveTo>
                  <a:lnTo>
                    <a:pt x="0" y="416"/>
                  </a:lnTo>
                  <a:lnTo>
                    <a:pt x="0" y="0"/>
                  </a:lnTo>
                  <a:lnTo>
                    <a:pt x="103" y="0"/>
                  </a:lnTo>
                  <a:lnTo>
                    <a:pt x="103" y="416"/>
                  </a:lnTo>
                </a:path>
              </a:pathLst>
            </a:custGeom>
            <a:grpFill/>
            <a:ln>
              <a:noFill/>
            </a:ln>
            <a:effectLst/>
          </p:spPr>
          <p:txBody>
            <a:bodyPr wrap="none" anchor="ctr"/>
            <a:lstStyle/>
            <a:p>
              <a:endParaRPr lang="en-US" sz="1800" dirty="0">
                <a:latin typeface="微软雅黑" panose="020B0503020204020204" charset="-122"/>
              </a:endParaRPr>
            </a:p>
          </p:txBody>
        </p:sp>
      </p:grpSp>
      <p:grpSp>
        <p:nvGrpSpPr>
          <p:cNvPr id="3" name="Group 2"/>
          <p:cNvGrpSpPr/>
          <p:nvPr/>
        </p:nvGrpSpPr>
        <p:grpSpPr>
          <a:xfrm>
            <a:off x="1403180" y="1359954"/>
            <a:ext cx="336138" cy="728349"/>
            <a:chOff x="9408117" y="8420510"/>
            <a:chExt cx="672276" cy="1456698"/>
          </a:xfrm>
          <a:solidFill>
            <a:schemeClr val="bg1"/>
          </a:solidFill>
        </p:grpSpPr>
        <p:sp>
          <p:nvSpPr>
            <p:cNvPr id="69" name="Freeform 1499"/>
            <p:cNvSpPr>
              <a:spLocks noChangeArrowheads="1"/>
            </p:cNvSpPr>
            <p:nvPr/>
          </p:nvSpPr>
          <p:spPr bwMode="auto">
            <a:xfrm>
              <a:off x="9546840" y="8420510"/>
              <a:ext cx="389490" cy="389520"/>
            </a:xfrm>
            <a:custGeom>
              <a:avLst/>
              <a:gdLst>
                <a:gd name="T0" fmla="*/ 320 w 321"/>
                <a:gd name="T1" fmla="*/ 156 h 320"/>
                <a:gd name="T2" fmla="*/ 320 w 321"/>
                <a:gd name="T3" fmla="*/ 156 h 320"/>
                <a:gd name="T4" fmla="*/ 163 w 321"/>
                <a:gd name="T5" fmla="*/ 319 h 320"/>
                <a:gd name="T6" fmla="*/ 0 w 321"/>
                <a:gd name="T7" fmla="*/ 156 h 320"/>
                <a:gd name="T8" fmla="*/ 163 w 321"/>
                <a:gd name="T9" fmla="*/ 0 h 320"/>
                <a:gd name="T10" fmla="*/ 320 w 321"/>
                <a:gd name="T11" fmla="*/ 156 h 320"/>
              </a:gdLst>
              <a:ahLst/>
              <a:cxnLst>
                <a:cxn ang="0">
                  <a:pos x="T0" y="T1"/>
                </a:cxn>
                <a:cxn ang="0">
                  <a:pos x="T2" y="T3"/>
                </a:cxn>
                <a:cxn ang="0">
                  <a:pos x="T4" y="T5"/>
                </a:cxn>
                <a:cxn ang="0">
                  <a:pos x="T6" y="T7"/>
                </a:cxn>
                <a:cxn ang="0">
                  <a:pos x="T8" y="T9"/>
                </a:cxn>
                <a:cxn ang="0">
                  <a:pos x="T10" y="T11"/>
                </a:cxn>
              </a:cxnLst>
              <a:rect l="0" t="0" r="r" b="b"/>
              <a:pathLst>
                <a:path w="321" h="320">
                  <a:moveTo>
                    <a:pt x="320" y="156"/>
                  </a:moveTo>
                  <a:lnTo>
                    <a:pt x="320" y="156"/>
                  </a:lnTo>
                  <a:cubicBezTo>
                    <a:pt x="320" y="246"/>
                    <a:pt x="248" y="319"/>
                    <a:pt x="163" y="319"/>
                  </a:cubicBezTo>
                  <a:cubicBezTo>
                    <a:pt x="73" y="319"/>
                    <a:pt x="0" y="246"/>
                    <a:pt x="0" y="156"/>
                  </a:cubicBezTo>
                  <a:cubicBezTo>
                    <a:pt x="0" y="65"/>
                    <a:pt x="73" y="0"/>
                    <a:pt x="163" y="0"/>
                  </a:cubicBezTo>
                  <a:cubicBezTo>
                    <a:pt x="248" y="0"/>
                    <a:pt x="320" y="65"/>
                    <a:pt x="320" y="156"/>
                  </a:cubicBezTo>
                </a:path>
              </a:pathLst>
            </a:custGeom>
            <a:grpFill/>
            <a:ln>
              <a:noFill/>
            </a:ln>
            <a:effectLst/>
          </p:spPr>
          <p:txBody>
            <a:bodyPr wrap="none" anchor="ctr"/>
            <a:lstStyle/>
            <a:p>
              <a:endParaRPr lang="en-US" sz="1800" dirty="0">
                <a:latin typeface="微软雅黑" panose="020B0503020204020204" charset="-122"/>
              </a:endParaRPr>
            </a:p>
          </p:txBody>
        </p:sp>
        <p:sp>
          <p:nvSpPr>
            <p:cNvPr id="118" name="Freeform 1500"/>
            <p:cNvSpPr>
              <a:spLocks noChangeArrowheads="1"/>
            </p:cNvSpPr>
            <p:nvPr/>
          </p:nvSpPr>
          <p:spPr bwMode="auto">
            <a:xfrm>
              <a:off x="9408117" y="8815368"/>
              <a:ext cx="672276" cy="549596"/>
            </a:xfrm>
            <a:custGeom>
              <a:avLst/>
              <a:gdLst>
                <a:gd name="T0" fmla="*/ 422 w 556"/>
                <a:gd name="T1" fmla="*/ 0 h 453"/>
                <a:gd name="T2" fmla="*/ 422 w 556"/>
                <a:gd name="T3" fmla="*/ 0 h 453"/>
                <a:gd name="T4" fmla="*/ 422 w 556"/>
                <a:gd name="T5" fmla="*/ 0 h 453"/>
                <a:gd name="T6" fmla="*/ 277 w 556"/>
                <a:gd name="T7" fmla="*/ 66 h 453"/>
                <a:gd name="T8" fmla="*/ 133 w 556"/>
                <a:gd name="T9" fmla="*/ 0 h 453"/>
                <a:gd name="T10" fmla="*/ 126 w 556"/>
                <a:gd name="T11" fmla="*/ 0 h 453"/>
                <a:gd name="T12" fmla="*/ 0 w 556"/>
                <a:gd name="T13" fmla="*/ 127 h 453"/>
                <a:gd name="T14" fmla="*/ 0 w 556"/>
                <a:gd name="T15" fmla="*/ 452 h 453"/>
                <a:gd name="T16" fmla="*/ 96 w 556"/>
                <a:gd name="T17" fmla="*/ 452 h 453"/>
                <a:gd name="T18" fmla="*/ 96 w 556"/>
                <a:gd name="T19" fmla="*/ 211 h 453"/>
                <a:gd name="T20" fmla="*/ 108 w 556"/>
                <a:gd name="T21" fmla="*/ 199 h 453"/>
                <a:gd name="T22" fmla="*/ 120 w 556"/>
                <a:gd name="T23" fmla="*/ 211 h 453"/>
                <a:gd name="T24" fmla="*/ 120 w 556"/>
                <a:gd name="T25" fmla="*/ 320 h 453"/>
                <a:gd name="T26" fmla="*/ 428 w 556"/>
                <a:gd name="T27" fmla="*/ 320 h 453"/>
                <a:gd name="T28" fmla="*/ 428 w 556"/>
                <a:gd name="T29" fmla="*/ 211 h 453"/>
                <a:gd name="T30" fmla="*/ 446 w 556"/>
                <a:gd name="T31" fmla="*/ 199 h 453"/>
                <a:gd name="T32" fmla="*/ 458 w 556"/>
                <a:gd name="T33" fmla="*/ 211 h 453"/>
                <a:gd name="T34" fmla="*/ 458 w 556"/>
                <a:gd name="T35" fmla="*/ 452 h 453"/>
                <a:gd name="T36" fmla="*/ 555 w 556"/>
                <a:gd name="T37" fmla="*/ 452 h 453"/>
                <a:gd name="T38" fmla="*/ 555 w 556"/>
                <a:gd name="T39" fmla="*/ 127 h 453"/>
                <a:gd name="T40" fmla="*/ 422 w 556"/>
                <a:gd name="T41" fmla="*/ 0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56" h="453">
                  <a:moveTo>
                    <a:pt x="422" y="0"/>
                  </a:moveTo>
                  <a:lnTo>
                    <a:pt x="422" y="0"/>
                  </a:lnTo>
                  <a:lnTo>
                    <a:pt x="422" y="0"/>
                  </a:lnTo>
                  <a:cubicBezTo>
                    <a:pt x="386" y="42"/>
                    <a:pt x="332" y="66"/>
                    <a:pt x="277" y="66"/>
                  </a:cubicBezTo>
                  <a:cubicBezTo>
                    <a:pt x="217" y="66"/>
                    <a:pt x="163" y="42"/>
                    <a:pt x="133" y="0"/>
                  </a:cubicBezTo>
                  <a:cubicBezTo>
                    <a:pt x="126" y="0"/>
                    <a:pt x="126" y="0"/>
                    <a:pt x="126" y="0"/>
                  </a:cubicBezTo>
                  <a:cubicBezTo>
                    <a:pt x="54" y="0"/>
                    <a:pt x="0" y="54"/>
                    <a:pt x="0" y="127"/>
                  </a:cubicBezTo>
                  <a:cubicBezTo>
                    <a:pt x="0" y="452"/>
                    <a:pt x="0" y="452"/>
                    <a:pt x="0" y="452"/>
                  </a:cubicBezTo>
                  <a:cubicBezTo>
                    <a:pt x="96" y="452"/>
                    <a:pt x="96" y="452"/>
                    <a:pt x="96" y="452"/>
                  </a:cubicBezTo>
                  <a:cubicBezTo>
                    <a:pt x="96" y="211"/>
                    <a:pt x="96" y="211"/>
                    <a:pt x="96" y="211"/>
                  </a:cubicBezTo>
                  <a:cubicBezTo>
                    <a:pt x="96" y="205"/>
                    <a:pt x="102" y="199"/>
                    <a:pt x="108" y="199"/>
                  </a:cubicBezTo>
                  <a:cubicBezTo>
                    <a:pt x="114" y="199"/>
                    <a:pt x="120" y="205"/>
                    <a:pt x="120" y="211"/>
                  </a:cubicBezTo>
                  <a:cubicBezTo>
                    <a:pt x="120" y="320"/>
                    <a:pt x="120" y="320"/>
                    <a:pt x="120" y="320"/>
                  </a:cubicBezTo>
                  <a:cubicBezTo>
                    <a:pt x="428" y="320"/>
                    <a:pt x="428" y="320"/>
                    <a:pt x="428" y="320"/>
                  </a:cubicBezTo>
                  <a:cubicBezTo>
                    <a:pt x="428" y="211"/>
                    <a:pt x="428" y="211"/>
                    <a:pt x="428" y="211"/>
                  </a:cubicBezTo>
                  <a:cubicBezTo>
                    <a:pt x="428" y="205"/>
                    <a:pt x="434" y="199"/>
                    <a:pt x="446" y="199"/>
                  </a:cubicBezTo>
                  <a:cubicBezTo>
                    <a:pt x="452" y="199"/>
                    <a:pt x="458" y="205"/>
                    <a:pt x="458" y="211"/>
                  </a:cubicBezTo>
                  <a:cubicBezTo>
                    <a:pt x="458" y="452"/>
                    <a:pt x="458" y="452"/>
                    <a:pt x="458" y="452"/>
                  </a:cubicBezTo>
                  <a:cubicBezTo>
                    <a:pt x="555" y="452"/>
                    <a:pt x="555" y="452"/>
                    <a:pt x="555" y="452"/>
                  </a:cubicBezTo>
                  <a:cubicBezTo>
                    <a:pt x="555" y="127"/>
                    <a:pt x="555" y="127"/>
                    <a:pt x="555" y="127"/>
                  </a:cubicBezTo>
                  <a:cubicBezTo>
                    <a:pt x="555" y="54"/>
                    <a:pt x="495" y="0"/>
                    <a:pt x="422" y="0"/>
                  </a:cubicBezTo>
                </a:path>
              </a:pathLst>
            </a:custGeom>
            <a:grpFill/>
            <a:ln>
              <a:noFill/>
            </a:ln>
            <a:effectLst/>
          </p:spPr>
          <p:txBody>
            <a:bodyPr wrap="none" anchor="ctr"/>
            <a:lstStyle/>
            <a:p>
              <a:endParaRPr lang="en-US" sz="1800" dirty="0">
                <a:latin typeface="微软雅黑" panose="020B0503020204020204" charset="-122"/>
              </a:endParaRPr>
            </a:p>
          </p:txBody>
        </p:sp>
        <p:sp>
          <p:nvSpPr>
            <p:cNvPr id="119" name="Freeform 1501"/>
            <p:cNvSpPr>
              <a:spLocks noChangeArrowheads="1"/>
            </p:cNvSpPr>
            <p:nvPr/>
          </p:nvSpPr>
          <p:spPr bwMode="auto">
            <a:xfrm>
              <a:off x="9552174" y="9199551"/>
              <a:ext cx="373488" cy="677657"/>
            </a:xfrm>
            <a:custGeom>
              <a:avLst/>
              <a:gdLst>
                <a:gd name="T0" fmla="*/ 0 w 309"/>
                <a:gd name="T1" fmla="*/ 0 h 562"/>
                <a:gd name="T2" fmla="*/ 0 w 309"/>
                <a:gd name="T3" fmla="*/ 0 h 562"/>
                <a:gd name="T4" fmla="*/ 0 w 309"/>
                <a:gd name="T5" fmla="*/ 561 h 562"/>
                <a:gd name="T6" fmla="*/ 133 w 309"/>
                <a:gd name="T7" fmla="*/ 561 h 562"/>
                <a:gd name="T8" fmla="*/ 133 w 309"/>
                <a:gd name="T9" fmla="*/ 169 h 562"/>
                <a:gd name="T10" fmla="*/ 157 w 309"/>
                <a:gd name="T11" fmla="*/ 151 h 562"/>
                <a:gd name="T12" fmla="*/ 175 w 309"/>
                <a:gd name="T13" fmla="*/ 169 h 562"/>
                <a:gd name="T14" fmla="*/ 175 w 309"/>
                <a:gd name="T15" fmla="*/ 561 h 562"/>
                <a:gd name="T16" fmla="*/ 308 w 309"/>
                <a:gd name="T17" fmla="*/ 561 h 562"/>
                <a:gd name="T18" fmla="*/ 308 w 309"/>
                <a:gd name="T19" fmla="*/ 0 h 562"/>
                <a:gd name="T20" fmla="*/ 0 w 309"/>
                <a:gd name="T21" fmla="*/ 0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9" h="562">
                  <a:moveTo>
                    <a:pt x="0" y="0"/>
                  </a:moveTo>
                  <a:lnTo>
                    <a:pt x="0" y="0"/>
                  </a:lnTo>
                  <a:cubicBezTo>
                    <a:pt x="0" y="561"/>
                    <a:pt x="0" y="561"/>
                    <a:pt x="0" y="561"/>
                  </a:cubicBezTo>
                  <a:cubicBezTo>
                    <a:pt x="133" y="561"/>
                    <a:pt x="133" y="561"/>
                    <a:pt x="133" y="561"/>
                  </a:cubicBezTo>
                  <a:cubicBezTo>
                    <a:pt x="133" y="169"/>
                    <a:pt x="133" y="169"/>
                    <a:pt x="133" y="169"/>
                  </a:cubicBezTo>
                  <a:cubicBezTo>
                    <a:pt x="133" y="157"/>
                    <a:pt x="145" y="151"/>
                    <a:pt x="157" y="151"/>
                  </a:cubicBezTo>
                  <a:cubicBezTo>
                    <a:pt x="163" y="151"/>
                    <a:pt x="175" y="157"/>
                    <a:pt x="175" y="169"/>
                  </a:cubicBezTo>
                  <a:cubicBezTo>
                    <a:pt x="175" y="561"/>
                    <a:pt x="175" y="561"/>
                    <a:pt x="175" y="561"/>
                  </a:cubicBezTo>
                  <a:cubicBezTo>
                    <a:pt x="308" y="561"/>
                    <a:pt x="308" y="561"/>
                    <a:pt x="308" y="561"/>
                  </a:cubicBezTo>
                  <a:cubicBezTo>
                    <a:pt x="308" y="0"/>
                    <a:pt x="308" y="0"/>
                    <a:pt x="308" y="0"/>
                  </a:cubicBezTo>
                  <a:lnTo>
                    <a:pt x="0" y="0"/>
                  </a:lnTo>
                </a:path>
              </a:pathLst>
            </a:custGeom>
            <a:grpFill/>
            <a:ln>
              <a:noFill/>
            </a:ln>
            <a:effectLst/>
          </p:spPr>
          <p:txBody>
            <a:bodyPr wrap="none" anchor="ctr"/>
            <a:lstStyle/>
            <a:p>
              <a:endParaRPr lang="en-US" sz="1800" dirty="0">
                <a:latin typeface="微软雅黑" panose="020B0503020204020204" charset="-122"/>
              </a:endParaRPr>
            </a:p>
          </p:txBody>
        </p:sp>
      </p:grpSp>
      <p:grpSp>
        <p:nvGrpSpPr>
          <p:cNvPr id="122" name="Group 121"/>
          <p:cNvGrpSpPr/>
          <p:nvPr/>
        </p:nvGrpSpPr>
        <p:grpSpPr>
          <a:xfrm>
            <a:off x="1163229" y="4468886"/>
            <a:ext cx="416171" cy="733685"/>
            <a:chOff x="9445460" y="4813461"/>
            <a:chExt cx="832342" cy="1467370"/>
          </a:xfrm>
          <a:solidFill>
            <a:schemeClr val="bg1"/>
          </a:solidFill>
        </p:grpSpPr>
        <p:sp>
          <p:nvSpPr>
            <p:cNvPr id="123" name="Freeform 1493"/>
            <p:cNvSpPr>
              <a:spLocks noChangeArrowheads="1"/>
            </p:cNvSpPr>
            <p:nvPr/>
          </p:nvSpPr>
          <p:spPr bwMode="auto">
            <a:xfrm>
              <a:off x="9445460" y="5192312"/>
              <a:ext cx="832342" cy="795043"/>
            </a:xfrm>
            <a:custGeom>
              <a:avLst/>
              <a:gdLst>
                <a:gd name="T0" fmla="*/ 513 w 689"/>
                <a:gd name="T1" fmla="*/ 175 h 659"/>
                <a:gd name="T2" fmla="*/ 513 w 689"/>
                <a:gd name="T3" fmla="*/ 175 h 659"/>
                <a:gd name="T4" fmla="*/ 531 w 689"/>
                <a:gd name="T5" fmla="*/ 193 h 659"/>
                <a:gd name="T6" fmla="*/ 591 w 689"/>
                <a:gd name="T7" fmla="*/ 501 h 659"/>
                <a:gd name="T8" fmla="*/ 688 w 689"/>
                <a:gd name="T9" fmla="*/ 501 h 659"/>
                <a:gd name="T10" fmla="*/ 555 w 689"/>
                <a:gd name="T11" fmla="*/ 0 h 659"/>
                <a:gd name="T12" fmla="*/ 495 w 689"/>
                <a:gd name="T13" fmla="*/ 0 h 659"/>
                <a:gd name="T14" fmla="*/ 344 w 689"/>
                <a:gd name="T15" fmla="*/ 79 h 659"/>
                <a:gd name="T16" fmla="*/ 193 w 689"/>
                <a:gd name="T17" fmla="*/ 0 h 659"/>
                <a:gd name="T18" fmla="*/ 133 w 689"/>
                <a:gd name="T19" fmla="*/ 0 h 659"/>
                <a:gd name="T20" fmla="*/ 0 w 689"/>
                <a:gd name="T21" fmla="*/ 471 h 659"/>
                <a:gd name="T22" fmla="*/ 96 w 689"/>
                <a:gd name="T23" fmla="*/ 501 h 659"/>
                <a:gd name="T24" fmla="*/ 157 w 689"/>
                <a:gd name="T25" fmla="*/ 193 h 659"/>
                <a:gd name="T26" fmla="*/ 181 w 689"/>
                <a:gd name="T27" fmla="*/ 175 h 659"/>
                <a:gd name="T28" fmla="*/ 193 w 689"/>
                <a:gd name="T29" fmla="*/ 199 h 659"/>
                <a:gd name="T30" fmla="*/ 109 w 689"/>
                <a:gd name="T31" fmla="*/ 658 h 659"/>
                <a:gd name="T32" fmla="*/ 579 w 689"/>
                <a:gd name="T33" fmla="*/ 658 h 659"/>
                <a:gd name="T34" fmla="*/ 495 w 689"/>
                <a:gd name="T35" fmla="*/ 199 h 659"/>
                <a:gd name="T36" fmla="*/ 513 w 689"/>
                <a:gd name="T37" fmla="*/ 175 h 6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89" h="659">
                  <a:moveTo>
                    <a:pt x="513" y="175"/>
                  </a:moveTo>
                  <a:lnTo>
                    <a:pt x="513" y="175"/>
                  </a:lnTo>
                  <a:cubicBezTo>
                    <a:pt x="519" y="175"/>
                    <a:pt x="531" y="182"/>
                    <a:pt x="531" y="193"/>
                  </a:cubicBezTo>
                  <a:cubicBezTo>
                    <a:pt x="591" y="501"/>
                    <a:pt x="591" y="501"/>
                    <a:pt x="591" y="501"/>
                  </a:cubicBezTo>
                  <a:cubicBezTo>
                    <a:pt x="688" y="501"/>
                    <a:pt x="688" y="501"/>
                    <a:pt x="688" y="501"/>
                  </a:cubicBezTo>
                  <a:cubicBezTo>
                    <a:pt x="688" y="501"/>
                    <a:pt x="573" y="0"/>
                    <a:pt x="555" y="0"/>
                  </a:cubicBezTo>
                  <a:cubicBezTo>
                    <a:pt x="495" y="0"/>
                    <a:pt x="495" y="0"/>
                    <a:pt x="495" y="0"/>
                  </a:cubicBezTo>
                  <a:cubicBezTo>
                    <a:pt x="458" y="49"/>
                    <a:pt x="404" y="79"/>
                    <a:pt x="344" y="79"/>
                  </a:cubicBezTo>
                  <a:cubicBezTo>
                    <a:pt x="284" y="79"/>
                    <a:pt x="229" y="49"/>
                    <a:pt x="193" y="0"/>
                  </a:cubicBezTo>
                  <a:cubicBezTo>
                    <a:pt x="133" y="0"/>
                    <a:pt x="133" y="0"/>
                    <a:pt x="133" y="0"/>
                  </a:cubicBezTo>
                  <a:cubicBezTo>
                    <a:pt x="115" y="0"/>
                    <a:pt x="0" y="471"/>
                    <a:pt x="0" y="471"/>
                  </a:cubicBezTo>
                  <a:cubicBezTo>
                    <a:pt x="96" y="501"/>
                    <a:pt x="96" y="501"/>
                    <a:pt x="96" y="501"/>
                  </a:cubicBezTo>
                  <a:cubicBezTo>
                    <a:pt x="157" y="193"/>
                    <a:pt x="157" y="193"/>
                    <a:pt x="157" y="193"/>
                  </a:cubicBezTo>
                  <a:cubicBezTo>
                    <a:pt x="163" y="182"/>
                    <a:pt x="169" y="175"/>
                    <a:pt x="181" y="175"/>
                  </a:cubicBezTo>
                  <a:cubicBezTo>
                    <a:pt x="187" y="182"/>
                    <a:pt x="193" y="187"/>
                    <a:pt x="193" y="199"/>
                  </a:cubicBezTo>
                  <a:cubicBezTo>
                    <a:pt x="109" y="658"/>
                    <a:pt x="109" y="658"/>
                    <a:pt x="109" y="658"/>
                  </a:cubicBezTo>
                  <a:cubicBezTo>
                    <a:pt x="579" y="658"/>
                    <a:pt x="579" y="658"/>
                    <a:pt x="579" y="658"/>
                  </a:cubicBezTo>
                  <a:cubicBezTo>
                    <a:pt x="495" y="199"/>
                    <a:pt x="495" y="199"/>
                    <a:pt x="495" y="199"/>
                  </a:cubicBezTo>
                  <a:cubicBezTo>
                    <a:pt x="495" y="187"/>
                    <a:pt x="501" y="182"/>
                    <a:pt x="513" y="175"/>
                  </a:cubicBezTo>
                </a:path>
              </a:pathLst>
            </a:custGeom>
            <a:grpFill/>
            <a:ln>
              <a:noFill/>
            </a:ln>
            <a:effectLst/>
          </p:spPr>
          <p:txBody>
            <a:bodyPr wrap="none" anchor="ctr"/>
            <a:lstStyle/>
            <a:p>
              <a:endParaRPr lang="en-US" sz="1800" dirty="0">
                <a:latin typeface="微软雅黑" panose="020B0503020204020204" charset="-122"/>
              </a:endParaRPr>
            </a:p>
          </p:txBody>
        </p:sp>
        <p:sp>
          <p:nvSpPr>
            <p:cNvPr id="124" name="Freeform 1494"/>
            <p:cNvSpPr>
              <a:spLocks noChangeArrowheads="1"/>
            </p:cNvSpPr>
            <p:nvPr/>
          </p:nvSpPr>
          <p:spPr bwMode="auto">
            <a:xfrm>
              <a:off x="9664222" y="4813461"/>
              <a:ext cx="394828" cy="389520"/>
            </a:xfrm>
            <a:custGeom>
              <a:avLst/>
              <a:gdLst>
                <a:gd name="T0" fmla="*/ 326 w 327"/>
                <a:gd name="T1" fmla="*/ 157 h 320"/>
                <a:gd name="T2" fmla="*/ 326 w 327"/>
                <a:gd name="T3" fmla="*/ 157 h 320"/>
                <a:gd name="T4" fmla="*/ 163 w 327"/>
                <a:gd name="T5" fmla="*/ 319 h 320"/>
                <a:gd name="T6" fmla="*/ 0 w 327"/>
                <a:gd name="T7" fmla="*/ 157 h 320"/>
                <a:gd name="T8" fmla="*/ 163 w 327"/>
                <a:gd name="T9" fmla="*/ 0 h 320"/>
                <a:gd name="T10" fmla="*/ 326 w 327"/>
                <a:gd name="T11" fmla="*/ 157 h 320"/>
              </a:gdLst>
              <a:ahLst/>
              <a:cxnLst>
                <a:cxn ang="0">
                  <a:pos x="T0" y="T1"/>
                </a:cxn>
                <a:cxn ang="0">
                  <a:pos x="T2" y="T3"/>
                </a:cxn>
                <a:cxn ang="0">
                  <a:pos x="T4" y="T5"/>
                </a:cxn>
                <a:cxn ang="0">
                  <a:pos x="T6" y="T7"/>
                </a:cxn>
                <a:cxn ang="0">
                  <a:pos x="T8" y="T9"/>
                </a:cxn>
                <a:cxn ang="0">
                  <a:pos x="T10" y="T11"/>
                </a:cxn>
              </a:cxnLst>
              <a:rect l="0" t="0" r="r" b="b"/>
              <a:pathLst>
                <a:path w="327" h="320">
                  <a:moveTo>
                    <a:pt x="326" y="157"/>
                  </a:moveTo>
                  <a:lnTo>
                    <a:pt x="326" y="157"/>
                  </a:lnTo>
                  <a:cubicBezTo>
                    <a:pt x="326" y="247"/>
                    <a:pt x="253" y="319"/>
                    <a:pt x="163" y="319"/>
                  </a:cubicBezTo>
                  <a:cubicBezTo>
                    <a:pt x="72" y="319"/>
                    <a:pt x="0" y="247"/>
                    <a:pt x="0" y="157"/>
                  </a:cubicBezTo>
                  <a:cubicBezTo>
                    <a:pt x="0" y="72"/>
                    <a:pt x="72" y="0"/>
                    <a:pt x="163" y="0"/>
                  </a:cubicBezTo>
                  <a:cubicBezTo>
                    <a:pt x="253" y="0"/>
                    <a:pt x="326" y="72"/>
                    <a:pt x="326" y="157"/>
                  </a:cubicBezTo>
                </a:path>
              </a:pathLst>
            </a:custGeom>
            <a:grpFill/>
            <a:ln>
              <a:noFill/>
            </a:ln>
            <a:effectLst/>
          </p:spPr>
          <p:txBody>
            <a:bodyPr wrap="none" anchor="ctr"/>
            <a:lstStyle/>
            <a:p>
              <a:endParaRPr lang="en-US" sz="1800" dirty="0">
                <a:latin typeface="微软雅黑" panose="020B0503020204020204" charset="-122"/>
              </a:endParaRPr>
            </a:p>
          </p:txBody>
        </p:sp>
        <p:sp>
          <p:nvSpPr>
            <p:cNvPr id="125" name="Freeform 1495"/>
            <p:cNvSpPr>
              <a:spLocks noChangeArrowheads="1"/>
            </p:cNvSpPr>
            <p:nvPr/>
          </p:nvSpPr>
          <p:spPr bwMode="auto">
            <a:xfrm>
              <a:off x="9893646" y="5773921"/>
              <a:ext cx="117382" cy="506910"/>
            </a:xfrm>
            <a:custGeom>
              <a:avLst/>
              <a:gdLst>
                <a:gd name="T0" fmla="*/ 97 w 98"/>
                <a:gd name="T1" fmla="*/ 416 h 417"/>
                <a:gd name="T2" fmla="*/ 0 w 98"/>
                <a:gd name="T3" fmla="*/ 416 h 417"/>
                <a:gd name="T4" fmla="*/ 0 w 98"/>
                <a:gd name="T5" fmla="*/ 0 h 417"/>
                <a:gd name="T6" fmla="*/ 97 w 98"/>
                <a:gd name="T7" fmla="*/ 0 h 417"/>
                <a:gd name="T8" fmla="*/ 97 w 98"/>
                <a:gd name="T9" fmla="*/ 416 h 417"/>
              </a:gdLst>
              <a:ahLst/>
              <a:cxnLst>
                <a:cxn ang="0">
                  <a:pos x="T0" y="T1"/>
                </a:cxn>
                <a:cxn ang="0">
                  <a:pos x="T2" y="T3"/>
                </a:cxn>
                <a:cxn ang="0">
                  <a:pos x="T4" y="T5"/>
                </a:cxn>
                <a:cxn ang="0">
                  <a:pos x="T6" y="T7"/>
                </a:cxn>
                <a:cxn ang="0">
                  <a:pos x="T8" y="T9"/>
                </a:cxn>
              </a:cxnLst>
              <a:rect l="0" t="0" r="r" b="b"/>
              <a:pathLst>
                <a:path w="98" h="417">
                  <a:moveTo>
                    <a:pt x="97" y="416"/>
                  </a:moveTo>
                  <a:lnTo>
                    <a:pt x="0" y="416"/>
                  </a:lnTo>
                  <a:lnTo>
                    <a:pt x="0" y="0"/>
                  </a:lnTo>
                  <a:lnTo>
                    <a:pt x="97" y="0"/>
                  </a:lnTo>
                  <a:lnTo>
                    <a:pt x="97" y="416"/>
                  </a:lnTo>
                </a:path>
              </a:pathLst>
            </a:custGeom>
            <a:grpFill/>
            <a:ln>
              <a:noFill/>
            </a:ln>
            <a:effectLst/>
          </p:spPr>
          <p:txBody>
            <a:bodyPr wrap="none" anchor="ctr"/>
            <a:lstStyle/>
            <a:p>
              <a:endParaRPr lang="en-US" sz="1800" dirty="0">
                <a:latin typeface="微软雅黑" panose="020B0503020204020204" charset="-122"/>
              </a:endParaRPr>
            </a:p>
          </p:txBody>
        </p:sp>
        <p:sp>
          <p:nvSpPr>
            <p:cNvPr id="126" name="Freeform 1496"/>
            <p:cNvSpPr>
              <a:spLocks noChangeArrowheads="1"/>
            </p:cNvSpPr>
            <p:nvPr/>
          </p:nvSpPr>
          <p:spPr bwMode="auto">
            <a:xfrm>
              <a:off x="9696231" y="5773921"/>
              <a:ext cx="128054" cy="506910"/>
            </a:xfrm>
            <a:custGeom>
              <a:avLst/>
              <a:gdLst>
                <a:gd name="T0" fmla="*/ 103 w 104"/>
                <a:gd name="T1" fmla="*/ 416 h 417"/>
                <a:gd name="T2" fmla="*/ 0 w 104"/>
                <a:gd name="T3" fmla="*/ 416 h 417"/>
                <a:gd name="T4" fmla="*/ 0 w 104"/>
                <a:gd name="T5" fmla="*/ 0 h 417"/>
                <a:gd name="T6" fmla="*/ 103 w 104"/>
                <a:gd name="T7" fmla="*/ 0 h 417"/>
                <a:gd name="T8" fmla="*/ 103 w 104"/>
                <a:gd name="T9" fmla="*/ 416 h 417"/>
              </a:gdLst>
              <a:ahLst/>
              <a:cxnLst>
                <a:cxn ang="0">
                  <a:pos x="T0" y="T1"/>
                </a:cxn>
                <a:cxn ang="0">
                  <a:pos x="T2" y="T3"/>
                </a:cxn>
                <a:cxn ang="0">
                  <a:pos x="T4" y="T5"/>
                </a:cxn>
                <a:cxn ang="0">
                  <a:pos x="T6" y="T7"/>
                </a:cxn>
                <a:cxn ang="0">
                  <a:pos x="T8" y="T9"/>
                </a:cxn>
              </a:cxnLst>
              <a:rect l="0" t="0" r="r" b="b"/>
              <a:pathLst>
                <a:path w="104" h="417">
                  <a:moveTo>
                    <a:pt x="103" y="416"/>
                  </a:moveTo>
                  <a:lnTo>
                    <a:pt x="0" y="416"/>
                  </a:lnTo>
                  <a:lnTo>
                    <a:pt x="0" y="0"/>
                  </a:lnTo>
                  <a:lnTo>
                    <a:pt x="103" y="0"/>
                  </a:lnTo>
                  <a:lnTo>
                    <a:pt x="103" y="416"/>
                  </a:lnTo>
                </a:path>
              </a:pathLst>
            </a:custGeom>
            <a:grpFill/>
            <a:ln>
              <a:noFill/>
            </a:ln>
            <a:effectLst/>
          </p:spPr>
          <p:txBody>
            <a:bodyPr wrap="none" anchor="ctr"/>
            <a:lstStyle/>
            <a:p>
              <a:endParaRPr lang="en-US" sz="1800" dirty="0">
                <a:latin typeface="微软雅黑" panose="020B0503020204020204" charset="-122"/>
              </a:endParaRPr>
            </a:p>
          </p:txBody>
        </p:sp>
      </p:grpSp>
      <p:grpSp>
        <p:nvGrpSpPr>
          <p:cNvPr id="127" name="Group 126"/>
          <p:cNvGrpSpPr/>
          <p:nvPr/>
        </p:nvGrpSpPr>
        <p:grpSpPr>
          <a:xfrm>
            <a:off x="1623576" y="4468886"/>
            <a:ext cx="336138" cy="728349"/>
            <a:chOff x="9408117" y="8420510"/>
            <a:chExt cx="672276" cy="1456698"/>
          </a:xfrm>
          <a:solidFill>
            <a:schemeClr val="bg1"/>
          </a:solidFill>
        </p:grpSpPr>
        <p:sp>
          <p:nvSpPr>
            <p:cNvPr id="128" name="Freeform 1499"/>
            <p:cNvSpPr>
              <a:spLocks noChangeArrowheads="1"/>
            </p:cNvSpPr>
            <p:nvPr/>
          </p:nvSpPr>
          <p:spPr bwMode="auto">
            <a:xfrm>
              <a:off x="9546840" y="8420510"/>
              <a:ext cx="389490" cy="389520"/>
            </a:xfrm>
            <a:custGeom>
              <a:avLst/>
              <a:gdLst>
                <a:gd name="T0" fmla="*/ 320 w 321"/>
                <a:gd name="T1" fmla="*/ 156 h 320"/>
                <a:gd name="T2" fmla="*/ 320 w 321"/>
                <a:gd name="T3" fmla="*/ 156 h 320"/>
                <a:gd name="T4" fmla="*/ 163 w 321"/>
                <a:gd name="T5" fmla="*/ 319 h 320"/>
                <a:gd name="T6" fmla="*/ 0 w 321"/>
                <a:gd name="T7" fmla="*/ 156 h 320"/>
                <a:gd name="T8" fmla="*/ 163 w 321"/>
                <a:gd name="T9" fmla="*/ 0 h 320"/>
                <a:gd name="T10" fmla="*/ 320 w 321"/>
                <a:gd name="T11" fmla="*/ 156 h 320"/>
              </a:gdLst>
              <a:ahLst/>
              <a:cxnLst>
                <a:cxn ang="0">
                  <a:pos x="T0" y="T1"/>
                </a:cxn>
                <a:cxn ang="0">
                  <a:pos x="T2" y="T3"/>
                </a:cxn>
                <a:cxn ang="0">
                  <a:pos x="T4" y="T5"/>
                </a:cxn>
                <a:cxn ang="0">
                  <a:pos x="T6" y="T7"/>
                </a:cxn>
                <a:cxn ang="0">
                  <a:pos x="T8" y="T9"/>
                </a:cxn>
                <a:cxn ang="0">
                  <a:pos x="T10" y="T11"/>
                </a:cxn>
              </a:cxnLst>
              <a:rect l="0" t="0" r="r" b="b"/>
              <a:pathLst>
                <a:path w="321" h="320">
                  <a:moveTo>
                    <a:pt x="320" y="156"/>
                  </a:moveTo>
                  <a:lnTo>
                    <a:pt x="320" y="156"/>
                  </a:lnTo>
                  <a:cubicBezTo>
                    <a:pt x="320" y="246"/>
                    <a:pt x="248" y="319"/>
                    <a:pt x="163" y="319"/>
                  </a:cubicBezTo>
                  <a:cubicBezTo>
                    <a:pt x="73" y="319"/>
                    <a:pt x="0" y="246"/>
                    <a:pt x="0" y="156"/>
                  </a:cubicBezTo>
                  <a:cubicBezTo>
                    <a:pt x="0" y="65"/>
                    <a:pt x="73" y="0"/>
                    <a:pt x="163" y="0"/>
                  </a:cubicBezTo>
                  <a:cubicBezTo>
                    <a:pt x="248" y="0"/>
                    <a:pt x="320" y="65"/>
                    <a:pt x="320" y="156"/>
                  </a:cubicBezTo>
                </a:path>
              </a:pathLst>
            </a:custGeom>
            <a:grpFill/>
            <a:ln>
              <a:noFill/>
            </a:ln>
            <a:effectLst/>
          </p:spPr>
          <p:txBody>
            <a:bodyPr wrap="none" anchor="ctr"/>
            <a:lstStyle/>
            <a:p>
              <a:endParaRPr lang="en-US" sz="1800" dirty="0">
                <a:latin typeface="微软雅黑" panose="020B0503020204020204" charset="-122"/>
              </a:endParaRPr>
            </a:p>
          </p:txBody>
        </p:sp>
        <p:sp>
          <p:nvSpPr>
            <p:cNvPr id="129" name="Freeform 1500"/>
            <p:cNvSpPr>
              <a:spLocks noChangeArrowheads="1"/>
            </p:cNvSpPr>
            <p:nvPr/>
          </p:nvSpPr>
          <p:spPr bwMode="auto">
            <a:xfrm>
              <a:off x="9408117" y="8815368"/>
              <a:ext cx="672276" cy="549596"/>
            </a:xfrm>
            <a:custGeom>
              <a:avLst/>
              <a:gdLst>
                <a:gd name="T0" fmla="*/ 422 w 556"/>
                <a:gd name="T1" fmla="*/ 0 h 453"/>
                <a:gd name="T2" fmla="*/ 422 w 556"/>
                <a:gd name="T3" fmla="*/ 0 h 453"/>
                <a:gd name="T4" fmla="*/ 422 w 556"/>
                <a:gd name="T5" fmla="*/ 0 h 453"/>
                <a:gd name="T6" fmla="*/ 277 w 556"/>
                <a:gd name="T7" fmla="*/ 66 h 453"/>
                <a:gd name="T8" fmla="*/ 133 w 556"/>
                <a:gd name="T9" fmla="*/ 0 h 453"/>
                <a:gd name="T10" fmla="*/ 126 w 556"/>
                <a:gd name="T11" fmla="*/ 0 h 453"/>
                <a:gd name="T12" fmla="*/ 0 w 556"/>
                <a:gd name="T13" fmla="*/ 127 h 453"/>
                <a:gd name="T14" fmla="*/ 0 w 556"/>
                <a:gd name="T15" fmla="*/ 452 h 453"/>
                <a:gd name="T16" fmla="*/ 96 w 556"/>
                <a:gd name="T17" fmla="*/ 452 h 453"/>
                <a:gd name="T18" fmla="*/ 96 w 556"/>
                <a:gd name="T19" fmla="*/ 211 h 453"/>
                <a:gd name="T20" fmla="*/ 108 w 556"/>
                <a:gd name="T21" fmla="*/ 199 h 453"/>
                <a:gd name="T22" fmla="*/ 120 w 556"/>
                <a:gd name="T23" fmla="*/ 211 h 453"/>
                <a:gd name="T24" fmla="*/ 120 w 556"/>
                <a:gd name="T25" fmla="*/ 320 h 453"/>
                <a:gd name="T26" fmla="*/ 428 w 556"/>
                <a:gd name="T27" fmla="*/ 320 h 453"/>
                <a:gd name="T28" fmla="*/ 428 w 556"/>
                <a:gd name="T29" fmla="*/ 211 h 453"/>
                <a:gd name="T30" fmla="*/ 446 w 556"/>
                <a:gd name="T31" fmla="*/ 199 h 453"/>
                <a:gd name="T32" fmla="*/ 458 w 556"/>
                <a:gd name="T33" fmla="*/ 211 h 453"/>
                <a:gd name="T34" fmla="*/ 458 w 556"/>
                <a:gd name="T35" fmla="*/ 452 h 453"/>
                <a:gd name="T36" fmla="*/ 555 w 556"/>
                <a:gd name="T37" fmla="*/ 452 h 453"/>
                <a:gd name="T38" fmla="*/ 555 w 556"/>
                <a:gd name="T39" fmla="*/ 127 h 453"/>
                <a:gd name="T40" fmla="*/ 422 w 556"/>
                <a:gd name="T41" fmla="*/ 0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56" h="453">
                  <a:moveTo>
                    <a:pt x="422" y="0"/>
                  </a:moveTo>
                  <a:lnTo>
                    <a:pt x="422" y="0"/>
                  </a:lnTo>
                  <a:lnTo>
                    <a:pt x="422" y="0"/>
                  </a:lnTo>
                  <a:cubicBezTo>
                    <a:pt x="386" y="42"/>
                    <a:pt x="332" y="66"/>
                    <a:pt x="277" y="66"/>
                  </a:cubicBezTo>
                  <a:cubicBezTo>
                    <a:pt x="217" y="66"/>
                    <a:pt x="163" y="42"/>
                    <a:pt x="133" y="0"/>
                  </a:cubicBezTo>
                  <a:cubicBezTo>
                    <a:pt x="126" y="0"/>
                    <a:pt x="126" y="0"/>
                    <a:pt x="126" y="0"/>
                  </a:cubicBezTo>
                  <a:cubicBezTo>
                    <a:pt x="54" y="0"/>
                    <a:pt x="0" y="54"/>
                    <a:pt x="0" y="127"/>
                  </a:cubicBezTo>
                  <a:cubicBezTo>
                    <a:pt x="0" y="452"/>
                    <a:pt x="0" y="452"/>
                    <a:pt x="0" y="452"/>
                  </a:cubicBezTo>
                  <a:cubicBezTo>
                    <a:pt x="96" y="452"/>
                    <a:pt x="96" y="452"/>
                    <a:pt x="96" y="452"/>
                  </a:cubicBezTo>
                  <a:cubicBezTo>
                    <a:pt x="96" y="211"/>
                    <a:pt x="96" y="211"/>
                    <a:pt x="96" y="211"/>
                  </a:cubicBezTo>
                  <a:cubicBezTo>
                    <a:pt x="96" y="205"/>
                    <a:pt x="102" y="199"/>
                    <a:pt x="108" y="199"/>
                  </a:cubicBezTo>
                  <a:cubicBezTo>
                    <a:pt x="114" y="199"/>
                    <a:pt x="120" y="205"/>
                    <a:pt x="120" y="211"/>
                  </a:cubicBezTo>
                  <a:cubicBezTo>
                    <a:pt x="120" y="320"/>
                    <a:pt x="120" y="320"/>
                    <a:pt x="120" y="320"/>
                  </a:cubicBezTo>
                  <a:cubicBezTo>
                    <a:pt x="428" y="320"/>
                    <a:pt x="428" y="320"/>
                    <a:pt x="428" y="320"/>
                  </a:cubicBezTo>
                  <a:cubicBezTo>
                    <a:pt x="428" y="211"/>
                    <a:pt x="428" y="211"/>
                    <a:pt x="428" y="211"/>
                  </a:cubicBezTo>
                  <a:cubicBezTo>
                    <a:pt x="428" y="205"/>
                    <a:pt x="434" y="199"/>
                    <a:pt x="446" y="199"/>
                  </a:cubicBezTo>
                  <a:cubicBezTo>
                    <a:pt x="452" y="199"/>
                    <a:pt x="458" y="205"/>
                    <a:pt x="458" y="211"/>
                  </a:cubicBezTo>
                  <a:cubicBezTo>
                    <a:pt x="458" y="452"/>
                    <a:pt x="458" y="452"/>
                    <a:pt x="458" y="452"/>
                  </a:cubicBezTo>
                  <a:cubicBezTo>
                    <a:pt x="555" y="452"/>
                    <a:pt x="555" y="452"/>
                    <a:pt x="555" y="452"/>
                  </a:cubicBezTo>
                  <a:cubicBezTo>
                    <a:pt x="555" y="127"/>
                    <a:pt x="555" y="127"/>
                    <a:pt x="555" y="127"/>
                  </a:cubicBezTo>
                  <a:cubicBezTo>
                    <a:pt x="555" y="54"/>
                    <a:pt x="495" y="0"/>
                    <a:pt x="422" y="0"/>
                  </a:cubicBezTo>
                </a:path>
              </a:pathLst>
            </a:custGeom>
            <a:grpFill/>
            <a:ln>
              <a:noFill/>
            </a:ln>
            <a:effectLst/>
          </p:spPr>
          <p:txBody>
            <a:bodyPr wrap="none" anchor="ctr"/>
            <a:lstStyle/>
            <a:p>
              <a:endParaRPr lang="en-US" sz="1800" dirty="0">
                <a:latin typeface="微软雅黑" panose="020B0503020204020204" charset="-122"/>
              </a:endParaRPr>
            </a:p>
          </p:txBody>
        </p:sp>
        <p:sp>
          <p:nvSpPr>
            <p:cNvPr id="130" name="Freeform 1501"/>
            <p:cNvSpPr>
              <a:spLocks noChangeArrowheads="1"/>
            </p:cNvSpPr>
            <p:nvPr/>
          </p:nvSpPr>
          <p:spPr bwMode="auto">
            <a:xfrm>
              <a:off x="9552174" y="9199551"/>
              <a:ext cx="373488" cy="677657"/>
            </a:xfrm>
            <a:custGeom>
              <a:avLst/>
              <a:gdLst>
                <a:gd name="T0" fmla="*/ 0 w 309"/>
                <a:gd name="T1" fmla="*/ 0 h 562"/>
                <a:gd name="T2" fmla="*/ 0 w 309"/>
                <a:gd name="T3" fmla="*/ 0 h 562"/>
                <a:gd name="T4" fmla="*/ 0 w 309"/>
                <a:gd name="T5" fmla="*/ 561 h 562"/>
                <a:gd name="T6" fmla="*/ 133 w 309"/>
                <a:gd name="T7" fmla="*/ 561 h 562"/>
                <a:gd name="T8" fmla="*/ 133 w 309"/>
                <a:gd name="T9" fmla="*/ 169 h 562"/>
                <a:gd name="T10" fmla="*/ 157 w 309"/>
                <a:gd name="T11" fmla="*/ 151 h 562"/>
                <a:gd name="T12" fmla="*/ 175 w 309"/>
                <a:gd name="T13" fmla="*/ 169 h 562"/>
                <a:gd name="T14" fmla="*/ 175 w 309"/>
                <a:gd name="T15" fmla="*/ 561 h 562"/>
                <a:gd name="T16" fmla="*/ 308 w 309"/>
                <a:gd name="T17" fmla="*/ 561 h 562"/>
                <a:gd name="T18" fmla="*/ 308 w 309"/>
                <a:gd name="T19" fmla="*/ 0 h 562"/>
                <a:gd name="T20" fmla="*/ 0 w 309"/>
                <a:gd name="T21" fmla="*/ 0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9" h="562">
                  <a:moveTo>
                    <a:pt x="0" y="0"/>
                  </a:moveTo>
                  <a:lnTo>
                    <a:pt x="0" y="0"/>
                  </a:lnTo>
                  <a:cubicBezTo>
                    <a:pt x="0" y="561"/>
                    <a:pt x="0" y="561"/>
                    <a:pt x="0" y="561"/>
                  </a:cubicBezTo>
                  <a:cubicBezTo>
                    <a:pt x="133" y="561"/>
                    <a:pt x="133" y="561"/>
                    <a:pt x="133" y="561"/>
                  </a:cubicBezTo>
                  <a:cubicBezTo>
                    <a:pt x="133" y="169"/>
                    <a:pt x="133" y="169"/>
                    <a:pt x="133" y="169"/>
                  </a:cubicBezTo>
                  <a:cubicBezTo>
                    <a:pt x="133" y="157"/>
                    <a:pt x="145" y="151"/>
                    <a:pt x="157" y="151"/>
                  </a:cubicBezTo>
                  <a:cubicBezTo>
                    <a:pt x="163" y="151"/>
                    <a:pt x="175" y="157"/>
                    <a:pt x="175" y="169"/>
                  </a:cubicBezTo>
                  <a:cubicBezTo>
                    <a:pt x="175" y="561"/>
                    <a:pt x="175" y="561"/>
                    <a:pt x="175" y="561"/>
                  </a:cubicBezTo>
                  <a:cubicBezTo>
                    <a:pt x="308" y="561"/>
                    <a:pt x="308" y="561"/>
                    <a:pt x="308" y="561"/>
                  </a:cubicBezTo>
                  <a:cubicBezTo>
                    <a:pt x="308" y="0"/>
                    <a:pt x="308" y="0"/>
                    <a:pt x="308" y="0"/>
                  </a:cubicBezTo>
                  <a:lnTo>
                    <a:pt x="0" y="0"/>
                  </a:lnTo>
                </a:path>
              </a:pathLst>
            </a:custGeom>
            <a:grpFill/>
            <a:ln>
              <a:noFill/>
            </a:ln>
            <a:effectLst/>
          </p:spPr>
          <p:txBody>
            <a:bodyPr wrap="none" anchor="ctr"/>
            <a:lstStyle/>
            <a:p>
              <a:endParaRPr lang="en-US" sz="1800" dirty="0">
                <a:latin typeface="微软雅黑" panose="020B0503020204020204" charset="-122"/>
              </a:endParaRPr>
            </a:p>
          </p:txBody>
        </p:sp>
      </p:grpSp>
      <p:sp>
        <p:nvSpPr>
          <p:cNvPr id="131" name="TextBox 130"/>
          <p:cNvSpPr txBox="1"/>
          <p:nvPr/>
        </p:nvSpPr>
        <p:spPr>
          <a:xfrm>
            <a:off x="2386354" y="2800684"/>
            <a:ext cx="1762125" cy="1028065"/>
          </a:xfrm>
          <a:prstGeom prst="rect">
            <a:avLst/>
          </a:prstGeom>
          <a:noFill/>
        </p:spPr>
        <p:txBody>
          <a:bodyPr wrap="none" lIns="91421" tIns="45711" rIns="91421" bIns="45711" rtlCol="0">
            <a:spAutoFit/>
          </a:bodyPr>
          <a:lstStyle/>
          <a:p>
            <a:pPr algn="ctr"/>
            <a:r>
              <a:rPr lang="en-US" sz="5750" b="1" dirty="0">
                <a:latin typeface="微软雅黑" panose="020B0503020204020204" charset="-122"/>
              </a:rPr>
              <a:t>55%</a:t>
            </a:r>
            <a:endParaRPr lang="id-ID" sz="5750" b="1" dirty="0">
              <a:latin typeface="微软雅黑" panose="020B0503020204020204" charset="-122"/>
            </a:endParaRPr>
          </a:p>
        </p:txBody>
      </p:sp>
      <p:sp>
        <p:nvSpPr>
          <p:cNvPr id="132" name="TextBox 131"/>
          <p:cNvSpPr txBox="1"/>
          <p:nvPr/>
        </p:nvSpPr>
        <p:spPr>
          <a:xfrm>
            <a:off x="2386354" y="4358680"/>
            <a:ext cx="1762125" cy="1028065"/>
          </a:xfrm>
          <a:prstGeom prst="rect">
            <a:avLst/>
          </a:prstGeom>
          <a:noFill/>
        </p:spPr>
        <p:txBody>
          <a:bodyPr wrap="none" lIns="91421" tIns="45711" rIns="91421" bIns="45711" rtlCol="0">
            <a:spAutoFit/>
          </a:bodyPr>
          <a:lstStyle/>
          <a:p>
            <a:pPr algn="ctr"/>
            <a:r>
              <a:rPr lang="en-US" sz="5750" b="1" dirty="0">
                <a:latin typeface="微软雅黑" panose="020B0503020204020204" charset="-122"/>
              </a:rPr>
              <a:t>85%</a:t>
            </a:r>
            <a:endParaRPr lang="id-ID" sz="5750" b="1" dirty="0">
              <a:latin typeface="微软雅黑" panose="020B0503020204020204" charset="-122"/>
            </a:endParaRPr>
          </a:p>
        </p:txBody>
      </p:sp>
      <p:sp>
        <p:nvSpPr>
          <p:cNvPr id="133" name="TextBox 132"/>
          <p:cNvSpPr txBox="1"/>
          <p:nvPr/>
        </p:nvSpPr>
        <p:spPr>
          <a:xfrm>
            <a:off x="2386354" y="1268465"/>
            <a:ext cx="1762125" cy="1028065"/>
          </a:xfrm>
          <a:prstGeom prst="rect">
            <a:avLst/>
          </a:prstGeom>
          <a:noFill/>
        </p:spPr>
        <p:txBody>
          <a:bodyPr wrap="none" lIns="91421" tIns="45711" rIns="91421" bIns="45711" rtlCol="0">
            <a:spAutoFit/>
          </a:bodyPr>
          <a:lstStyle/>
          <a:p>
            <a:pPr algn="ctr"/>
            <a:r>
              <a:rPr lang="en-US" sz="5750" b="1" dirty="0">
                <a:latin typeface="微软雅黑" panose="020B0503020204020204" charset="-122"/>
              </a:rPr>
              <a:t>45%</a:t>
            </a:r>
            <a:endParaRPr lang="id-ID" sz="5750" b="1" dirty="0">
              <a:latin typeface="微软雅黑" panose="020B0503020204020204" charset="-122"/>
            </a:endParaRPr>
          </a:p>
        </p:txBody>
      </p:sp>
      <p:sp>
        <p:nvSpPr>
          <p:cNvPr id="134" name="TextBox 133"/>
          <p:cNvSpPr txBox="1"/>
          <p:nvPr/>
        </p:nvSpPr>
        <p:spPr>
          <a:xfrm>
            <a:off x="4769612" y="1577565"/>
            <a:ext cx="1202690" cy="394970"/>
          </a:xfrm>
          <a:prstGeom prst="rect">
            <a:avLst/>
          </a:prstGeom>
          <a:noFill/>
        </p:spPr>
        <p:txBody>
          <a:bodyPr wrap="none" lIns="91421" tIns="45711" rIns="91421" bIns="45711" rtlCol="0">
            <a:spAutoFit/>
          </a:bodyPr>
          <a:lstStyle/>
          <a:p>
            <a:pPr algn="l"/>
            <a:r>
              <a:rPr lang="id-ID" sz="2000" b="1" dirty="0">
                <a:latin typeface="微软雅黑" panose="020B0503020204020204" charset="-122"/>
              </a:rPr>
              <a:t>添加标题</a:t>
            </a:r>
          </a:p>
        </p:txBody>
      </p:sp>
      <p:sp>
        <p:nvSpPr>
          <p:cNvPr id="135" name="TextBox 134"/>
          <p:cNvSpPr txBox="1"/>
          <p:nvPr/>
        </p:nvSpPr>
        <p:spPr>
          <a:xfrm>
            <a:off x="4767519" y="1947531"/>
            <a:ext cx="6675705" cy="1496060"/>
          </a:xfrm>
          <a:prstGeom prst="rect">
            <a:avLst/>
          </a:prstGeom>
          <a:noFill/>
        </p:spPr>
        <p:txBody>
          <a:bodyPr wrap="square" lIns="91421" tIns="45711" rIns="91421" bIns="45711" rtlCol="0">
            <a:spAutoFit/>
          </a:bodyPr>
          <a:lstStyle/>
          <a:p>
            <a:pPr>
              <a:lnSpc>
                <a:spcPct val="110000"/>
              </a:lnSpc>
            </a:pPr>
            <a:r>
              <a:rPr lang="en-US" sz="1400" dirty="0">
                <a:solidFill>
                  <a:schemeClr val="tx1"/>
                </a:solidFill>
                <a:latin typeface="微软雅黑" panose="020B0503020204020204" charset="-122"/>
                <a:ea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a:t>
            </a:r>
          </a:p>
          <a:p>
            <a:pPr>
              <a:lnSpc>
                <a:spcPct val="110000"/>
              </a:lnSpc>
            </a:pPr>
            <a:r>
              <a:rPr lang="en-US" sz="1400" dirty="0">
                <a:solidFill>
                  <a:schemeClr val="tx1"/>
                </a:solidFill>
                <a:latin typeface="微软雅黑" panose="020B0503020204020204" charset="-122"/>
                <a:ea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您的内容打在这里，或者通过复制您的文本后，在此框中选择粘贴，并选择只保留文字。您的内容打在这里，或者通过复制您的文本后，在此框中</a:t>
            </a:r>
          </a:p>
        </p:txBody>
      </p:sp>
      <p:sp>
        <p:nvSpPr>
          <p:cNvPr id="218" name="Rounded Rectangle 217"/>
          <p:cNvSpPr/>
          <p:nvPr/>
        </p:nvSpPr>
        <p:spPr>
          <a:xfrm flipV="1">
            <a:off x="5648679" y="5367235"/>
            <a:ext cx="4454601" cy="54863"/>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lstStyle/>
          <a:p>
            <a:pPr algn="ctr"/>
            <a:endParaRPr lang="bg-BG" sz="1800" dirty="0"/>
          </a:p>
        </p:txBody>
      </p:sp>
      <p:sp>
        <p:nvSpPr>
          <p:cNvPr id="219" name="Oval 218"/>
          <p:cNvSpPr/>
          <p:nvPr/>
        </p:nvSpPr>
        <p:spPr>
          <a:xfrm>
            <a:off x="5648675" y="5358554"/>
            <a:ext cx="79148" cy="7916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lstStyle/>
          <a:p>
            <a:pPr algn="ctr"/>
            <a:endParaRPr lang="bg-BG" sz="1800" dirty="0"/>
          </a:p>
        </p:txBody>
      </p:sp>
      <p:sp>
        <p:nvSpPr>
          <p:cNvPr id="220" name="Oval 219"/>
          <p:cNvSpPr/>
          <p:nvPr/>
        </p:nvSpPr>
        <p:spPr>
          <a:xfrm>
            <a:off x="10024132" y="5358554"/>
            <a:ext cx="79148" cy="7916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lstStyle/>
          <a:p>
            <a:pPr algn="ctr"/>
            <a:endParaRPr lang="bg-BG" sz="1800" dirty="0"/>
          </a:p>
        </p:txBody>
      </p:sp>
      <p:sp>
        <p:nvSpPr>
          <p:cNvPr id="221" name="Oval 220"/>
          <p:cNvSpPr/>
          <p:nvPr/>
        </p:nvSpPr>
        <p:spPr>
          <a:xfrm>
            <a:off x="9624029" y="5358554"/>
            <a:ext cx="79148" cy="7916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lstStyle/>
          <a:p>
            <a:pPr algn="ctr"/>
            <a:endParaRPr lang="bg-BG" sz="1800" dirty="0"/>
          </a:p>
        </p:txBody>
      </p:sp>
      <p:sp>
        <p:nvSpPr>
          <p:cNvPr id="222" name="Oval 221"/>
          <p:cNvSpPr/>
          <p:nvPr/>
        </p:nvSpPr>
        <p:spPr>
          <a:xfrm>
            <a:off x="9223923" y="5358554"/>
            <a:ext cx="79148" cy="7916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lstStyle/>
          <a:p>
            <a:pPr algn="ctr"/>
            <a:endParaRPr lang="bg-BG" sz="1800" dirty="0"/>
          </a:p>
        </p:txBody>
      </p:sp>
      <p:sp>
        <p:nvSpPr>
          <p:cNvPr id="223" name="Oval 222"/>
          <p:cNvSpPr/>
          <p:nvPr/>
        </p:nvSpPr>
        <p:spPr>
          <a:xfrm>
            <a:off x="8823818" y="5358554"/>
            <a:ext cx="79148" cy="7916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lstStyle/>
          <a:p>
            <a:pPr algn="ctr"/>
            <a:endParaRPr lang="bg-BG" sz="1800" dirty="0"/>
          </a:p>
        </p:txBody>
      </p:sp>
      <p:sp>
        <p:nvSpPr>
          <p:cNvPr id="224" name="Oval 223"/>
          <p:cNvSpPr/>
          <p:nvPr/>
        </p:nvSpPr>
        <p:spPr>
          <a:xfrm>
            <a:off x="6848992" y="5358554"/>
            <a:ext cx="79148" cy="7916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lstStyle/>
          <a:p>
            <a:pPr algn="ctr"/>
            <a:endParaRPr lang="bg-BG" sz="1800" dirty="0"/>
          </a:p>
        </p:txBody>
      </p:sp>
      <p:sp>
        <p:nvSpPr>
          <p:cNvPr id="225" name="Oval 224"/>
          <p:cNvSpPr/>
          <p:nvPr/>
        </p:nvSpPr>
        <p:spPr>
          <a:xfrm>
            <a:off x="6448886" y="5358554"/>
            <a:ext cx="79148" cy="7916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lstStyle/>
          <a:p>
            <a:pPr algn="ctr"/>
            <a:endParaRPr lang="bg-BG" sz="1800" dirty="0"/>
          </a:p>
        </p:txBody>
      </p:sp>
      <p:sp>
        <p:nvSpPr>
          <p:cNvPr id="226" name="Oval 225"/>
          <p:cNvSpPr/>
          <p:nvPr/>
        </p:nvSpPr>
        <p:spPr>
          <a:xfrm>
            <a:off x="6048781" y="5358554"/>
            <a:ext cx="79148" cy="7916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lstStyle/>
          <a:p>
            <a:pPr algn="ctr"/>
            <a:endParaRPr lang="bg-BG" sz="1800" dirty="0"/>
          </a:p>
        </p:txBody>
      </p:sp>
      <p:sp>
        <p:nvSpPr>
          <p:cNvPr id="227" name="Rectangle 226"/>
          <p:cNvSpPr/>
          <p:nvPr/>
        </p:nvSpPr>
        <p:spPr>
          <a:xfrm>
            <a:off x="9835558" y="5443852"/>
            <a:ext cx="439420" cy="264160"/>
          </a:xfrm>
          <a:prstGeom prst="rect">
            <a:avLst/>
          </a:prstGeom>
          <a:noFill/>
        </p:spPr>
        <p:txBody>
          <a:bodyPr wrap="none" lIns="109709" tIns="54855" rIns="109709" bIns="54855">
            <a:spAutoFit/>
          </a:bodyPr>
          <a:lstStyle/>
          <a:p>
            <a:pPr algn="ctr"/>
            <a:r>
              <a:rPr lang="en-US" sz="950" dirty="0">
                <a:solidFill>
                  <a:schemeClr val="tx2"/>
                </a:solidFill>
                <a:latin typeface="微软雅黑" panose="020B0503020204020204" charset="-122"/>
                <a:ea typeface="Open Sans Light" panose="020B0306030504020204" pitchFamily="34" charset="0"/>
                <a:cs typeface="Aparajita" panose="020B0604020202020204" pitchFamily="34" charset="0"/>
              </a:rPr>
              <a:t>Dec</a:t>
            </a:r>
            <a:endParaRPr lang="bg-BG" sz="950" dirty="0">
              <a:latin typeface="Lato Regular"/>
              <a:cs typeface="Aparajita" panose="020B0604020202020204" pitchFamily="34" charset="0"/>
            </a:endParaRPr>
          </a:p>
        </p:txBody>
      </p:sp>
      <p:sp>
        <p:nvSpPr>
          <p:cNvPr id="228" name="Rectangle 227"/>
          <p:cNvSpPr/>
          <p:nvPr/>
        </p:nvSpPr>
        <p:spPr>
          <a:xfrm>
            <a:off x="9429859" y="5443852"/>
            <a:ext cx="456565" cy="264160"/>
          </a:xfrm>
          <a:prstGeom prst="rect">
            <a:avLst/>
          </a:prstGeom>
          <a:noFill/>
        </p:spPr>
        <p:txBody>
          <a:bodyPr wrap="none" lIns="109709" tIns="54855" rIns="109709" bIns="54855">
            <a:spAutoFit/>
          </a:bodyPr>
          <a:lstStyle/>
          <a:p>
            <a:pPr algn="ctr"/>
            <a:r>
              <a:rPr lang="en-US" sz="950" dirty="0">
                <a:solidFill>
                  <a:schemeClr val="tx2"/>
                </a:solidFill>
                <a:latin typeface="微软雅黑" panose="020B0503020204020204" charset="-122"/>
                <a:ea typeface="Open Sans Light" panose="020B0306030504020204" pitchFamily="34" charset="0"/>
                <a:cs typeface="Aparajita" panose="020B0604020202020204" pitchFamily="34" charset="0"/>
              </a:rPr>
              <a:t>Nov</a:t>
            </a:r>
            <a:endParaRPr lang="bg-BG" sz="950" dirty="0">
              <a:latin typeface="Lato Regular"/>
              <a:cs typeface="Aparajita" panose="020B0604020202020204" pitchFamily="34" charset="0"/>
            </a:endParaRPr>
          </a:p>
        </p:txBody>
      </p:sp>
      <p:sp>
        <p:nvSpPr>
          <p:cNvPr id="229" name="Rectangle 228"/>
          <p:cNvSpPr/>
          <p:nvPr/>
        </p:nvSpPr>
        <p:spPr>
          <a:xfrm>
            <a:off x="9049871" y="5443852"/>
            <a:ext cx="422275" cy="264160"/>
          </a:xfrm>
          <a:prstGeom prst="rect">
            <a:avLst/>
          </a:prstGeom>
          <a:noFill/>
        </p:spPr>
        <p:txBody>
          <a:bodyPr wrap="none" lIns="109709" tIns="54855" rIns="109709" bIns="54855">
            <a:spAutoFit/>
          </a:bodyPr>
          <a:lstStyle/>
          <a:p>
            <a:pPr algn="ctr"/>
            <a:r>
              <a:rPr lang="en-US" sz="950" dirty="0">
                <a:solidFill>
                  <a:schemeClr val="tx2"/>
                </a:solidFill>
                <a:latin typeface="微软雅黑" panose="020B0503020204020204" charset="-122"/>
                <a:ea typeface="Open Sans Light" panose="020B0306030504020204" pitchFamily="34" charset="0"/>
                <a:cs typeface="Aparajita" panose="020B0604020202020204" pitchFamily="34" charset="0"/>
              </a:rPr>
              <a:t>Oct</a:t>
            </a:r>
            <a:endParaRPr lang="bg-BG" sz="950" dirty="0">
              <a:latin typeface="Lato Regular"/>
              <a:cs typeface="Aparajita" panose="020B0604020202020204" pitchFamily="34" charset="0"/>
            </a:endParaRPr>
          </a:p>
        </p:txBody>
      </p:sp>
      <p:sp>
        <p:nvSpPr>
          <p:cNvPr id="230" name="Rectangle 229"/>
          <p:cNvSpPr/>
          <p:nvPr/>
        </p:nvSpPr>
        <p:spPr>
          <a:xfrm>
            <a:off x="8647024" y="5443852"/>
            <a:ext cx="433705" cy="264160"/>
          </a:xfrm>
          <a:prstGeom prst="rect">
            <a:avLst/>
          </a:prstGeom>
          <a:noFill/>
        </p:spPr>
        <p:txBody>
          <a:bodyPr wrap="none" lIns="109709" tIns="54855" rIns="109709" bIns="54855">
            <a:spAutoFit/>
          </a:bodyPr>
          <a:lstStyle/>
          <a:p>
            <a:pPr algn="ctr"/>
            <a:r>
              <a:rPr lang="en-US" sz="950" dirty="0">
                <a:solidFill>
                  <a:schemeClr val="tx2"/>
                </a:solidFill>
                <a:latin typeface="微软雅黑" panose="020B0503020204020204" charset="-122"/>
                <a:ea typeface="Open Sans Light" panose="020B0306030504020204" pitchFamily="34" charset="0"/>
                <a:cs typeface="Aparajita" panose="020B0604020202020204" pitchFamily="34" charset="0"/>
              </a:rPr>
              <a:t>Sep</a:t>
            </a:r>
            <a:endParaRPr lang="bg-BG" sz="950" dirty="0">
              <a:latin typeface="Lato Regular"/>
              <a:cs typeface="Aparajita" panose="020B0604020202020204" pitchFamily="34" charset="0"/>
            </a:endParaRPr>
          </a:p>
        </p:txBody>
      </p:sp>
      <p:sp>
        <p:nvSpPr>
          <p:cNvPr id="231" name="Rectangle 230"/>
          <p:cNvSpPr/>
          <p:nvPr/>
        </p:nvSpPr>
        <p:spPr>
          <a:xfrm>
            <a:off x="6678662" y="5443852"/>
            <a:ext cx="426720" cy="264160"/>
          </a:xfrm>
          <a:prstGeom prst="rect">
            <a:avLst/>
          </a:prstGeom>
          <a:noFill/>
        </p:spPr>
        <p:txBody>
          <a:bodyPr wrap="none" lIns="109709" tIns="54855" rIns="109709" bIns="54855">
            <a:spAutoFit/>
          </a:bodyPr>
          <a:lstStyle/>
          <a:p>
            <a:pPr algn="ctr"/>
            <a:r>
              <a:rPr lang="en-US" sz="950" dirty="0">
                <a:solidFill>
                  <a:schemeClr val="tx2"/>
                </a:solidFill>
                <a:latin typeface="微软雅黑" panose="020B0503020204020204" charset="-122"/>
                <a:ea typeface="Open Sans Light" panose="020B0306030504020204" pitchFamily="34" charset="0"/>
                <a:cs typeface="Aparajita" panose="020B0604020202020204" pitchFamily="34" charset="0"/>
              </a:rPr>
              <a:t>Apr</a:t>
            </a:r>
            <a:endParaRPr lang="bg-BG" sz="950" dirty="0">
              <a:latin typeface="Lato Regular"/>
              <a:cs typeface="Aparajita" panose="020B0604020202020204" pitchFamily="34" charset="0"/>
            </a:endParaRPr>
          </a:p>
        </p:txBody>
      </p:sp>
      <p:sp>
        <p:nvSpPr>
          <p:cNvPr id="232" name="Rectangle 231"/>
          <p:cNvSpPr/>
          <p:nvPr/>
        </p:nvSpPr>
        <p:spPr>
          <a:xfrm>
            <a:off x="6270100" y="5443852"/>
            <a:ext cx="449580" cy="264160"/>
          </a:xfrm>
          <a:prstGeom prst="rect">
            <a:avLst/>
          </a:prstGeom>
          <a:noFill/>
        </p:spPr>
        <p:txBody>
          <a:bodyPr wrap="none" lIns="109709" tIns="54855" rIns="109709" bIns="54855">
            <a:spAutoFit/>
          </a:bodyPr>
          <a:lstStyle/>
          <a:p>
            <a:pPr algn="ctr"/>
            <a:r>
              <a:rPr lang="en-US" sz="950" dirty="0">
                <a:solidFill>
                  <a:schemeClr val="tx2"/>
                </a:solidFill>
                <a:latin typeface="微软雅黑" panose="020B0503020204020204" charset="-122"/>
                <a:ea typeface="Open Sans Light" panose="020B0306030504020204" pitchFamily="34" charset="0"/>
                <a:cs typeface="Aparajita" panose="020B0604020202020204" pitchFamily="34" charset="0"/>
              </a:rPr>
              <a:t>Mar</a:t>
            </a:r>
            <a:endParaRPr lang="bg-BG" sz="950" dirty="0">
              <a:latin typeface="Lato Regular"/>
              <a:cs typeface="Aparajita" panose="020B0604020202020204" pitchFamily="34" charset="0"/>
            </a:endParaRPr>
          </a:p>
        </p:txBody>
      </p:sp>
      <p:sp>
        <p:nvSpPr>
          <p:cNvPr id="233" name="Rectangle 232"/>
          <p:cNvSpPr/>
          <p:nvPr/>
        </p:nvSpPr>
        <p:spPr>
          <a:xfrm>
            <a:off x="5883762" y="5443852"/>
            <a:ext cx="427990" cy="264160"/>
          </a:xfrm>
          <a:prstGeom prst="rect">
            <a:avLst/>
          </a:prstGeom>
          <a:noFill/>
        </p:spPr>
        <p:txBody>
          <a:bodyPr wrap="none" lIns="109709" tIns="54855" rIns="109709" bIns="54855">
            <a:spAutoFit/>
          </a:bodyPr>
          <a:lstStyle/>
          <a:p>
            <a:pPr algn="ctr"/>
            <a:r>
              <a:rPr lang="en-US" sz="950" dirty="0">
                <a:solidFill>
                  <a:schemeClr val="tx2"/>
                </a:solidFill>
                <a:latin typeface="微软雅黑" panose="020B0503020204020204" charset="-122"/>
                <a:ea typeface="Open Sans Light" panose="020B0306030504020204" pitchFamily="34" charset="0"/>
                <a:cs typeface="Aparajita" panose="020B0604020202020204" pitchFamily="34" charset="0"/>
              </a:rPr>
              <a:t>Feb</a:t>
            </a:r>
            <a:endParaRPr lang="bg-BG" sz="950" dirty="0">
              <a:latin typeface="Lato Regular"/>
              <a:cs typeface="Aparajita" panose="020B0604020202020204" pitchFamily="34" charset="0"/>
            </a:endParaRPr>
          </a:p>
        </p:txBody>
      </p:sp>
      <p:sp>
        <p:nvSpPr>
          <p:cNvPr id="234" name="Rectangle 233"/>
          <p:cNvSpPr/>
          <p:nvPr/>
        </p:nvSpPr>
        <p:spPr>
          <a:xfrm>
            <a:off x="5497108" y="5443852"/>
            <a:ext cx="407035" cy="264160"/>
          </a:xfrm>
          <a:prstGeom prst="rect">
            <a:avLst/>
          </a:prstGeom>
          <a:noFill/>
        </p:spPr>
        <p:txBody>
          <a:bodyPr wrap="none" lIns="109709" tIns="54855" rIns="109709" bIns="54855">
            <a:spAutoFit/>
          </a:bodyPr>
          <a:lstStyle/>
          <a:p>
            <a:pPr algn="ctr"/>
            <a:r>
              <a:rPr lang="en-US" sz="950" dirty="0">
                <a:solidFill>
                  <a:schemeClr val="tx2"/>
                </a:solidFill>
                <a:latin typeface="微软雅黑" panose="020B0503020204020204" charset="-122"/>
                <a:ea typeface="Open Sans Light" panose="020B0306030504020204" pitchFamily="34" charset="0"/>
                <a:cs typeface="Aparajita" panose="020B0604020202020204" pitchFamily="34" charset="0"/>
              </a:rPr>
              <a:t>Jan</a:t>
            </a:r>
            <a:endParaRPr lang="bg-BG" sz="950" dirty="0">
              <a:latin typeface="Lato Regular"/>
              <a:cs typeface="Aparajita" panose="020B0604020202020204" pitchFamily="34" charset="0"/>
            </a:endParaRPr>
          </a:p>
        </p:txBody>
      </p:sp>
      <p:sp>
        <p:nvSpPr>
          <p:cNvPr id="235" name="Freeform 118"/>
          <p:cNvSpPr>
            <a:spLocks noChangeArrowheads="1"/>
          </p:cNvSpPr>
          <p:nvPr/>
        </p:nvSpPr>
        <p:spPr bwMode="auto">
          <a:xfrm rot="16200000">
            <a:off x="5010094" y="4486259"/>
            <a:ext cx="1349166" cy="236065"/>
          </a:xfrm>
          <a:custGeom>
            <a:avLst/>
            <a:gdLst>
              <a:gd name="T0" fmla="*/ 0 w 1615"/>
              <a:gd name="T1" fmla="*/ 0 h 311"/>
              <a:gd name="T2" fmla="*/ 1614 w 1615"/>
              <a:gd name="T3" fmla="*/ 0 h 311"/>
              <a:gd name="T4" fmla="*/ 1614 w 1615"/>
              <a:gd name="T5" fmla="*/ 310 h 311"/>
              <a:gd name="T6" fmla="*/ 0 w 1615"/>
              <a:gd name="T7" fmla="*/ 310 h 311"/>
              <a:gd name="T8" fmla="*/ 0 w 1615"/>
              <a:gd name="T9" fmla="*/ 0 h 311"/>
            </a:gdLst>
            <a:ahLst/>
            <a:cxnLst>
              <a:cxn ang="0">
                <a:pos x="T0" y="T1"/>
              </a:cxn>
              <a:cxn ang="0">
                <a:pos x="T2" y="T3"/>
              </a:cxn>
              <a:cxn ang="0">
                <a:pos x="T4" y="T5"/>
              </a:cxn>
              <a:cxn ang="0">
                <a:pos x="T6" y="T7"/>
              </a:cxn>
              <a:cxn ang="0">
                <a:pos x="T8" y="T9"/>
              </a:cxn>
            </a:cxnLst>
            <a:rect l="0" t="0" r="r" b="b"/>
            <a:pathLst>
              <a:path w="1615" h="311">
                <a:moveTo>
                  <a:pt x="0" y="0"/>
                </a:moveTo>
                <a:lnTo>
                  <a:pt x="1614" y="0"/>
                </a:lnTo>
                <a:lnTo>
                  <a:pt x="1614" y="310"/>
                </a:lnTo>
                <a:lnTo>
                  <a:pt x="0" y="310"/>
                </a:lnTo>
                <a:lnTo>
                  <a:pt x="0" y="0"/>
                </a:lnTo>
              </a:path>
            </a:pathLst>
          </a:custGeom>
          <a:solidFill>
            <a:schemeClr val="accent1"/>
          </a:solidFill>
          <a:ln>
            <a:noFill/>
          </a:ln>
          <a:effectLst/>
        </p:spPr>
        <p:txBody>
          <a:bodyPr wrap="none" lIns="60926" tIns="30463" rIns="60926" bIns="30463" anchor="ctr"/>
          <a:lstStyle/>
          <a:p>
            <a:endParaRPr lang="en-US" sz="1800" dirty="0">
              <a:latin typeface="微软雅黑" panose="020B0503020204020204" charset="-122"/>
            </a:endParaRPr>
          </a:p>
        </p:txBody>
      </p:sp>
      <p:sp>
        <p:nvSpPr>
          <p:cNvPr id="236" name="Freeform 119"/>
          <p:cNvSpPr>
            <a:spLocks noChangeArrowheads="1"/>
          </p:cNvSpPr>
          <p:nvPr/>
        </p:nvSpPr>
        <p:spPr bwMode="auto">
          <a:xfrm rot="16200000">
            <a:off x="5564856" y="4642219"/>
            <a:ext cx="1037251" cy="236064"/>
          </a:xfrm>
          <a:custGeom>
            <a:avLst/>
            <a:gdLst>
              <a:gd name="T0" fmla="*/ 0 w 2218"/>
              <a:gd name="T1" fmla="*/ 0 h 311"/>
              <a:gd name="T2" fmla="*/ 2217 w 2218"/>
              <a:gd name="T3" fmla="*/ 0 h 311"/>
              <a:gd name="T4" fmla="*/ 2217 w 2218"/>
              <a:gd name="T5" fmla="*/ 310 h 311"/>
              <a:gd name="T6" fmla="*/ 0 w 2218"/>
              <a:gd name="T7" fmla="*/ 310 h 311"/>
              <a:gd name="T8" fmla="*/ 0 w 2218"/>
              <a:gd name="T9" fmla="*/ 0 h 311"/>
            </a:gdLst>
            <a:ahLst/>
            <a:cxnLst>
              <a:cxn ang="0">
                <a:pos x="T0" y="T1"/>
              </a:cxn>
              <a:cxn ang="0">
                <a:pos x="T2" y="T3"/>
              </a:cxn>
              <a:cxn ang="0">
                <a:pos x="T4" y="T5"/>
              </a:cxn>
              <a:cxn ang="0">
                <a:pos x="T6" y="T7"/>
              </a:cxn>
              <a:cxn ang="0">
                <a:pos x="T8" y="T9"/>
              </a:cxn>
            </a:cxnLst>
            <a:rect l="0" t="0" r="r" b="b"/>
            <a:pathLst>
              <a:path w="2218" h="311">
                <a:moveTo>
                  <a:pt x="0" y="0"/>
                </a:moveTo>
                <a:lnTo>
                  <a:pt x="2217" y="0"/>
                </a:lnTo>
                <a:lnTo>
                  <a:pt x="2217" y="310"/>
                </a:lnTo>
                <a:lnTo>
                  <a:pt x="0" y="310"/>
                </a:lnTo>
                <a:lnTo>
                  <a:pt x="0" y="0"/>
                </a:lnTo>
              </a:path>
            </a:pathLst>
          </a:custGeom>
          <a:solidFill>
            <a:schemeClr val="accent2"/>
          </a:solidFill>
          <a:ln>
            <a:noFill/>
          </a:ln>
          <a:effectLst/>
        </p:spPr>
        <p:txBody>
          <a:bodyPr wrap="none" lIns="60926" tIns="30463" rIns="60926" bIns="30463" anchor="ctr"/>
          <a:lstStyle/>
          <a:p>
            <a:endParaRPr lang="en-US" sz="1800" dirty="0">
              <a:latin typeface="微软雅黑" panose="020B0503020204020204" charset="-122"/>
            </a:endParaRPr>
          </a:p>
        </p:txBody>
      </p:sp>
      <p:sp>
        <p:nvSpPr>
          <p:cNvPr id="237" name="Freeform 120"/>
          <p:cNvSpPr>
            <a:spLocks noChangeArrowheads="1"/>
          </p:cNvSpPr>
          <p:nvPr/>
        </p:nvSpPr>
        <p:spPr bwMode="auto">
          <a:xfrm rot="16200000">
            <a:off x="6071272" y="4736281"/>
            <a:ext cx="847885" cy="237310"/>
          </a:xfrm>
          <a:custGeom>
            <a:avLst/>
            <a:gdLst>
              <a:gd name="T0" fmla="*/ 0 w 1148"/>
              <a:gd name="T1" fmla="*/ 0 h 310"/>
              <a:gd name="T2" fmla="*/ 1147 w 1148"/>
              <a:gd name="T3" fmla="*/ 0 h 310"/>
              <a:gd name="T4" fmla="*/ 1147 w 1148"/>
              <a:gd name="T5" fmla="*/ 309 h 310"/>
              <a:gd name="T6" fmla="*/ 0 w 1148"/>
              <a:gd name="T7" fmla="*/ 309 h 310"/>
              <a:gd name="T8" fmla="*/ 0 w 1148"/>
              <a:gd name="T9" fmla="*/ 0 h 310"/>
            </a:gdLst>
            <a:ahLst/>
            <a:cxnLst>
              <a:cxn ang="0">
                <a:pos x="T0" y="T1"/>
              </a:cxn>
              <a:cxn ang="0">
                <a:pos x="T2" y="T3"/>
              </a:cxn>
              <a:cxn ang="0">
                <a:pos x="T4" y="T5"/>
              </a:cxn>
              <a:cxn ang="0">
                <a:pos x="T6" y="T7"/>
              </a:cxn>
              <a:cxn ang="0">
                <a:pos x="T8" y="T9"/>
              </a:cxn>
            </a:cxnLst>
            <a:rect l="0" t="0" r="r" b="b"/>
            <a:pathLst>
              <a:path w="1148" h="310">
                <a:moveTo>
                  <a:pt x="0" y="0"/>
                </a:moveTo>
                <a:lnTo>
                  <a:pt x="1147" y="0"/>
                </a:lnTo>
                <a:lnTo>
                  <a:pt x="1147" y="309"/>
                </a:lnTo>
                <a:lnTo>
                  <a:pt x="0" y="309"/>
                </a:lnTo>
                <a:lnTo>
                  <a:pt x="0" y="0"/>
                </a:lnTo>
              </a:path>
            </a:pathLst>
          </a:custGeom>
          <a:solidFill>
            <a:schemeClr val="accent3"/>
          </a:solidFill>
          <a:ln>
            <a:noFill/>
          </a:ln>
          <a:effectLst/>
        </p:spPr>
        <p:txBody>
          <a:bodyPr wrap="none" lIns="60926" tIns="30463" rIns="60926" bIns="30463" anchor="ctr"/>
          <a:lstStyle/>
          <a:p>
            <a:endParaRPr lang="en-US" sz="1800" dirty="0">
              <a:latin typeface="微软雅黑" panose="020B0503020204020204" charset="-122"/>
            </a:endParaRPr>
          </a:p>
        </p:txBody>
      </p:sp>
      <p:sp>
        <p:nvSpPr>
          <p:cNvPr id="238" name="Freeform 124"/>
          <p:cNvSpPr>
            <a:spLocks noChangeArrowheads="1"/>
          </p:cNvSpPr>
          <p:nvPr/>
        </p:nvSpPr>
        <p:spPr bwMode="auto">
          <a:xfrm rot="16200000">
            <a:off x="6306954" y="4574403"/>
            <a:ext cx="1172882" cy="236062"/>
          </a:xfrm>
          <a:custGeom>
            <a:avLst/>
            <a:gdLst>
              <a:gd name="T0" fmla="*/ 0 w 1773"/>
              <a:gd name="T1" fmla="*/ 0 h 311"/>
              <a:gd name="T2" fmla="*/ 1772 w 1773"/>
              <a:gd name="T3" fmla="*/ 0 h 311"/>
              <a:gd name="T4" fmla="*/ 1772 w 1773"/>
              <a:gd name="T5" fmla="*/ 310 h 311"/>
              <a:gd name="T6" fmla="*/ 0 w 1773"/>
              <a:gd name="T7" fmla="*/ 310 h 311"/>
              <a:gd name="T8" fmla="*/ 0 w 1773"/>
              <a:gd name="T9" fmla="*/ 0 h 311"/>
            </a:gdLst>
            <a:ahLst/>
            <a:cxnLst>
              <a:cxn ang="0">
                <a:pos x="T0" y="T1"/>
              </a:cxn>
              <a:cxn ang="0">
                <a:pos x="T2" y="T3"/>
              </a:cxn>
              <a:cxn ang="0">
                <a:pos x="T4" y="T5"/>
              </a:cxn>
              <a:cxn ang="0">
                <a:pos x="T6" y="T7"/>
              </a:cxn>
              <a:cxn ang="0">
                <a:pos x="T8" y="T9"/>
              </a:cxn>
            </a:cxnLst>
            <a:rect l="0" t="0" r="r" b="b"/>
            <a:pathLst>
              <a:path w="1773" h="311">
                <a:moveTo>
                  <a:pt x="0" y="0"/>
                </a:moveTo>
                <a:lnTo>
                  <a:pt x="1772" y="0"/>
                </a:lnTo>
                <a:lnTo>
                  <a:pt x="1772" y="310"/>
                </a:lnTo>
                <a:lnTo>
                  <a:pt x="0" y="310"/>
                </a:lnTo>
                <a:lnTo>
                  <a:pt x="0" y="0"/>
                </a:lnTo>
              </a:path>
            </a:pathLst>
          </a:custGeom>
          <a:solidFill>
            <a:schemeClr val="accent4"/>
          </a:solidFill>
          <a:ln>
            <a:noFill/>
          </a:ln>
          <a:effectLst/>
        </p:spPr>
        <p:txBody>
          <a:bodyPr wrap="none" lIns="60926" tIns="30463" rIns="60926" bIns="30463" anchor="ctr"/>
          <a:lstStyle/>
          <a:p>
            <a:endParaRPr lang="en-US" sz="1800" dirty="0">
              <a:latin typeface="微软雅黑" panose="020B0503020204020204" charset="-122"/>
            </a:endParaRPr>
          </a:p>
        </p:txBody>
      </p:sp>
      <p:sp>
        <p:nvSpPr>
          <p:cNvPr id="239" name="Freeform 118"/>
          <p:cNvSpPr>
            <a:spLocks noChangeArrowheads="1"/>
          </p:cNvSpPr>
          <p:nvPr/>
        </p:nvSpPr>
        <p:spPr bwMode="auto">
          <a:xfrm rot="16200000">
            <a:off x="8357415" y="4627377"/>
            <a:ext cx="1037249" cy="265746"/>
          </a:xfrm>
          <a:custGeom>
            <a:avLst/>
            <a:gdLst>
              <a:gd name="T0" fmla="*/ 0 w 1615"/>
              <a:gd name="T1" fmla="*/ 0 h 311"/>
              <a:gd name="T2" fmla="*/ 1614 w 1615"/>
              <a:gd name="T3" fmla="*/ 0 h 311"/>
              <a:gd name="T4" fmla="*/ 1614 w 1615"/>
              <a:gd name="T5" fmla="*/ 310 h 311"/>
              <a:gd name="T6" fmla="*/ 0 w 1615"/>
              <a:gd name="T7" fmla="*/ 310 h 311"/>
              <a:gd name="T8" fmla="*/ 0 w 1615"/>
              <a:gd name="T9" fmla="*/ 0 h 311"/>
            </a:gdLst>
            <a:ahLst/>
            <a:cxnLst>
              <a:cxn ang="0">
                <a:pos x="T0" y="T1"/>
              </a:cxn>
              <a:cxn ang="0">
                <a:pos x="T2" y="T3"/>
              </a:cxn>
              <a:cxn ang="0">
                <a:pos x="T4" y="T5"/>
              </a:cxn>
              <a:cxn ang="0">
                <a:pos x="T6" y="T7"/>
              </a:cxn>
              <a:cxn ang="0">
                <a:pos x="T8" y="T9"/>
              </a:cxn>
            </a:cxnLst>
            <a:rect l="0" t="0" r="r" b="b"/>
            <a:pathLst>
              <a:path w="1615" h="311">
                <a:moveTo>
                  <a:pt x="0" y="0"/>
                </a:moveTo>
                <a:lnTo>
                  <a:pt x="1614" y="0"/>
                </a:lnTo>
                <a:lnTo>
                  <a:pt x="1614" y="310"/>
                </a:lnTo>
                <a:lnTo>
                  <a:pt x="0" y="310"/>
                </a:lnTo>
                <a:lnTo>
                  <a:pt x="0" y="0"/>
                </a:lnTo>
              </a:path>
            </a:pathLst>
          </a:custGeom>
          <a:solidFill>
            <a:schemeClr val="accent4"/>
          </a:solidFill>
          <a:ln>
            <a:noFill/>
          </a:ln>
          <a:effectLst/>
        </p:spPr>
        <p:txBody>
          <a:bodyPr wrap="none" lIns="60926" tIns="30463" rIns="60926" bIns="30463" anchor="ctr"/>
          <a:lstStyle/>
          <a:p>
            <a:endParaRPr lang="en-US" sz="1800" dirty="0">
              <a:latin typeface="微软雅黑" panose="020B0503020204020204" charset="-122"/>
            </a:endParaRPr>
          </a:p>
        </p:txBody>
      </p:sp>
      <p:sp>
        <p:nvSpPr>
          <p:cNvPr id="240" name="Freeform 119"/>
          <p:cNvSpPr>
            <a:spLocks noChangeArrowheads="1"/>
          </p:cNvSpPr>
          <p:nvPr/>
        </p:nvSpPr>
        <p:spPr bwMode="auto">
          <a:xfrm rot="16200000">
            <a:off x="8535289" y="4436131"/>
            <a:ext cx="1449426" cy="236064"/>
          </a:xfrm>
          <a:custGeom>
            <a:avLst/>
            <a:gdLst>
              <a:gd name="T0" fmla="*/ 0 w 2218"/>
              <a:gd name="T1" fmla="*/ 0 h 311"/>
              <a:gd name="T2" fmla="*/ 2217 w 2218"/>
              <a:gd name="T3" fmla="*/ 0 h 311"/>
              <a:gd name="T4" fmla="*/ 2217 w 2218"/>
              <a:gd name="T5" fmla="*/ 310 h 311"/>
              <a:gd name="T6" fmla="*/ 0 w 2218"/>
              <a:gd name="T7" fmla="*/ 310 h 311"/>
              <a:gd name="T8" fmla="*/ 0 w 2218"/>
              <a:gd name="T9" fmla="*/ 0 h 311"/>
            </a:gdLst>
            <a:ahLst/>
            <a:cxnLst>
              <a:cxn ang="0">
                <a:pos x="T0" y="T1"/>
              </a:cxn>
              <a:cxn ang="0">
                <a:pos x="T2" y="T3"/>
              </a:cxn>
              <a:cxn ang="0">
                <a:pos x="T4" y="T5"/>
              </a:cxn>
              <a:cxn ang="0">
                <a:pos x="T6" y="T7"/>
              </a:cxn>
              <a:cxn ang="0">
                <a:pos x="T8" y="T9"/>
              </a:cxn>
            </a:cxnLst>
            <a:rect l="0" t="0" r="r" b="b"/>
            <a:pathLst>
              <a:path w="2218" h="311">
                <a:moveTo>
                  <a:pt x="0" y="0"/>
                </a:moveTo>
                <a:lnTo>
                  <a:pt x="2217" y="0"/>
                </a:lnTo>
                <a:lnTo>
                  <a:pt x="2217" y="310"/>
                </a:lnTo>
                <a:lnTo>
                  <a:pt x="0" y="310"/>
                </a:lnTo>
                <a:lnTo>
                  <a:pt x="0" y="0"/>
                </a:lnTo>
              </a:path>
            </a:pathLst>
          </a:custGeom>
          <a:solidFill>
            <a:schemeClr val="accent5"/>
          </a:solidFill>
          <a:ln>
            <a:noFill/>
          </a:ln>
          <a:effectLst/>
        </p:spPr>
        <p:txBody>
          <a:bodyPr wrap="none" lIns="60926" tIns="30463" rIns="60926" bIns="30463" anchor="ctr"/>
          <a:lstStyle/>
          <a:p>
            <a:endParaRPr lang="en-US" sz="1800" dirty="0">
              <a:latin typeface="微软雅黑" panose="020B0503020204020204" charset="-122"/>
            </a:endParaRPr>
          </a:p>
        </p:txBody>
      </p:sp>
      <p:sp>
        <p:nvSpPr>
          <p:cNvPr id="241" name="Freeform 120"/>
          <p:cNvSpPr>
            <a:spLocks noChangeArrowheads="1"/>
          </p:cNvSpPr>
          <p:nvPr/>
        </p:nvSpPr>
        <p:spPr bwMode="auto">
          <a:xfrm rot="16200000">
            <a:off x="9085295" y="4573780"/>
            <a:ext cx="1172884" cy="237311"/>
          </a:xfrm>
          <a:custGeom>
            <a:avLst/>
            <a:gdLst>
              <a:gd name="T0" fmla="*/ 0 w 1148"/>
              <a:gd name="T1" fmla="*/ 0 h 310"/>
              <a:gd name="T2" fmla="*/ 1147 w 1148"/>
              <a:gd name="T3" fmla="*/ 0 h 310"/>
              <a:gd name="T4" fmla="*/ 1147 w 1148"/>
              <a:gd name="T5" fmla="*/ 309 h 310"/>
              <a:gd name="T6" fmla="*/ 0 w 1148"/>
              <a:gd name="T7" fmla="*/ 309 h 310"/>
              <a:gd name="T8" fmla="*/ 0 w 1148"/>
              <a:gd name="T9" fmla="*/ 0 h 310"/>
            </a:gdLst>
            <a:ahLst/>
            <a:cxnLst>
              <a:cxn ang="0">
                <a:pos x="T0" y="T1"/>
              </a:cxn>
              <a:cxn ang="0">
                <a:pos x="T2" y="T3"/>
              </a:cxn>
              <a:cxn ang="0">
                <a:pos x="T4" y="T5"/>
              </a:cxn>
              <a:cxn ang="0">
                <a:pos x="T6" y="T7"/>
              </a:cxn>
              <a:cxn ang="0">
                <a:pos x="T8" y="T9"/>
              </a:cxn>
            </a:cxnLst>
            <a:rect l="0" t="0" r="r" b="b"/>
            <a:pathLst>
              <a:path w="1148" h="310">
                <a:moveTo>
                  <a:pt x="0" y="0"/>
                </a:moveTo>
                <a:lnTo>
                  <a:pt x="1147" y="0"/>
                </a:lnTo>
                <a:lnTo>
                  <a:pt x="1147" y="309"/>
                </a:lnTo>
                <a:lnTo>
                  <a:pt x="0" y="309"/>
                </a:lnTo>
                <a:lnTo>
                  <a:pt x="0" y="0"/>
                </a:lnTo>
              </a:path>
            </a:pathLst>
          </a:custGeom>
          <a:solidFill>
            <a:schemeClr val="accent1"/>
          </a:solidFill>
          <a:ln>
            <a:noFill/>
          </a:ln>
          <a:effectLst/>
        </p:spPr>
        <p:txBody>
          <a:bodyPr wrap="none" lIns="60926" tIns="30463" rIns="60926" bIns="30463" anchor="ctr"/>
          <a:lstStyle/>
          <a:p>
            <a:endParaRPr lang="en-US" sz="1800" dirty="0">
              <a:latin typeface="微软雅黑" panose="020B0503020204020204" charset="-122"/>
            </a:endParaRPr>
          </a:p>
        </p:txBody>
      </p:sp>
      <p:sp>
        <p:nvSpPr>
          <p:cNvPr id="242" name="Freeform 124"/>
          <p:cNvSpPr>
            <a:spLocks noChangeArrowheads="1"/>
          </p:cNvSpPr>
          <p:nvPr/>
        </p:nvSpPr>
        <p:spPr bwMode="auto">
          <a:xfrm rot="16200000">
            <a:off x="9645975" y="4736902"/>
            <a:ext cx="847884" cy="236063"/>
          </a:xfrm>
          <a:custGeom>
            <a:avLst/>
            <a:gdLst>
              <a:gd name="T0" fmla="*/ 0 w 1773"/>
              <a:gd name="T1" fmla="*/ 0 h 311"/>
              <a:gd name="T2" fmla="*/ 1772 w 1773"/>
              <a:gd name="T3" fmla="*/ 0 h 311"/>
              <a:gd name="T4" fmla="*/ 1772 w 1773"/>
              <a:gd name="T5" fmla="*/ 310 h 311"/>
              <a:gd name="T6" fmla="*/ 0 w 1773"/>
              <a:gd name="T7" fmla="*/ 310 h 311"/>
              <a:gd name="T8" fmla="*/ 0 w 1773"/>
              <a:gd name="T9" fmla="*/ 0 h 311"/>
            </a:gdLst>
            <a:ahLst/>
            <a:cxnLst>
              <a:cxn ang="0">
                <a:pos x="T0" y="T1"/>
              </a:cxn>
              <a:cxn ang="0">
                <a:pos x="T2" y="T3"/>
              </a:cxn>
              <a:cxn ang="0">
                <a:pos x="T4" y="T5"/>
              </a:cxn>
              <a:cxn ang="0">
                <a:pos x="T6" y="T7"/>
              </a:cxn>
              <a:cxn ang="0">
                <a:pos x="T8" y="T9"/>
              </a:cxn>
            </a:cxnLst>
            <a:rect l="0" t="0" r="r" b="b"/>
            <a:pathLst>
              <a:path w="1773" h="311">
                <a:moveTo>
                  <a:pt x="0" y="0"/>
                </a:moveTo>
                <a:lnTo>
                  <a:pt x="1772" y="0"/>
                </a:lnTo>
                <a:lnTo>
                  <a:pt x="1772" y="310"/>
                </a:lnTo>
                <a:lnTo>
                  <a:pt x="0" y="310"/>
                </a:lnTo>
                <a:lnTo>
                  <a:pt x="0" y="0"/>
                </a:lnTo>
              </a:path>
            </a:pathLst>
          </a:custGeom>
          <a:solidFill>
            <a:schemeClr val="accent2"/>
          </a:solidFill>
          <a:ln>
            <a:noFill/>
          </a:ln>
          <a:effectLst/>
        </p:spPr>
        <p:txBody>
          <a:bodyPr wrap="none" lIns="60926" tIns="30463" rIns="60926" bIns="30463" anchor="ctr"/>
          <a:lstStyle/>
          <a:p>
            <a:endParaRPr lang="en-US" sz="1800" dirty="0">
              <a:latin typeface="微软雅黑" panose="020B0503020204020204" charset="-122"/>
            </a:endParaRPr>
          </a:p>
        </p:txBody>
      </p:sp>
      <p:sp>
        <p:nvSpPr>
          <p:cNvPr id="243" name="Rectangle 242"/>
          <p:cNvSpPr/>
          <p:nvPr/>
        </p:nvSpPr>
        <p:spPr>
          <a:xfrm>
            <a:off x="5488796" y="3628173"/>
            <a:ext cx="382270" cy="288925"/>
          </a:xfrm>
          <a:prstGeom prst="rect">
            <a:avLst/>
          </a:prstGeom>
          <a:noFill/>
        </p:spPr>
        <p:txBody>
          <a:bodyPr wrap="none" lIns="109709" tIns="54855" rIns="109709" bIns="54855">
            <a:spAutoFit/>
          </a:bodyPr>
          <a:lstStyle/>
          <a:p>
            <a:pPr algn="ctr"/>
            <a:r>
              <a:rPr lang="en-US" sz="1100" dirty="0">
                <a:solidFill>
                  <a:schemeClr val="tx2"/>
                </a:solidFill>
                <a:latin typeface="微软雅黑" panose="020B0503020204020204" charset="-122"/>
                <a:ea typeface="Open Sans Light" panose="020B0306030504020204" pitchFamily="34" charset="0"/>
                <a:cs typeface="Aparajita" panose="020B0604020202020204" pitchFamily="34" charset="0"/>
              </a:rPr>
              <a:t>97</a:t>
            </a:r>
            <a:endParaRPr lang="bg-BG" sz="1100" dirty="0">
              <a:latin typeface="Lato Regular"/>
              <a:cs typeface="Aparajita" panose="020B0604020202020204" pitchFamily="34" charset="0"/>
            </a:endParaRPr>
          </a:p>
        </p:txBody>
      </p:sp>
      <p:sp>
        <p:nvSpPr>
          <p:cNvPr id="244" name="Rectangle 243"/>
          <p:cNvSpPr/>
          <p:nvPr/>
        </p:nvSpPr>
        <p:spPr>
          <a:xfrm>
            <a:off x="5885925" y="3965964"/>
            <a:ext cx="382270" cy="288925"/>
          </a:xfrm>
          <a:prstGeom prst="rect">
            <a:avLst/>
          </a:prstGeom>
          <a:noFill/>
        </p:spPr>
        <p:txBody>
          <a:bodyPr wrap="none" lIns="109709" tIns="54855" rIns="109709" bIns="54855">
            <a:spAutoFit/>
          </a:bodyPr>
          <a:lstStyle/>
          <a:p>
            <a:pPr algn="ctr"/>
            <a:r>
              <a:rPr lang="en-US" sz="1100" dirty="0">
                <a:solidFill>
                  <a:schemeClr val="tx2"/>
                </a:solidFill>
                <a:latin typeface="微软雅黑" panose="020B0503020204020204" charset="-122"/>
                <a:ea typeface="Open Sans Light" panose="020B0306030504020204" pitchFamily="34" charset="0"/>
                <a:cs typeface="Aparajita" panose="020B0604020202020204" pitchFamily="34" charset="0"/>
              </a:rPr>
              <a:t>76</a:t>
            </a:r>
            <a:endParaRPr lang="bg-BG" sz="1100" dirty="0">
              <a:latin typeface="Lato Regular"/>
              <a:cs typeface="Aparajita" panose="020B0604020202020204" pitchFamily="34" charset="0"/>
            </a:endParaRPr>
          </a:p>
        </p:txBody>
      </p:sp>
      <p:sp>
        <p:nvSpPr>
          <p:cNvPr id="245" name="Rectangle 244"/>
          <p:cNvSpPr/>
          <p:nvPr/>
        </p:nvSpPr>
        <p:spPr>
          <a:xfrm>
            <a:off x="6303089" y="4150932"/>
            <a:ext cx="382270" cy="288925"/>
          </a:xfrm>
          <a:prstGeom prst="rect">
            <a:avLst/>
          </a:prstGeom>
          <a:noFill/>
        </p:spPr>
        <p:txBody>
          <a:bodyPr wrap="none" lIns="109709" tIns="54855" rIns="109709" bIns="54855">
            <a:spAutoFit/>
          </a:bodyPr>
          <a:lstStyle/>
          <a:p>
            <a:pPr algn="ctr"/>
            <a:r>
              <a:rPr lang="en-US" sz="1100" dirty="0">
                <a:solidFill>
                  <a:schemeClr val="tx2"/>
                </a:solidFill>
                <a:latin typeface="微软雅黑" panose="020B0503020204020204" charset="-122"/>
                <a:ea typeface="Open Sans Light" panose="020B0306030504020204" pitchFamily="34" charset="0"/>
                <a:cs typeface="Aparajita" panose="020B0604020202020204" pitchFamily="34" charset="0"/>
              </a:rPr>
              <a:t>68</a:t>
            </a:r>
            <a:endParaRPr lang="bg-BG" sz="1100" dirty="0">
              <a:latin typeface="Lato Regular"/>
              <a:cs typeface="Aparajita" panose="020B0604020202020204" pitchFamily="34" charset="0"/>
            </a:endParaRPr>
          </a:p>
        </p:txBody>
      </p:sp>
      <p:sp>
        <p:nvSpPr>
          <p:cNvPr id="246" name="Rectangle 245"/>
          <p:cNvSpPr/>
          <p:nvPr/>
        </p:nvSpPr>
        <p:spPr>
          <a:xfrm>
            <a:off x="6709280" y="3839015"/>
            <a:ext cx="382270" cy="288925"/>
          </a:xfrm>
          <a:prstGeom prst="rect">
            <a:avLst/>
          </a:prstGeom>
          <a:noFill/>
        </p:spPr>
        <p:txBody>
          <a:bodyPr wrap="none" lIns="109709" tIns="54855" rIns="109709" bIns="54855">
            <a:spAutoFit/>
          </a:bodyPr>
          <a:lstStyle/>
          <a:p>
            <a:pPr algn="ctr"/>
            <a:r>
              <a:rPr lang="en-US" sz="1100" dirty="0">
                <a:solidFill>
                  <a:schemeClr val="tx2"/>
                </a:solidFill>
                <a:latin typeface="微软雅黑" panose="020B0503020204020204" charset="-122"/>
                <a:ea typeface="Open Sans Light" panose="020B0306030504020204" pitchFamily="34" charset="0"/>
                <a:cs typeface="Aparajita" panose="020B0604020202020204" pitchFamily="34" charset="0"/>
              </a:rPr>
              <a:t>83</a:t>
            </a:r>
            <a:endParaRPr lang="bg-BG" sz="1100" dirty="0">
              <a:latin typeface="Lato Regular"/>
              <a:cs typeface="Aparajita" panose="020B0604020202020204" pitchFamily="34" charset="0"/>
            </a:endParaRPr>
          </a:p>
        </p:txBody>
      </p:sp>
      <p:sp>
        <p:nvSpPr>
          <p:cNvPr id="247" name="Rectangle 246"/>
          <p:cNvSpPr/>
          <p:nvPr/>
        </p:nvSpPr>
        <p:spPr>
          <a:xfrm>
            <a:off x="8686699" y="3979044"/>
            <a:ext cx="382270" cy="288925"/>
          </a:xfrm>
          <a:prstGeom prst="rect">
            <a:avLst/>
          </a:prstGeom>
          <a:noFill/>
        </p:spPr>
        <p:txBody>
          <a:bodyPr wrap="none" lIns="109709" tIns="54855" rIns="109709" bIns="54855">
            <a:spAutoFit/>
          </a:bodyPr>
          <a:lstStyle/>
          <a:p>
            <a:pPr algn="ctr"/>
            <a:r>
              <a:rPr lang="en-US" sz="1100" dirty="0">
                <a:solidFill>
                  <a:schemeClr val="tx2"/>
                </a:solidFill>
                <a:latin typeface="微软雅黑" panose="020B0503020204020204" charset="-122"/>
                <a:ea typeface="Open Sans Light" panose="020B0306030504020204" pitchFamily="34" charset="0"/>
                <a:cs typeface="Aparajita" panose="020B0604020202020204" pitchFamily="34" charset="0"/>
              </a:rPr>
              <a:t>76</a:t>
            </a:r>
            <a:endParaRPr lang="bg-BG" sz="1100" dirty="0">
              <a:latin typeface="Lato Regular"/>
              <a:cs typeface="Aparajita" panose="020B0604020202020204" pitchFamily="34" charset="0"/>
            </a:endParaRPr>
          </a:p>
        </p:txBody>
      </p:sp>
      <p:sp>
        <p:nvSpPr>
          <p:cNvPr id="248" name="Rectangle 247"/>
          <p:cNvSpPr/>
          <p:nvPr/>
        </p:nvSpPr>
        <p:spPr>
          <a:xfrm>
            <a:off x="9071892" y="3552592"/>
            <a:ext cx="382270" cy="288925"/>
          </a:xfrm>
          <a:prstGeom prst="rect">
            <a:avLst/>
          </a:prstGeom>
          <a:noFill/>
        </p:spPr>
        <p:txBody>
          <a:bodyPr wrap="none" lIns="109709" tIns="54855" rIns="109709" bIns="54855">
            <a:spAutoFit/>
          </a:bodyPr>
          <a:lstStyle/>
          <a:p>
            <a:pPr algn="ctr"/>
            <a:r>
              <a:rPr lang="en-US" sz="1100" dirty="0">
                <a:solidFill>
                  <a:schemeClr val="tx2"/>
                </a:solidFill>
                <a:latin typeface="微软雅黑" panose="020B0503020204020204" charset="-122"/>
                <a:ea typeface="Open Sans Light" panose="020B0306030504020204" pitchFamily="34" charset="0"/>
                <a:cs typeface="Aparajita" panose="020B0604020202020204" pitchFamily="34" charset="0"/>
              </a:rPr>
              <a:t>99</a:t>
            </a:r>
            <a:endParaRPr lang="bg-BG" sz="1100" dirty="0">
              <a:latin typeface="Lato Regular"/>
              <a:cs typeface="Aparajita" panose="020B0604020202020204" pitchFamily="34" charset="0"/>
            </a:endParaRPr>
          </a:p>
        </p:txBody>
      </p:sp>
      <p:sp>
        <p:nvSpPr>
          <p:cNvPr id="249" name="Rectangle 248"/>
          <p:cNvSpPr/>
          <p:nvPr/>
        </p:nvSpPr>
        <p:spPr>
          <a:xfrm>
            <a:off x="9486659" y="3832650"/>
            <a:ext cx="382270" cy="288925"/>
          </a:xfrm>
          <a:prstGeom prst="rect">
            <a:avLst/>
          </a:prstGeom>
          <a:noFill/>
        </p:spPr>
        <p:txBody>
          <a:bodyPr wrap="none" lIns="109709" tIns="54855" rIns="109709" bIns="54855">
            <a:spAutoFit/>
          </a:bodyPr>
          <a:lstStyle/>
          <a:p>
            <a:pPr algn="ctr"/>
            <a:r>
              <a:rPr lang="en-US" sz="1100" dirty="0">
                <a:solidFill>
                  <a:schemeClr val="tx2"/>
                </a:solidFill>
                <a:latin typeface="微软雅黑" panose="020B0503020204020204" charset="-122"/>
                <a:ea typeface="Open Sans Light" panose="020B0306030504020204" pitchFamily="34" charset="0"/>
                <a:cs typeface="Aparajita" panose="020B0604020202020204" pitchFamily="34" charset="0"/>
              </a:rPr>
              <a:t>84</a:t>
            </a:r>
            <a:endParaRPr lang="bg-BG" sz="1100" dirty="0">
              <a:latin typeface="Lato Regular"/>
              <a:cs typeface="Aparajita" panose="020B0604020202020204" pitchFamily="34" charset="0"/>
            </a:endParaRPr>
          </a:p>
        </p:txBody>
      </p:sp>
      <p:sp>
        <p:nvSpPr>
          <p:cNvPr id="250" name="Rectangle 249"/>
          <p:cNvSpPr/>
          <p:nvPr/>
        </p:nvSpPr>
        <p:spPr>
          <a:xfrm>
            <a:off x="9878280" y="4139794"/>
            <a:ext cx="382270" cy="288925"/>
          </a:xfrm>
          <a:prstGeom prst="rect">
            <a:avLst/>
          </a:prstGeom>
          <a:noFill/>
        </p:spPr>
        <p:txBody>
          <a:bodyPr wrap="none" lIns="109709" tIns="54855" rIns="109709" bIns="54855">
            <a:spAutoFit/>
          </a:bodyPr>
          <a:lstStyle/>
          <a:p>
            <a:pPr algn="ctr"/>
            <a:r>
              <a:rPr lang="en-US" sz="1100" dirty="0">
                <a:solidFill>
                  <a:schemeClr val="tx2"/>
                </a:solidFill>
                <a:latin typeface="微软雅黑" panose="020B0503020204020204" charset="-122"/>
                <a:ea typeface="Open Sans Light" panose="020B0306030504020204" pitchFamily="34" charset="0"/>
                <a:cs typeface="Aparajita" panose="020B0604020202020204" pitchFamily="34" charset="0"/>
              </a:rPr>
              <a:t>64</a:t>
            </a:r>
            <a:endParaRPr lang="bg-BG" sz="1100" dirty="0">
              <a:latin typeface="Lato Regular"/>
              <a:cs typeface="Aparajita" panose="020B0604020202020204" pitchFamily="34" charset="0"/>
            </a:endParaRPr>
          </a:p>
        </p:txBody>
      </p:sp>
      <p:sp>
        <p:nvSpPr>
          <p:cNvPr id="251" name="Oval 250"/>
          <p:cNvSpPr/>
          <p:nvPr/>
        </p:nvSpPr>
        <p:spPr>
          <a:xfrm>
            <a:off x="8449411" y="5358554"/>
            <a:ext cx="79148" cy="7916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lstStyle/>
          <a:p>
            <a:pPr algn="ctr"/>
            <a:endParaRPr lang="bg-BG" sz="1800" dirty="0"/>
          </a:p>
        </p:txBody>
      </p:sp>
      <p:sp>
        <p:nvSpPr>
          <p:cNvPr id="252" name="Oval 251"/>
          <p:cNvSpPr/>
          <p:nvPr/>
        </p:nvSpPr>
        <p:spPr>
          <a:xfrm>
            <a:off x="8049308" y="5358554"/>
            <a:ext cx="79148" cy="7916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lstStyle/>
          <a:p>
            <a:pPr algn="ctr"/>
            <a:endParaRPr lang="bg-BG" sz="1800" dirty="0"/>
          </a:p>
        </p:txBody>
      </p:sp>
      <p:sp>
        <p:nvSpPr>
          <p:cNvPr id="253" name="Oval 252"/>
          <p:cNvSpPr/>
          <p:nvPr/>
        </p:nvSpPr>
        <p:spPr>
          <a:xfrm>
            <a:off x="7649202" y="5358554"/>
            <a:ext cx="79148" cy="7916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lstStyle/>
          <a:p>
            <a:pPr algn="ctr"/>
            <a:endParaRPr lang="bg-BG" sz="1800" dirty="0"/>
          </a:p>
        </p:txBody>
      </p:sp>
      <p:sp>
        <p:nvSpPr>
          <p:cNvPr id="254" name="Oval 253"/>
          <p:cNvSpPr/>
          <p:nvPr/>
        </p:nvSpPr>
        <p:spPr>
          <a:xfrm>
            <a:off x="7249097" y="5358554"/>
            <a:ext cx="79148" cy="7916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lstStyle/>
          <a:p>
            <a:pPr algn="ctr"/>
            <a:endParaRPr lang="bg-BG" sz="1800" dirty="0"/>
          </a:p>
        </p:txBody>
      </p:sp>
      <p:sp>
        <p:nvSpPr>
          <p:cNvPr id="255" name="Rectangle 254"/>
          <p:cNvSpPr/>
          <p:nvPr/>
        </p:nvSpPr>
        <p:spPr>
          <a:xfrm>
            <a:off x="8252899" y="5443852"/>
            <a:ext cx="455295" cy="264160"/>
          </a:xfrm>
          <a:prstGeom prst="rect">
            <a:avLst/>
          </a:prstGeom>
          <a:noFill/>
        </p:spPr>
        <p:txBody>
          <a:bodyPr wrap="none" lIns="109709" tIns="54855" rIns="109709" bIns="54855">
            <a:spAutoFit/>
          </a:bodyPr>
          <a:lstStyle/>
          <a:p>
            <a:pPr algn="ctr"/>
            <a:r>
              <a:rPr lang="en-US" sz="950" dirty="0">
                <a:solidFill>
                  <a:schemeClr val="tx2"/>
                </a:solidFill>
                <a:latin typeface="微软雅黑" panose="020B0503020204020204" charset="-122"/>
                <a:ea typeface="Open Sans Light" panose="020B0306030504020204" pitchFamily="34" charset="0"/>
                <a:cs typeface="Aparajita" panose="020B0604020202020204" pitchFamily="34" charset="0"/>
              </a:rPr>
              <a:t>Aug</a:t>
            </a:r>
            <a:endParaRPr lang="bg-BG" sz="950" dirty="0">
              <a:latin typeface="Lato Regular"/>
              <a:cs typeface="Aparajita" panose="020B0604020202020204" pitchFamily="34" charset="0"/>
            </a:endParaRPr>
          </a:p>
        </p:txBody>
      </p:sp>
      <p:sp>
        <p:nvSpPr>
          <p:cNvPr id="256" name="Rectangle 255"/>
          <p:cNvSpPr/>
          <p:nvPr/>
        </p:nvSpPr>
        <p:spPr>
          <a:xfrm>
            <a:off x="7897048" y="5443852"/>
            <a:ext cx="372745" cy="264160"/>
          </a:xfrm>
          <a:prstGeom prst="rect">
            <a:avLst/>
          </a:prstGeom>
          <a:noFill/>
        </p:spPr>
        <p:txBody>
          <a:bodyPr wrap="none" lIns="109709" tIns="54855" rIns="109709" bIns="54855">
            <a:spAutoFit/>
          </a:bodyPr>
          <a:lstStyle/>
          <a:p>
            <a:pPr algn="ctr"/>
            <a:r>
              <a:rPr lang="en-US" sz="950" dirty="0">
                <a:solidFill>
                  <a:schemeClr val="tx2"/>
                </a:solidFill>
                <a:latin typeface="微软雅黑" panose="020B0503020204020204" charset="-122"/>
                <a:ea typeface="Open Sans Light" panose="020B0306030504020204" pitchFamily="34" charset="0"/>
                <a:cs typeface="Aparajita" panose="020B0604020202020204" pitchFamily="34" charset="0"/>
              </a:rPr>
              <a:t>Jul</a:t>
            </a:r>
            <a:endParaRPr lang="bg-BG" sz="950" dirty="0">
              <a:latin typeface="Lato Regular"/>
              <a:cs typeface="Aparajita" panose="020B0604020202020204" pitchFamily="34" charset="0"/>
            </a:endParaRPr>
          </a:p>
        </p:txBody>
      </p:sp>
      <p:sp>
        <p:nvSpPr>
          <p:cNvPr id="257" name="Rectangle 256"/>
          <p:cNvSpPr/>
          <p:nvPr/>
        </p:nvSpPr>
        <p:spPr>
          <a:xfrm>
            <a:off x="7478961" y="5443852"/>
            <a:ext cx="414655" cy="264160"/>
          </a:xfrm>
          <a:prstGeom prst="rect">
            <a:avLst/>
          </a:prstGeom>
          <a:noFill/>
        </p:spPr>
        <p:txBody>
          <a:bodyPr wrap="none" lIns="109709" tIns="54855" rIns="109709" bIns="54855">
            <a:spAutoFit/>
          </a:bodyPr>
          <a:lstStyle/>
          <a:p>
            <a:pPr algn="ctr"/>
            <a:r>
              <a:rPr lang="en-US" sz="950" dirty="0">
                <a:solidFill>
                  <a:schemeClr val="tx2"/>
                </a:solidFill>
                <a:latin typeface="微软雅黑" panose="020B0503020204020204" charset="-122"/>
                <a:ea typeface="Open Sans Light" panose="020B0306030504020204" pitchFamily="34" charset="0"/>
                <a:cs typeface="Aparajita" panose="020B0604020202020204" pitchFamily="34" charset="0"/>
              </a:rPr>
              <a:t>Jun</a:t>
            </a:r>
            <a:endParaRPr lang="bg-BG" sz="950" dirty="0">
              <a:latin typeface="Lato Regular"/>
              <a:cs typeface="Aparajita" panose="020B0604020202020204" pitchFamily="34" charset="0"/>
            </a:endParaRPr>
          </a:p>
        </p:txBody>
      </p:sp>
      <p:sp>
        <p:nvSpPr>
          <p:cNvPr id="258" name="Rectangle 257"/>
          <p:cNvSpPr/>
          <p:nvPr/>
        </p:nvSpPr>
        <p:spPr>
          <a:xfrm>
            <a:off x="7055475" y="5443852"/>
            <a:ext cx="467360" cy="264160"/>
          </a:xfrm>
          <a:prstGeom prst="rect">
            <a:avLst/>
          </a:prstGeom>
          <a:noFill/>
        </p:spPr>
        <p:txBody>
          <a:bodyPr wrap="none" lIns="109709" tIns="54855" rIns="109709" bIns="54855">
            <a:spAutoFit/>
          </a:bodyPr>
          <a:lstStyle/>
          <a:p>
            <a:pPr algn="ctr"/>
            <a:r>
              <a:rPr lang="en-US" sz="950" dirty="0">
                <a:solidFill>
                  <a:schemeClr val="tx2"/>
                </a:solidFill>
                <a:latin typeface="微软雅黑" panose="020B0503020204020204" charset="-122"/>
                <a:ea typeface="Open Sans Light" panose="020B0306030504020204" pitchFamily="34" charset="0"/>
                <a:cs typeface="Aparajita" panose="020B0604020202020204" pitchFamily="34" charset="0"/>
              </a:rPr>
              <a:t>May</a:t>
            </a:r>
            <a:endParaRPr lang="bg-BG" sz="950" dirty="0">
              <a:latin typeface="Lato Regular"/>
              <a:cs typeface="Aparajita" panose="020B0604020202020204" pitchFamily="34" charset="0"/>
            </a:endParaRPr>
          </a:p>
        </p:txBody>
      </p:sp>
      <p:sp>
        <p:nvSpPr>
          <p:cNvPr id="259" name="Freeform 118"/>
          <p:cNvSpPr>
            <a:spLocks noChangeArrowheads="1"/>
          </p:cNvSpPr>
          <p:nvPr/>
        </p:nvSpPr>
        <p:spPr bwMode="auto">
          <a:xfrm rot="16200000">
            <a:off x="6782694" y="4627377"/>
            <a:ext cx="1037249" cy="265746"/>
          </a:xfrm>
          <a:custGeom>
            <a:avLst/>
            <a:gdLst>
              <a:gd name="T0" fmla="*/ 0 w 1615"/>
              <a:gd name="T1" fmla="*/ 0 h 311"/>
              <a:gd name="T2" fmla="*/ 1614 w 1615"/>
              <a:gd name="T3" fmla="*/ 0 h 311"/>
              <a:gd name="T4" fmla="*/ 1614 w 1615"/>
              <a:gd name="T5" fmla="*/ 310 h 311"/>
              <a:gd name="T6" fmla="*/ 0 w 1615"/>
              <a:gd name="T7" fmla="*/ 310 h 311"/>
              <a:gd name="T8" fmla="*/ 0 w 1615"/>
              <a:gd name="T9" fmla="*/ 0 h 311"/>
            </a:gdLst>
            <a:ahLst/>
            <a:cxnLst>
              <a:cxn ang="0">
                <a:pos x="T0" y="T1"/>
              </a:cxn>
              <a:cxn ang="0">
                <a:pos x="T2" y="T3"/>
              </a:cxn>
              <a:cxn ang="0">
                <a:pos x="T4" y="T5"/>
              </a:cxn>
              <a:cxn ang="0">
                <a:pos x="T6" y="T7"/>
              </a:cxn>
              <a:cxn ang="0">
                <a:pos x="T8" y="T9"/>
              </a:cxn>
            </a:cxnLst>
            <a:rect l="0" t="0" r="r" b="b"/>
            <a:pathLst>
              <a:path w="1615" h="311">
                <a:moveTo>
                  <a:pt x="0" y="0"/>
                </a:moveTo>
                <a:lnTo>
                  <a:pt x="1614" y="0"/>
                </a:lnTo>
                <a:lnTo>
                  <a:pt x="1614" y="310"/>
                </a:lnTo>
                <a:lnTo>
                  <a:pt x="0" y="310"/>
                </a:lnTo>
                <a:lnTo>
                  <a:pt x="0" y="0"/>
                </a:lnTo>
              </a:path>
            </a:pathLst>
          </a:custGeom>
          <a:solidFill>
            <a:schemeClr val="accent5"/>
          </a:solidFill>
          <a:ln>
            <a:noFill/>
          </a:ln>
          <a:effectLst/>
        </p:spPr>
        <p:txBody>
          <a:bodyPr wrap="none" lIns="60926" tIns="30463" rIns="60926" bIns="30463" anchor="ctr"/>
          <a:lstStyle/>
          <a:p>
            <a:endParaRPr lang="en-US" sz="1800" dirty="0">
              <a:latin typeface="微软雅黑" panose="020B0503020204020204" charset="-122"/>
            </a:endParaRPr>
          </a:p>
        </p:txBody>
      </p:sp>
      <p:sp>
        <p:nvSpPr>
          <p:cNvPr id="260" name="Freeform 119"/>
          <p:cNvSpPr>
            <a:spLocks noChangeArrowheads="1"/>
          </p:cNvSpPr>
          <p:nvPr/>
        </p:nvSpPr>
        <p:spPr bwMode="auto">
          <a:xfrm rot="16200000">
            <a:off x="6960568" y="4436131"/>
            <a:ext cx="1449426" cy="236064"/>
          </a:xfrm>
          <a:custGeom>
            <a:avLst/>
            <a:gdLst>
              <a:gd name="T0" fmla="*/ 0 w 2218"/>
              <a:gd name="T1" fmla="*/ 0 h 311"/>
              <a:gd name="T2" fmla="*/ 2217 w 2218"/>
              <a:gd name="T3" fmla="*/ 0 h 311"/>
              <a:gd name="T4" fmla="*/ 2217 w 2218"/>
              <a:gd name="T5" fmla="*/ 310 h 311"/>
              <a:gd name="T6" fmla="*/ 0 w 2218"/>
              <a:gd name="T7" fmla="*/ 310 h 311"/>
              <a:gd name="T8" fmla="*/ 0 w 2218"/>
              <a:gd name="T9" fmla="*/ 0 h 311"/>
            </a:gdLst>
            <a:ahLst/>
            <a:cxnLst>
              <a:cxn ang="0">
                <a:pos x="T0" y="T1"/>
              </a:cxn>
              <a:cxn ang="0">
                <a:pos x="T2" y="T3"/>
              </a:cxn>
              <a:cxn ang="0">
                <a:pos x="T4" y="T5"/>
              </a:cxn>
              <a:cxn ang="0">
                <a:pos x="T6" y="T7"/>
              </a:cxn>
              <a:cxn ang="0">
                <a:pos x="T8" y="T9"/>
              </a:cxn>
            </a:cxnLst>
            <a:rect l="0" t="0" r="r" b="b"/>
            <a:pathLst>
              <a:path w="2218" h="311">
                <a:moveTo>
                  <a:pt x="0" y="0"/>
                </a:moveTo>
                <a:lnTo>
                  <a:pt x="2217" y="0"/>
                </a:lnTo>
                <a:lnTo>
                  <a:pt x="2217" y="310"/>
                </a:lnTo>
                <a:lnTo>
                  <a:pt x="0" y="310"/>
                </a:lnTo>
                <a:lnTo>
                  <a:pt x="0" y="0"/>
                </a:lnTo>
              </a:path>
            </a:pathLst>
          </a:custGeom>
          <a:solidFill>
            <a:schemeClr val="accent1"/>
          </a:solidFill>
          <a:ln>
            <a:noFill/>
          </a:ln>
          <a:effectLst/>
        </p:spPr>
        <p:txBody>
          <a:bodyPr wrap="none" lIns="60926" tIns="30463" rIns="60926" bIns="30463" anchor="ctr"/>
          <a:lstStyle/>
          <a:p>
            <a:endParaRPr lang="en-US" sz="1800" dirty="0">
              <a:latin typeface="微软雅黑" panose="020B0503020204020204" charset="-122"/>
            </a:endParaRPr>
          </a:p>
        </p:txBody>
      </p:sp>
      <p:sp>
        <p:nvSpPr>
          <p:cNvPr id="261" name="Freeform 120"/>
          <p:cNvSpPr>
            <a:spLocks noChangeArrowheads="1"/>
          </p:cNvSpPr>
          <p:nvPr/>
        </p:nvSpPr>
        <p:spPr bwMode="auto">
          <a:xfrm rot="16200000">
            <a:off x="7510574" y="4573780"/>
            <a:ext cx="1172884" cy="237311"/>
          </a:xfrm>
          <a:custGeom>
            <a:avLst/>
            <a:gdLst>
              <a:gd name="T0" fmla="*/ 0 w 1148"/>
              <a:gd name="T1" fmla="*/ 0 h 310"/>
              <a:gd name="T2" fmla="*/ 1147 w 1148"/>
              <a:gd name="T3" fmla="*/ 0 h 310"/>
              <a:gd name="T4" fmla="*/ 1147 w 1148"/>
              <a:gd name="T5" fmla="*/ 309 h 310"/>
              <a:gd name="T6" fmla="*/ 0 w 1148"/>
              <a:gd name="T7" fmla="*/ 309 h 310"/>
              <a:gd name="T8" fmla="*/ 0 w 1148"/>
              <a:gd name="T9" fmla="*/ 0 h 310"/>
            </a:gdLst>
            <a:ahLst/>
            <a:cxnLst>
              <a:cxn ang="0">
                <a:pos x="T0" y="T1"/>
              </a:cxn>
              <a:cxn ang="0">
                <a:pos x="T2" y="T3"/>
              </a:cxn>
              <a:cxn ang="0">
                <a:pos x="T4" y="T5"/>
              </a:cxn>
              <a:cxn ang="0">
                <a:pos x="T6" y="T7"/>
              </a:cxn>
              <a:cxn ang="0">
                <a:pos x="T8" y="T9"/>
              </a:cxn>
            </a:cxnLst>
            <a:rect l="0" t="0" r="r" b="b"/>
            <a:pathLst>
              <a:path w="1148" h="310">
                <a:moveTo>
                  <a:pt x="0" y="0"/>
                </a:moveTo>
                <a:lnTo>
                  <a:pt x="1147" y="0"/>
                </a:lnTo>
                <a:lnTo>
                  <a:pt x="1147" y="309"/>
                </a:lnTo>
                <a:lnTo>
                  <a:pt x="0" y="309"/>
                </a:lnTo>
                <a:lnTo>
                  <a:pt x="0" y="0"/>
                </a:lnTo>
              </a:path>
            </a:pathLst>
          </a:custGeom>
          <a:solidFill>
            <a:schemeClr val="accent2"/>
          </a:solidFill>
          <a:ln>
            <a:noFill/>
          </a:ln>
          <a:effectLst/>
        </p:spPr>
        <p:txBody>
          <a:bodyPr wrap="none" lIns="60926" tIns="30463" rIns="60926" bIns="30463" anchor="ctr"/>
          <a:lstStyle/>
          <a:p>
            <a:endParaRPr lang="en-US" sz="1800" dirty="0">
              <a:latin typeface="微软雅黑" panose="020B0503020204020204" charset="-122"/>
            </a:endParaRPr>
          </a:p>
        </p:txBody>
      </p:sp>
      <p:sp>
        <p:nvSpPr>
          <p:cNvPr id="262" name="Freeform 124"/>
          <p:cNvSpPr>
            <a:spLocks noChangeArrowheads="1"/>
          </p:cNvSpPr>
          <p:nvPr/>
        </p:nvSpPr>
        <p:spPr bwMode="auto">
          <a:xfrm rot="16200000">
            <a:off x="8071254" y="4736902"/>
            <a:ext cx="847884" cy="236063"/>
          </a:xfrm>
          <a:custGeom>
            <a:avLst/>
            <a:gdLst>
              <a:gd name="T0" fmla="*/ 0 w 1773"/>
              <a:gd name="T1" fmla="*/ 0 h 311"/>
              <a:gd name="T2" fmla="*/ 1772 w 1773"/>
              <a:gd name="T3" fmla="*/ 0 h 311"/>
              <a:gd name="T4" fmla="*/ 1772 w 1773"/>
              <a:gd name="T5" fmla="*/ 310 h 311"/>
              <a:gd name="T6" fmla="*/ 0 w 1773"/>
              <a:gd name="T7" fmla="*/ 310 h 311"/>
              <a:gd name="T8" fmla="*/ 0 w 1773"/>
              <a:gd name="T9" fmla="*/ 0 h 311"/>
            </a:gdLst>
            <a:ahLst/>
            <a:cxnLst>
              <a:cxn ang="0">
                <a:pos x="T0" y="T1"/>
              </a:cxn>
              <a:cxn ang="0">
                <a:pos x="T2" y="T3"/>
              </a:cxn>
              <a:cxn ang="0">
                <a:pos x="T4" y="T5"/>
              </a:cxn>
              <a:cxn ang="0">
                <a:pos x="T6" y="T7"/>
              </a:cxn>
              <a:cxn ang="0">
                <a:pos x="T8" y="T9"/>
              </a:cxn>
            </a:cxnLst>
            <a:rect l="0" t="0" r="r" b="b"/>
            <a:pathLst>
              <a:path w="1773" h="311">
                <a:moveTo>
                  <a:pt x="0" y="0"/>
                </a:moveTo>
                <a:lnTo>
                  <a:pt x="1772" y="0"/>
                </a:lnTo>
                <a:lnTo>
                  <a:pt x="1772" y="310"/>
                </a:lnTo>
                <a:lnTo>
                  <a:pt x="0" y="310"/>
                </a:lnTo>
                <a:lnTo>
                  <a:pt x="0" y="0"/>
                </a:lnTo>
              </a:path>
            </a:pathLst>
          </a:custGeom>
          <a:solidFill>
            <a:schemeClr val="accent3"/>
          </a:solidFill>
          <a:ln>
            <a:noFill/>
          </a:ln>
          <a:effectLst/>
        </p:spPr>
        <p:txBody>
          <a:bodyPr wrap="none" lIns="60926" tIns="30463" rIns="60926" bIns="30463" anchor="ctr"/>
          <a:lstStyle/>
          <a:p>
            <a:endParaRPr lang="en-US" sz="1800" dirty="0">
              <a:latin typeface="微软雅黑" panose="020B0503020204020204" charset="-122"/>
            </a:endParaRPr>
          </a:p>
        </p:txBody>
      </p:sp>
      <p:sp>
        <p:nvSpPr>
          <p:cNvPr id="263" name="Rectangle 262"/>
          <p:cNvSpPr/>
          <p:nvPr/>
        </p:nvSpPr>
        <p:spPr>
          <a:xfrm>
            <a:off x="7111978" y="3979044"/>
            <a:ext cx="382270" cy="288925"/>
          </a:xfrm>
          <a:prstGeom prst="rect">
            <a:avLst/>
          </a:prstGeom>
          <a:noFill/>
        </p:spPr>
        <p:txBody>
          <a:bodyPr wrap="none" lIns="109709" tIns="54855" rIns="109709" bIns="54855">
            <a:spAutoFit/>
          </a:bodyPr>
          <a:lstStyle/>
          <a:p>
            <a:pPr algn="ctr"/>
            <a:r>
              <a:rPr lang="en-US" sz="1100" dirty="0">
                <a:solidFill>
                  <a:schemeClr val="tx2"/>
                </a:solidFill>
                <a:latin typeface="微软雅黑" panose="020B0503020204020204" charset="-122"/>
                <a:ea typeface="Open Sans Light" panose="020B0306030504020204" pitchFamily="34" charset="0"/>
                <a:cs typeface="Aparajita" panose="020B0604020202020204" pitchFamily="34" charset="0"/>
              </a:rPr>
              <a:t>76</a:t>
            </a:r>
            <a:endParaRPr lang="bg-BG" sz="1100" dirty="0">
              <a:latin typeface="Lato Regular"/>
              <a:cs typeface="Aparajita" panose="020B0604020202020204" pitchFamily="34" charset="0"/>
            </a:endParaRPr>
          </a:p>
        </p:txBody>
      </p:sp>
      <p:sp>
        <p:nvSpPr>
          <p:cNvPr id="264" name="Rectangle 263"/>
          <p:cNvSpPr/>
          <p:nvPr/>
        </p:nvSpPr>
        <p:spPr>
          <a:xfrm>
            <a:off x="7497171" y="3552592"/>
            <a:ext cx="382270" cy="288925"/>
          </a:xfrm>
          <a:prstGeom prst="rect">
            <a:avLst/>
          </a:prstGeom>
          <a:noFill/>
        </p:spPr>
        <p:txBody>
          <a:bodyPr wrap="none" lIns="109709" tIns="54855" rIns="109709" bIns="54855">
            <a:spAutoFit/>
          </a:bodyPr>
          <a:lstStyle/>
          <a:p>
            <a:pPr algn="ctr"/>
            <a:r>
              <a:rPr lang="en-US" sz="1100" dirty="0">
                <a:solidFill>
                  <a:schemeClr val="tx2"/>
                </a:solidFill>
                <a:latin typeface="微软雅黑" panose="020B0503020204020204" charset="-122"/>
                <a:ea typeface="Open Sans Light" panose="020B0306030504020204" pitchFamily="34" charset="0"/>
                <a:cs typeface="Aparajita" panose="020B0604020202020204" pitchFamily="34" charset="0"/>
              </a:rPr>
              <a:t>99</a:t>
            </a:r>
            <a:endParaRPr lang="bg-BG" sz="1100" dirty="0">
              <a:latin typeface="Lato Regular"/>
              <a:cs typeface="Aparajita" panose="020B0604020202020204" pitchFamily="34" charset="0"/>
            </a:endParaRPr>
          </a:p>
        </p:txBody>
      </p:sp>
      <p:sp>
        <p:nvSpPr>
          <p:cNvPr id="265" name="Rectangle 264"/>
          <p:cNvSpPr/>
          <p:nvPr/>
        </p:nvSpPr>
        <p:spPr>
          <a:xfrm>
            <a:off x="7911938" y="3832650"/>
            <a:ext cx="382270" cy="288925"/>
          </a:xfrm>
          <a:prstGeom prst="rect">
            <a:avLst/>
          </a:prstGeom>
          <a:noFill/>
        </p:spPr>
        <p:txBody>
          <a:bodyPr wrap="none" lIns="109709" tIns="54855" rIns="109709" bIns="54855">
            <a:spAutoFit/>
          </a:bodyPr>
          <a:lstStyle/>
          <a:p>
            <a:pPr algn="ctr"/>
            <a:r>
              <a:rPr lang="en-US" sz="1100" dirty="0">
                <a:solidFill>
                  <a:schemeClr val="tx2"/>
                </a:solidFill>
                <a:latin typeface="微软雅黑" panose="020B0503020204020204" charset="-122"/>
                <a:ea typeface="Open Sans Light" panose="020B0306030504020204" pitchFamily="34" charset="0"/>
                <a:cs typeface="Aparajita" panose="020B0604020202020204" pitchFamily="34" charset="0"/>
              </a:rPr>
              <a:t>84</a:t>
            </a:r>
            <a:endParaRPr lang="bg-BG" sz="1100" dirty="0">
              <a:latin typeface="Lato Regular"/>
              <a:cs typeface="Aparajita" panose="020B0604020202020204" pitchFamily="34" charset="0"/>
            </a:endParaRPr>
          </a:p>
        </p:txBody>
      </p:sp>
      <p:sp>
        <p:nvSpPr>
          <p:cNvPr id="266" name="Rectangle 265"/>
          <p:cNvSpPr/>
          <p:nvPr/>
        </p:nvSpPr>
        <p:spPr>
          <a:xfrm>
            <a:off x="8303559" y="4139794"/>
            <a:ext cx="382270" cy="288925"/>
          </a:xfrm>
          <a:prstGeom prst="rect">
            <a:avLst/>
          </a:prstGeom>
          <a:noFill/>
        </p:spPr>
        <p:txBody>
          <a:bodyPr wrap="none" lIns="109709" tIns="54855" rIns="109709" bIns="54855">
            <a:spAutoFit/>
          </a:bodyPr>
          <a:lstStyle/>
          <a:p>
            <a:pPr algn="ctr"/>
            <a:r>
              <a:rPr lang="en-US" sz="1100" dirty="0">
                <a:solidFill>
                  <a:schemeClr val="tx2"/>
                </a:solidFill>
                <a:latin typeface="微软雅黑" panose="020B0503020204020204" charset="-122"/>
                <a:ea typeface="Open Sans Light" panose="020B0306030504020204" pitchFamily="34" charset="0"/>
                <a:cs typeface="Aparajita" panose="020B0604020202020204" pitchFamily="34" charset="0"/>
              </a:rPr>
              <a:t>64</a:t>
            </a:r>
            <a:endParaRPr lang="bg-BG" sz="1100" dirty="0">
              <a:latin typeface="Lato Regular"/>
              <a:cs typeface="Aparajita" panose="020B0604020202020204" pitchFamily="34" charset="0"/>
            </a:endParaRPr>
          </a:p>
        </p:txBody>
      </p:sp>
    </p:spTree>
  </p:cSld>
  <p:clrMapOvr>
    <a:masterClrMapping/>
  </p:clrMapOvr>
  <p:transition advTm="3557">
    <p:check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par>
                                <p:cTn id="12" presetID="2" presetClass="entr" presetSubtype="8" fill="hold" nodeType="withEffect">
                                  <p:stCondLst>
                                    <p:cond delay="25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0-#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par>
                          <p:cTn id="20" fill="hold">
                            <p:stCondLst>
                              <p:cond delay="850"/>
                            </p:stCondLst>
                            <p:childTnLst>
                              <p:par>
                                <p:cTn id="21" presetID="47" presetClass="entr" presetSubtype="0" fill="hold" grpId="0" nodeType="afterEffect">
                                  <p:stCondLst>
                                    <p:cond delay="0"/>
                                  </p:stCondLst>
                                  <p:childTnLst>
                                    <p:set>
                                      <p:cBhvr>
                                        <p:cTn id="22" dur="1" fill="hold">
                                          <p:stCondLst>
                                            <p:cond delay="0"/>
                                          </p:stCondLst>
                                        </p:cTn>
                                        <p:tgtEl>
                                          <p:spTgt spid="59"/>
                                        </p:tgtEl>
                                        <p:attrNameLst>
                                          <p:attrName>style.visibility</p:attrName>
                                        </p:attrNameLst>
                                      </p:cBhvr>
                                      <p:to>
                                        <p:strVal val="visible"/>
                                      </p:to>
                                    </p:set>
                                    <p:animEffect transition="in" filter="fade">
                                      <p:cBhvr>
                                        <p:cTn id="23" dur="1000"/>
                                        <p:tgtEl>
                                          <p:spTgt spid="59"/>
                                        </p:tgtEl>
                                      </p:cBhvr>
                                    </p:animEffect>
                                    <p:anim calcmode="lin" valueType="num">
                                      <p:cBhvr>
                                        <p:cTn id="24" dur="1000" fill="hold"/>
                                        <p:tgtEl>
                                          <p:spTgt spid="59"/>
                                        </p:tgtEl>
                                        <p:attrNameLst>
                                          <p:attrName>ppt_x</p:attrName>
                                        </p:attrNameLst>
                                      </p:cBhvr>
                                      <p:tavLst>
                                        <p:tav tm="0">
                                          <p:val>
                                            <p:strVal val="#ppt_x"/>
                                          </p:val>
                                        </p:tav>
                                        <p:tav tm="100000">
                                          <p:val>
                                            <p:strVal val="#ppt_x"/>
                                          </p:val>
                                        </p:tav>
                                      </p:tavLst>
                                    </p:anim>
                                    <p:anim calcmode="lin" valueType="num">
                                      <p:cBhvr>
                                        <p:cTn id="25" dur="1000" fill="hold"/>
                                        <p:tgtEl>
                                          <p:spTgt spid="59"/>
                                        </p:tgtEl>
                                        <p:attrNameLst>
                                          <p:attrName>ppt_y</p:attrName>
                                        </p:attrNameLst>
                                      </p:cBhvr>
                                      <p:tavLst>
                                        <p:tav tm="0">
                                          <p:val>
                                            <p:strVal val="#ppt_y-.1"/>
                                          </p:val>
                                        </p:tav>
                                        <p:tav tm="100000">
                                          <p:val>
                                            <p:strVal val="#ppt_y"/>
                                          </p:val>
                                        </p:tav>
                                      </p:tavLst>
                                    </p:anim>
                                  </p:childTnLst>
                                </p:cTn>
                              </p:par>
                              <p:par>
                                <p:cTn id="26" presetID="47" presetClass="entr" presetSubtype="0" fill="hold" grpId="0" nodeType="withEffect">
                                  <p:stCondLst>
                                    <p:cond delay="0"/>
                                  </p:stCondLst>
                                  <p:childTnLst>
                                    <p:set>
                                      <p:cBhvr>
                                        <p:cTn id="27" dur="1" fill="hold">
                                          <p:stCondLst>
                                            <p:cond delay="0"/>
                                          </p:stCondLst>
                                        </p:cTn>
                                        <p:tgtEl>
                                          <p:spTgt spid="60"/>
                                        </p:tgtEl>
                                        <p:attrNameLst>
                                          <p:attrName>style.visibility</p:attrName>
                                        </p:attrNameLst>
                                      </p:cBhvr>
                                      <p:to>
                                        <p:strVal val="visible"/>
                                      </p:to>
                                    </p:set>
                                    <p:animEffect transition="in" filter="fade">
                                      <p:cBhvr>
                                        <p:cTn id="28" dur="1000"/>
                                        <p:tgtEl>
                                          <p:spTgt spid="60"/>
                                        </p:tgtEl>
                                      </p:cBhvr>
                                    </p:animEffect>
                                    <p:anim calcmode="lin" valueType="num">
                                      <p:cBhvr>
                                        <p:cTn id="29" dur="1000" fill="hold"/>
                                        <p:tgtEl>
                                          <p:spTgt spid="60"/>
                                        </p:tgtEl>
                                        <p:attrNameLst>
                                          <p:attrName>ppt_x</p:attrName>
                                        </p:attrNameLst>
                                      </p:cBhvr>
                                      <p:tavLst>
                                        <p:tav tm="0">
                                          <p:val>
                                            <p:strVal val="#ppt_x"/>
                                          </p:val>
                                        </p:tav>
                                        <p:tav tm="100000">
                                          <p:val>
                                            <p:strVal val="#ppt_x"/>
                                          </p:val>
                                        </p:tav>
                                      </p:tavLst>
                                    </p:anim>
                                    <p:anim calcmode="lin" valueType="num">
                                      <p:cBhvr>
                                        <p:cTn id="30" dur="1000" fill="hold"/>
                                        <p:tgtEl>
                                          <p:spTgt spid="60"/>
                                        </p:tgtEl>
                                        <p:attrNameLst>
                                          <p:attrName>ppt_y</p:attrName>
                                        </p:attrNameLst>
                                      </p:cBhvr>
                                      <p:tavLst>
                                        <p:tav tm="0">
                                          <p:val>
                                            <p:strVal val="#ppt_y-.1"/>
                                          </p:val>
                                        </p:tav>
                                        <p:tav tm="100000">
                                          <p:val>
                                            <p:strVal val="#ppt_y"/>
                                          </p:val>
                                        </p:tav>
                                      </p:tavLst>
                                    </p:anim>
                                  </p:childTnLst>
                                </p:cTn>
                              </p:par>
                              <p:par>
                                <p:cTn id="31" presetID="47" presetClass="entr" presetSubtype="0" fill="hold" grpId="0" nodeType="withEffect">
                                  <p:stCondLst>
                                    <p:cond delay="0"/>
                                  </p:stCondLst>
                                  <p:childTnLst>
                                    <p:set>
                                      <p:cBhvr>
                                        <p:cTn id="32" dur="1" fill="hold">
                                          <p:stCondLst>
                                            <p:cond delay="0"/>
                                          </p:stCondLst>
                                        </p:cTn>
                                        <p:tgtEl>
                                          <p:spTgt spid="61"/>
                                        </p:tgtEl>
                                        <p:attrNameLst>
                                          <p:attrName>style.visibility</p:attrName>
                                        </p:attrNameLst>
                                      </p:cBhvr>
                                      <p:to>
                                        <p:strVal val="visible"/>
                                      </p:to>
                                    </p:set>
                                    <p:animEffect transition="in" filter="fade">
                                      <p:cBhvr>
                                        <p:cTn id="33" dur="1000"/>
                                        <p:tgtEl>
                                          <p:spTgt spid="61"/>
                                        </p:tgtEl>
                                      </p:cBhvr>
                                    </p:animEffect>
                                    <p:anim calcmode="lin" valueType="num">
                                      <p:cBhvr>
                                        <p:cTn id="34" dur="1000" fill="hold"/>
                                        <p:tgtEl>
                                          <p:spTgt spid="61"/>
                                        </p:tgtEl>
                                        <p:attrNameLst>
                                          <p:attrName>ppt_x</p:attrName>
                                        </p:attrNameLst>
                                      </p:cBhvr>
                                      <p:tavLst>
                                        <p:tav tm="0">
                                          <p:val>
                                            <p:strVal val="#ppt_x"/>
                                          </p:val>
                                        </p:tav>
                                        <p:tav tm="100000">
                                          <p:val>
                                            <p:strVal val="#ppt_x"/>
                                          </p:val>
                                        </p:tav>
                                      </p:tavLst>
                                    </p:anim>
                                    <p:anim calcmode="lin" valueType="num">
                                      <p:cBhvr>
                                        <p:cTn id="35" dur="1000" fill="hold"/>
                                        <p:tgtEl>
                                          <p:spTgt spid="61"/>
                                        </p:tgtEl>
                                        <p:attrNameLst>
                                          <p:attrName>ppt_y</p:attrName>
                                        </p:attrNameLst>
                                      </p:cBhvr>
                                      <p:tavLst>
                                        <p:tav tm="0">
                                          <p:val>
                                            <p:strVal val="#ppt_y-.1"/>
                                          </p:val>
                                        </p:tav>
                                        <p:tav tm="100000">
                                          <p:val>
                                            <p:strVal val="#ppt_y"/>
                                          </p:val>
                                        </p:tav>
                                      </p:tavLst>
                                    </p:anim>
                                  </p:childTnLst>
                                </p:cTn>
                              </p:par>
                              <p:par>
                                <p:cTn id="36" presetID="47" presetClass="entr" presetSubtype="0" fill="hold" nodeType="with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fade">
                                      <p:cBhvr>
                                        <p:cTn id="38" dur="1000"/>
                                        <p:tgtEl>
                                          <p:spTgt spid="4"/>
                                        </p:tgtEl>
                                      </p:cBhvr>
                                    </p:animEffect>
                                    <p:anim calcmode="lin" valueType="num">
                                      <p:cBhvr>
                                        <p:cTn id="39" dur="1000" fill="hold"/>
                                        <p:tgtEl>
                                          <p:spTgt spid="4"/>
                                        </p:tgtEl>
                                        <p:attrNameLst>
                                          <p:attrName>ppt_x</p:attrName>
                                        </p:attrNameLst>
                                      </p:cBhvr>
                                      <p:tavLst>
                                        <p:tav tm="0">
                                          <p:val>
                                            <p:strVal val="#ppt_x"/>
                                          </p:val>
                                        </p:tav>
                                        <p:tav tm="100000">
                                          <p:val>
                                            <p:strVal val="#ppt_x"/>
                                          </p:val>
                                        </p:tav>
                                      </p:tavLst>
                                    </p:anim>
                                    <p:anim calcmode="lin" valueType="num">
                                      <p:cBhvr>
                                        <p:cTn id="40" dur="1000" fill="hold"/>
                                        <p:tgtEl>
                                          <p:spTgt spid="4"/>
                                        </p:tgtEl>
                                        <p:attrNameLst>
                                          <p:attrName>ppt_y</p:attrName>
                                        </p:attrNameLst>
                                      </p:cBhvr>
                                      <p:tavLst>
                                        <p:tav tm="0">
                                          <p:val>
                                            <p:strVal val="#ppt_y-.1"/>
                                          </p:val>
                                        </p:tav>
                                        <p:tav tm="100000">
                                          <p:val>
                                            <p:strVal val="#ppt_y"/>
                                          </p:val>
                                        </p:tav>
                                      </p:tavLst>
                                    </p:anim>
                                  </p:childTnLst>
                                </p:cTn>
                              </p:par>
                              <p:par>
                                <p:cTn id="41" presetID="47" presetClass="entr" presetSubtype="0" fill="hold" nodeType="with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fade">
                                      <p:cBhvr>
                                        <p:cTn id="43" dur="1000"/>
                                        <p:tgtEl>
                                          <p:spTgt spid="3"/>
                                        </p:tgtEl>
                                      </p:cBhvr>
                                    </p:animEffect>
                                    <p:anim calcmode="lin" valueType="num">
                                      <p:cBhvr>
                                        <p:cTn id="44" dur="1000" fill="hold"/>
                                        <p:tgtEl>
                                          <p:spTgt spid="3"/>
                                        </p:tgtEl>
                                        <p:attrNameLst>
                                          <p:attrName>ppt_x</p:attrName>
                                        </p:attrNameLst>
                                      </p:cBhvr>
                                      <p:tavLst>
                                        <p:tav tm="0">
                                          <p:val>
                                            <p:strVal val="#ppt_x"/>
                                          </p:val>
                                        </p:tav>
                                        <p:tav tm="100000">
                                          <p:val>
                                            <p:strVal val="#ppt_x"/>
                                          </p:val>
                                        </p:tav>
                                      </p:tavLst>
                                    </p:anim>
                                    <p:anim calcmode="lin" valueType="num">
                                      <p:cBhvr>
                                        <p:cTn id="45" dur="1000" fill="hold"/>
                                        <p:tgtEl>
                                          <p:spTgt spid="3"/>
                                        </p:tgtEl>
                                        <p:attrNameLst>
                                          <p:attrName>ppt_y</p:attrName>
                                        </p:attrNameLst>
                                      </p:cBhvr>
                                      <p:tavLst>
                                        <p:tav tm="0">
                                          <p:val>
                                            <p:strVal val="#ppt_y-.1"/>
                                          </p:val>
                                        </p:tav>
                                        <p:tav tm="100000">
                                          <p:val>
                                            <p:strVal val="#ppt_y"/>
                                          </p:val>
                                        </p:tav>
                                      </p:tavLst>
                                    </p:anim>
                                  </p:childTnLst>
                                </p:cTn>
                              </p:par>
                              <p:par>
                                <p:cTn id="46" presetID="47" presetClass="entr" presetSubtype="0" fill="hold" nodeType="withEffect">
                                  <p:stCondLst>
                                    <p:cond delay="0"/>
                                  </p:stCondLst>
                                  <p:childTnLst>
                                    <p:set>
                                      <p:cBhvr>
                                        <p:cTn id="47" dur="1" fill="hold">
                                          <p:stCondLst>
                                            <p:cond delay="0"/>
                                          </p:stCondLst>
                                        </p:cTn>
                                        <p:tgtEl>
                                          <p:spTgt spid="122"/>
                                        </p:tgtEl>
                                        <p:attrNameLst>
                                          <p:attrName>style.visibility</p:attrName>
                                        </p:attrNameLst>
                                      </p:cBhvr>
                                      <p:to>
                                        <p:strVal val="visible"/>
                                      </p:to>
                                    </p:set>
                                    <p:animEffect transition="in" filter="fade">
                                      <p:cBhvr>
                                        <p:cTn id="48" dur="1000"/>
                                        <p:tgtEl>
                                          <p:spTgt spid="122"/>
                                        </p:tgtEl>
                                      </p:cBhvr>
                                    </p:animEffect>
                                    <p:anim calcmode="lin" valueType="num">
                                      <p:cBhvr>
                                        <p:cTn id="49" dur="1000" fill="hold"/>
                                        <p:tgtEl>
                                          <p:spTgt spid="122"/>
                                        </p:tgtEl>
                                        <p:attrNameLst>
                                          <p:attrName>ppt_x</p:attrName>
                                        </p:attrNameLst>
                                      </p:cBhvr>
                                      <p:tavLst>
                                        <p:tav tm="0">
                                          <p:val>
                                            <p:strVal val="#ppt_x"/>
                                          </p:val>
                                        </p:tav>
                                        <p:tav tm="100000">
                                          <p:val>
                                            <p:strVal val="#ppt_x"/>
                                          </p:val>
                                        </p:tav>
                                      </p:tavLst>
                                    </p:anim>
                                    <p:anim calcmode="lin" valueType="num">
                                      <p:cBhvr>
                                        <p:cTn id="50" dur="1000" fill="hold"/>
                                        <p:tgtEl>
                                          <p:spTgt spid="122"/>
                                        </p:tgtEl>
                                        <p:attrNameLst>
                                          <p:attrName>ppt_y</p:attrName>
                                        </p:attrNameLst>
                                      </p:cBhvr>
                                      <p:tavLst>
                                        <p:tav tm="0">
                                          <p:val>
                                            <p:strVal val="#ppt_y-.1"/>
                                          </p:val>
                                        </p:tav>
                                        <p:tav tm="100000">
                                          <p:val>
                                            <p:strVal val="#ppt_y"/>
                                          </p:val>
                                        </p:tav>
                                      </p:tavLst>
                                    </p:anim>
                                  </p:childTnLst>
                                </p:cTn>
                              </p:par>
                              <p:par>
                                <p:cTn id="51" presetID="47" presetClass="entr" presetSubtype="0" fill="hold" nodeType="withEffect">
                                  <p:stCondLst>
                                    <p:cond delay="0"/>
                                  </p:stCondLst>
                                  <p:childTnLst>
                                    <p:set>
                                      <p:cBhvr>
                                        <p:cTn id="52" dur="1" fill="hold">
                                          <p:stCondLst>
                                            <p:cond delay="0"/>
                                          </p:stCondLst>
                                        </p:cTn>
                                        <p:tgtEl>
                                          <p:spTgt spid="127"/>
                                        </p:tgtEl>
                                        <p:attrNameLst>
                                          <p:attrName>style.visibility</p:attrName>
                                        </p:attrNameLst>
                                      </p:cBhvr>
                                      <p:to>
                                        <p:strVal val="visible"/>
                                      </p:to>
                                    </p:set>
                                    <p:animEffect transition="in" filter="fade">
                                      <p:cBhvr>
                                        <p:cTn id="53" dur="1000"/>
                                        <p:tgtEl>
                                          <p:spTgt spid="127"/>
                                        </p:tgtEl>
                                      </p:cBhvr>
                                    </p:animEffect>
                                    <p:anim calcmode="lin" valueType="num">
                                      <p:cBhvr>
                                        <p:cTn id="54" dur="1000" fill="hold"/>
                                        <p:tgtEl>
                                          <p:spTgt spid="127"/>
                                        </p:tgtEl>
                                        <p:attrNameLst>
                                          <p:attrName>ppt_x</p:attrName>
                                        </p:attrNameLst>
                                      </p:cBhvr>
                                      <p:tavLst>
                                        <p:tav tm="0">
                                          <p:val>
                                            <p:strVal val="#ppt_x"/>
                                          </p:val>
                                        </p:tav>
                                        <p:tav tm="100000">
                                          <p:val>
                                            <p:strVal val="#ppt_x"/>
                                          </p:val>
                                        </p:tav>
                                      </p:tavLst>
                                    </p:anim>
                                    <p:anim calcmode="lin" valueType="num">
                                      <p:cBhvr>
                                        <p:cTn id="55" dur="1000" fill="hold"/>
                                        <p:tgtEl>
                                          <p:spTgt spid="127"/>
                                        </p:tgtEl>
                                        <p:attrNameLst>
                                          <p:attrName>ppt_y</p:attrName>
                                        </p:attrNameLst>
                                      </p:cBhvr>
                                      <p:tavLst>
                                        <p:tav tm="0">
                                          <p:val>
                                            <p:strVal val="#ppt_y-.1"/>
                                          </p:val>
                                        </p:tav>
                                        <p:tav tm="100000">
                                          <p:val>
                                            <p:strVal val="#ppt_y"/>
                                          </p:val>
                                        </p:tav>
                                      </p:tavLst>
                                    </p:anim>
                                  </p:childTnLst>
                                </p:cTn>
                              </p:par>
                              <p:par>
                                <p:cTn id="56" presetID="47" presetClass="entr" presetSubtype="0" fill="hold" grpId="0" nodeType="withEffect">
                                  <p:stCondLst>
                                    <p:cond delay="0"/>
                                  </p:stCondLst>
                                  <p:childTnLst>
                                    <p:set>
                                      <p:cBhvr>
                                        <p:cTn id="57" dur="1" fill="hold">
                                          <p:stCondLst>
                                            <p:cond delay="0"/>
                                          </p:stCondLst>
                                        </p:cTn>
                                        <p:tgtEl>
                                          <p:spTgt spid="131"/>
                                        </p:tgtEl>
                                        <p:attrNameLst>
                                          <p:attrName>style.visibility</p:attrName>
                                        </p:attrNameLst>
                                      </p:cBhvr>
                                      <p:to>
                                        <p:strVal val="visible"/>
                                      </p:to>
                                    </p:set>
                                    <p:animEffect transition="in" filter="fade">
                                      <p:cBhvr>
                                        <p:cTn id="58" dur="1000"/>
                                        <p:tgtEl>
                                          <p:spTgt spid="131"/>
                                        </p:tgtEl>
                                      </p:cBhvr>
                                    </p:animEffect>
                                    <p:anim calcmode="lin" valueType="num">
                                      <p:cBhvr>
                                        <p:cTn id="59" dur="1000" fill="hold"/>
                                        <p:tgtEl>
                                          <p:spTgt spid="131"/>
                                        </p:tgtEl>
                                        <p:attrNameLst>
                                          <p:attrName>ppt_x</p:attrName>
                                        </p:attrNameLst>
                                      </p:cBhvr>
                                      <p:tavLst>
                                        <p:tav tm="0">
                                          <p:val>
                                            <p:strVal val="#ppt_x"/>
                                          </p:val>
                                        </p:tav>
                                        <p:tav tm="100000">
                                          <p:val>
                                            <p:strVal val="#ppt_x"/>
                                          </p:val>
                                        </p:tav>
                                      </p:tavLst>
                                    </p:anim>
                                    <p:anim calcmode="lin" valueType="num">
                                      <p:cBhvr>
                                        <p:cTn id="60" dur="1000" fill="hold"/>
                                        <p:tgtEl>
                                          <p:spTgt spid="131"/>
                                        </p:tgtEl>
                                        <p:attrNameLst>
                                          <p:attrName>ppt_y</p:attrName>
                                        </p:attrNameLst>
                                      </p:cBhvr>
                                      <p:tavLst>
                                        <p:tav tm="0">
                                          <p:val>
                                            <p:strVal val="#ppt_y-.1"/>
                                          </p:val>
                                        </p:tav>
                                        <p:tav tm="100000">
                                          <p:val>
                                            <p:strVal val="#ppt_y"/>
                                          </p:val>
                                        </p:tav>
                                      </p:tavLst>
                                    </p:anim>
                                  </p:childTnLst>
                                </p:cTn>
                              </p:par>
                              <p:par>
                                <p:cTn id="61" presetID="47" presetClass="entr" presetSubtype="0" fill="hold" grpId="0" nodeType="withEffect">
                                  <p:stCondLst>
                                    <p:cond delay="0"/>
                                  </p:stCondLst>
                                  <p:childTnLst>
                                    <p:set>
                                      <p:cBhvr>
                                        <p:cTn id="62" dur="1" fill="hold">
                                          <p:stCondLst>
                                            <p:cond delay="0"/>
                                          </p:stCondLst>
                                        </p:cTn>
                                        <p:tgtEl>
                                          <p:spTgt spid="132"/>
                                        </p:tgtEl>
                                        <p:attrNameLst>
                                          <p:attrName>style.visibility</p:attrName>
                                        </p:attrNameLst>
                                      </p:cBhvr>
                                      <p:to>
                                        <p:strVal val="visible"/>
                                      </p:to>
                                    </p:set>
                                    <p:animEffect transition="in" filter="fade">
                                      <p:cBhvr>
                                        <p:cTn id="63" dur="1000"/>
                                        <p:tgtEl>
                                          <p:spTgt spid="132"/>
                                        </p:tgtEl>
                                      </p:cBhvr>
                                    </p:animEffect>
                                    <p:anim calcmode="lin" valueType="num">
                                      <p:cBhvr>
                                        <p:cTn id="64" dur="1000" fill="hold"/>
                                        <p:tgtEl>
                                          <p:spTgt spid="132"/>
                                        </p:tgtEl>
                                        <p:attrNameLst>
                                          <p:attrName>ppt_x</p:attrName>
                                        </p:attrNameLst>
                                      </p:cBhvr>
                                      <p:tavLst>
                                        <p:tav tm="0">
                                          <p:val>
                                            <p:strVal val="#ppt_x"/>
                                          </p:val>
                                        </p:tav>
                                        <p:tav tm="100000">
                                          <p:val>
                                            <p:strVal val="#ppt_x"/>
                                          </p:val>
                                        </p:tav>
                                      </p:tavLst>
                                    </p:anim>
                                    <p:anim calcmode="lin" valueType="num">
                                      <p:cBhvr>
                                        <p:cTn id="65" dur="1000" fill="hold"/>
                                        <p:tgtEl>
                                          <p:spTgt spid="132"/>
                                        </p:tgtEl>
                                        <p:attrNameLst>
                                          <p:attrName>ppt_y</p:attrName>
                                        </p:attrNameLst>
                                      </p:cBhvr>
                                      <p:tavLst>
                                        <p:tav tm="0">
                                          <p:val>
                                            <p:strVal val="#ppt_y-.1"/>
                                          </p:val>
                                        </p:tav>
                                        <p:tav tm="100000">
                                          <p:val>
                                            <p:strVal val="#ppt_y"/>
                                          </p:val>
                                        </p:tav>
                                      </p:tavLst>
                                    </p:anim>
                                  </p:childTnLst>
                                </p:cTn>
                              </p:par>
                              <p:par>
                                <p:cTn id="66" presetID="47" presetClass="entr" presetSubtype="0" fill="hold" grpId="0" nodeType="withEffect">
                                  <p:stCondLst>
                                    <p:cond delay="0"/>
                                  </p:stCondLst>
                                  <p:childTnLst>
                                    <p:set>
                                      <p:cBhvr>
                                        <p:cTn id="67" dur="1" fill="hold">
                                          <p:stCondLst>
                                            <p:cond delay="0"/>
                                          </p:stCondLst>
                                        </p:cTn>
                                        <p:tgtEl>
                                          <p:spTgt spid="133"/>
                                        </p:tgtEl>
                                        <p:attrNameLst>
                                          <p:attrName>style.visibility</p:attrName>
                                        </p:attrNameLst>
                                      </p:cBhvr>
                                      <p:to>
                                        <p:strVal val="visible"/>
                                      </p:to>
                                    </p:set>
                                    <p:animEffect transition="in" filter="fade">
                                      <p:cBhvr>
                                        <p:cTn id="68" dur="1000"/>
                                        <p:tgtEl>
                                          <p:spTgt spid="133"/>
                                        </p:tgtEl>
                                      </p:cBhvr>
                                    </p:animEffect>
                                    <p:anim calcmode="lin" valueType="num">
                                      <p:cBhvr>
                                        <p:cTn id="69" dur="1000" fill="hold"/>
                                        <p:tgtEl>
                                          <p:spTgt spid="133"/>
                                        </p:tgtEl>
                                        <p:attrNameLst>
                                          <p:attrName>ppt_x</p:attrName>
                                        </p:attrNameLst>
                                      </p:cBhvr>
                                      <p:tavLst>
                                        <p:tav tm="0">
                                          <p:val>
                                            <p:strVal val="#ppt_x"/>
                                          </p:val>
                                        </p:tav>
                                        <p:tav tm="100000">
                                          <p:val>
                                            <p:strVal val="#ppt_x"/>
                                          </p:val>
                                        </p:tav>
                                      </p:tavLst>
                                    </p:anim>
                                    <p:anim calcmode="lin" valueType="num">
                                      <p:cBhvr>
                                        <p:cTn id="70" dur="1000" fill="hold"/>
                                        <p:tgtEl>
                                          <p:spTgt spid="133"/>
                                        </p:tgtEl>
                                        <p:attrNameLst>
                                          <p:attrName>ppt_y</p:attrName>
                                        </p:attrNameLst>
                                      </p:cBhvr>
                                      <p:tavLst>
                                        <p:tav tm="0">
                                          <p:val>
                                            <p:strVal val="#ppt_y-.1"/>
                                          </p:val>
                                        </p:tav>
                                        <p:tav tm="100000">
                                          <p:val>
                                            <p:strVal val="#ppt_y"/>
                                          </p:val>
                                        </p:tav>
                                      </p:tavLst>
                                    </p:anim>
                                  </p:childTnLst>
                                </p:cTn>
                              </p:par>
                            </p:childTnLst>
                          </p:cTn>
                        </p:par>
                        <p:par>
                          <p:cTn id="71" fill="hold">
                            <p:stCondLst>
                              <p:cond delay="1850"/>
                            </p:stCondLst>
                            <p:childTnLst>
                              <p:par>
                                <p:cTn id="72" presetID="42" presetClass="entr" presetSubtype="0" fill="hold" grpId="0" nodeType="afterEffect">
                                  <p:stCondLst>
                                    <p:cond delay="0"/>
                                  </p:stCondLst>
                                  <p:childTnLst>
                                    <p:set>
                                      <p:cBhvr>
                                        <p:cTn id="73" dur="1" fill="hold">
                                          <p:stCondLst>
                                            <p:cond delay="0"/>
                                          </p:stCondLst>
                                        </p:cTn>
                                        <p:tgtEl>
                                          <p:spTgt spid="134"/>
                                        </p:tgtEl>
                                        <p:attrNameLst>
                                          <p:attrName>style.visibility</p:attrName>
                                        </p:attrNameLst>
                                      </p:cBhvr>
                                      <p:to>
                                        <p:strVal val="visible"/>
                                      </p:to>
                                    </p:set>
                                    <p:animEffect transition="in" filter="fade">
                                      <p:cBhvr>
                                        <p:cTn id="74" dur="1000"/>
                                        <p:tgtEl>
                                          <p:spTgt spid="134"/>
                                        </p:tgtEl>
                                      </p:cBhvr>
                                    </p:animEffect>
                                    <p:anim calcmode="lin" valueType="num">
                                      <p:cBhvr>
                                        <p:cTn id="75" dur="1000" fill="hold"/>
                                        <p:tgtEl>
                                          <p:spTgt spid="134"/>
                                        </p:tgtEl>
                                        <p:attrNameLst>
                                          <p:attrName>ppt_x</p:attrName>
                                        </p:attrNameLst>
                                      </p:cBhvr>
                                      <p:tavLst>
                                        <p:tav tm="0">
                                          <p:val>
                                            <p:strVal val="#ppt_x"/>
                                          </p:val>
                                        </p:tav>
                                        <p:tav tm="100000">
                                          <p:val>
                                            <p:strVal val="#ppt_x"/>
                                          </p:val>
                                        </p:tav>
                                      </p:tavLst>
                                    </p:anim>
                                    <p:anim calcmode="lin" valueType="num">
                                      <p:cBhvr>
                                        <p:cTn id="76" dur="1000" fill="hold"/>
                                        <p:tgtEl>
                                          <p:spTgt spid="134"/>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135"/>
                                        </p:tgtEl>
                                        <p:attrNameLst>
                                          <p:attrName>style.visibility</p:attrName>
                                        </p:attrNameLst>
                                      </p:cBhvr>
                                      <p:to>
                                        <p:strVal val="visible"/>
                                      </p:to>
                                    </p:set>
                                    <p:animEffect transition="in" filter="fade">
                                      <p:cBhvr>
                                        <p:cTn id="79" dur="1000"/>
                                        <p:tgtEl>
                                          <p:spTgt spid="135"/>
                                        </p:tgtEl>
                                      </p:cBhvr>
                                    </p:animEffect>
                                    <p:anim calcmode="lin" valueType="num">
                                      <p:cBhvr>
                                        <p:cTn id="80" dur="1000" fill="hold"/>
                                        <p:tgtEl>
                                          <p:spTgt spid="135"/>
                                        </p:tgtEl>
                                        <p:attrNameLst>
                                          <p:attrName>ppt_x</p:attrName>
                                        </p:attrNameLst>
                                      </p:cBhvr>
                                      <p:tavLst>
                                        <p:tav tm="0">
                                          <p:val>
                                            <p:strVal val="#ppt_x"/>
                                          </p:val>
                                        </p:tav>
                                        <p:tav tm="100000">
                                          <p:val>
                                            <p:strVal val="#ppt_x"/>
                                          </p:val>
                                        </p:tav>
                                      </p:tavLst>
                                    </p:anim>
                                    <p:anim calcmode="lin" valueType="num">
                                      <p:cBhvr>
                                        <p:cTn id="81" dur="1000" fill="hold"/>
                                        <p:tgtEl>
                                          <p:spTgt spid="135"/>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218"/>
                                        </p:tgtEl>
                                        <p:attrNameLst>
                                          <p:attrName>style.visibility</p:attrName>
                                        </p:attrNameLst>
                                      </p:cBhvr>
                                      <p:to>
                                        <p:strVal val="visible"/>
                                      </p:to>
                                    </p:set>
                                    <p:animEffect transition="in" filter="fade">
                                      <p:cBhvr>
                                        <p:cTn id="84" dur="1000"/>
                                        <p:tgtEl>
                                          <p:spTgt spid="218"/>
                                        </p:tgtEl>
                                      </p:cBhvr>
                                    </p:animEffect>
                                    <p:anim calcmode="lin" valueType="num">
                                      <p:cBhvr>
                                        <p:cTn id="85" dur="1000" fill="hold"/>
                                        <p:tgtEl>
                                          <p:spTgt spid="218"/>
                                        </p:tgtEl>
                                        <p:attrNameLst>
                                          <p:attrName>ppt_x</p:attrName>
                                        </p:attrNameLst>
                                      </p:cBhvr>
                                      <p:tavLst>
                                        <p:tav tm="0">
                                          <p:val>
                                            <p:strVal val="#ppt_x"/>
                                          </p:val>
                                        </p:tav>
                                        <p:tav tm="100000">
                                          <p:val>
                                            <p:strVal val="#ppt_x"/>
                                          </p:val>
                                        </p:tav>
                                      </p:tavLst>
                                    </p:anim>
                                    <p:anim calcmode="lin" valueType="num">
                                      <p:cBhvr>
                                        <p:cTn id="86" dur="1000" fill="hold"/>
                                        <p:tgtEl>
                                          <p:spTgt spid="218"/>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219"/>
                                        </p:tgtEl>
                                        <p:attrNameLst>
                                          <p:attrName>style.visibility</p:attrName>
                                        </p:attrNameLst>
                                      </p:cBhvr>
                                      <p:to>
                                        <p:strVal val="visible"/>
                                      </p:to>
                                    </p:set>
                                    <p:animEffect transition="in" filter="fade">
                                      <p:cBhvr>
                                        <p:cTn id="89" dur="1000"/>
                                        <p:tgtEl>
                                          <p:spTgt spid="219"/>
                                        </p:tgtEl>
                                      </p:cBhvr>
                                    </p:animEffect>
                                    <p:anim calcmode="lin" valueType="num">
                                      <p:cBhvr>
                                        <p:cTn id="90" dur="1000" fill="hold"/>
                                        <p:tgtEl>
                                          <p:spTgt spid="219"/>
                                        </p:tgtEl>
                                        <p:attrNameLst>
                                          <p:attrName>ppt_x</p:attrName>
                                        </p:attrNameLst>
                                      </p:cBhvr>
                                      <p:tavLst>
                                        <p:tav tm="0">
                                          <p:val>
                                            <p:strVal val="#ppt_x"/>
                                          </p:val>
                                        </p:tav>
                                        <p:tav tm="100000">
                                          <p:val>
                                            <p:strVal val="#ppt_x"/>
                                          </p:val>
                                        </p:tav>
                                      </p:tavLst>
                                    </p:anim>
                                    <p:anim calcmode="lin" valueType="num">
                                      <p:cBhvr>
                                        <p:cTn id="91" dur="1000" fill="hold"/>
                                        <p:tgtEl>
                                          <p:spTgt spid="219"/>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220"/>
                                        </p:tgtEl>
                                        <p:attrNameLst>
                                          <p:attrName>style.visibility</p:attrName>
                                        </p:attrNameLst>
                                      </p:cBhvr>
                                      <p:to>
                                        <p:strVal val="visible"/>
                                      </p:to>
                                    </p:set>
                                    <p:animEffect transition="in" filter="fade">
                                      <p:cBhvr>
                                        <p:cTn id="94" dur="1000"/>
                                        <p:tgtEl>
                                          <p:spTgt spid="220"/>
                                        </p:tgtEl>
                                      </p:cBhvr>
                                    </p:animEffect>
                                    <p:anim calcmode="lin" valueType="num">
                                      <p:cBhvr>
                                        <p:cTn id="95" dur="1000" fill="hold"/>
                                        <p:tgtEl>
                                          <p:spTgt spid="220"/>
                                        </p:tgtEl>
                                        <p:attrNameLst>
                                          <p:attrName>ppt_x</p:attrName>
                                        </p:attrNameLst>
                                      </p:cBhvr>
                                      <p:tavLst>
                                        <p:tav tm="0">
                                          <p:val>
                                            <p:strVal val="#ppt_x"/>
                                          </p:val>
                                        </p:tav>
                                        <p:tav tm="100000">
                                          <p:val>
                                            <p:strVal val="#ppt_x"/>
                                          </p:val>
                                        </p:tav>
                                      </p:tavLst>
                                    </p:anim>
                                    <p:anim calcmode="lin" valueType="num">
                                      <p:cBhvr>
                                        <p:cTn id="96" dur="1000" fill="hold"/>
                                        <p:tgtEl>
                                          <p:spTgt spid="220"/>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221"/>
                                        </p:tgtEl>
                                        <p:attrNameLst>
                                          <p:attrName>style.visibility</p:attrName>
                                        </p:attrNameLst>
                                      </p:cBhvr>
                                      <p:to>
                                        <p:strVal val="visible"/>
                                      </p:to>
                                    </p:set>
                                    <p:animEffect transition="in" filter="fade">
                                      <p:cBhvr>
                                        <p:cTn id="99" dur="1000"/>
                                        <p:tgtEl>
                                          <p:spTgt spid="221"/>
                                        </p:tgtEl>
                                      </p:cBhvr>
                                    </p:animEffect>
                                    <p:anim calcmode="lin" valueType="num">
                                      <p:cBhvr>
                                        <p:cTn id="100" dur="1000" fill="hold"/>
                                        <p:tgtEl>
                                          <p:spTgt spid="221"/>
                                        </p:tgtEl>
                                        <p:attrNameLst>
                                          <p:attrName>ppt_x</p:attrName>
                                        </p:attrNameLst>
                                      </p:cBhvr>
                                      <p:tavLst>
                                        <p:tav tm="0">
                                          <p:val>
                                            <p:strVal val="#ppt_x"/>
                                          </p:val>
                                        </p:tav>
                                        <p:tav tm="100000">
                                          <p:val>
                                            <p:strVal val="#ppt_x"/>
                                          </p:val>
                                        </p:tav>
                                      </p:tavLst>
                                    </p:anim>
                                    <p:anim calcmode="lin" valueType="num">
                                      <p:cBhvr>
                                        <p:cTn id="101" dur="1000" fill="hold"/>
                                        <p:tgtEl>
                                          <p:spTgt spid="221"/>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222"/>
                                        </p:tgtEl>
                                        <p:attrNameLst>
                                          <p:attrName>style.visibility</p:attrName>
                                        </p:attrNameLst>
                                      </p:cBhvr>
                                      <p:to>
                                        <p:strVal val="visible"/>
                                      </p:to>
                                    </p:set>
                                    <p:animEffect transition="in" filter="fade">
                                      <p:cBhvr>
                                        <p:cTn id="104" dur="1000"/>
                                        <p:tgtEl>
                                          <p:spTgt spid="222"/>
                                        </p:tgtEl>
                                      </p:cBhvr>
                                    </p:animEffect>
                                    <p:anim calcmode="lin" valueType="num">
                                      <p:cBhvr>
                                        <p:cTn id="105" dur="1000" fill="hold"/>
                                        <p:tgtEl>
                                          <p:spTgt spid="222"/>
                                        </p:tgtEl>
                                        <p:attrNameLst>
                                          <p:attrName>ppt_x</p:attrName>
                                        </p:attrNameLst>
                                      </p:cBhvr>
                                      <p:tavLst>
                                        <p:tav tm="0">
                                          <p:val>
                                            <p:strVal val="#ppt_x"/>
                                          </p:val>
                                        </p:tav>
                                        <p:tav tm="100000">
                                          <p:val>
                                            <p:strVal val="#ppt_x"/>
                                          </p:val>
                                        </p:tav>
                                      </p:tavLst>
                                    </p:anim>
                                    <p:anim calcmode="lin" valueType="num">
                                      <p:cBhvr>
                                        <p:cTn id="106" dur="1000" fill="hold"/>
                                        <p:tgtEl>
                                          <p:spTgt spid="222"/>
                                        </p:tgtEl>
                                        <p:attrNameLst>
                                          <p:attrName>ppt_y</p:attrName>
                                        </p:attrNameLst>
                                      </p:cBhvr>
                                      <p:tavLst>
                                        <p:tav tm="0">
                                          <p:val>
                                            <p:strVal val="#ppt_y+.1"/>
                                          </p:val>
                                        </p:tav>
                                        <p:tav tm="100000">
                                          <p:val>
                                            <p:strVal val="#ppt_y"/>
                                          </p:val>
                                        </p:tav>
                                      </p:tavLst>
                                    </p:anim>
                                  </p:childTnLst>
                                </p:cTn>
                              </p:par>
                              <p:par>
                                <p:cTn id="107" presetID="42" presetClass="entr" presetSubtype="0" fill="hold" grpId="0" nodeType="withEffect">
                                  <p:stCondLst>
                                    <p:cond delay="0"/>
                                  </p:stCondLst>
                                  <p:childTnLst>
                                    <p:set>
                                      <p:cBhvr>
                                        <p:cTn id="108" dur="1" fill="hold">
                                          <p:stCondLst>
                                            <p:cond delay="0"/>
                                          </p:stCondLst>
                                        </p:cTn>
                                        <p:tgtEl>
                                          <p:spTgt spid="223"/>
                                        </p:tgtEl>
                                        <p:attrNameLst>
                                          <p:attrName>style.visibility</p:attrName>
                                        </p:attrNameLst>
                                      </p:cBhvr>
                                      <p:to>
                                        <p:strVal val="visible"/>
                                      </p:to>
                                    </p:set>
                                    <p:animEffect transition="in" filter="fade">
                                      <p:cBhvr>
                                        <p:cTn id="109" dur="1000"/>
                                        <p:tgtEl>
                                          <p:spTgt spid="223"/>
                                        </p:tgtEl>
                                      </p:cBhvr>
                                    </p:animEffect>
                                    <p:anim calcmode="lin" valueType="num">
                                      <p:cBhvr>
                                        <p:cTn id="110" dur="1000" fill="hold"/>
                                        <p:tgtEl>
                                          <p:spTgt spid="223"/>
                                        </p:tgtEl>
                                        <p:attrNameLst>
                                          <p:attrName>ppt_x</p:attrName>
                                        </p:attrNameLst>
                                      </p:cBhvr>
                                      <p:tavLst>
                                        <p:tav tm="0">
                                          <p:val>
                                            <p:strVal val="#ppt_x"/>
                                          </p:val>
                                        </p:tav>
                                        <p:tav tm="100000">
                                          <p:val>
                                            <p:strVal val="#ppt_x"/>
                                          </p:val>
                                        </p:tav>
                                      </p:tavLst>
                                    </p:anim>
                                    <p:anim calcmode="lin" valueType="num">
                                      <p:cBhvr>
                                        <p:cTn id="111" dur="1000" fill="hold"/>
                                        <p:tgtEl>
                                          <p:spTgt spid="223"/>
                                        </p:tgtEl>
                                        <p:attrNameLst>
                                          <p:attrName>ppt_y</p:attrName>
                                        </p:attrNameLst>
                                      </p:cBhvr>
                                      <p:tavLst>
                                        <p:tav tm="0">
                                          <p:val>
                                            <p:strVal val="#ppt_y+.1"/>
                                          </p:val>
                                        </p:tav>
                                        <p:tav tm="100000">
                                          <p:val>
                                            <p:strVal val="#ppt_y"/>
                                          </p:val>
                                        </p:tav>
                                      </p:tavLst>
                                    </p:anim>
                                  </p:childTnLst>
                                </p:cTn>
                              </p:par>
                              <p:par>
                                <p:cTn id="112" presetID="42" presetClass="entr" presetSubtype="0" fill="hold" grpId="0" nodeType="withEffect">
                                  <p:stCondLst>
                                    <p:cond delay="0"/>
                                  </p:stCondLst>
                                  <p:childTnLst>
                                    <p:set>
                                      <p:cBhvr>
                                        <p:cTn id="113" dur="1" fill="hold">
                                          <p:stCondLst>
                                            <p:cond delay="0"/>
                                          </p:stCondLst>
                                        </p:cTn>
                                        <p:tgtEl>
                                          <p:spTgt spid="224"/>
                                        </p:tgtEl>
                                        <p:attrNameLst>
                                          <p:attrName>style.visibility</p:attrName>
                                        </p:attrNameLst>
                                      </p:cBhvr>
                                      <p:to>
                                        <p:strVal val="visible"/>
                                      </p:to>
                                    </p:set>
                                    <p:animEffect transition="in" filter="fade">
                                      <p:cBhvr>
                                        <p:cTn id="114" dur="1000"/>
                                        <p:tgtEl>
                                          <p:spTgt spid="224"/>
                                        </p:tgtEl>
                                      </p:cBhvr>
                                    </p:animEffect>
                                    <p:anim calcmode="lin" valueType="num">
                                      <p:cBhvr>
                                        <p:cTn id="115" dur="1000" fill="hold"/>
                                        <p:tgtEl>
                                          <p:spTgt spid="224"/>
                                        </p:tgtEl>
                                        <p:attrNameLst>
                                          <p:attrName>ppt_x</p:attrName>
                                        </p:attrNameLst>
                                      </p:cBhvr>
                                      <p:tavLst>
                                        <p:tav tm="0">
                                          <p:val>
                                            <p:strVal val="#ppt_x"/>
                                          </p:val>
                                        </p:tav>
                                        <p:tav tm="100000">
                                          <p:val>
                                            <p:strVal val="#ppt_x"/>
                                          </p:val>
                                        </p:tav>
                                      </p:tavLst>
                                    </p:anim>
                                    <p:anim calcmode="lin" valueType="num">
                                      <p:cBhvr>
                                        <p:cTn id="116" dur="1000" fill="hold"/>
                                        <p:tgtEl>
                                          <p:spTgt spid="224"/>
                                        </p:tgtEl>
                                        <p:attrNameLst>
                                          <p:attrName>ppt_y</p:attrName>
                                        </p:attrNameLst>
                                      </p:cBhvr>
                                      <p:tavLst>
                                        <p:tav tm="0">
                                          <p:val>
                                            <p:strVal val="#ppt_y+.1"/>
                                          </p:val>
                                        </p:tav>
                                        <p:tav tm="100000">
                                          <p:val>
                                            <p:strVal val="#ppt_y"/>
                                          </p:val>
                                        </p:tav>
                                      </p:tavLst>
                                    </p:anim>
                                  </p:childTnLst>
                                </p:cTn>
                              </p:par>
                              <p:par>
                                <p:cTn id="117" presetID="42" presetClass="entr" presetSubtype="0" fill="hold" grpId="0" nodeType="withEffect">
                                  <p:stCondLst>
                                    <p:cond delay="0"/>
                                  </p:stCondLst>
                                  <p:childTnLst>
                                    <p:set>
                                      <p:cBhvr>
                                        <p:cTn id="118" dur="1" fill="hold">
                                          <p:stCondLst>
                                            <p:cond delay="0"/>
                                          </p:stCondLst>
                                        </p:cTn>
                                        <p:tgtEl>
                                          <p:spTgt spid="225"/>
                                        </p:tgtEl>
                                        <p:attrNameLst>
                                          <p:attrName>style.visibility</p:attrName>
                                        </p:attrNameLst>
                                      </p:cBhvr>
                                      <p:to>
                                        <p:strVal val="visible"/>
                                      </p:to>
                                    </p:set>
                                    <p:animEffect transition="in" filter="fade">
                                      <p:cBhvr>
                                        <p:cTn id="119" dur="1000"/>
                                        <p:tgtEl>
                                          <p:spTgt spid="225"/>
                                        </p:tgtEl>
                                      </p:cBhvr>
                                    </p:animEffect>
                                    <p:anim calcmode="lin" valueType="num">
                                      <p:cBhvr>
                                        <p:cTn id="120" dur="1000" fill="hold"/>
                                        <p:tgtEl>
                                          <p:spTgt spid="225"/>
                                        </p:tgtEl>
                                        <p:attrNameLst>
                                          <p:attrName>ppt_x</p:attrName>
                                        </p:attrNameLst>
                                      </p:cBhvr>
                                      <p:tavLst>
                                        <p:tav tm="0">
                                          <p:val>
                                            <p:strVal val="#ppt_x"/>
                                          </p:val>
                                        </p:tav>
                                        <p:tav tm="100000">
                                          <p:val>
                                            <p:strVal val="#ppt_x"/>
                                          </p:val>
                                        </p:tav>
                                      </p:tavLst>
                                    </p:anim>
                                    <p:anim calcmode="lin" valueType="num">
                                      <p:cBhvr>
                                        <p:cTn id="121" dur="1000" fill="hold"/>
                                        <p:tgtEl>
                                          <p:spTgt spid="225"/>
                                        </p:tgtEl>
                                        <p:attrNameLst>
                                          <p:attrName>ppt_y</p:attrName>
                                        </p:attrNameLst>
                                      </p:cBhvr>
                                      <p:tavLst>
                                        <p:tav tm="0">
                                          <p:val>
                                            <p:strVal val="#ppt_y+.1"/>
                                          </p:val>
                                        </p:tav>
                                        <p:tav tm="100000">
                                          <p:val>
                                            <p:strVal val="#ppt_y"/>
                                          </p:val>
                                        </p:tav>
                                      </p:tavLst>
                                    </p:anim>
                                  </p:childTnLst>
                                </p:cTn>
                              </p:par>
                              <p:par>
                                <p:cTn id="122" presetID="42" presetClass="entr" presetSubtype="0" fill="hold" grpId="0" nodeType="withEffect">
                                  <p:stCondLst>
                                    <p:cond delay="0"/>
                                  </p:stCondLst>
                                  <p:childTnLst>
                                    <p:set>
                                      <p:cBhvr>
                                        <p:cTn id="123" dur="1" fill="hold">
                                          <p:stCondLst>
                                            <p:cond delay="0"/>
                                          </p:stCondLst>
                                        </p:cTn>
                                        <p:tgtEl>
                                          <p:spTgt spid="226"/>
                                        </p:tgtEl>
                                        <p:attrNameLst>
                                          <p:attrName>style.visibility</p:attrName>
                                        </p:attrNameLst>
                                      </p:cBhvr>
                                      <p:to>
                                        <p:strVal val="visible"/>
                                      </p:to>
                                    </p:set>
                                    <p:animEffect transition="in" filter="fade">
                                      <p:cBhvr>
                                        <p:cTn id="124" dur="1000"/>
                                        <p:tgtEl>
                                          <p:spTgt spid="226"/>
                                        </p:tgtEl>
                                      </p:cBhvr>
                                    </p:animEffect>
                                    <p:anim calcmode="lin" valueType="num">
                                      <p:cBhvr>
                                        <p:cTn id="125" dur="1000" fill="hold"/>
                                        <p:tgtEl>
                                          <p:spTgt spid="226"/>
                                        </p:tgtEl>
                                        <p:attrNameLst>
                                          <p:attrName>ppt_x</p:attrName>
                                        </p:attrNameLst>
                                      </p:cBhvr>
                                      <p:tavLst>
                                        <p:tav tm="0">
                                          <p:val>
                                            <p:strVal val="#ppt_x"/>
                                          </p:val>
                                        </p:tav>
                                        <p:tav tm="100000">
                                          <p:val>
                                            <p:strVal val="#ppt_x"/>
                                          </p:val>
                                        </p:tav>
                                      </p:tavLst>
                                    </p:anim>
                                    <p:anim calcmode="lin" valueType="num">
                                      <p:cBhvr>
                                        <p:cTn id="126" dur="1000" fill="hold"/>
                                        <p:tgtEl>
                                          <p:spTgt spid="226"/>
                                        </p:tgtEl>
                                        <p:attrNameLst>
                                          <p:attrName>ppt_y</p:attrName>
                                        </p:attrNameLst>
                                      </p:cBhvr>
                                      <p:tavLst>
                                        <p:tav tm="0">
                                          <p:val>
                                            <p:strVal val="#ppt_y+.1"/>
                                          </p:val>
                                        </p:tav>
                                        <p:tav tm="100000">
                                          <p:val>
                                            <p:strVal val="#ppt_y"/>
                                          </p:val>
                                        </p:tav>
                                      </p:tavLst>
                                    </p:anim>
                                  </p:childTnLst>
                                </p:cTn>
                              </p:par>
                              <p:par>
                                <p:cTn id="127" presetID="42" presetClass="entr" presetSubtype="0" fill="hold" grpId="0" nodeType="withEffect">
                                  <p:stCondLst>
                                    <p:cond delay="0"/>
                                  </p:stCondLst>
                                  <p:childTnLst>
                                    <p:set>
                                      <p:cBhvr>
                                        <p:cTn id="128" dur="1" fill="hold">
                                          <p:stCondLst>
                                            <p:cond delay="0"/>
                                          </p:stCondLst>
                                        </p:cTn>
                                        <p:tgtEl>
                                          <p:spTgt spid="227"/>
                                        </p:tgtEl>
                                        <p:attrNameLst>
                                          <p:attrName>style.visibility</p:attrName>
                                        </p:attrNameLst>
                                      </p:cBhvr>
                                      <p:to>
                                        <p:strVal val="visible"/>
                                      </p:to>
                                    </p:set>
                                    <p:animEffect transition="in" filter="fade">
                                      <p:cBhvr>
                                        <p:cTn id="129" dur="1000"/>
                                        <p:tgtEl>
                                          <p:spTgt spid="227"/>
                                        </p:tgtEl>
                                      </p:cBhvr>
                                    </p:animEffect>
                                    <p:anim calcmode="lin" valueType="num">
                                      <p:cBhvr>
                                        <p:cTn id="130" dur="1000" fill="hold"/>
                                        <p:tgtEl>
                                          <p:spTgt spid="227"/>
                                        </p:tgtEl>
                                        <p:attrNameLst>
                                          <p:attrName>ppt_x</p:attrName>
                                        </p:attrNameLst>
                                      </p:cBhvr>
                                      <p:tavLst>
                                        <p:tav tm="0">
                                          <p:val>
                                            <p:strVal val="#ppt_x"/>
                                          </p:val>
                                        </p:tav>
                                        <p:tav tm="100000">
                                          <p:val>
                                            <p:strVal val="#ppt_x"/>
                                          </p:val>
                                        </p:tav>
                                      </p:tavLst>
                                    </p:anim>
                                    <p:anim calcmode="lin" valueType="num">
                                      <p:cBhvr>
                                        <p:cTn id="131" dur="1000" fill="hold"/>
                                        <p:tgtEl>
                                          <p:spTgt spid="227"/>
                                        </p:tgtEl>
                                        <p:attrNameLst>
                                          <p:attrName>ppt_y</p:attrName>
                                        </p:attrNameLst>
                                      </p:cBhvr>
                                      <p:tavLst>
                                        <p:tav tm="0">
                                          <p:val>
                                            <p:strVal val="#ppt_y+.1"/>
                                          </p:val>
                                        </p:tav>
                                        <p:tav tm="100000">
                                          <p:val>
                                            <p:strVal val="#ppt_y"/>
                                          </p:val>
                                        </p:tav>
                                      </p:tavLst>
                                    </p:anim>
                                  </p:childTnLst>
                                </p:cTn>
                              </p:par>
                              <p:par>
                                <p:cTn id="132" presetID="42" presetClass="entr" presetSubtype="0" fill="hold" grpId="0" nodeType="withEffect">
                                  <p:stCondLst>
                                    <p:cond delay="0"/>
                                  </p:stCondLst>
                                  <p:childTnLst>
                                    <p:set>
                                      <p:cBhvr>
                                        <p:cTn id="133" dur="1" fill="hold">
                                          <p:stCondLst>
                                            <p:cond delay="0"/>
                                          </p:stCondLst>
                                        </p:cTn>
                                        <p:tgtEl>
                                          <p:spTgt spid="228"/>
                                        </p:tgtEl>
                                        <p:attrNameLst>
                                          <p:attrName>style.visibility</p:attrName>
                                        </p:attrNameLst>
                                      </p:cBhvr>
                                      <p:to>
                                        <p:strVal val="visible"/>
                                      </p:to>
                                    </p:set>
                                    <p:animEffect transition="in" filter="fade">
                                      <p:cBhvr>
                                        <p:cTn id="134" dur="1000"/>
                                        <p:tgtEl>
                                          <p:spTgt spid="228"/>
                                        </p:tgtEl>
                                      </p:cBhvr>
                                    </p:animEffect>
                                    <p:anim calcmode="lin" valueType="num">
                                      <p:cBhvr>
                                        <p:cTn id="135" dur="1000" fill="hold"/>
                                        <p:tgtEl>
                                          <p:spTgt spid="228"/>
                                        </p:tgtEl>
                                        <p:attrNameLst>
                                          <p:attrName>ppt_x</p:attrName>
                                        </p:attrNameLst>
                                      </p:cBhvr>
                                      <p:tavLst>
                                        <p:tav tm="0">
                                          <p:val>
                                            <p:strVal val="#ppt_x"/>
                                          </p:val>
                                        </p:tav>
                                        <p:tav tm="100000">
                                          <p:val>
                                            <p:strVal val="#ppt_x"/>
                                          </p:val>
                                        </p:tav>
                                      </p:tavLst>
                                    </p:anim>
                                    <p:anim calcmode="lin" valueType="num">
                                      <p:cBhvr>
                                        <p:cTn id="136" dur="1000" fill="hold"/>
                                        <p:tgtEl>
                                          <p:spTgt spid="228"/>
                                        </p:tgtEl>
                                        <p:attrNameLst>
                                          <p:attrName>ppt_y</p:attrName>
                                        </p:attrNameLst>
                                      </p:cBhvr>
                                      <p:tavLst>
                                        <p:tav tm="0">
                                          <p:val>
                                            <p:strVal val="#ppt_y+.1"/>
                                          </p:val>
                                        </p:tav>
                                        <p:tav tm="100000">
                                          <p:val>
                                            <p:strVal val="#ppt_y"/>
                                          </p:val>
                                        </p:tav>
                                      </p:tavLst>
                                    </p:anim>
                                  </p:childTnLst>
                                </p:cTn>
                              </p:par>
                              <p:par>
                                <p:cTn id="137" presetID="42" presetClass="entr" presetSubtype="0" fill="hold" grpId="0" nodeType="withEffect">
                                  <p:stCondLst>
                                    <p:cond delay="0"/>
                                  </p:stCondLst>
                                  <p:childTnLst>
                                    <p:set>
                                      <p:cBhvr>
                                        <p:cTn id="138" dur="1" fill="hold">
                                          <p:stCondLst>
                                            <p:cond delay="0"/>
                                          </p:stCondLst>
                                        </p:cTn>
                                        <p:tgtEl>
                                          <p:spTgt spid="229"/>
                                        </p:tgtEl>
                                        <p:attrNameLst>
                                          <p:attrName>style.visibility</p:attrName>
                                        </p:attrNameLst>
                                      </p:cBhvr>
                                      <p:to>
                                        <p:strVal val="visible"/>
                                      </p:to>
                                    </p:set>
                                    <p:animEffect transition="in" filter="fade">
                                      <p:cBhvr>
                                        <p:cTn id="139" dur="1000"/>
                                        <p:tgtEl>
                                          <p:spTgt spid="229"/>
                                        </p:tgtEl>
                                      </p:cBhvr>
                                    </p:animEffect>
                                    <p:anim calcmode="lin" valueType="num">
                                      <p:cBhvr>
                                        <p:cTn id="140" dur="1000" fill="hold"/>
                                        <p:tgtEl>
                                          <p:spTgt spid="229"/>
                                        </p:tgtEl>
                                        <p:attrNameLst>
                                          <p:attrName>ppt_x</p:attrName>
                                        </p:attrNameLst>
                                      </p:cBhvr>
                                      <p:tavLst>
                                        <p:tav tm="0">
                                          <p:val>
                                            <p:strVal val="#ppt_x"/>
                                          </p:val>
                                        </p:tav>
                                        <p:tav tm="100000">
                                          <p:val>
                                            <p:strVal val="#ppt_x"/>
                                          </p:val>
                                        </p:tav>
                                      </p:tavLst>
                                    </p:anim>
                                    <p:anim calcmode="lin" valueType="num">
                                      <p:cBhvr>
                                        <p:cTn id="141" dur="1000" fill="hold"/>
                                        <p:tgtEl>
                                          <p:spTgt spid="229"/>
                                        </p:tgtEl>
                                        <p:attrNameLst>
                                          <p:attrName>ppt_y</p:attrName>
                                        </p:attrNameLst>
                                      </p:cBhvr>
                                      <p:tavLst>
                                        <p:tav tm="0">
                                          <p:val>
                                            <p:strVal val="#ppt_y+.1"/>
                                          </p:val>
                                        </p:tav>
                                        <p:tav tm="100000">
                                          <p:val>
                                            <p:strVal val="#ppt_y"/>
                                          </p:val>
                                        </p:tav>
                                      </p:tavLst>
                                    </p:anim>
                                  </p:childTnLst>
                                </p:cTn>
                              </p:par>
                              <p:par>
                                <p:cTn id="142" presetID="42" presetClass="entr" presetSubtype="0" fill="hold" grpId="0" nodeType="withEffect">
                                  <p:stCondLst>
                                    <p:cond delay="0"/>
                                  </p:stCondLst>
                                  <p:childTnLst>
                                    <p:set>
                                      <p:cBhvr>
                                        <p:cTn id="143" dur="1" fill="hold">
                                          <p:stCondLst>
                                            <p:cond delay="0"/>
                                          </p:stCondLst>
                                        </p:cTn>
                                        <p:tgtEl>
                                          <p:spTgt spid="230"/>
                                        </p:tgtEl>
                                        <p:attrNameLst>
                                          <p:attrName>style.visibility</p:attrName>
                                        </p:attrNameLst>
                                      </p:cBhvr>
                                      <p:to>
                                        <p:strVal val="visible"/>
                                      </p:to>
                                    </p:set>
                                    <p:animEffect transition="in" filter="fade">
                                      <p:cBhvr>
                                        <p:cTn id="144" dur="1000"/>
                                        <p:tgtEl>
                                          <p:spTgt spid="230"/>
                                        </p:tgtEl>
                                      </p:cBhvr>
                                    </p:animEffect>
                                    <p:anim calcmode="lin" valueType="num">
                                      <p:cBhvr>
                                        <p:cTn id="145" dur="1000" fill="hold"/>
                                        <p:tgtEl>
                                          <p:spTgt spid="230"/>
                                        </p:tgtEl>
                                        <p:attrNameLst>
                                          <p:attrName>ppt_x</p:attrName>
                                        </p:attrNameLst>
                                      </p:cBhvr>
                                      <p:tavLst>
                                        <p:tav tm="0">
                                          <p:val>
                                            <p:strVal val="#ppt_x"/>
                                          </p:val>
                                        </p:tav>
                                        <p:tav tm="100000">
                                          <p:val>
                                            <p:strVal val="#ppt_x"/>
                                          </p:val>
                                        </p:tav>
                                      </p:tavLst>
                                    </p:anim>
                                    <p:anim calcmode="lin" valueType="num">
                                      <p:cBhvr>
                                        <p:cTn id="146" dur="1000" fill="hold"/>
                                        <p:tgtEl>
                                          <p:spTgt spid="230"/>
                                        </p:tgtEl>
                                        <p:attrNameLst>
                                          <p:attrName>ppt_y</p:attrName>
                                        </p:attrNameLst>
                                      </p:cBhvr>
                                      <p:tavLst>
                                        <p:tav tm="0">
                                          <p:val>
                                            <p:strVal val="#ppt_y+.1"/>
                                          </p:val>
                                        </p:tav>
                                        <p:tav tm="100000">
                                          <p:val>
                                            <p:strVal val="#ppt_y"/>
                                          </p:val>
                                        </p:tav>
                                      </p:tavLst>
                                    </p:anim>
                                  </p:childTnLst>
                                </p:cTn>
                              </p:par>
                              <p:par>
                                <p:cTn id="147" presetID="42" presetClass="entr" presetSubtype="0" fill="hold" grpId="0" nodeType="withEffect">
                                  <p:stCondLst>
                                    <p:cond delay="0"/>
                                  </p:stCondLst>
                                  <p:childTnLst>
                                    <p:set>
                                      <p:cBhvr>
                                        <p:cTn id="148" dur="1" fill="hold">
                                          <p:stCondLst>
                                            <p:cond delay="0"/>
                                          </p:stCondLst>
                                        </p:cTn>
                                        <p:tgtEl>
                                          <p:spTgt spid="231"/>
                                        </p:tgtEl>
                                        <p:attrNameLst>
                                          <p:attrName>style.visibility</p:attrName>
                                        </p:attrNameLst>
                                      </p:cBhvr>
                                      <p:to>
                                        <p:strVal val="visible"/>
                                      </p:to>
                                    </p:set>
                                    <p:animEffect transition="in" filter="fade">
                                      <p:cBhvr>
                                        <p:cTn id="149" dur="1000"/>
                                        <p:tgtEl>
                                          <p:spTgt spid="231"/>
                                        </p:tgtEl>
                                      </p:cBhvr>
                                    </p:animEffect>
                                    <p:anim calcmode="lin" valueType="num">
                                      <p:cBhvr>
                                        <p:cTn id="150" dur="1000" fill="hold"/>
                                        <p:tgtEl>
                                          <p:spTgt spid="231"/>
                                        </p:tgtEl>
                                        <p:attrNameLst>
                                          <p:attrName>ppt_x</p:attrName>
                                        </p:attrNameLst>
                                      </p:cBhvr>
                                      <p:tavLst>
                                        <p:tav tm="0">
                                          <p:val>
                                            <p:strVal val="#ppt_x"/>
                                          </p:val>
                                        </p:tav>
                                        <p:tav tm="100000">
                                          <p:val>
                                            <p:strVal val="#ppt_x"/>
                                          </p:val>
                                        </p:tav>
                                      </p:tavLst>
                                    </p:anim>
                                    <p:anim calcmode="lin" valueType="num">
                                      <p:cBhvr>
                                        <p:cTn id="151" dur="1000" fill="hold"/>
                                        <p:tgtEl>
                                          <p:spTgt spid="231"/>
                                        </p:tgtEl>
                                        <p:attrNameLst>
                                          <p:attrName>ppt_y</p:attrName>
                                        </p:attrNameLst>
                                      </p:cBhvr>
                                      <p:tavLst>
                                        <p:tav tm="0">
                                          <p:val>
                                            <p:strVal val="#ppt_y+.1"/>
                                          </p:val>
                                        </p:tav>
                                        <p:tav tm="100000">
                                          <p:val>
                                            <p:strVal val="#ppt_y"/>
                                          </p:val>
                                        </p:tav>
                                      </p:tavLst>
                                    </p:anim>
                                  </p:childTnLst>
                                </p:cTn>
                              </p:par>
                              <p:par>
                                <p:cTn id="152" presetID="42" presetClass="entr" presetSubtype="0" fill="hold" grpId="0" nodeType="withEffect">
                                  <p:stCondLst>
                                    <p:cond delay="0"/>
                                  </p:stCondLst>
                                  <p:childTnLst>
                                    <p:set>
                                      <p:cBhvr>
                                        <p:cTn id="153" dur="1" fill="hold">
                                          <p:stCondLst>
                                            <p:cond delay="0"/>
                                          </p:stCondLst>
                                        </p:cTn>
                                        <p:tgtEl>
                                          <p:spTgt spid="232"/>
                                        </p:tgtEl>
                                        <p:attrNameLst>
                                          <p:attrName>style.visibility</p:attrName>
                                        </p:attrNameLst>
                                      </p:cBhvr>
                                      <p:to>
                                        <p:strVal val="visible"/>
                                      </p:to>
                                    </p:set>
                                    <p:animEffect transition="in" filter="fade">
                                      <p:cBhvr>
                                        <p:cTn id="154" dur="1000"/>
                                        <p:tgtEl>
                                          <p:spTgt spid="232"/>
                                        </p:tgtEl>
                                      </p:cBhvr>
                                    </p:animEffect>
                                    <p:anim calcmode="lin" valueType="num">
                                      <p:cBhvr>
                                        <p:cTn id="155" dur="1000" fill="hold"/>
                                        <p:tgtEl>
                                          <p:spTgt spid="232"/>
                                        </p:tgtEl>
                                        <p:attrNameLst>
                                          <p:attrName>ppt_x</p:attrName>
                                        </p:attrNameLst>
                                      </p:cBhvr>
                                      <p:tavLst>
                                        <p:tav tm="0">
                                          <p:val>
                                            <p:strVal val="#ppt_x"/>
                                          </p:val>
                                        </p:tav>
                                        <p:tav tm="100000">
                                          <p:val>
                                            <p:strVal val="#ppt_x"/>
                                          </p:val>
                                        </p:tav>
                                      </p:tavLst>
                                    </p:anim>
                                    <p:anim calcmode="lin" valueType="num">
                                      <p:cBhvr>
                                        <p:cTn id="156" dur="1000" fill="hold"/>
                                        <p:tgtEl>
                                          <p:spTgt spid="232"/>
                                        </p:tgtEl>
                                        <p:attrNameLst>
                                          <p:attrName>ppt_y</p:attrName>
                                        </p:attrNameLst>
                                      </p:cBhvr>
                                      <p:tavLst>
                                        <p:tav tm="0">
                                          <p:val>
                                            <p:strVal val="#ppt_y+.1"/>
                                          </p:val>
                                        </p:tav>
                                        <p:tav tm="100000">
                                          <p:val>
                                            <p:strVal val="#ppt_y"/>
                                          </p:val>
                                        </p:tav>
                                      </p:tavLst>
                                    </p:anim>
                                  </p:childTnLst>
                                </p:cTn>
                              </p:par>
                              <p:par>
                                <p:cTn id="157" presetID="42" presetClass="entr" presetSubtype="0" fill="hold" grpId="0" nodeType="withEffect">
                                  <p:stCondLst>
                                    <p:cond delay="0"/>
                                  </p:stCondLst>
                                  <p:childTnLst>
                                    <p:set>
                                      <p:cBhvr>
                                        <p:cTn id="158" dur="1" fill="hold">
                                          <p:stCondLst>
                                            <p:cond delay="0"/>
                                          </p:stCondLst>
                                        </p:cTn>
                                        <p:tgtEl>
                                          <p:spTgt spid="233"/>
                                        </p:tgtEl>
                                        <p:attrNameLst>
                                          <p:attrName>style.visibility</p:attrName>
                                        </p:attrNameLst>
                                      </p:cBhvr>
                                      <p:to>
                                        <p:strVal val="visible"/>
                                      </p:to>
                                    </p:set>
                                    <p:animEffect transition="in" filter="fade">
                                      <p:cBhvr>
                                        <p:cTn id="159" dur="1000"/>
                                        <p:tgtEl>
                                          <p:spTgt spid="233"/>
                                        </p:tgtEl>
                                      </p:cBhvr>
                                    </p:animEffect>
                                    <p:anim calcmode="lin" valueType="num">
                                      <p:cBhvr>
                                        <p:cTn id="160" dur="1000" fill="hold"/>
                                        <p:tgtEl>
                                          <p:spTgt spid="233"/>
                                        </p:tgtEl>
                                        <p:attrNameLst>
                                          <p:attrName>ppt_x</p:attrName>
                                        </p:attrNameLst>
                                      </p:cBhvr>
                                      <p:tavLst>
                                        <p:tav tm="0">
                                          <p:val>
                                            <p:strVal val="#ppt_x"/>
                                          </p:val>
                                        </p:tav>
                                        <p:tav tm="100000">
                                          <p:val>
                                            <p:strVal val="#ppt_x"/>
                                          </p:val>
                                        </p:tav>
                                      </p:tavLst>
                                    </p:anim>
                                    <p:anim calcmode="lin" valueType="num">
                                      <p:cBhvr>
                                        <p:cTn id="161" dur="1000" fill="hold"/>
                                        <p:tgtEl>
                                          <p:spTgt spid="233"/>
                                        </p:tgtEl>
                                        <p:attrNameLst>
                                          <p:attrName>ppt_y</p:attrName>
                                        </p:attrNameLst>
                                      </p:cBhvr>
                                      <p:tavLst>
                                        <p:tav tm="0">
                                          <p:val>
                                            <p:strVal val="#ppt_y+.1"/>
                                          </p:val>
                                        </p:tav>
                                        <p:tav tm="100000">
                                          <p:val>
                                            <p:strVal val="#ppt_y"/>
                                          </p:val>
                                        </p:tav>
                                      </p:tavLst>
                                    </p:anim>
                                  </p:childTnLst>
                                </p:cTn>
                              </p:par>
                              <p:par>
                                <p:cTn id="162" presetID="42" presetClass="entr" presetSubtype="0" fill="hold" grpId="0" nodeType="withEffect">
                                  <p:stCondLst>
                                    <p:cond delay="0"/>
                                  </p:stCondLst>
                                  <p:childTnLst>
                                    <p:set>
                                      <p:cBhvr>
                                        <p:cTn id="163" dur="1" fill="hold">
                                          <p:stCondLst>
                                            <p:cond delay="0"/>
                                          </p:stCondLst>
                                        </p:cTn>
                                        <p:tgtEl>
                                          <p:spTgt spid="234"/>
                                        </p:tgtEl>
                                        <p:attrNameLst>
                                          <p:attrName>style.visibility</p:attrName>
                                        </p:attrNameLst>
                                      </p:cBhvr>
                                      <p:to>
                                        <p:strVal val="visible"/>
                                      </p:to>
                                    </p:set>
                                    <p:animEffect transition="in" filter="fade">
                                      <p:cBhvr>
                                        <p:cTn id="164" dur="1000"/>
                                        <p:tgtEl>
                                          <p:spTgt spid="234"/>
                                        </p:tgtEl>
                                      </p:cBhvr>
                                    </p:animEffect>
                                    <p:anim calcmode="lin" valueType="num">
                                      <p:cBhvr>
                                        <p:cTn id="165" dur="1000" fill="hold"/>
                                        <p:tgtEl>
                                          <p:spTgt spid="234"/>
                                        </p:tgtEl>
                                        <p:attrNameLst>
                                          <p:attrName>ppt_x</p:attrName>
                                        </p:attrNameLst>
                                      </p:cBhvr>
                                      <p:tavLst>
                                        <p:tav tm="0">
                                          <p:val>
                                            <p:strVal val="#ppt_x"/>
                                          </p:val>
                                        </p:tav>
                                        <p:tav tm="100000">
                                          <p:val>
                                            <p:strVal val="#ppt_x"/>
                                          </p:val>
                                        </p:tav>
                                      </p:tavLst>
                                    </p:anim>
                                    <p:anim calcmode="lin" valueType="num">
                                      <p:cBhvr>
                                        <p:cTn id="166" dur="1000" fill="hold"/>
                                        <p:tgtEl>
                                          <p:spTgt spid="234"/>
                                        </p:tgtEl>
                                        <p:attrNameLst>
                                          <p:attrName>ppt_y</p:attrName>
                                        </p:attrNameLst>
                                      </p:cBhvr>
                                      <p:tavLst>
                                        <p:tav tm="0">
                                          <p:val>
                                            <p:strVal val="#ppt_y+.1"/>
                                          </p:val>
                                        </p:tav>
                                        <p:tav tm="100000">
                                          <p:val>
                                            <p:strVal val="#ppt_y"/>
                                          </p:val>
                                        </p:tav>
                                      </p:tavLst>
                                    </p:anim>
                                  </p:childTnLst>
                                </p:cTn>
                              </p:par>
                              <p:par>
                                <p:cTn id="167" presetID="42" presetClass="entr" presetSubtype="0" fill="hold" grpId="0" nodeType="withEffect">
                                  <p:stCondLst>
                                    <p:cond delay="0"/>
                                  </p:stCondLst>
                                  <p:childTnLst>
                                    <p:set>
                                      <p:cBhvr>
                                        <p:cTn id="168" dur="1" fill="hold">
                                          <p:stCondLst>
                                            <p:cond delay="0"/>
                                          </p:stCondLst>
                                        </p:cTn>
                                        <p:tgtEl>
                                          <p:spTgt spid="235"/>
                                        </p:tgtEl>
                                        <p:attrNameLst>
                                          <p:attrName>style.visibility</p:attrName>
                                        </p:attrNameLst>
                                      </p:cBhvr>
                                      <p:to>
                                        <p:strVal val="visible"/>
                                      </p:to>
                                    </p:set>
                                    <p:animEffect transition="in" filter="fade">
                                      <p:cBhvr>
                                        <p:cTn id="169" dur="1000"/>
                                        <p:tgtEl>
                                          <p:spTgt spid="235"/>
                                        </p:tgtEl>
                                      </p:cBhvr>
                                    </p:animEffect>
                                    <p:anim calcmode="lin" valueType="num">
                                      <p:cBhvr>
                                        <p:cTn id="170" dur="1000" fill="hold"/>
                                        <p:tgtEl>
                                          <p:spTgt spid="235"/>
                                        </p:tgtEl>
                                        <p:attrNameLst>
                                          <p:attrName>ppt_x</p:attrName>
                                        </p:attrNameLst>
                                      </p:cBhvr>
                                      <p:tavLst>
                                        <p:tav tm="0">
                                          <p:val>
                                            <p:strVal val="#ppt_x"/>
                                          </p:val>
                                        </p:tav>
                                        <p:tav tm="100000">
                                          <p:val>
                                            <p:strVal val="#ppt_x"/>
                                          </p:val>
                                        </p:tav>
                                      </p:tavLst>
                                    </p:anim>
                                    <p:anim calcmode="lin" valueType="num">
                                      <p:cBhvr>
                                        <p:cTn id="171" dur="1000" fill="hold"/>
                                        <p:tgtEl>
                                          <p:spTgt spid="235"/>
                                        </p:tgtEl>
                                        <p:attrNameLst>
                                          <p:attrName>ppt_y</p:attrName>
                                        </p:attrNameLst>
                                      </p:cBhvr>
                                      <p:tavLst>
                                        <p:tav tm="0">
                                          <p:val>
                                            <p:strVal val="#ppt_y+.1"/>
                                          </p:val>
                                        </p:tav>
                                        <p:tav tm="100000">
                                          <p:val>
                                            <p:strVal val="#ppt_y"/>
                                          </p:val>
                                        </p:tav>
                                      </p:tavLst>
                                    </p:anim>
                                  </p:childTnLst>
                                </p:cTn>
                              </p:par>
                              <p:par>
                                <p:cTn id="172" presetID="42" presetClass="entr" presetSubtype="0" fill="hold" grpId="0" nodeType="withEffect">
                                  <p:stCondLst>
                                    <p:cond delay="0"/>
                                  </p:stCondLst>
                                  <p:childTnLst>
                                    <p:set>
                                      <p:cBhvr>
                                        <p:cTn id="173" dur="1" fill="hold">
                                          <p:stCondLst>
                                            <p:cond delay="0"/>
                                          </p:stCondLst>
                                        </p:cTn>
                                        <p:tgtEl>
                                          <p:spTgt spid="236"/>
                                        </p:tgtEl>
                                        <p:attrNameLst>
                                          <p:attrName>style.visibility</p:attrName>
                                        </p:attrNameLst>
                                      </p:cBhvr>
                                      <p:to>
                                        <p:strVal val="visible"/>
                                      </p:to>
                                    </p:set>
                                    <p:animEffect transition="in" filter="fade">
                                      <p:cBhvr>
                                        <p:cTn id="174" dur="1000"/>
                                        <p:tgtEl>
                                          <p:spTgt spid="236"/>
                                        </p:tgtEl>
                                      </p:cBhvr>
                                    </p:animEffect>
                                    <p:anim calcmode="lin" valueType="num">
                                      <p:cBhvr>
                                        <p:cTn id="175" dur="1000" fill="hold"/>
                                        <p:tgtEl>
                                          <p:spTgt spid="236"/>
                                        </p:tgtEl>
                                        <p:attrNameLst>
                                          <p:attrName>ppt_x</p:attrName>
                                        </p:attrNameLst>
                                      </p:cBhvr>
                                      <p:tavLst>
                                        <p:tav tm="0">
                                          <p:val>
                                            <p:strVal val="#ppt_x"/>
                                          </p:val>
                                        </p:tav>
                                        <p:tav tm="100000">
                                          <p:val>
                                            <p:strVal val="#ppt_x"/>
                                          </p:val>
                                        </p:tav>
                                      </p:tavLst>
                                    </p:anim>
                                    <p:anim calcmode="lin" valueType="num">
                                      <p:cBhvr>
                                        <p:cTn id="176" dur="1000" fill="hold"/>
                                        <p:tgtEl>
                                          <p:spTgt spid="236"/>
                                        </p:tgtEl>
                                        <p:attrNameLst>
                                          <p:attrName>ppt_y</p:attrName>
                                        </p:attrNameLst>
                                      </p:cBhvr>
                                      <p:tavLst>
                                        <p:tav tm="0">
                                          <p:val>
                                            <p:strVal val="#ppt_y+.1"/>
                                          </p:val>
                                        </p:tav>
                                        <p:tav tm="100000">
                                          <p:val>
                                            <p:strVal val="#ppt_y"/>
                                          </p:val>
                                        </p:tav>
                                      </p:tavLst>
                                    </p:anim>
                                  </p:childTnLst>
                                </p:cTn>
                              </p:par>
                              <p:par>
                                <p:cTn id="177" presetID="42" presetClass="entr" presetSubtype="0" fill="hold" grpId="0" nodeType="withEffect">
                                  <p:stCondLst>
                                    <p:cond delay="0"/>
                                  </p:stCondLst>
                                  <p:childTnLst>
                                    <p:set>
                                      <p:cBhvr>
                                        <p:cTn id="178" dur="1" fill="hold">
                                          <p:stCondLst>
                                            <p:cond delay="0"/>
                                          </p:stCondLst>
                                        </p:cTn>
                                        <p:tgtEl>
                                          <p:spTgt spid="237"/>
                                        </p:tgtEl>
                                        <p:attrNameLst>
                                          <p:attrName>style.visibility</p:attrName>
                                        </p:attrNameLst>
                                      </p:cBhvr>
                                      <p:to>
                                        <p:strVal val="visible"/>
                                      </p:to>
                                    </p:set>
                                    <p:animEffect transition="in" filter="fade">
                                      <p:cBhvr>
                                        <p:cTn id="179" dur="1000"/>
                                        <p:tgtEl>
                                          <p:spTgt spid="237"/>
                                        </p:tgtEl>
                                      </p:cBhvr>
                                    </p:animEffect>
                                    <p:anim calcmode="lin" valueType="num">
                                      <p:cBhvr>
                                        <p:cTn id="180" dur="1000" fill="hold"/>
                                        <p:tgtEl>
                                          <p:spTgt spid="237"/>
                                        </p:tgtEl>
                                        <p:attrNameLst>
                                          <p:attrName>ppt_x</p:attrName>
                                        </p:attrNameLst>
                                      </p:cBhvr>
                                      <p:tavLst>
                                        <p:tav tm="0">
                                          <p:val>
                                            <p:strVal val="#ppt_x"/>
                                          </p:val>
                                        </p:tav>
                                        <p:tav tm="100000">
                                          <p:val>
                                            <p:strVal val="#ppt_x"/>
                                          </p:val>
                                        </p:tav>
                                      </p:tavLst>
                                    </p:anim>
                                    <p:anim calcmode="lin" valueType="num">
                                      <p:cBhvr>
                                        <p:cTn id="181" dur="1000" fill="hold"/>
                                        <p:tgtEl>
                                          <p:spTgt spid="237"/>
                                        </p:tgtEl>
                                        <p:attrNameLst>
                                          <p:attrName>ppt_y</p:attrName>
                                        </p:attrNameLst>
                                      </p:cBhvr>
                                      <p:tavLst>
                                        <p:tav tm="0">
                                          <p:val>
                                            <p:strVal val="#ppt_y+.1"/>
                                          </p:val>
                                        </p:tav>
                                        <p:tav tm="100000">
                                          <p:val>
                                            <p:strVal val="#ppt_y"/>
                                          </p:val>
                                        </p:tav>
                                      </p:tavLst>
                                    </p:anim>
                                  </p:childTnLst>
                                </p:cTn>
                              </p:par>
                              <p:par>
                                <p:cTn id="182" presetID="42" presetClass="entr" presetSubtype="0" fill="hold" grpId="0" nodeType="withEffect">
                                  <p:stCondLst>
                                    <p:cond delay="0"/>
                                  </p:stCondLst>
                                  <p:childTnLst>
                                    <p:set>
                                      <p:cBhvr>
                                        <p:cTn id="183" dur="1" fill="hold">
                                          <p:stCondLst>
                                            <p:cond delay="0"/>
                                          </p:stCondLst>
                                        </p:cTn>
                                        <p:tgtEl>
                                          <p:spTgt spid="238"/>
                                        </p:tgtEl>
                                        <p:attrNameLst>
                                          <p:attrName>style.visibility</p:attrName>
                                        </p:attrNameLst>
                                      </p:cBhvr>
                                      <p:to>
                                        <p:strVal val="visible"/>
                                      </p:to>
                                    </p:set>
                                    <p:animEffect transition="in" filter="fade">
                                      <p:cBhvr>
                                        <p:cTn id="184" dur="1000"/>
                                        <p:tgtEl>
                                          <p:spTgt spid="238"/>
                                        </p:tgtEl>
                                      </p:cBhvr>
                                    </p:animEffect>
                                    <p:anim calcmode="lin" valueType="num">
                                      <p:cBhvr>
                                        <p:cTn id="185" dur="1000" fill="hold"/>
                                        <p:tgtEl>
                                          <p:spTgt spid="238"/>
                                        </p:tgtEl>
                                        <p:attrNameLst>
                                          <p:attrName>ppt_x</p:attrName>
                                        </p:attrNameLst>
                                      </p:cBhvr>
                                      <p:tavLst>
                                        <p:tav tm="0">
                                          <p:val>
                                            <p:strVal val="#ppt_x"/>
                                          </p:val>
                                        </p:tav>
                                        <p:tav tm="100000">
                                          <p:val>
                                            <p:strVal val="#ppt_x"/>
                                          </p:val>
                                        </p:tav>
                                      </p:tavLst>
                                    </p:anim>
                                    <p:anim calcmode="lin" valueType="num">
                                      <p:cBhvr>
                                        <p:cTn id="186" dur="1000" fill="hold"/>
                                        <p:tgtEl>
                                          <p:spTgt spid="238"/>
                                        </p:tgtEl>
                                        <p:attrNameLst>
                                          <p:attrName>ppt_y</p:attrName>
                                        </p:attrNameLst>
                                      </p:cBhvr>
                                      <p:tavLst>
                                        <p:tav tm="0">
                                          <p:val>
                                            <p:strVal val="#ppt_y+.1"/>
                                          </p:val>
                                        </p:tav>
                                        <p:tav tm="100000">
                                          <p:val>
                                            <p:strVal val="#ppt_y"/>
                                          </p:val>
                                        </p:tav>
                                      </p:tavLst>
                                    </p:anim>
                                  </p:childTnLst>
                                </p:cTn>
                              </p:par>
                              <p:par>
                                <p:cTn id="187" presetID="42" presetClass="entr" presetSubtype="0" fill="hold" grpId="0" nodeType="withEffect">
                                  <p:stCondLst>
                                    <p:cond delay="0"/>
                                  </p:stCondLst>
                                  <p:childTnLst>
                                    <p:set>
                                      <p:cBhvr>
                                        <p:cTn id="188" dur="1" fill="hold">
                                          <p:stCondLst>
                                            <p:cond delay="0"/>
                                          </p:stCondLst>
                                        </p:cTn>
                                        <p:tgtEl>
                                          <p:spTgt spid="239"/>
                                        </p:tgtEl>
                                        <p:attrNameLst>
                                          <p:attrName>style.visibility</p:attrName>
                                        </p:attrNameLst>
                                      </p:cBhvr>
                                      <p:to>
                                        <p:strVal val="visible"/>
                                      </p:to>
                                    </p:set>
                                    <p:animEffect transition="in" filter="fade">
                                      <p:cBhvr>
                                        <p:cTn id="189" dur="1000"/>
                                        <p:tgtEl>
                                          <p:spTgt spid="239"/>
                                        </p:tgtEl>
                                      </p:cBhvr>
                                    </p:animEffect>
                                    <p:anim calcmode="lin" valueType="num">
                                      <p:cBhvr>
                                        <p:cTn id="190" dur="1000" fill="hold"/>
                                        <p:tgtEl>
                                          <p:spTgt spid="239"/>
                                        </p:tgtEl>
                                        <p:attrNameLst>
                                          <p:attrName>ppt_x</p:attrName>
                                        </p:attrNameLst>
                                      </p:cBhvr>
                                      <p:tavLst>
                                        <p:tav tm="0">
                                          <p:val>
                                            <p:strVal val="#ppt_x"/>
                                          </p:val>
                                        </p:tav>
                                        <p:tav tm="100000">
                                          <p:val>
                                            <p:strVal val="#ppt_x"/>
                                          </p:val>
                                        </p:tav>
                                      </p:tavLst>
                                    </p:anim>
                                    <p:anim calcmode="lin" valueType="num">
                                      <p:cBhvr>
                                        <p:cTn id="191" dur="1000" fill="hold"/>
                                        <p:tgtEl>
                                          <p:spTgt spid="239"/>
                                        </p:tgtEl>
                                        <p:attrNameLst>
                                          <p:attrName>ppt_y</p:attrName>
                                        </p:attrNameLst>
                                      </p:cBhvr>
                                      <p:tavLst>
                                        <p:tav tm="0">
                                          <p:val>
                                            <p:strVal val="#ppt_y+.1"/>
                                          </p:val>
                                        </p:tav>
                                        <p:tav tm="100000">
                                          <p:val>
                                            <p:strVal val="#ppt_y"/>
                                          </p:val>
                                        </p:tav>
                                      </p:tavLst>
                                    </p:anim>
                                  </p:childTnLst>
                                </p:cTn>
                              </p:par>
                              <p:par>
                                <p:cTn id="192" presetID="42" presetClass="entr" presetSubtype="0" fill="hold" grpId="0" nodeType="withEffect">
                                  <p:stCondLst>
                                    <p:cond delay="0"/>
                                  </p:stCondLst>
                                  <p:childTnLst>
                                    <p:set>
                                      <p:cBhvr>
                                        <p:cTn id="193" dur="1" fill="hold">
                                          <p:stCondLst>
                                            <p:cond delay="0"/>
                                          </p:stCondLst>
                                        </p:cTn>
                                        <p:tgtEl>
                                          <p:spTgt spid="240"/>
                                        </p:tgtEl>
                                        <p:attrNameLst>
                                          <p:attrName>style.visibility</p:attrName>
                                        </p:attrNameLst>
                                      </p:cBhvr>
                                      <p:to>
                                        <p:strVal val="visible"/>
                                      </p:to>
                                    </p:set>
                                    <p:animEffect transition="in" filter="fade">
                                      <p:cBhvr>
                                        <p:cTn id="194" dur="1000"/>
                                        <p:tgtEl>
                                          <p:spTgt spid="240"/>
                                        </p:tgtEl>
                                      </p:cBhvr>
                                    </p:animEffect>
                                    <p:anim calcmode="lin" valueType="num">
                                      <p:cBhvr>
                                        <p:cTn id="195" dur="1000" fill="hold"/>
                                        <p:tgtEl>
                                          <p:spTgt spid="240"/>
                                        </p:tgtEl>
                                        <p:attrNameLst>
                                          <p:attrName>ppt_x</p:attrName>
                                        </p:attrNameLst>
                                      </p:cBhvr>
                                      <p:tavLst>
                                        <p:tav tm="0">
                                          <p:val>
                                            <p:strVal val="#ppt_x"/>
                                          </p:val>
                                        </p:tav>
                                        <p:tav tm="100000">
                                          <p:val>
                                            <p:strVal val="#ppt_x"/>
                                          </p:val>
                                        </p:tav>
                                      </p:tavLst>
                                    </p:anim>
                                    <p:anim calcmode="lin" valueType="num">
                                      <p:cBhvr>
                                        <p:cTn id="196" dur="1000" fill="hold"/>
                                        <p:tgtEl>
                                          <p:spTgt spid="240"/>
                                        </p:tgtEl>
                                        <p:attrNameLst>
                                          <p:attrName>ppt_y</p:attrName>
                                        </p:attrNameLst>
                                      </p:cBhvr>
                                      <p:tavLst>
                                        <p:tav tm="0">
                                          <p:val>
                                            <p:strVal val="#ppt_y+.1"/>
                                          </p:val>
                                        </p:tav>
                                        <p:tav tm="100000">
                                          <p:val>
                                            <p:strVal val="#ppt_y"/>
                                          </p:val>
                                        </p:tav>
                                      </p:tavLst>
                                    </p:anim>
                                  </p:childTnLst>
                                </p:cTn>
                              </p:par>
                              <p:par>
                                <p:cTn id="197" presetID="42" presetClass="entr" presetSubtype="0" fill="hold" grpId="0" nodeType="withEffect">
                                  <p:stCondLst>
                                    <p:cond delay="0"/>
                                  </p:stCondLst>
                                  <p:childTnLst>
                                    <p:set>
                                      <p:cBhvr>
                                        <p:cTn id="198" dur="1" fill="hold">
                                          <p:stCondLst>
                                            <p:cond delay="0"/>
                                          </p:stCondLst>
                                        </p:cTn>
                                        <p:tgtEl>
                                          <p:spTgt spid="241"/>
                                        </p:tgtEl>
                                        <p:attrNameLst>
                                          <p:attrName>style.visibility</p:attrName>
                                        </p:attrNameLst>
                                      </p:cBhvr>
                                      <p:to>
                                        <p:strVal val="visible"/>
                                      </p:to>
                                    </p:set>
                                    <p:animEffect transition="in" filter="fade">
                                      <p:cBhvr>
                                        <p:cTn id="199" dur="1000"/>
                                        <p:tgtEl>
                                          <p:spTgt spid="241"/>
                                        </p:tgtEl>
                                      </p:cBhvr>
                                    </p:animEffect>
                                    <p:anim calcmode="lin" valueType="num">
                                      <p:cBhvr>
                                        <p:cTn id="200" dur="1000" fill="hold"/>
                                        <p:tgtEl>
                                          <p:spTgt spid="241"/>
                                        </p:tgtEl>
                                        <p:attrNameLst>
                                          <p:attrName>ppt_x</p:attrName>
                                        </p:attrNameLst>
                                      </p:cBhvr>
                                      <p:tavLst>
                                        <p:tav tm="0">
                                          <p:val>
                                            <p:strVal val="#ppt_x"/>
                                          </p:val>
                                        </p:tav>
                                        <p:tav tm="100000">
                                          <p:val>
                                            <p:strVal val="#ppt_x"/>
                                          </p:val>
                                        </p:tav>
                                      </p:tavLst>
                                    </p:anim>
                                    <p:anim calcmode="lin" valueType="num">
                                      <p:cBhvr>
                                        <p:cTn id="201" dur="1000" fill="hold"/>
                                        <p:tgtEl>
                                          <p:spTgt spid="241"/>
                                        </p:tgtEl>
                                        <p:attrNameLst>
                                          <p:attrName>ppt_y</p:attrName>
                                        </p:attrNameLst>
                                      </p:cBhvr>
                                      <p:tavLst>
                                        <p:tav tm="0">
                                          <p:val>
                                            <p:strVal val="#ppt_y+.1"/>
                                          </p:val>
                                        </p:tav>
                                        <p:tav tm="100000">
                                          <p:val>
                                            <p:strVal val="#ppt_y"/>
                                          </p:val>
                                        </p:tav>
                                      </p:tavLst>
                                    </p:anim>
                                  </p:childTnLst>
                                </p:cTn>
                              </p:par>
                              <p:par>
                                <p:cTn id="202" presetID="42" presetClass="entr" presetSubtype="0" fill="hold" grpId="0" nodeType="withEffect">
                                  <p:stCondLst>
                                    <p:cond delay="0"/>
                                  </p:stCondLst>
                                  <p:childTnLst>
                                    <p:set>
                                      <p:cBhvr>
                                        <p:cTn id="203" dur="1" fill="hold">
                                          <p:stCondLst>
                                            <p:cond delay="0"/>
                                          </p:stCondLst>
                                        </p:cTn>
                                        <p:tgtEl>
                                          <p:spTgt spid="242"/>
                                        </p:tgtEl>
                                        <p:attrNameLst>
                                          <p:attrName>style.visibility</p:attrName>
                                        </p:attrNameLst>
                                      </p:cBhvr>
                                      <p:to>
                                        <p:strVal val="visible"/>
                                      </p:to>
                                    </p:set>
                                    <p:animEffect transition="in" filter="fade">
                                      <p:cBhvr>
                                        <p:cTn id="204" dur="1000"/>
                                        <p:tgtEl>
                                          <p:spTgt spid="242"/>
                                        </p:tgtEl>
                                      </p:cBhvr>
                                    </p:animEffect>
                                    <p:anim calcmode="lin" valueType="num">
                                      <p:cBhvr>
                                        <p:cTn id="205" dur="1000" fill="hold"/>
                                        <p:tgtEl>
                                          <p:spTgt spid="242"/>
                                        </p:tgtEl>
                                        <p:attrNameLst>
                                          <p:attrName>ppt_x</p:attrName>
                                        </p:attrNameLst>
                                      </p:cBhvr>
                                      <p:tavLst>
                                        <p:tav tm="0">
                                          <p:val>
                                            <p:strVal val="#ppt_x"/>
                                          </p:val>
                                        </p:tav>
                                        <p:tav tm="100000">
                                          <p:val>
                                            <p:strVal val="#ppt_x"/>
                                          </p:val>
                                        </p:tav>
                                      </p:tavLst>
                                    </p:anim>
                                    <p:anim calcmode="lin" valueType="num">
                                      <p:cBhvr>
                                        <p:cTn id="206" dur="1000" fill="hold"/>
                                        <p:tgtEl>
                                          <p:spTgt spid="242"/>
                                        </p:tgtEl>
                                        <p:attrNameLst>
                                          <p:attrName>ppt_y</p:attrName>
                                        </p:attrNameLst>
                                      </p:cBhvr>
                                      <p:tavLst>
                                        <p:tav tm="0">
                                          <p:val>
                                            <p:strVal val="#ppt_y+.1"/>
                                          </p:val>
                                        </p:tav>
                                        <p:tav tm="100000">
                                          <p:val>
                                            <p:strVal val="#ppt_y"/>
                                          </p:val>
                                        </p:tav>
                                      </p:tavLst>
                                    </p:anim>
                                  </p:childTnLst>
                                </p:cTn>
                              </p:par>
                              <p:par>
                                <p:cTn id="207" presetID="42" presetClass="entr" presetSubtype="0" fill="hold" grpId="0" nodeType="withEffect">
                                  <p:stCondLst>
                                    <p:cond delay="0"/>
                                  </p:stCondLst>
                                  <p:childTnLst>
                                    <p:set>
                                      <p:cBhvr>
                                        <p:cTn id="208" dur="1" fill="hold">
                                          <p:stCondLst>
                                            <p:cond delay="0"/>
                                          </p:stCondLst>
                                        </p:cTn>
                                        <p:tgtEl>
                                          <p:spTgt spid="243"/>
                                        </p:tgtEl>
                                        <p:attrNameLst>
                                          <p:attrName>style.visibility</p:attrName>
                                        </p:attrNameLst>
                                      </p:cBhvr>
                                      <p:to>
                                        <p:strVal val="visible"/>
                                      </p:to>
                                    </p:set>
                                    <p:animEffect transition="in" filter="fade">
                                      <p:cBhvr>
                                        <p:cTn id="209" dur="1000"/>
                                        <p:tgtEl>
                                          <p:spTgt spid="243"/>
                                        </p:tgtEl>
                                      </p:cBhvr>
                                    </p:animEffect>
                                    <p:anim calcmode="lin" valueType="num">
                                      <p:cBhvr>
                                        <p:cTn id="210" dur="1000" fill="hold"/>
                                        <p:tgtEl>
                                          <p:spTgt spid="243"/>
                                        </p:tgtEl>
                                        <p:attrNameLst>
                                          <p:attrName>ppt_x</p:attrName>
                                        </p:attrNameLst>
                                      </p:cBhvr>
                                      <p:tavLst>
                                        <p:tav tm="0">
                                          <p:val>
                                            <p:strVal val="#ppt_x"/>
                                          </p:val>
                                        </p:tav>
                                        <p:tav tm="100000">
                                          <p:val>
                                            <p:strVal val="#ppt_x"/>
                                          </p:val>
                                        </p:tav>
                                      </p:tavLst>
                                    </p:anim>
                                    <p:anim calcmode="lin" valueType="num">
                                      <p:cBhvr>
                                        <p:cTn id="211" dur="1000" fill="hold"/>
                                        <p:tgtEl>
                                          <p:spTgt spid="243"/>
                                        </p:tgtEl>
                                        <p:attrNameLst>
                                          <p:attrName>ppt_y</p:attrName>
                                        </p:attrNameLst>
                                      </p:cBhvr>
                                      <p:tavLst>
                                        <p:tav tm="0">
                                          <p:val>
                                            <p:strVal val="#ppt_y+.1"/>
                                          </p:val>
                                        </p:tav>
                                        <p:tav tm="100000">
                                          <p:val>
                                            <p:strVal val="#ppt_y"/>
                                          </p:val>
                                        </p:tav>
                                      </p:tavLst>
                                    </p:anim>
                                  </p:childTnLst>
                                </p:cTn>
                              </p:par>
                              <p:par>
                                <p:cTn id="212" presetID="42" presetClass="entr" presetSubtype="0" fill="hold" grpId="0" nodeType="withEffect">
                                  <p:stCondLst>
                                    <p:cond delay="0"/>
                                  </p:stCondLst>
                                  <p:childTnLst>
                                    <p:set>
                                      <p:cBhvr>
                                        <p:cTn id="213" dur="1" fill="hold">
                                          <p:stCondLst>
                                            <p:cond delay="0"/>
                                          </p:stCondLst>
                                        </p:cTn>
                                        <p:tgtEl>
                                          <p:spTgt spid="244"/>
                                        </p:tgtEl>
                                        <p:attrNameLst>
                                          <p:attrName>style.visibility</p:attrName>
                                        </p:attrNameLst>
                                      </p:cBhvr>
                                      <p:to>
                                        <p:strVal val="visible"/>
                                      </p:to>
                                    </p:set>
                                    <p:animEffect transition="in" filter="fade">
                                      <p:cBhvr>
                                        <p:cTn id="214" dur="1000"/>
                                        <p:tgtEl>
                                          <p:spTgt spid="244"/>
                                        </p:tgtEl>
                                      </p:cBhvr>
                                    </p:animEffect>
                                    <p:anim calcmode="lin" valueType="num">
                                      <p:cBhvr>
                                        <p:cTn id="215" dur="1000" fill="hold"/>
                                        <p:tgtEl>
                                          <p:spTgt spid="244"/>
                                        </p:tgtEl>
                                        <p:attrNameLst>
                                          <p:attrName>ppt_x</p:attrName>
                                        </p:attrNameLst>
                                      </p:cBhvr>
                                      <p:tavLst>
                                        <p:tav tm="0">
                                          <p:val>
                                            <p:strVal val="#ppt_x"/>
                                          </p:val>
                                        </p:tav>
                                        <p:tav tm="100000">
                                          <p:val>
                                            <p:strVal val="#ppt_x"/>
                                          </p:val>
                                        </p:tav>
                                      </p:tavLst>
                                    </p:anim>
                                    <p:anim calcmode="lin" valueType="num">
                                      <p:cBhvr>
                                        <p:cTn id="216" dur="1000" fill="hold"/>
                                        <p:tgtEl>
                                          <p:spTgt spid="244"/>
                                        </p:tgtEl>
                                        <p:attrNameLst>
                                          <p:attrName>ppt_y</p:attrName>
                                        </p:attrNameLst>
                                      </p:cBhvr>
                                      <p:tavLst>
                                        <p:tav tm="0">
                                          <p:val>
                                            <p:strVal val="#ppt_y+.1"/>
                                          </p:val>
                                        </p:tav>
                                        <p:tav tm="100000">
                                          <p:val>
                                            <p:strVal val="#ppt_y"/>
                                          </p:val>
                                        </p:tav>
                                      </p:tavLst>
                                    </p:anim>
                                  </p:childTnLst>
                                </p:cTn>
                              </p:par>
                              <p:par>
                                <p:cTn id="217" presetID="42" presetClass="entr" presetSubtype="0" fill="hold" grpId="0" nodeType="withEffect">
                                  <p:stCondLst>
                                    <p:cond delay="0"/>
                                  </p:stCondLst>
                                  <p:childTnLst>
                                    <p:set>
                                      <p:cBhvr>
                                        <p:cTn id="218" dur="1" fill="hold">
                                          <p:stCondLst>
                                            <p:cond delay="0"/>
                                          </p:stCondLst>
                                        </p:cTn>
                                        <p:tgtEl>
                                          <p:spTgt spid="245"/>
                                        </p:tgtEl>
                                        <p:attrNameLst>
                                          <p:attrName>style.visibility</p:attrName>
                                        </p:attrNameLst>
                                      </p:cBhvr>
                                      <p:to>
                                        <p:strVal val="visible"/>
                                      </p:to>
                                    </p:set>
                                    <p:animEffect transition="in" filter="fade">
                                      <p:cBhvr>
                                        <p:cTn id="219" dur="1000"/>
                                        <p:tgtEl>
                                          <p:spTgt spid="245"/>
                                        </p:tgtEl>
                                      </p:cBhvr>
                                    </p:animEffect>
                                    <p:anim calcmode="lin" valueType="num">
                                      <p:cBhvr>
                                        <p:cTn id="220" dur="1000" fill="hold"/>
                                        <p:tgtEl>
                                          <p:spTgt spid="245"/>
                                        </p:tgtEl>
                                        <p:attrNameLst>
                                          <p:attrName>ppt_x</p:attrName>
                                        </p:attrNameLst>
                                      </p:cBhvr>
                                      <p:tavLst>
                                        <p:tav tm="0">
                                          <p:val>
                                            <p:strVal val="#ppt_x"/>
                                          </p:val>
                                        </p:tav>
                                        <p:tav tm="100000">
                                          <p:val>
                                            <p:strVal val="#ppt_x"/>
                                          </p:val>
                                        </p:tav>
                                      </p:tavLst>
                                    </p:anim>
                                    <p:anim calcmode="lin" valueType="num">
                                      <p:cBhvr>
                                        <p:cTn id="221" dur="1000" fill="hold"/>
                                        <p:tgtEl>
                                          <p:spTgt spid="245"/>
                                        </p:tgtEl>
                                        <p:attrNameLst>
                                          <p:attrName>ppt_y</p:attrName>
                                        </p:attrNameLst>
                                      </p:cBhvr>
                                      <p:tavLst>
                                        <p:tav tm="0">
                                          <p:val>
                                            <p:strVal val="#ppt_y+.1"/>
                                          </p:val>
                                        </p:tav>
                                        <p:tav tm="100000">
                                          <p:val>
                                            <p:strVal val="#ppt_y"/>
                                          </p:val>
                                        </p:tav>
                                      </p:tavLst>
                                    </p:anim>
                                  </p:childTnLst>
                                </p:cTn>
                              </p:par>
                              <p:par>
                                <p:cTn id="222" presetID="42" presetClass="entr" presetSubtype="0" fill="hold" grpId="0" nodeType="withEffect">
                                  <p:stCondLst>
                                    <p:cond delay="0"/>
                                  </p:stCondLst>
                                  <p:childTnLst>
                                    <p:set>
                                      <p:cBhvr>
                                        <p:cTn id="223" dur="1" fill="hold">
                                          <p:stCondLst>
                                            <p:cond delay="0"/>
                                          </p:stCondLst>
                                        </p:cTn>
                                        <p:tgtEl>
                                          <p:spTgt spid="246"/>
                                        </p:tgtEl>
                                        <p:attrNameLst>
                                          <p:attrName>style.visibility</p:attrName>
                                        </p:attrNameLst>
                                      </p:cBhvr>
                                      <p:to>
                                        <p:strVal val="visible"/>
                                      </p:to>
                                    </p:set>
                                    <p:animEffect transition="in" filter="fade">
                                      <p:cBhvr>
                                        <p:cTn id="224" dur="1000"/>
                                        <p:tgtEl>
                                          <p:spTgt spid="246"/>
                                        </p:tgtEl>
                                      </p:cBhvr>
                                    </p:animEffect>
                                    <p:anim calcmode="lin" valueType="num">
                                      <p:cBhvr>
                                        <p:cTn id="225" dur="1000" fill="hold"/>
                                        <p:tgtEl>
                                          <p:spTgt spid="246"/>
                                        </p:tgtEl>
                                        <p:attrNameLst>
                                          <p:attrName>ppt_x</p:attrName>
                                        </p:attrNameLst>
                                      </p:cBhvr>
                                      <p:tavLst>
                                        <p:tav tm="0">
                                          <p:val>
                                            <p:strVal val="#ppt_x"/>
                                          </p:val>
                                        </p:tav>
                                        <p:tav tm="100000">
                                          <p:val>
                                            <p:strVal val="#ppt_x"/>
                                          </p:val>
                                        </p:tav>
                                      </p:tavLst>
                                    </p:anim>
                                    <p:anim calcmode="lin" valueType="num">
                                      <p:cBhvr>
                                        <p:cTn id="226" dur="1000" fill="hold"/>
                                        <p:tgtEl>
                                          <p:spTgt spid="246"/>
                                        </p:tgtEl>
                                        <p:attrNameLst>
                                          <p:attrName>ppt_y</p:attrName>
                                        </p:attrNameLst>
                                      </p:cBhvr>
                                      <p:tavLst>
                                        <p:tav tm="0">
                                          <p:val>
                                            <p:strVal val="#ppt_y+.1"/>
                                          </p:val>
                                        </p:tav>
                                        <p:tav tm="100000">
                                          <p:val>
                                            <p:strVal val="#ppt_y"/>
                                          </p:val>
                                        </p:tav>
                                      </p:tavLst>
                                    </p:anim>
                                  </p:childTnLst>
                                </p:cTn>
                              </p:par>
                              <p:par>
                                <p:cTn id="227" presetID="42" presetClass="entr" presetSubtype="0" fill="hold" grpId="0" nodeType="withEffect">
                                  <p:stCondLst>
                                    <p:cond delay="0"/>
                                  </p:stCondLst>
                                  <p:childTnLst>
                                    <p:set>
                                      <p:cBhvr>
                                        <p:cTn id="228" dur="1" fill="hold">
                                          <p:stCondLst>
                                            <p:cond delay="0"/>
                                          </p:stCondLst>
                                        </p:cTn>
                                        <p:tgtEl>
                                          <p:spTgt spid="247"/>
                                        </p:tgtEl>
                                        <p:attrNameLst>
                                          <p:attrName>style.visibility</p:attrName>
                                        </p:attrNameLst>
                                      </p:cBhvr>
                                      <p:to>
                                        <p:strVal val="visible"/>
                                      </p:to>
                                    </p:set>
                                    <p:animEffect transition="in" filter="fade">
                                      <p:cBhvr>
                                        <p:cTn id="229" dur="1000"/>
                                        <p:tgtEl>
                                          <p:spTgt spid="247"/>
                                        </p:tgtEl>
                                      </p:cBhvr>
                                    </p:animEffect>
                                    <p:anim calcmode="lin" valueType="num">
                                      <p:cBhvr>
                                        <p:cTn id="230" dur="1000" fill="hold"/>
                                        <p:tgtEl>
                                          <p:spTgt spid="247"/>
                                        </p:tgtEl>
                                        <p:attrNameLst>
                                          <p:attrName>ppt_x</p:attrName>
                                        </p:attrNameLst>
                                      </p:cBhvr>
                                      <p:tavLst>
                                        <p:tav tm="0">
                                          <p:val>
                                            <p:strVal val="#ppt_x"/>
                                          </p:val>
                                        </p:tav>
                                        <p:tav tm="100000">
                                          <p:val>
                                            <p:strVal val="#ppt_x"/>
                                          </p:val>
                                        </p:tav>
                                      </p:tavLst>
                                    </p:anim>
                                    <p:anim calcmode="lin" valueType="num">
                                      <p:cBhvr>
                                        <p:cTn id="231" dur="1000" fill="hold"/>
                                        <p:tgtEl>
                                          <p:spTgt spid="247"/>
                                        </p:tgtEl>
                                        <p:attrNameLst>
                                          <p:attrName>ppt_y</p:attrName>
                                        </p:attrNameLst>
                                      </p:cBhvr>
                                      <p:tavLst>
                                        <p:tav tm="0">
                                          <p:val>
                                            <p:strVal val="#ppt_y+.1"/>
                                          </p:val>
                                        </p:tav>
                                        <p:tav tm="100000">
                                          <p:val>
                                            <p:strVal val="#ppt_y"/>
                                          </p:val>
                                        </p:tav>
                                      </p:tavLst>
                                    </p:anim>
                                  </p:childTnLst>
                                </p:cTn>
                              </p:par>
                              <p:par>
                                <p:cTn id="232" presetID="42" presetClass="entr" presetSubtype="0" fill="hold" grpId="0" nodeType="withEffect">
                                  <p:stCondLst>
                                    <p:cond delay="0"/>
                                  </p:stCondLst>
                                  <p:childTnLst>
                                    <p:set>
                                      <p:cBhvr>
                                        <p:cTn id="233" dur="1" fill="hold">
                                          <p:stCondLst>
                                            <p:cond delay="0"/>
                                          </p:stCondLst>
                                        </p:cTn>
                                        <p:tgtEl>
                                          <p:spTgt spid="248"/>
                                        </p:tgtEl>
                                        <p:attrNameLst>
                                          <p:attrName>style.visibility</p:attrName>
                                        </p:attrNameLst>
                                      </p:cBhvr>
                                      <p:to>
                                        <p:strVal val="visible"/>
                                      </p:to>
                                    </p:set>
                                    <p:animEffect transition="in" filter="fade">
                                      <p:cBhvr>
                                        <p:cTn id="234" dur="1000"/>
                                        <p:tgtEl>
                                          <p:spTgt spid="248"/>
                                        </p:tgtEl>
                                      </p:cBhvr>
                                    </p:animEffect>
                                    <p:anim calcmode="lin" valueType="num">
                                      <p:cBhvr>
                                        <p:cTn id="235" dur="1000" fill="hold"/>
                                        <p:tgtEl>
                                          <p:spTgt spid="248"/>
                                        </p:tgtEl>
                                        <p:attrNameLst>
                                          <p:attrName>ppt_x</p:attrName>
                                        </p:attrNameLst>
                                      </p:cBhvr>
                                      <p:tavLst>
                                        <p:tav tm="0">
                                          <p:val>
                                            <p:strVal val="#ppt_x"/>
                                          </p:val>
                                        </p:tav>
                                        <p:tav tm="100000">
                                          <p:val>
                                            <p:strVal val="#ppt_x"/>
                                          </p:val>
                                        </p:tav>
                                      </p:tavLst>
                                    </p:anim>
                                    <p:anim calcmode="lin" valueType="num">
                                      <p:cBhvr>
                                        <p:cTn id="236" dur="1000" fill="hold"/>
                                        <p:tgtEl>
                                          <p:spTgt spid="248"/>
                                        </p:tgtEl>
                                        <p:attrNameLst>
                                          <p:attrName>ppt_y</p:attrName>
                                        </p:attrNameLst>
                                      </p:cBhvr>
                                      <p:tavLst>
                                        <p:tav tm="0">
                                          <p:val>
                                            <p:strVal val="#ppt_y+.1"/>
                                          </p:val>
                                        </p:tav>
                                        <p:tav tm="100000">
                                          <p:val>
                                            <p:strVal val="#ppt_y"/>
                                          </p:val>
                                        </p:tav>
                                      </p:tavLst>
                                    </p:anim>
                                  </p:childTnLst>
                                </p:cTn>
                              </p:par>
                              <p:par>
                                <p:cTn id="237" presetID="42" presetClass="entr" presetSubtype="0" fill="hold" grpId="0" nodeType="withEffect">
                                  <p:stCondLst>
                                    <p:cond delay="0"/>
                                  </p:stCondLst>
                                  <p:childTnLst>
                                    <p:set>
                                      <p:cBhvr>
                                        <p:cTn id="238" dur="1" fill="hold">
                                          <p:stCondLst>
                                            <p:cond delay="0"/>
                                          </p:stCondLst>
                                        </p:cTn>
                                        <p:tgtEl>
                                          <p:spTgt spid="249"/>
                                        </p:tgtEl>
                                        <p:attrNameLst>
                                          <p:attrName>style.visibility</p:attrName>
                                        </p:attrNameLst>
                                      </p:cBhvr>
                                      <p:to>
                                        <p:strVal val="visible"/>
                                      </p:to>
                                    </p:set>
                                    <p:animEffect transition="in" filter="fade">
                                      <p:cBhvr>
                                        <p:cTn id="239" dur="1000"/>
                                        <p:tgtEl>
                                          <p:spTgt spid="249"/>
                                        </p:tgtEl>
                                      </p:cBhvr>
                                    </p:animEffect>
                                    <p:anim calcmode="lin" valueType="num">
                                      <p:cBhvr>
                                        <p:cTn id="240" dur="1000" fill="hold"/>
                                        <p:tgtEl>
                                          <p:spTgt spid="249"/>
                                        </p:tgtEl>
                                        <p:attrNameLst>
                                          <p:attrName>ppt_x</p:attrName>
                                        </p:attrNameLst>
                                      </p:cBhvr>
                                      <p:tavLst>
                                        <p:tav tm="0">
                                          <p:val>
                                            <p:strVal val="#ppt_x"/>
                                          </p:val>
                                        </p:tav>
                                        <p:tav tm="100000">
                                          <p:val>
                                            <p:strVal val="#ppt_x"/>
                                          </p:val>
                                        </p:tav>
                                      </p:tavLst>
                                    </p:anim>
                                    <p:anim calcmode="lin" valueType="num">
                                      <p:cBhvr>
                                        <p:cTn id="241" dur="1000" fill="hold"/>
                                        <p:tgtEl>
                                          <p:spTgt spid="249"/>
                                        </p:tgtEl>
                                        <p:attrNameLst>
                                          <p:attrName>ppt_y</p:attrName>
                                        </p:attrNameLst>
                                      </p:cBhvr>
                                      <p:tavLst>
                                        <p:tav tm="0">
                                          <p:val>
                                            <p:strVal val="#ppt_y+.1"/>
                                          </p:val>
                                        </p:tav>
                                        <p:tav tm="100000">
                                          <p:val>
                                            <p:strVal val="#ppt_y"/>
                                          </p:val>
                                        </p:tav>
                                      </p:tavLst>
                                    </p:anim>
                                  </p:childTnLst>
                                </p:cTn>
                              </p:par>
                              <p:par>
                                <p:cTn id="242" presetID="42" presetClass="entr" presetSubtype="0" fill="hold" grpId="0" nodeType="withEffect">
                                  <p:stCondLst>
                                    <p:cond delay="0"/>
                                  </p:stCondLst>
                                  <p:childTnLst>
                                    <p:set>
                                      <p:cBhvr>
                                        <p:cTn id="243" dur="1" fill="hold">
                                          <p:stCondLst>
                                            <p:cond delay="0"/>
                                          </p:stCondLst>
                                        </p:cTn>
                                        <p:tgtEl>
                                          <p:spTgt spid="250"/>
                                        </p:tgtEl>
                                        <p:attrNameLst>
                                          <p:attrName>style.visibility</p:attrName>
                                        </p:attrNameLst>
                                      </p:cBhvr>
                                      <p:to>
                                        <p:strVal val="visible"/>
                                      </p:to>
                                    </p:set>
                                    <p:animEffect transition="in" filter="fade">
                                      <p:cBhvr>
                                        <p:cTn id="244" dur="1000"/>
                                        <p:tgtEl>
                                          <p:spTgt spid="250"/>
                                        </p:tgtEl>
                                      </p:cBhvr>
                                    </p:animEffect>
                                    <p:anim calcmode="lin" valueType="num">
                                      <p:cBhvr>
                                        <p:cTn id="245" dur="1000" fill="hold"/>
                                        <p:tgtEl>
                                          <p:spTgt spid="250"/>
                                        </p:tgtEl>
                                        <p:attrNameLst>
                                          <p:attrName>ppt_x</p:attrName>
                                        </p:attrNameLst>
                                      </p:cBhvr>
                                      <p:tavLst>
                                        <p:tav tm="0">
                                          <p:val>
                                            <p:strVal val="#ppt_x"/>
                                          </p:val>
                                        </p:tav>
                                        <p:tav tm="100000">
                                          <p:val>
                                            <p:strVal val="#ppt_x"/>
                                          </p:val>
                                        </p:tav>
                                      </p:tavLst>
                                    </p:anim>
                                    <p:anim calcmode="lin" valueType="num">
                                      <p:cBhvr>
                                        <p:cTn id="246" dur="1000" fill="hold"/>
                                        <p:tgtEl>
                                          <p:spTgt spid="250"/>
                                        </p:tgtEl>
                                        <p:attrNameLst>
                                          <p:attrName>ppt_y</p:attrName>
                                        </p:attrNameLst>
                                      </p:cBhvr>
                                      <p:tavLst>
                                        <p:tav tm="0">
                                          <p:val>
                                            <p:strVal val="#ppt_y+.1"/>
                                          </p:val>
                                        </p:tav>
                                        <p:tav tm="100000">
                                          <p:val>
                                            <p:strVal val="#ppt_y"/>
                                          </p:val>
                                        </p:tav>
                                      </p:tavLst>
                                    </p:anim>
                                  </p:childTnLst>
                                </p:cTn>
                              </p:par>
                              <p:par>
                                <p:cTn id="247" presetID="42" presetClass="entr" presetSubtype="0" fill="hold" grpId="0" nodeType="withEffect">
                                  <p:stCondLst>
                                    <p:cond delay="0"/>
                                  </p:stCondLst>
                                  <p:childTnLst>
                                    <p:set>
                                      <p:cBhvr>
                                        <p:cTn id="248" dur="1" fill="hold">
                                          <p:stCondLst>
                                            <p:cond delay="0"/>
                                          </p:stCondLst>
                                        </p:cTn>
                                        <p:tgtEl>
                                          <p:spTgt spid="251"/>
                                        </p:tgtEl>
                                        <p:attrNameLst>
                                          <p:attrName>style.visibility</p:attrName>
                                        </p:attrNameLst>
                                      </p:cBhvr>
                                      <p:to>
                                        <p:strVal val="visible"/>
                                      </p:to>
                                    </p:set>
                                    <p:animEffect transition="in" filter="fade">
                                      <p:cBhvr>
                                        <p:cTn id="249" dur="1000"/>
                                        <p:tgtEl>
                                          <p:spTgt spid="251"/>
                                        </p:tgtEl>
                                      </p:cBhvr>
                                    </p:animEffect>
                                    <p:anim calcmode="lin" valueType="num">
                                      <p:cBhvr>
                                        <p:cTn id="250" dur="1000" fill="hold"/>
                                        <p:tgtEl>
                                          <p:spTgt spid="251"/>
                                        </p:tgtEl>
                                        <p:attrNameLst>
                                          <p:attrName>ppt_x</p:attrName>
                                        </p:attrNameLst>
                                      </p:cBhvr>
                                      <p:tavLst>
                                        <p:tav tm="0">
                                          <p:val>
                                            <p:strVal val="#ppt_x"/>
                                          </p:val>
                                        </p:tav>
                                        <p:tav tm="100000">
                                          <p:val>
                                            <p:strVal val="#ppt_x"/>
                                          </p:val>
                                        </p:tav>
                                      </p:tavLst>
                                    </p:anim>
                                    <p:anim calcmode="lin" valueType="num">
                                      <p:cBhvr>
                                        <p:cTn id="251" dur="1000" fill="hold"/>
                                        <p:tgtEl>
                                          <p:spTgt spid="251"/>
                                        </p:tgtEl>
                                        <p:attrNameLst>
                                          <p:attrName>ppt_y</p:attrName>
                                        </p:attrNameLst>
                                      </p:cBhvr>
                                      <p:tavLst>
                                        <p:tav tm="0">
                                          <p:val>
                                            <p:strVal val="#ppt_y+.1"/>
                                          </p:val>
                                        </p:tav>
                                        <p:tav tm="100000">
                                          <p:val>
                                            <p:strVal val="#ppt_y"/>
                                          </p:val>
                                        </p:tav>
                                      </p:tavLst>
                                    </p:anim>
                                  </p:childTnLst>
                                </p:cTn>
                              </p:par>
                              <p:par>
                                <p:cTn id="252" presetID="42" presetClass="entr" presetSubtype="0" fill="hold" grpId="0" nodeType="withEffect">
                                  <p:stCondLst>
                                    <p:cond delay="0"/>
                                  </p:stCondLst>
                                  <p:childTnLst>
                                    <p:set>
                                      <p:cBhvr>
                                        <p:cTn id="253" dur="1" fill="hold">
                                          <p:stCondLst>
                                            <p:cond delay="0"/>
                                          </p:stCondLst>
                                        </p:cTn>
                                        <p:tgtEl>
                                          <p:spTgt spid="252"/>
                                        </p:tgtEl>
                                        <p:attrNameLst>
                                          <p:attrName>style.visibility</p:attrName>
                                        </p:attrNameLst>
                                      </p:cBhvr>
                                      <p:to>
                                        <p:strVal val="visible"/>
                                      </p:to>
                                    </p:set>
                                    <p:animEffect transition="in" filter="fade">
                                      <p:cBhvr>
                                        <p:cTn id="254" dur="1000"/>
                                        <p:tgtEl>
                                          <p:spTgt spid="252"/>
                                        </p:tgtEl>
                                      </p:cBhvr>
                                    </p:animEffect>
                                    <p:anim calcmode="lin" valueType="num">
                                      <p:cBhvr>
                                        <p:cTn id="255" dur="1000" fill="hold"/>
                                        <p:tgtEl>
                                          <p:spTgt spid="252"/>
                                        </p:tgtEl>
                                        <p:attrNameLst>
                                          <p:attrName>ppt_x</p:attrName>
                                        </p:attrNameLst>
                                      </p:cBhvr>
                                      <p:tavLst>
                                        <p:tav tm="0">
                                          <p:val>
                                            <p:strVal val="#ppt_x"/>
                                          </p:val>
                                        </p:tav>
                                        <p:tav tm="100000">
                                          <p:val>
                                            <p:strVal val="#ppt_x"/>
                                          </p:val>
                                        </p:tav>
                                      </p:tavLst>
                                    </p:anim>
                                    <p:anim calcmode="lin" valueType="num">
                                      <p:cBhvr>
                                        <p:cTn id="256" dur="1000" fill="hold"/>
                                        <p:tgtEl>
                                          <p:spTgt spid="252"/>
                                        </p:tgtEl>
                                        <p:attrNameLst>
                                          <p:attrName>ppt_y</p:attrName>
                                        </p:attrNameLst>
                                      </p:cBhvr>
                                      <p:tavLst>
                                        <p:tav tm="0">
                                          <p:val>
                                            <p:strVal val="#ppt_y+.1"/>
                                          </p:val>
                                        </p:tav>
                                        <p:tav tm="100000">
                                          <p:val>
                                            <p:strVal val="#ppt_y"/>
                                          </p:val>
                                        </p:tav>
                                      </p:tavLst>
                                    </p:anim>
                                  </p:childTnLst>
                                </p:cTn>
                              </p:par>
                              <p:par>
                                <p:cTn id="257" presetID="42" presetClass="entr" presetSubtype="0" fill="hold" grpId="0" nodeType="withEffect">
                                  <p:stCondLst>
                                    <p:cond delay="0"/>
                                  </p:stCondLst>
                                  <p:childTnLst>
                                    <p:set>
                                      <p:cBhvr>
                                        <p:cTn id="258" dur="1" fill="hold">
                                          <p:stCondLst>
                                            <p:cond delay="0"/>
                                          </p:stCondLst>
                                        </p:cTn>
                                        <p:tgtEl>
                                          <p:spTgt spid="253"/>
                                        </p:tgtEl>
                                        <p:attrNameLst>
                                          <p:attrName>style.visibility</p:attrName>
                                        </p:attrNameLst>
                                      </p:cBhvr>
                                      <p:to>
                                        <p:strVal val="visible"/>
                                      </p:to>
                                    </p:set>
                                    <p:animEffect transition="in" filter="fade">
                                      <p:cBhvr>
                                        <p:cTn id="259" dur="1000"/>
                                        <p:tgtEl>
                                          <p:spTgt spid="253"/>
                                        </p:tgtEl>
                                      </p:cBhvr>
                                    </p:animEffect>
                                    <p:anim calcmode="lin" valueType="num">
                                      <p:cBhvr>
                                        <p:cTn id="260" dur="1000" fill="hold"/>
                                        <p:tgtEl>
                                          <p:spTgt spid="253"/>
                                        </p:tgtEl>
                                        <p:attrNameLst>
                                          <p:attrName>ppt_x</p:attrName>
                                        </p:attrNameLst>
                                      </p:cBhvr>
                                      <p:tavLst>
                                        <p:tav tm="0">
                                          <p:val>
                                            <p:strVal val="#ppt_x"/>
                                          </p:val>
                                        </p:tav>
                                        <p:tav tm="100000">
                                          <p:val>
                                            <p:strVal val="#ppt_x"/>
                                          </p:val>
                                        </p:tav>
                                      </p:tavLst>
                                    </p:anim>
                                    <p:anim calcmode="lin" valueType="num">
                                      <p:cBhvr>
                                        <p:cTn id="261" dur="1000" fill="hold"/>
                                        <p:tgtEl>
                                          <p:spTgt spid="253"/>
                                        </p:tgtEl>
                                        <p:attrNameLst>
                                          <p:attrName>ppt_y</p:attrName>
                                        </p:attrNameLst>
                                      </p:cBhvr>
                                      <p:tavLst>
                                        <p:tav tm="0">
                                          <p:val>
                                            <p:strVal val="#ppt_y+.1"/>
                                          </p:val>
                                        </p:tav>
                                        <p:tav tm="100000">
                                          <p:val>
                                            <p:strVal val="#ppt_y"/>
                                          </p:val>
                                        </p:tav>
                                      </p:tavLst>
                                    </p:anim>
                                  </p:childTnLst>
                                </p:cTn>
                              </p:par>
                              <p:par>
                                <p:cTn id="262" presetID="42" presetClass="entr" presetSubtype="0" fill="hold" grpId="0" nodeType="withEffect">
                                  <p:stCondLst>
                                    <p:cond delay="0"/>
                                  </p:stCondLst>
                                  <p:childTnLst>
                                    <p:set>
                                      <p:cBhvr>
                                        <p:cTn id="263" dur="1" fill="hold">
                                          <p:stCondLst>
                                            <p:cond delay="0"/>
                                          </p:stCondLst>
                                        </p:cTn>
                                        <p:tgtEl>
                                          <p:spTgt spid="254"/>
                                        </p:tgtEl>
                                        <p:attrNameLst>
                                          <p:attrName>style.visibility</p:attrName>
                                        </p:attrNameLst>
                                      </p:cBhvr>
                                      <p:to>
                                        <p:strVal val="visible"/>
                                      </p:to>
                                    </p:set>
                                    <p:animEffect transition="in" filter="fade">
                                      <p:cBhvr>
                                        <p:cTn id="264" dur="1000"/>
                                        <p:tgtEl>
                                          <p:spTgt spid="254"/>
                                        </p:tgtEl>
                                      </p:cBhvr>
                                    </p:animEffect>
                                    <p:anim calcmode="lin" valueType="num">
                                      <p:cBhvr>
                                        <p:cTn id="265" dur="1000" fill="hold"/>
                                        <p:tgtEl>
                                          <p:spTgt spid="254"/>
                                        </p:tgtEl>
                                        <p:attrNameLst>
                                          <p:attrName>ppt_x</p:attrName>
                                        </p:attrNameLst>
                                      </p:cBhvr>
                                      <p:tavLst>
                                        <p:tav tm="0">
                                          <p:val>
                                            <p:strVal val="#ppt_x"/>
                                          </p:val>
                                        </p:tav>
                                        <p:tav tm="100000">
                                          <p:val>
                                            <p:strVal val="#ppt_x"/>
                                          </p:val>
                                        </p:tav>
                                      </p:tavLst>
                                    </p:anim>
                                    <p:anim calcmode="lin" valueType="num">
                                      <p:cBhvr>
                                        <p:cTn id="266" dur="1000" fill="hold"/>
                                        <p:tgtEl>
                                          <p:spTgt spid="254"/>
                                        </p:tgtEl>
                                        <p:attrNameLst>
                                          <p:attrName>ppt_y</p:attrName>
                                        </p:attrNameLst>
                                      </p:cBhvr>
                                      <p:tavLst>
                                        <p:tav tm="0">
                                          <p:val>
                                            <p:strVal val="#ppt_y+.1"/>
                                          </p:val>
                                        </p:tav>
                                        <p:tav tm="100000">
                                          <p:val>
                                            <p:strVal val="#ppt_y"/>
                                          </p:val>
                                        </p:tav>
                                      </p:tavLst>
                                    </p:anim>
                                  </p:childTnLst>
                                </p:cTn>
                              </p:par>
                              <p:par>
                                <p:cTn id="267" presetID="42" presetClass="entr" presetSubtype="0" fill="hold" grpId="0" nodeType="withEffect">
                                  <p:stCondLst>
                                    <p:cond delay="0"/>
                                  </p:stCondLst>
                                  <p:childTnLst>
                                    <p:set>
                                      <p:cBhvr>
                                        <p:cTn id="268" dur="1" fill="hold">
                                          <p:stCondLst>
                                            <p:cond delay="0"/>
                                          </p:stCondLst>
                                        </p:cTn>
                                        <p:tgtEl>
                                          <p:spTgt spid="255"/>
                                        </p:tgtEl>
                                        <p:attrNameLst>
                                          <p:attrName>style.visibility</p:attrName>
                                        </p:attrNameLst>
                                      </p:cBhvr>
                                      <p:to>
                                        <p:strVal val="visible"/>
                                      </p:to>
                                    </p:set>
                                    <p:animEffect transition="in" filter="fade">
                                      <p:cBhvr>
                                        <p:cTn id="269" dur="1000"/>
                                        <p:tgtEl>
                                          <p:spTgt spid="255"/>
                                        </p:tgtEl>
                                      </p:cBhvr>
                                    </p:animEffect>
                                    <p:anim calcmode="lin" valueType="num">
                                      <p:cBhvr>
                                        <p:cTn id="270" dur="1000" fill="hold"/>
                                        <p:tgtEl>
                                          <p:spTgt spid="255"/>
                                        </p:tgtEl>
                                        <p:attrNameLst>
                                          <p:attrName>ppt_x</p:attrName>
                                        </p:attrNameLst>
                                      </p:cBhvr>
                                      <p:tavLst>
                                        <p:tav tm="0">
                                          <p:val>
                                            <p:strVal val="#ppt_x"/>
                                          </p:val>
                                        </p:tav>
                                        <p:tav tm="100000">
                                          <p:val>
                                            <p:strVal val="#ppt_x"/>
                                          </p:val>
                                        </p:tav>
                                      </p:tavLst>
                                    </p:anim>
                                    <p:anim calcmode="lin" valueType="num">
                                      <p:cBhvr>
                                        <p:cTn id="271" dur="1000" fill="hold"/>
                                        <p:tgtEl>
                                          <p:spTgt spid="255"/>
                                        </p:tgtEl>
                                        <p:attrNameLst>
                                          <p:attrName>ppt_y</p:attrName>
                                        </p:attrNameLst>
                                      </p:cBhvr>
                                      <p:tavLst>
                                        <p:tav tm="0">
                                          <p:val>
                                            <p:strVal val="#ppt_y+.1"/>
                                          </p:val>
                                        </p:tav>
                                        <p:tav tm="100000">
                                          <p:val>
                                            <p:strVal val="#ppt_y"/>
                                          </p:val>
                                        </p:tav>
                                      </p:tavLst>
                                    </p:anim>
                                  </p:childTnLst>
                                </p:cTn>
                              </p:par>
                              <p:par>
                                <p:cTn id="272" presetID="42" presetClass="entr" presetSubtype="0" fill="hold" grpId="0" nodeType="withEffect">
                                  <p:stCondLst>
                                    <p:cond delay="0"/>
                                  </p:stCondLst>
                                  <p:childTnLst>
                                    <p:set>
                                      <p:cBhvr>
                                        <p:cTn id="273" dur="1" fill="hold">
                                          <p:stCondLst>
                                            <p:cond delay="0"/>
                                          </p:stCondLst>
                                        </p:cTn>
                                        <p:tgtEl>
                                          <p:spTgt spid="256"/>
                                        </p:tgtEl>
                                        <p:attrNameLst>
                                          <p:attrName>style.visibility</p:attrName>
                                        </p:attrNameLst>
                                      </p:cBhvr>
                                      <p:to>
                                        <p:strVal val="visible"/>
                                      </p:to>
                                    </p:set>
                                    <p:animEffect transition="in" filter="fade">
                                      <p:cBhvr>
                                        <p:cTn id="274" dur="1000"/>
                                        <p:tgtEl>
                                          <p:spTgt spid="256"/>
                                        </p:tgtEl>
                                      </p:cBhvr>
                                    </p:animEffect>
                                    <p:anim calcmode="lin" valueType="num">
                                      <p:cBhvr>
                                        <p:cTn id="275" dur="1000" fill="hold"/>
                                        <p:tgtEl>
                                          <p:spTgt spid="256"/>
                                        </p:tgtEl>
                                        <p:attrNameLst>
                                          <p:attrName>ppt_x</p:attrName>
                                        </p:attrNameLst>
                                      </p:cBhvr>
                                      <p:tavLst>
                                        <p:tav tm="0">
                                          <p:val>
                                            <p:strVal val="#ppt_x"/>
                                          </p:val>
                                        </p:tav>
                                        <p:tav tm="100000">
                                          <p:val>
                                            <p:strVal val="#ppt_x"/>
                                          </p:val>
                                        </p:tav>
                                      </p:tavLst>
                                    </p:anim>
                                    <p:anim calcmode="lin" valueType="num">
                                      <p:cBhvr>
                                        <p:cTn id="276" dur="1000" fill="hold"/>
                                        <p:tgtEl>
                                          <p:spTgt spid="256"/>
                                        </p:tgtEl>
                                        <p:attrNameLst>
                                          <p:attrName>ppt_y</p:attrName>
                                        </p:attrNameLst>
                                      </p:cBhvr>
                                      <p:tavLst>
                                        <p:tav tm="0">
                                          <p:val>
                                            <p:strVal val="#ppt_y+.1"/>
                                          </p:val>
                                        </p:tav>
                                        <p:tav tm="100000">
                                          <p:val>
                                            <p:strVal val="#ppt_y"/>
                                          </p:val>
                                        </p:tav>
                                      </p:tavLst>
                                    </p:anim>
                                  </p:childTnLst>
                                </p:cTn>
                              </p:par>
                              <p:par>
                                <p:cTn id="277" presetID="42" presetClass="entr" presetSubtype="0" fill="hold" grpId="0" nodeType="withEffect">
                                  <p:stCondLst>
                                    <p:cond delay="0"/>
                                  </p:stCondLst>
                                  <p:childTnLst>
                                    <p:set>
                                      <p:cBhvr>
                                        <p:cTn id="278" dur="1" fill="hold">
                                          <p:stCondLst>
                                            <p:cond delay="0"/>
                                          </p:stCondLst>
                                        </p:cTn>
                                        <p:tgtEl>
                                          <p:spTgt spid="257"/>
                                        </p:tgtEl>
                                        <p:attrNameLst>
                                          <p:attrName>style.visibility</p:attrName>
                                        </p:attrNameLst>
                                      </p:cBhvr>
                                      <p:to>
                                        <p:strVal val="visible"/>
                                      </p:to>
                                    </p:set>
                                    <p:animEffect transition="in" filter="fade">
                                      <p:cBhvr>
                                        <p:cTn id="279" dur="1000"/>
                                        <p:tgtEl>
                                          <p:spTgt spid="257"/>
                                        </p:tgtEl>
                                      </p:cBhvr>
                                    </p:animEffect>
                                    <p:anim calcmode="lin" valueType="num">
                                      <p:cBhvr>
                                        <p:cTn id="280" dur="1000" fill="hold"/>
                                        <p:tgtEl>
                                          <p:spTgt spid="257"/>
                                        </p:tgtEl>
                                        <p:attrNameLst>
                                          <p:attrName>ppt_x</p:attrName>
                                        </p:attrNameLst>
                                      </p:cBhvr>
                                      <p:tavLst>
                                        <p:tav tm="0">
                                          <p:val>
                                            <p:strVal val="#ppt_x"/>
                                          </p:val>
                                        </p:tav>
                                        <p:tav tm="100000">
                                          <p:val>
                                            <p:strVal val="#ppt_x"/>
                                          </p:val>
                                        </p:tav>
                                      </p:tavLst>
                                    </p:anim>
                                    <p:anim calcmode="lin" valueType="num">
                                      <p:cBhvr>
                                        <p:cTn id="281" dur="1000" fill="hold"/>
                                        <p:tgtEl>
                                          <p:spTgt spid="257"/>
                                        </p:tgtEl>
                                        <p:attrNameLst>
                                          <p:attrName>ppt_y</p:attrName>
                                        </p:attrNameLst>
                                      </p:cBhvr>
                                      <p:tavLst>
                                        <p:tav tm="0">
                                          <p:val>
                                            <p:strVal val="#ppt_y+.1"/>
                                          </p:val>
                                        </p:tav>
                                        <p:tav tm="100000">
                                          <p:val>
                                            <p:strVal val="#ppt_y"/>
                                          </p:val>
                                        </p:tav>
                                      </p:tavLst>
                                    </p:anim>
                                  </p:childTnLst>
                                </p:cTn>
                              </p:par>
                              <p:par>
                                <p:cTn id="282" presetID="42" presetClass="entr" presetSubtype="0" fill="hold" grpId="0" nodeType="withEffect">
                                  <p:stCondLst>
                                    <p:cond delay="0"/>
                                  </p:stCondLst>
                                  <p:childTnLst>
                                    <p:set>
                                      <p:cBhvr>
                                        <p:cTn id="283" dur="1" fill="hold">
                                          <p:stCondLst>
                                            <p:cond delay="0"/>
                                          </p:stCondLst>
                                        </p:cTn>
                                        <p:tgtEl>
                                          <p:spTgt spid="258"/>
                                        </p:tgtEl>
                                        <p:attrNameLst>
                                          <p:attrName>style.visibility</p:attrName>
                                        </p:attrNameLst>
                                      </p:cBhvr>
                                      <p:to>
                                        <p:strVal val="visible"/>
                                      </p:to>
                                    </p:set>
                                    <p:animEffect transition="in" filter="fade">
                                      <p:cBhvr>
                                        <p:cTn id="284" dur="1000"/>
                                        <p:tgtEl>
                                          <p:spTgt spid="258"/>
                                        </p:tgtEl>
                                      </p:cBhvr>
                                    </p:animEffect>
                                    <p:anim calcmode="lin" valueType="num">
                                      <p:cBhvr>
                                        <p:cTn id="285" dur="1000" fill="hold"/>
                                        <p:tgtEl>
                                          <p:spTgt spid="258"/>
                                        </p:tgtEl>
                                        <p:attrNameLst>
                                          <p:attrName>ppt_x</p:attrName>
                                        </p:attrNameLst>
                                      </p:cBhvr>
                                      <p:tavLst>
                                        <p:tav tm="0">
                                          <p:val>
                                            <p:strVal val="#ppt_x"/>
                                          </p:val>
                                        </p:tav>
                                        <p:tav tm="100000">
                                          <p:val>
                                            <p:strVal val="#ppt_x"/>
                                          </p:val>
                                        </p:tav>
                                      </p:tavLst>
                                    </p:anim>
                                    <p:anim calcmode="lin" valueType="num">
                                      <p:cBhvr>
                                        <p:cTn id="286" dur="1000" fill="hold"/>
                                        <p:tgtEl>
                                          <p:spTgt spid="258"/>
                                        </p:tgtEl>
                                        <p:attrNameLst>
                                          <p:attrName>ppt_y</p:attrName>
                                        </p:attrNameLst>
                                      </p:cBhvr>
                                      <p:tavLst>
                                        <p:tav tm="0">
                                          <p:val>
                                            <p:strVal val="#ppt_y+.1"/>
                                          </p:val>
                                        </p:tav>
                                        <p:tav tm="100000">
                                          <p:val>
                                            <p:strVal val="#ppt_y"/>
                                          </p:val>
                                        </p:tav>
                                      </p:tavLst>
                                    </p:anim>
                                  </p:childTnLst>
                                </p:cTn>
                              </p:par>
                              <p:par>
                                <p:cTn id="287" presetID="42" presetClass="entr" presetSubtype="0" fill="hold" grpId="0" nodeType="withEffect">
                                  <p:stCondLst>
                                    <p:cond delay="0"/>
                                  </p:stCondLst>
                                  <p:childTnLst>
                                    <p:set>
                                      <p:cBhvr>
                                        <p:cTn id="288" dur="1" fill="hold">
                                          <p:stCondLst>
                                            <p:cond delay="0"/>
                                          </p:stCondLst>
                                        </p:cTn>
                                        <p:tgtEl>
                                          <p:spTgt spid="259"/>
                                        </p:tgtEl>
                                        <p:attrNameLst>
                                          <p:attrName>style.visibility</p:attrName>
                                        </p:attrNameLst>
                                      </p:cBhvr>
                                      <p:to>
                                        <p:strVal val="visible"/>
                                      </p:to>
                                    </p:set>
                                    <p:animEffect transition="in" filter="fade">
                                      <p:cBhvr>
                                        <p:cTn id="289" dur="1000"/>
                                        <p:tgtEl>
                                          <p:spTgt spid="259"/>
                                        </p:tgtEl>
                                      </p:cBhvr>
                                    </p:animEffect>
                                    <p:anim calcmode="lin" valueType="num">
                                      <p:cBhvr>
                                        <p:cTn id="290" dur="1000" fill="hold"/>
                                        <p:tgtEl>
                                          <p:spTgt spid="259"/>
                                        </p:tgtEl>
                                        <p:attrNameLst>
                                          <p:attrName>ppt_x</p:attrName>
                                        </p:attrNameLst>
                                      </p:cBhvr>
                                      <p:tavLst>
                                        <p:tav tm="0">
                                          <p:val>
                                            <p:strVal val="#ppt_x"/>
                                          </p:val>
                                        </p:tav>
                                        <p:tav tm="100000">
                                          <p:val>
                                            <p:strVal val="#ppt_x"/>
                                          </p:val>
                                        </p:tav>
                                      </p:tavLst>
                                    </p:anim>
                                    <p:anim calcmode="lin" valueType="num">
                                      <p:cBhvr>
                                        <p:cTn id="291" dur="1000" fill="hold"/>
                                        <p:tgtEl>
                                          <p:spTgt spid="259"/>
                                        </p:tgtEl>
                                        <p:attrNameLst>
                                          <p:attrName>ppt_y</p:attrName>
                                        </p:attrNameLst>
                                      </p:cBhvr>
                                      <p:tavLst>
                                        <p:tav tm="0">
                                          <p:val>
                                            <p:strVal val="#ppt_y+.1"/>
                                          </p:val>
                                        </p:tav>
                                        <p:tav tm="100000">
                                          <p:val>
                                            <p:strVal val="#ppt_y"/>
                                          </p:val>
                                        </p:tav>
                                      </p:tavLst>
                                    </p:anim>
                                  </p:childTnLst>
                                </p:cTn>
                              </p:par>
                              <p:par>
                                <p:cTn id="292" presetID="42" presetClass="entr" presetSubtype="0" fill="hold" grpId="0" nodeType="withEffect">
                                  <p:stCondLst>
                                    <p:cond delay="0"/>
                                  </p:stCondLst>
                                  <p:childTnLst>
                                    <p:set>
                                      <p:cBhvr>
                                        <p:cTn id="293" dur="1" fill="hold">
                                          <p:stCondLst>
                                            <p:cond delay="0"/>
                                          </p:stCondLst>
                                        </p:cTn>
                                        <p:tgtEl>
                                          <p:spTgt spid="260"/>
                                        </p:tgtEl>
                                        <p:attrNameLst>
                                          <p:attrName>style.visibility</p:attrName>
                                        </p:attrNameLst>
                                      </p:cBhvr>
                                      <p:to>
                                        <p:strVal val="visible"/>
                                      </p:to>
                                    </p:set>
                                    <p:animEffect transition="in" filter="fade">
                                      <p:cBhvr>
                                        <p:cTn id="294" dur="1000"/>
                                        <p:tgtEl>
                                          <p:spTgt spid="260"/>
                                        </p:tgtEl>
                                      </p:cBhvr>
                                    </p:animEffect>
                                    <p:anim calcmode="lin" valueType="num">
                                      <p:cBhvr>
                                        <p:cTn id="295" dur="1000" fill="hold"/>
                                        <p:tgtEl>
                                          <p:spTgt spid="260"/>
                                        </p:tgtEl>
                                        <p:attrNameLst>
                                          <p:attrName>ppt_x</p:attrName>
                                        </p:attrNameLst>
                                      </p:cBhvr>
                                      <p:tavLst>
                                        <p:tav tm="0">
                                          <p:val>
                                            <p:strVal val="#ppt_x"/>
                                          </p:val>
                                        </p:tav>
                                        <p:tav tm="100000">
                                          <p:val>
                                            <p:strVal val="#ppt_x"/>
                                          </p:val>
                                        </p:tav>
                                      </p:tavLst>
                                    </p:anim>
                                    <p:anim calcmode="lin" valueType="num">
                                      <p:cBhvr>
                                        <p:cTn id="296" dur="1000" fill="hold"/>
                                        <p:tgtEl>
                                          <p:spTgt spid="260"/>
                                        </p:tgtEl>
                                        <p:attrNameLst>
                                          <p:attrName>ppt_y</p:attrName>
                                        </p:attrNameLst>
                                      </p:cBhvr>
                                      <p:tavLst>
                                        <p:tav tm="0">
                                          <p:val>
                                            <p:strVal val="#ppt_y+.1"/>
                                          </p:val>
                                        </p:tav>
                                        <p:tav tm="100000">
                                          <p:val>
                                            <p:strVal val="#ppt_y"/>
                                          </p:val>
                                        </p:tav>
                                      </p:tavLst>
                                    </p:anim>
                                  </p:childTnLst>
                                </p:cTn>
                              </p:par>
                              <p:par>
                                <p:cTn id="297" presetID="42" presetClass="entr" presetSubtype="0" fill="hold" grpId="0" nodeType="withEffect">
                                  <p:stCondLst>
                                    <p:cond delay="0"/>
                                  </p:stCondLst>
                                  <p:childTnLst>
                                    <p:set>
                                      <p:cBhvr>
                                        <p:cTn id="298" dur="1" fill="hold">
                                          <p:stCondLst>
                                            <p:cond delay="0"/>
                                          </p:stCondLst>
                                        </p:cTn>
                                        <p:tgtEl>
                                          <p:spTgt spid="261"/>
                                        </p:tgtEl>
                                        <p:attrNameLst>
                                          <p:attrName>style.visibility</p:attrName>
                                        </p:attrNameLst>
                                      </p:cBhvr>
                                      <p:to>
                                        <p:strVal val="visible"/>
                                      </p:to>
                                    </p:set>
                                    <p:animEffect transition="in" filter="fade">
                                      <p:cBhvr>
                                        <p:cTn id="299" dur="1000"/>
                                        <p:tgtEl>
                                          <p:spTgt spid="261"/>
                                        </p:tgtEl>
                                      </p:cBhvr>
                                    </p:animEffect>
                                    <p:anim calcmode="lin" valueType="num">
                                      <p:cBhvr>
                                        <p:cTn id="300" dur="1000" fill="hold"/>
                                        <p:tgtEl>
                                          <p:spTgt spid="261"/>
                                        </p:tgtEl>
                                        <p:attrNameLst>
                                          <p:attrName>ppt_x</p:attrName>
                                        </p:attrNameLst>
                                      </p:cBhvr>
                                      <p:tavLst>
                                        <p:tav tm="0">
                                          <p:val>
                                            <p:strVal val="#ppt_x"/>
                                          </p:val>
                                        </p:tav>
                                        <p:tav tm="100000">
                                          <p:val>
                                            <p:strVal val="#ppt_x"/>
                                          </p:val>
                                        </p:tav>
                                      </p:tavLst>
                                    </p:anim>
                                    <p:anim calcmode="lin" valueType="num">
                                      <p:cBhvr>
                                        <p:cTn id="301" dur="1000" fill="hold"/>
                                        <p:tgtEl>
                                          <p:spTgt spid="261"/>
                                        </p:tgtEl>
                                        <p:attrNameLst>
                                          <p:attrName>ppt_y</p:attrName>
                                        </p:attrNameLst>
                                      </p:cBhvr>
                                      <p:tavLst>
                                        <p:tav tm="0">
                                          <p:val>
                                            <p:strVal val="#ppt_y+.1"/>
                                          </p:val>
                                        </p:tav>
                                        <p:tav tm="100000">
                                          <p:val>
                                            <p:strVal val="#ppt_y"/>
                                          </p:val>
                                        </p:tav>
                                      </p:tavLst>
                                    </p:anim>
                                  </p:childTnLst>
                                </p:cTn>
                              </p:par>
                              <p:par>
                                <p:cTn id="302" presetID="42" presetClass="entr" presetSubtype="0" fill="hold" grpId="0" nodeType="withEffect">
                                  <p:stCondLst>
                                    <p:cond delay="0"/>
                                  </p:stCondLst>
                                  <p:childTnLst>
                                    <p:set>
                                      <p:cBhvr>
                                        <p:cTn id="303" dur="1" fill="hold">
                                          <p:stCondLst>
                                            <p:cond delay="0"/>
                                          </p:stCondLst>
                                        </p:cTn>
                                        <p:tgtEl>
                                          <p:spTgt spid="262"/>
                                        </p:tgtEl>
                                        <p:attrNameLst>
                                          <p:attrName>style.visibility</p:attrName>
                                        </p:attrNameLst>
                                      </p:cBhvr>
                                      <p:to>
                                        <p:strVal val="visible"/>
                                      </p:to>
                                    </p:set>
                                    <p:animEffect transition="in" filter="fade">
                                      <p:cBhvr>
                                        <p:cTn id="304" dur="1000"/>
                                        <p:tgtEl>
                                          <p:spTgt spid="262"/>
                                        </p:tgtEl>
                                      </p:cBhvr>
                                    </p:animEffect>
                                    <p:anim calcmode="lin" valueType="num">
                                      <p:cBhvr>
                                        <p:cTn id="305" dur="1000" fill="hold"/>
                                        <p:tgtEl>
                                          <p:spTgt spid="262"/>
                                        </p:tgtEl>
                                        <p:attrNameLst>
                                          <p:attrName>ppt_x</p:attrName>
                                        </p:attrNameLst>
                                      </p:cBhvr>
                                      <p:tavLst>
                                        <p:tav tm="0">
                                          <p:val>
                                            <p:strVal val="#ppt_x"/>
                                          </p:val>
                                        </p:tav>
                                        <p:tav tm="100000">
                                          <p:val>
                                            <p:strVal val="#ppt_x"/>
                                          </p:val>
                                        </p:tav>
                                      </p:tavLst>
                                    </p:anim>
                                    <p:anim calcmode="lin" valueType="num">
                                      <p:cBhvr>
                                        <p:cTn id="306" dur="1000" fill="hold"/>
                                        <p:tgtEl>
                                          <p:spTgt spid="262"/>
                                        </p:tgtEl>
                                        <p:attrNameLst>
                                          <p:attrName>ppt_y</p:attrName>
                                        </p:attrNameLst>
                                      </p:cBhvr>
                                      <p:tavLst>
                                        <p:tav tm="0">
                                          <p:val>
                                            <p:strVal val="#ppt_y+.1"/>
                                          </p:val>
                                        </p:tav>
                                        <p:tav tm="100000">
                                          <p:val>
                                            <p:strVal val="#ppt_y"/>
                                          </p:val>
                                        </p:tav>
                                      </p:tavLst>
                                    </p:anim>
                                  </p:childTnLst>
                                </p:cTn>
                              </p:par>
                              <p:par>
                                <p:cTn id="307" presetID="42" presetClass="entr" presetSubtype="0" fill="hold" grpId="0" nodeType="withEffect">
                                  <p:stCondLst>
                                    <p:cond delay="0"/>
                                  </p:stCondLst>
                                  <p:childTnLst>
                                    <p:set>
                                      <p:cBhvr>
                                        <p:cTn id="308" dur="1" fill="hold">
                                          <p:stCondLst>
                                            <p:cond delay="0"/>
                                          </p:stCondLst>
                                        </p:cTn>
                                        <p:tgtEl>
                                          <p:spTgt spid="263"/>
                                        </p:tgtEl>
                                        <p:attrNameLst>
                                          <p:attrName>style.visibility</p:attrName>
                                        </p:attrNameLst>
                                      </p:cBhvr>
                                      <p:to>
                                        <p:strVal val="visible"/>
                                      </p:to>
                                    </p:set>
                                    <p:animEffect transition="in" filter="fade">
                                      <p:cBhvr>
                                        <p:cTn id="309" dur="1000"/>
                                        <p:tgtEl>
                                          <p:spTgt spid="263"/>
                                        </p:tgtEl>
                                      </p:cBhvr>
                                    </p:animEffect>
                                    <p:anim calcmode="lin" valueType="num">
                                      <p:cBhvr>
                                        <p:cTn id="310" dur="1000" fill="hold"/>
                                        <p:tgtEl>
                                          <p:spTgt spid="263"/>
                                        </p:tgtEl>
                                        <p:attrNameLst>
                                          <p:attrName>ppt_x</p:attrName>
                                        </p:attrNameLst>
                                      </p:cBhvr>
                                      <p:tavLst>
                                        <p:tav tm="0">
                                          <p:val>
                                            <p:strVal val="#ppt_x"/>
                                          </p:val>
                                        </p:tav>
                                        <p:tav tm="100000">
                                          <p:val>
                                            <p:strVal val="#ppt_x"/>
                                          </p:val>
                                        </p:tav>
                                      </p:tavLst>
                                    </p:anim>
                                    <p:anim calcmode="lin" valueType="num">
                                      <p:cBhvr>
                                        <p:cTn id="311" dur="1000" fill="hold"/>
                                        <p:tgtEl>
                                          <p:spTgt spid="263"/>
                                        </p:tgtEl>
                                        <p:attrNameLst>
                                          <p:attrName>ppt_y</p:attrName>
                                        </p:attrNameLst>
                                      </p:cBhvr>
                                      <p:tavLst>
                                        <p:tav tm="0">
                                          <p:val>
                                            <p:strVal val="#ppt_y+.1"/>
                                          </p:val>
                                        </p:tav>
                                        <p:tav tm="100000">
                                          <p:val>
                                            <p:strVal val="#ppt_y"/>
                                          </p:val>
                                        </p:tav>
                                      </p:tavLst>
                                    </p:anim>
                                  </p:childTnLst>
                                </p:cTn>
                              </p:par>
                              <p:par>
                                <p:cTn id="312" presetID="42" presetClass="entr" presetSubtype="0" fill="hold" grpId="0" nodeType="withEffect">
                                  <p:stCondLst>
                                    <p:cond delay="0"/>
                                  </p:stCondLst>
                                  <p:childTnLst>
                                    <p:set>
                                      <p:cBhvr>
                                        <p:cTn id="313" dur="1" fill="hold">
                                          <p:stCondLst>
                                            <p:cond delay="0"/>
                                          </p:stCondLst>
                                        </p:cTn>
                                        <p:tgtEl>
                                          <p:spTgt spid="264"/>
                                        </p:tgtEl>
                                        <p:attrNameLst>
                                          <p:attrName>style.visibility</p:attrName>
                                        </p:attrNameLst>
                                      </p:cBhvr>
                                      <p:to>
                                        <p:strVal val="visible"/>
                                      </p:to>
                                    </p:set>
                                    <p:animEffect transition="in" filter="fade">
                                      <p:cBhvr>
                                        <p:cTn id="314" dur="1000"/>
                                        <p:tgtEl>
                                          <p:spTgt spid="264"/>
                                        </p:tgtEl>
                                      </p:cBhvr>
                                    </p:animEffect>
                                    <p:anim calcmode="lin" valueType="num">
                                      <p:cBhvr>
                                        <p:cTn id="315" dur="1000" fill="hold"/>
                                        <p:tgtEl>
                                          <p:spTgt spid="264"/>
                                        </p:tgtEl>
                                        <p:attrNameLst>
                                          <p:attrName>ppt_x</p:attrName>
                                        </p:attrNameLst>
                                      </p:cBhvr>
                                      <p:tavLst>
                                        <p:tav tm="0">
                                          <p:val>
                                            <p:strVal val="#ppt_x"/>
                                          </p:val>
                                        </p:tav>
                                        <p:tav tm="100000">
                                          <p:val>
                                            <p:strVal val="#ppt_x"/>
                                          </p:val>
                                        </p:tav>
                                      </p:tavLst>
                                    </p:anim>
                                    <p:anim calcmode="lin" valueType="num">
                                      <p:cBhvr>
                                        <p:cTn id="316" dur="1000" fill="hold"/>
                                        <p:tgtEl>
                                          <p:spTgt spid="264"/>
                                        </p:tgtEl>
                                        <p:attrNameLst>
                                          <p:attrName>ppt_y</p:attrName>
                                        </p:attrNameLst>
                                      </p:cBhvr>
                                      <p:tavLst>
                                        <p:tav tm="0">
                                          <p:val>
                                            <p:strVal val="#ppt_y+.1"/>
                                          </p:val>
                                        </p:tav>
                                        <p:tav tm="100000">
                                          <p:val>
                                            <p:strVal val="#ppt_y"/>
                                          </p:val>
                                        </p:tav>
                                      </p:tavLst>
                                    </p:anim>
                                  </p:childTnLst>
                                </p:cTn>
                              </p:par>
                              <p:par>
                                <p:cTn id="317" presetID="42" presetClass="entr" presetSubtype="0" fill="hold" grpId="0" nodeType="withEffect">
                                  <p:stCondLst>
                                    <p:cond delay="0"/>
                                  </p:stCondLst>
                                  <p:childTnLst>
                                    <p:set>
                                      <p:cBhvr>
                                        <p:cTn id="318" dur="1" fill="hold">
                                          <p:stCondLst>
                                            <p:cond delay="0"/>
                                          </p:stCondLst>
                                        </p:cTn>
                                        <p:tgtEl>
                                          <p:spTgt spid="265"/>
                                        </p:tgtEl>
                                        <p:attrNameLst>
                                          <p:attrName>style.visibility</p:attrName>
                                        </p:attrNameLst>
                                      </p:cBhvr>
                                      <p:to>
                                        <p:strVal val="visible"/>
                                      </p:to>
                                    </p:set>
                                    <p:animEffect transition="in" filter="fade">
                                      <p:cBhvr>
                                        <p:cTn id="319" dur="1000"/>
                                        <p:tgtEl>
                                          <p:spTgt spid="265"/>
                                        </p:tgtEl>
                                      </p:cBhvr>
                                    </p:animEffect>
                                    <p:anim calcmode="lin" valueType="num">
                                      <p:cBhvr>
                                        <p:cTn id="320" dur="1000" fill="hold"/>
                                        <p:tgtEl>
                                          <p:spTgt spid="265"/>
                                        </p:tgtEl>
                                        <p:attrNameLst>
                                          <p:attrName>ppt_x</p:attrName>
                                        </p:attrNameLst>
                                      </p:cBhvr>
                                      <p:tavLst>
                                        <p:tav tm="0">
                                          <p:val>
                                            <p:strVal val="#ppt_x"/>
                                          </p:val>
                                        </p:tav>
                                        <p:tav tm="100000">
                                          <p:val>
                                            <p:strVal val="#ppt_x"/>
                                          </p:val>
                                        </p:tav>
                                      </p:tavLst>
                                    </p:anim>
                                    <p:anim calcmode="lin" valueType="num">
                                      <p:cBhvr>
                                        <p:cTn id="321" dur="1000" fill="hold"/>
                                        <p:tgtEl>
                                          <p:spTgt spid="265"/>
                                        </p:tgtEl>
                                        <p:attrNameLst>
                                          <p:attrName>ppt_y</p:attrName>
                                        </p:attrNameLst>
                                      </p:cBhvr>
                                      <p:tavLst>
                                        <p:tav tm="0">
                                          <p:val>
                                            <p:strVal val="#ppt_y+.1"/>
                                          </p:val>
                                        </p:tav>
                                        <p:tav tm="100000">
                                          <p:val>
                                            <p:strVal val="#ppt_y"/>
                                          </p:val>
                                        </p:tav>
                                      </p:tavLst>
                                    </p:anim>
                                  </p:childTnLst>
                                </p:cTn>
                              </p:par>
                              <p:par>
                                <p:cTn id="322" presetID="42" presetClass="entr" presetSubtype="0" fill="hold" grpId="0" nodeType="withEffect">
                                  <p:stCondLst>
                                    <p:cond delay="0"/>
                                  </p:stCondLst>
                                  <p:childTnLst>
                                    <p:set>
                                      <p:cBhvr>
                                        <p:cTn id="323" dur="1" fill="hold">
                                          <p:stCondLst>
                                            <p:cond delay="0"/>
                                          </p:stCondLst>
                                        </p:cTn>
                                        <p:tgtEl>
                                          <p:spTgt spid="266"/>
                                        </p:tgtEl>
                                        <p:attrNameLst>
                                          <p:attrName>style.visibility</p:attrName>
                                        </p:attrNameLst>
                                      </p:cBhvr>
                                      <p:to>
                                        <p:strVal val="visible"/>
                                      </p:to>
                                    </p:set>
                                    <p:animEffect transition="in" filter="fade">
                                      <p:cBhvr>
                                        <p:cTn id="324" dur="1000"/>
                                        <p:tgtEl>
                                          <p:spTgt spid="266"/>
                                        </p:tgtEl>
                                      </p:cBhvr>
                                    </p:animEffect>
                                    <p:anim calcmode="lin" valueType="num">
                                      <p:cBhvr>
                                        <p:cTn id="325" dur="1000" fill="hold"/>
                                        <p:tgtEl>
                                          <p:spTgt spid="266"/>
                                        </p:tgtEl>
                                        <p:attrNameLst>
                                          <p:attrName>ppt_x</p:attrName>
                                        </p:attrNameLst>
                                      </p:cBhvr>
                                      <p:tavLst>
                                        <p:tav tm="0">
                                          <p:val>
                                            <p:strVal val="#ppt_x"/>
                                          </p:val>
                                        </p:tav>
                                        <p:tav tm="100000">
                                          <p:val>
                                            <p:strVal val="#ppt_x"/>
                                          </p:val>
                                        </p:tav>
                                      </p:tavLst>
                                    </p:anim>
                                    <p:anim calcmode="lin" valueType="num">
                                      <p:cBhvr>
                                        <p:cTn id="326" dur="1000" fill="hold"/>
                                        <p:tgtEl>
                                          <p:spTgt spid="26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9" grpId="0" animBg="1"/>
      <p:bldP spid="60" grpId="0" animBg="1"/>
      <p:bldP spid="61" grpId="0" animBg="1"/>
      <p:bldP spid="131" grpId="0"/>
      <p:bldP spid="132" grpId="0"/>
      <p:bldP spid="133" grpId="0"/>
      <p:bldP spid="134" grpId="0"/>
      <p:bldP spid="135" grpId="0"/>
      <p:bldP spid="218" grpId="0" animBg="1"/>
      <p:bldP spid="219" grpId="0" animBg="1"/>
      <p:bldP spid="220" grpId="0" animBg="1"/>
      <p:bldP spid="221" grpId="0" animBg="1"/>
      <p:bldP spid="222" grpId="0" animBg="1"/>
      <p:bldP spid="223" grpId="0" animBg="1"/>
      <p:bldP spid="224" grpId="0" animBg="1"/>
      <p:bldP spid="225" grpId="0" animBg="1"/>
      <p:bldP spid="226" grpId="0" animBg="1"/>
      <p:bldP spid="227" grpId="0"/>
      <p:bldP spid="228" grpId="0"/>
      <p:bldP spid="229" grpId="0"/>
      <p:bldP spid="230" grpId="0"/>
      <p:bldP spid="231" grpId="0"/>
      <p:bldP spid="232" grpId="0"/>
      <p:bldP spid="233" grpId="0"/>
      <p:bldP spid="234" grpId="0"/>
      <p:bldP spid="235" grpId="0" animBg="1"/>
      <p:bldP spid="236" grpId="0" animBg="1"/>
      <p:bldP spid="237" grpId="0" animBg="1"/>
      <p:bldP spid="238" grpId="0" animBg="1"/>
      <p:bldP spid="239" grpId="0" animBg="1"/>
      <p:bldP spid="240" grpId="0" animBg="1"/>
      <p:bldP spid="241" grpId="0" animBg="1"/>
      <p:bldP spid="242" grpId="0" animBg="1"/>
      <p:bldP spid="243" grpId="0"/>
      <p:bldP spid="244" grpId="0"/>
      <p:bldP spid="245" grpId="0"/>
      <p:bldP spid="246" grpId="0"/>
      <p:bldP spid="247" grpId="0"/>
      <p:bldP spid="248" grpId="0"/>
      <p:bldP spid="249" grpId="0"/>
      <p:bldP spid="250" grpId="0"/>
      <p:bldP spid="251" grpId="0" animBg="1"/>
      <p:bldP spid="252" grpId="0" animBg="1"/>
      <p:bldP spid="253" grpId="0" animBg="1"/>
      <p:bldP spid="254" grpId="0" animBg="1"/>
      <p:bldP spid="255" grpId="0"/>
      <p:bldP spid="256" grpId="0"/>
      <p:bldP spid="257" grpId="0"/>
      <p:bldP spid="258" grpId="0"/>
      <p:bldP spid="259" grpId="0" animBg="1"/>
      <p:bldP spid="260" grpId="0" animBg="1"/>
      <p:bldP spid="261" grpId="0" animBg="1"/>
      <p:bldP spid="262" grpId="0" animBg="1"/>
      <p:bldP spid="263" grpId="0"/>
      <p:bldP spid="264" grpId="0"/>
      <p:bldP spid="265" grpId="0"/>
      <p:bldP spid="26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769876" y="189165"/>
            <a:ext cx="2622658" cy="483235"/>
          </a:xfrm>
          <a:prstGeom prst="rect">
            <a:avLst/>
          </a:prstGeom>
          <a:noFill/>
        </p:spPr>
        <p:txBody>
          <a:bodyPr wrap="square" rtlCol="0">
            <a:spAutoFit/>
          </a:bodyPr>
          <a:lstStyle/>
          <a:p>
            <a:pPr algn="ctr"/>
            <a:r>
              <a:rPr lang="zh-CN" altLang="en-US" sz="2400" b="1" dirty="0">
                <a:solidFill>
                  <a:schemeClr val="tx1">
                    <a:lumMod val="75000"/>
                    <a:lumOff val="25000"/>
                  </a:schemeClr>
                </a:solidFill>
                <a:latin typeface="微软雅黑" panose="020B0503020204020204" charset="-122"/>
                <a:ea typeface="微软雅黑" panose="020B0503020204020204" charset="-122"/>
              </a:rPr>
              <a:t>单击此处添加标题</a:t>
            </a:r>
          </a:p>
        </p:txBody>
      </p:sp>
      <p:cxnSp>
        <p:nvCxnSpPr>
          <p:cNvPr id="6" name="直接连接符 5"/>
          <p:cNvCxnSpPr/>
          <p:nvPr/>
        </p:nvCxnSpPr>
        <p:spPr>
          <a:xfrm>
            <a:off x="7392534" y="477150"/>
            <a:ext cx="4463773"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36892" y="481504"/>
            <a:ext cx="439177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3" name="Text Box 322"/>
          <p:cNvSpPr txBox="1">
            <a:spLocks noChangeArrowheads="1"/>
          </p:cNvSpPr>
          <p:nvPr/>
        </p:nvSpPr>
        <p:spPr bwMode="auto">
          <a:xfrm>
            <a:off x="2790794" y="1716650"/>
            <a:ext cx="715010" cy="78295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pPr algn="r"/>
            <a:r>
              <a:rPr lang="en-US" sz="4800" dirty="0">
                <a:solidFill>
                  <a:schemeClr val="accent1"/>
                </a:solidFill>
                <a:latin typeface="微软雅黑" panose="020B0503020204020204" charset="-122"/>
                <a:cs typeface="Aparajita" panose="020B0604020202020204" pitchFamily="34" charset="0"/>
              </a:rPr>
              <a:t>01</a:t>
            </a:r>
          </a:p>
        </p:txBody>
      </p:sp>
      <p:sp>
        <p:nvSpPr>
          <p:cNvPr id="75" name="Text Box 334"/>
          <p:cNvSpPr txBox="1">
            <a:spLocks noChangeArrowheads="1"/>
          </p:cNvSpPr>
          <p:nvPr/>
        </p:nvSpPr>
        <p:spPr bwMode="auto">
          <a:xfrm>
            <a:off x="2790794" y="2731045"/>
            <a:ext cx="715010" cy="78295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pPr algn="r"/>
            <a:r>
              <a:rPr lang="en-US" sz="4800" dirty="0">
                <a:solidFill>
                  <a:schemeClr val="accent2"/>
                </a:solidFill>
                <a:latin typeface="微软雅黑" panose="020B0503020204020204" charset="-122"/>
                <a:cs typeface="Aparajita" panose="020B0604020202020204" pitchFamily="34" charset="0"/>
              </a:rPr>
              <a:t>02</a:t>
            </a:r>
          </a:p>
        </p:txBody>
      </p:sp>
      <p:sp>
        <p:nvSpPr>
          <p:cNvPr id="87" name="Text Box 346"/>
          <p:cNvSpPr txBox="1">
            <a:spLocks noChangeArrowheads="1"/>
          </p:cNvSpPr>
          <p:nvPr/>
        </p:nvSpPr>
        <p:spPr bwMode="auto">
          <a:xfrm>
            <a:off x="2790794" y="3749625"/>
            <a:ext cx="715010" cy="78295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pPr algn="r"/>
            <a:r>
              <a:rPr lang="en-US" sz="4800" dirty="0">
                <a:solidFill>
                  <a:schemeClr val="accent3"/>
                </a:solidFill>
                <a:latin typeface="微软雅黑" panose="020B0503020204020204" charset="-122"/>
                <a:cs typeface="Aparajita" panose="020B0604020202020204" pitchFamily="34" charset="0"/>
              </a:rPr>
              <a:t>03</a:t>
            </a:r>
          </a:p>
        </p:txBody>
      </p:sp>
      <p:sp>
        <p:nvSpPr>
          <p:cNvPr id="99" name="Text Box 358"/>
          <p:cNvSpPr txBox="1">
            <a:spLocks noChangeArrowheads="1"/>
          </p:cNvSpPr>
          <p:nvPr/>
        </p:nvSpPr>
        <p:spPr bwMode="auto">
          <a:xfrm>
            <a:off x="2790794" y="4766113"/>
            <a:ext cx="715010" cy="78295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pPr algn="r"/>
            <a:r>
              <a:rPr lang="en-US" sz="4800" dirty="0">
                <a:solidFill>
                  <a:schemeClr val="accent4"/>
                </a:solidFill>
                <a:latin typeface="微软雅黑" panose="020B0503020204020204" charset="-122"/>
                <a:cs typeface="Aparajita" panose="020B0604020202020204" pitchFamily="34" charset="0"/>
              </a:rPr>
              <a:t>04</a:t>
            </a:r>
          </a:p>
        </p:txBody>
      </p:sp>
      <p:sp>
        <p:nvSpPr>
          <p:cNvPr id="111" name="Freeform 370"/>
          <p:cNvSpPr>
            <a:spLocks noChangeArrowheads="1"/>
          </p:cNvSpPr>
          <p:nvPr/>
        </p:nvSpPr>
        <p:spPr bwMode="auto">
          <a:xfrm>
            <a:off x="7366532" y="1869465"/>
            <a:ext cx="1037336" cy="725763"/>
          </a:xfrm>
          <a:custGeom>
            <a:avLst/>
            <a:gdLst>
              <a:gd name="T0" fmla="*/ 2189 w 2190"/>
              <a:gd name="T1" fmla="*/ 767 h 1536"/>
              <a:gd name="T2" fmla="*/ 1648 w 2190"/>
              <a:gd name="T3" fmla="*/ 453 h 1536"/>
              <a:gd name="T4" fmla="*/ 1648 w 2190"/>
              <a:gd name="T5" fmla="*/ 0 h 1536"/>
              <a:gd name="T6" fmla="*/ 0 w 2190"/>
              <a:gd name="T7" fmla="*/ 0 h 1536"/>
              <a:gd name="T8" fmla="*/ 0 w 2190"/>
              <a:gd name="T9" fmla="*/ 1535 h 1536"/>
              <a:gd name="T10" fmla="*/ 1648 w 2190"/>
              <a:gd name="T11" fmla="*/ 1535 h 1536"/>
              <a:gd name="T12" fmla="*/ 1648 w 2190"/>
              <a:gd name="T13" fmla="*/ 1072 h 1536"/>
              <a:gd name="T14" fmla="*/ 2189 w 2190"/>
              <a:gd name="T15" fmla="*/ 767 h 15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90" h="1536">
                <a:moveTo>
                  <a:pt x="2189" y="767"/>
                </a:moveTo>
                <a:lnTo>
                  <a:pt x="1648" y="453"/>
                </a:lnTo>
                <a:lnTo>
                  <a:pt x="1648" y="0"/>
                </a:lnTo>
                <a:lnTo>
                  <a:pt x="0" y="0"/>
                </a:lnTo>
                <a:lnTo>
                  <a:pt x="0" y="1535"/>
                </a:lnTo>
                <a:lnTo>
                  <a:pt x="1648" y="1535"/>
                </a:lnTo>
                <a:lnTo>
                  <a:pt x="1648" y="1072"/>
                </a:lnTo>
                <a:lnTo>
                  <a:pt x="2189" y="767"/>
                </a:lnTo>
              </a:path>
            </a:pathLst>
          </a:custGeom>
          <a:solidFill>
            <a:schemeClr val="accent1"/>
          </a:solidFill>
          <a:ln>
            <a:noFill/>
          </a:ln>
          <a:effectLst/>
        </p:spPr>
        <p:txBody>
          <a:bodyPr wrap="none" anchor="ctr"/>
          <a:lstStyle/>
          <a:p>
            <a:endParaRPr lang="en-US" sz="1000" dirty="0">
              <a:latin typeface="微软雅黑" panose="020B0503020204020204" charset="-122"/>
            </a:endParaRPr>
          </a:p>
        </p:txBody>
      </p:sp>
      <p:sp>
        <p:nvSpPr>
          <p:cNvPr id="112" name="Freeform 371"/>
          <p:cNvSpPr>
            <a:spLocks noChangeArrowheads="1"/>
          </p:cNvSpPr>
          <p:nvPr/>
        </p:nvSpPr>
        <p:spPr bwMode="auto">
          <a:xfrm>
            <a:off x="7366532" y="2597321"/>
            <a:ext cx="1037336" cy="1173353"/>
          </a:xfrm>
          <a:custGeom>
            <a:avLst/>
            <a:gdLst>
              <a:gd name="T0" fmla="*/ 2189 w 2190"/>
              <a:gd name="T1" fmla="*/ 1238 h 2479"/>
              <a:gd name="T2" fmla="*/ 1648 w 2190"/>
              <a:gd name="T3" fmla="*/ 924 h 2479"/>
              <a:gd name="T4" fmla="*/ 1648 w 2190"/>
              <a:gd name="T5" fmla="*/ 0 h 2479"/>
              <a:gd name="T6" fmla="*/ 0 w 2190"/>
              <a:gd name="T7" fmla="*/ 0 h 2479"/>
              <a:gd name="T8" fmla="*/ 0 w 2190"/>
              <a:gd name="T9" fmla="*/ 2478 h 2479"/>
              <a:gd name="T10" fmla="*/ 1648 w 2190"/>
              <a:gd name="T11" fmla="*/ 2478 h 2479"/>
              <a:gd name="T12" fmla="*/ 1648 w 2190"/>
              <a:gd name="T13" fmla="*/ 1543 h 2479"/>
              <a:gd name="T14" fmla="*/ 2189 w 2190"/>
              <a:gd name="T15" fmla="*/ 1238 h 247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90" h="2479">
                <a:moveTo>
                  <a:pt x="2189" y="1238"/>
                </a:moveTo>
                <a:lnTo>
                  <a:pt x="1648" y="924"/>
                </a:lnTo>
                <a:lnTo>
                  <a:pt x="1648" y="0"/>
                </a:lnTo>
                <a:lnTo>
                  <a:pt x="0" y="0"/>
                </a:lnTo>
                <a:lnTo>
                  <a:pt x="0" y="2478"/>
                </a:lnTo>
                <a:lnTo>
                  <a:pt x="1648" y="2478"/>
                </a:lnTo>
                <a:lnTo>
                  <a:pt x="1648" y="1543"/>
                </a:lnTo>
                <a:lnTo>
                  <a:pt x="2189" y="1238"/>
                </a:lnTo>
              </a:path>
            </a:pathLst>
          </a:custGeom>
          <a:solidFill>
            <a:schemeClr val="accent2"/>
          </a:solidFill>
          <a:ln>
            <a:noFill/>
          </a:ln>
          <a:effectLst/>
        </p:spPr>
        <p:txBody>
          <a:bodyPr wrap="none" anchor="ctr"/>
          <a:lstStyle/>
          <a:p>
            <a:endParaRPr lang="en-US" sz="1000" dirty="0">
              <a:latin typeface="微软雅黑" panose="020B0503020204020204" charset="-122"/>
            </a:endParaRPr>
          </a:p>
        </p:txBody>
      </p:sp>
      <p:sp>
        <p:nvSpPr>
          <p:cNvPr id="113" name="Freeform 372"/>
          <p:cNvSpPr>
            <a:spLocks noChangeArrowheads="1"/>
          </p:cNvSpPr>
          <p:nvPr/>
        </p:nvSpPr>
        <p:spPr bwMode="auto">
          <a:xfrm>
            <a:off x="7366532" y="3772765"/>
            <a:ext cx="1037336" cy="656743"/>
          </a:xfrm>
          <a:custGeom>
            <a:avLst/>
            <a:gdLst>
              <a:gd name="T0" fmla="*/ 2189 w 2190"/>
              <a:gd name="T1" fmla="*/ 689 h 1387"/>
              <a:gd name="T2" fmla="*/ 1648 w 2190"/>
              <a:gd name="T3" fmla="*/ 375 h 1387"/>
              <a:gd name="T4" fmla="*/ 1648 w 2190"/>
              <a:gd name="T5" fmla="*/ 0 h 1387"/>
              <a:gd name="T6" fmla="*/ 0 w 2190"/>
              <a:gd name="T7" fmla="*/ 0 h 1387"/>
              <a:gd name="T8" fmla="*/ 0 w 2190"/>
              <a:gd name="T9" fmla="*/ 1386 h 1387"/>
              <a:gd name="T10" fmla="*/ 1648 w 2190"/>
              <a:gd name="T11" fmla="*/ 1386 h 1387"/>
              <a:gd name="T12" fmla="*/ 1648 w 2190"/>
              <a:gd name="T13" fmla="*/ 1002 h 1387"/>
              <a:gd name="T14" fmla="*/ 2189 w 2190"/>
              <a:gd name="T15" fmla="*/ 689 h 138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90" h="1387">
                <a:moveTo>
                  <a:pt x="2189" y="689"/>
                </a:moveTo>
                <a:lnTo>
                  <a:pt x="1648" y="375"/>
                </a:lnTo>
                <a:lnTo>
                  <a:pt x="1648" y="0"/>
                </a:lnTo>
                <a:lnTo>
                  <a:pt x="0" y="0"/>
                </a:lnTo>
                <a:lnTo>
                  <a:pt x="0" y="1386"/>
                </a:lnTo>
                <a:lnTo>
                  <a:pt x="1648" y="1386"/>
                </a:lnTo>
                <a:lnTo>
                  <a:pt x="1648" y="1002"/>
                </a:lnTo>
                <a:lnTo>
                  <a:pt x="2189" y="689"/>
                </a:lnTo>
              </a:path>
            </a:pathLst>
          </a:custGeom>
          <a:solidFill>
            <a:schemeClr val="accent3"/>
          </a:solidFill>
          <a:ln>
            <a:noFill/>
          </a:ln>
          <a:effectLst/>
        </p:spPr>
        <p:txBody>
          <a:bodyPr wrap="none" anchor="ctr"/>
          <a:lstStyle/>
          <a:p>
            <a:endParaRPr lang="en-US" sz="1000" dirty="0">
              <a:latin typeface="微软雅黑" panose="020B0503020204020204" charset="-122"/>
            </a:endParaRPr>
          </a:p>
        </p:txBody>
      </p:sp>
      <p:sp>
        <p:nvSpPr>
          <p:cNvPr id="114" name="Freeform 373"/>
          <p:cNvSpPr>
            <a:spLocks noChangeArrowheads="1"/>
          </p:cNvSpPr>
          <p:nvPr/>
        </p:nvSpPr>
        <p:spPr bwMode="auto">
          <a:xfrm>
            <a:off x="7366532" y="4429508"/>
            <a:ext cx="1037336" cy="941193"/>
          </a:xfrm>
          <a:custGeom>
            <a:avLst/>
            <a:gdLst>
              <a:gd name="T0" fmla="*/ 2189 w 2190"/>
              <a:gd name="T1" fmla="*/ 995 h 1990"/>
              <a:gd name="T2" fmla="*/ 1648 w 2190"/>
              <a:gd name="T3" fmla="*/ 681 h 1990"/>
              <a:gd name="T4" fmla="*/ 1648 w 2190"/>
              <a:gd name="T5" fmla="*/ 0 h 1990"/>
              <a:gd name="T6" fmla="*/ 0 w 2190"/>
              <a:gd name="T7" fmla="*/ 0 h 1990"/>
              <a:gd name="T8" fmla="*/ 0 w 2190"/>
              <a:gd name="T9" fmla="*/ 1989 h 1990"/>
              <a:gd name="T10" fmla="*/ 1648 w 2190"/>
              <a:gd name="T11" fmla="*/ 1989 h 1990"/>
              <a:gd name="T12" fmla="*/ 1648 w 2190"/>
              <a:gd name="T13" fmla="*/ 1308 h 1990"/>
              <a:gd name="T14" fmla="*/ 2189 w 2190"/>
              <a:gd name="T15" fmla="*/ 995 h 199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90" h="1990">
                <a:moveTo>
                  <a:pt x="2189" y="995"/>
                </a:moveTo>
                <a:lnTo>
                  <a:pt x="1648" y="681"/>
                </a:lnTo>
                <a:lnTo>
                  <a:pt x="1648" y="0"/>
                </a:lnTo>
                <a:lnTo>
                  <a:pt x="0" y="0"/>
                </a:lnTo>
                <a:lnTo>
                  <a:pt x="0" y="1989"/>
                </a:lnTo>
                <a:lnTo>
                  <a:pt x="1648" y="1989"/>
                </a:lnTo>
                <a:lnTo>
                  <a:pt x="1648" y="1308"/>
                </a:lnTo>
                <a:lnTo>
                  <a:pt x="2189" y="995"/>
                </a:lnTo>
              </a:path>
            </a:pathLst>
          </a:custGeom>
          <a:solidFill>
            <a:schemeClr val="accent4"/>
          </a:solidFill>
          <a:ln>
            <a:noFill/>
          </a:ln>
          <a:effectLst/>
        </p:spPr>
        <p:txBody>
          <a:bodyPr wrap="none" anchor="ctr"/>
          <a:lstStyle/>
          <a:p>
            <a:endParaRPr lang="en-US" sz="1000" dirty="0">
              <a:latin typeface="微软雅黑" panose="020B0503020204020204" charset="-122"/>
            </a:endParaRPr>
          </a:p>
        </p:txBody>
      </p:sp>
      <p:sp>
        <p:nvSpPr>
          <p:cNvPr id="115" name="Text Box 374"/>
          <p:cNvSpPr txBox="1">
            <a:spLocks noChangeArrowheads="1"/>
          </p:cNvSpPr>
          <p:nvPr/>
        </p:nvSpPr>
        <p:spPr bwMode="auto">
          <a:xfrm>
            <a:off x="8495889" y="1927302"/>
            <a:ext cx="942975" cy="58737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dirty="0">
                <a:solidFill>
                  <a:srgbClr val="4E4E4E"/>
                </a:solidFill>
                <a:latin typeface="微软雅黑" panose="020B0503020204020204" charset="-122"/>
                <a:cs typeface="Aparajita" panose="020B0604020202020204" pitchFamily="34" charset="0"/>
              </a:rPr>
              <a:t>20%</a:t>
            </a:r>
          </a:p>
        </p:txBody>
      </p:sp>
      <p:sp>
        <p:nvSpPr>
          <p:cNvPr id="116" name="Text Box 375"/>
          <p:cNvSpPr txBox="1">
            <a:spLocks noChangeArrowheads="1"/>
          </p:cNvSpPr>
          <p:nvPr/>
        </p:nvSpPr>
        <p:spPr bwMode="auto">
          <a:xfrm>
            <a:off x="8495889" y="2895684"/>
            <a:ext cx="942975" cy="58737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dirty="0">
                <a:solidFill>
                  <a:srgbClr val="4E4E4E"/>
                </a:solidFill>
                <a:latin typeface="微软雅黑" panose="020B0503020204020204" charset="-122"/>
                <a:cs typeface="Aparajita" panose="020B0604020202020204" pitchFamily="34" charset="0"/>
              </a:rPr>
              <a:t>34%</a:t>
            </a:r>
          </a:p>
        </p:txBody>
      </p:sp>
      <p:sp>
        <p:nvSpPr>
          <p:cNvPr id="117" name="Text Box 376"/>
          <p:cNvSpPr txBox="1">
            <a:spLocks noChangeArrowheads="1"/>
          </p:cNvSpPr>
          <p:nvPr/>
        </p:nvSpPr>
        <p:spPr bwMode="auto">
          <a:xfrm>
            <a:off x="8495889" y="3822236"/>
            <a:ext cx="942975" cy="58737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dirty="0">
                <a:solidFill>
                  <a:srgbClr val="4E4E4E"/>
                </a:solidFill>
                <a:latin typeface="微软雅黑" panose="020B0503020204020204" charset="-122"/>
                <a:cs typeface="Aparajita" panose="020B0604020202020204" pitchFamily="34" charset="0"/>
              </a:rPr>
              <a:t>15%</a:t>
            </a:r>
          </a:p>
        </p:txBody>
      </p:sp>
      <p:sp>
        <p:nvSpPr>
          <p:cNvPr id="118" name="Text Box 377"/>
          <p:cNvSpPr txBox="1">
            <a:spLocks noChangeArrowheads="1"/>
          </p:cNvSpPr>
          <p:nvPr/>
        </p:nvSpPr>
        <p:spPr bwMode="auto">
          <a:xfrm>
            <a:off x="8495889" y="4596105"/>
            <a:ext cx="942975" cy="58737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dirty="0">
                <a:solidFill>
                  <a:srgbClr val="4E4E4E"/>
                </a:solidFill>
                <a:latin typeface="微软雅黑" panose="020B0503020204020204" charset="-122"/>
                <a:cs typeface="Aparajita" panose="020B0604020202020204" pitchFamily="34" charset="0"/>
              </a:rPr>
              <a:t>31%</a:t>
            </a:r>
          </a:p>
        </p:txBody>
      </p:sp>
      <p:sp>
        <p:nvSpPr>
          <p:cNvPr id="122" name="TextBox 121"/>
          <p:cNvSpPr txBox="1"/>
          <p:nvPr/>
        </p:nvSpPr>
        <p:spPr>
          <a:xfrm>
            <a:off x="3510721" y="2775605"/>
            <a:ext cx="3598945" cy="711200"/>
          </a:xfrm>
          <a:prstGeom prst="rect">
            <a:avLst/>
          </a:prstGeom>
          <a:noFill/>
        </p:spPr>
        <p:txBody>
          <a:bodyPr wrap="square" lIns="109709" tIns="54855" rIns="109709" bIns="54855" rtlCol="0">
            <a:spAutoFit/>
          </a:bodyPr>
          <a:lstStyle/>
          <a:p>
            <a:pPr>
              <a:lnSpc>
                <a:spcPct val="110000"/>
              </a:lnSpc>
            </a:pPr>
            <a:r>
              <a:rPr lang="en-US" sz="1200" dirty="0">
                <a:solidFill>
                  <a:schemeClr val="tx1"/>
                </a:solidFill>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a:t>
            </a:r>
          </a:p>
        </p:txBody>
      </p:sp>
      <p:sp>
        <p:nvSpPr>
          <p:cNvPr id="124" name="TextBox 123"/>
          <p:cNvSpPr txBox="1"/>
          <p:nvPr/>
        </p:nvSpPr>
        <p:spPr>
          <a:xfrm>
            <a:off x="3510721" y="3781356"/>
            <a:ext cx="3598945" cy="711200"/>
          </a:xfrm>
          <a:prstGeom prst="rect">
            <a:avLst/>
          </a:prstGeom>
          <a:noFill/>
        </p:spPr>
        <p:txBody>
          <a:bodyPr wrap="square" lIns="109709" tIns="54855" rIns="109709" bIns="54855" rtlCol="0">
            <a:spAutoFit/>
          </a:bodyPr>
          <a:lstStyle/>
          <a:p>
            <a:pPr>
              <a:lnSpc>
                <a:spcPct val="110000"/>
              </a:lnSpc>
            </a:pPr>
            <a:r>
              <a:rPr lang="en-US" sz="1200" dirty="0">
                <a:solidFill>
                  <a:schemeClr val="tx1"/>
                </a:solidFill>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a:t>
            </a:r>
          </a:p>
        </p:txBody>
      </p:sp>
      <p:sp>
        <p:nvSpPr>
          <p:cNvPr id="125" name="TextBox 124"/>
          <p:cNvSpPr txBox="1"/>
          <p:nvPr/>
        </p:nvSpPr>
        <p:spPr>
          <a:xfrm>
            <a:off x="3510721" y="4783490"/>
            <a:ext cx="3598945" cy="711200"/>
          </a:xfrm>
          <a:prstGeom prst="rect">
            <a:avLst/>
          </a:prstGeom>
          <a:noFill/>
        </p:spPr>
        <p:txBody>
          <a:bodyPr wrap="square" lIns="109709" tIns="54855" rIns="109709" bIns="54855" rtlCol="0">
            <a:spAutoFit/>
          </a:bodyPr>
          <a:lstStyle/>
          <a:p>
            <a:pPr>
              <a:lnSpc>
                <a:spcPct val="110000"/>
              </a:lnSpc>
            </a:pPr>
            <a:r>
              <a:rPr lang="en-US" sz="1200" dirty="0">
                <a:solidFill>
                  <a:schemeClr val="tx1"/>
                </a:solidFill>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a:t>
            </a:r>
          </a:p>
        </p:txBody>
      </p:sp>
      <p:sp>
        <p:nvSpPr>
          <p:cNvPr id="126" name="TextBox 125"/>
          <p:cNvSpPr txBox="1"/>
          <p:nvPr/>
        </p:nvSpPr>
        <p:spPr>
          <a:xfrm>
            <a:off x="3510721" y="1758065"/>
            <a:ext cx="3598945" cy="711200"/>
          </a:xfrm>
          <a:prstGeom prst="rect">
            <a:avLst/>
          </a:prstGeom>
          <a:noFill/>
        </p:spPr>
        <p:txBody>
          <a:bodyPr wrap="square" lIns="109709" tIns="54855" rIns="109709" bIns="54855" rtlCol="0">
            <a:spAutoFit/>
          </a:bodyPr>
          <a:lstStyle/>
          <a:p>
            <a:pPr>
              <a:lnSpc>
                <a:spcPct val="110000"/>
              </a:lnSpc>
            </a:pPr>
            <a:r>
              <a:rPr lang="en-US" sz="1200" dirty="0">
                <a:solidFill>
                  <a:schemeClr val="tx1"/>
                </a:solidFill>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a:t>
            </a:r>
          </a:p>
        </p:txBody>
      </p:sp>
      <p:sp>
        <p:nvSpPr>
          <p:cNvPr id="127" name="Freeform 92"/>
          <p:cNvSpPr>
            <a:spLocks noEditPoints="1"/>
          </p:cNvSpPr>
          <p:nvPr/>
        </p:nvSpPr>
        <p:spPr bwMode="auto">
          <a:xfrm>
            <a:off x="7579914" y="2060880"/>
            <a:ext cx="395591" cy="315554"/>
          </a:xfrm>
          <a:custGeom>
            <a:avLst/>
            <a:gdLst>
              <a:gd name="T0" fmla="*/ 73 w 73"/>
              <a:gd name="T1" fmla="*/ 52 h 58"/>
              <a:gd name="T2" fmla="*/ 67 w 73"/>
              <a:gd name="T3" fmla="*/ 58 h 58"/>
              <a:gd name="T4" fmla="*/ 7 w 73"/>
              <a:gd name="T5" fmla="*/ 58 h 58"/>
              <a:gd name="T6" fmla="*/ 0 w 73"/>
              <a:gd name="T7" fmla="*/ 52 h 58"/>
              <a:gd name="T8" fmla="*/ 0 w 73"/>
              <a:gd name="T9" fmla="*/ 6 h 58"/>
              <a:gd name="T10" fmla="*/ 7 w 73"/>
              <a:gd name="T11" fmla="*/ 0 h 58"/>
              <a:gd name="T12" fmla="*/ 67 w 73"/>
              <a:gd name="T13" fmla="*/ 0 h 58"/>
              <a:gd name="T14" fmla="*/ 73 w 73"/>
              <a:gd name="T15" fmla="*/ 6 h 58"/>
              <a:gd name="T16" fmla="*/ 73 w 73"/>
              <a:gd name="T17" fmla="*/ 52 h 58"/>
              <a:gd name="T18" fmla="*/ 7 w 73"/>
              <a:gd name="T19" fmla="*/ 4 h 58"/>
              <a:gd name="T20" fmla="*/ 5 w 73"/>
              <a:gd name="T21" fmla="*/ 6 h 58"/>
              <a:gd name="T22" fmla="*/ 5 w 73"/>
              <a:gd name="T23" fmla="*/ 52 h 58"/>
              <a:gd name="T24" fmla="*/ 7 w 73"/>
              <a:gd name="T25" fmla="*/ 53 h 58"/>
              <a:gd name="T26" fmla="*/ 67 w 73"/>
              <a:gd name="T27" fmla="*/ 53 h 58"/>
              <a:gd name="T28" fmla="*/ 68 w 73"/>
              <a:gd name="T29" fmla="*/ 52 h 58"/>
              <a:gd name="T30" fmla="*/ 68 w 73"/>
              <a:gd name="T31" fmla="*/ 6 h 58"/>
              <a:gd name="T32" fmla="*/ 67 w 73"/>
              <a:gd name="T33" fmla="*/ 4 h 58"/>
              <a:gd name="T34" fmla="*/ 7 w 73"/>
              <a:gd name="T35" fmla="*/ 4 h 58"/>
              <a:gd name="T36" fmla="*/ 17 w 73"/>
              <a:gd name="T37" fmla="*/ 24 h 58"/>
              <a:gd name="T38" fmla="*/ 10 w 73"/>
              <a:gd name="T39" fmla="*/ 17 h 58"/>
              <a:gd name="T40" fmla="*/ 17 w 73"/>
              <a:gd name="T41" fmla="*/ 9 h 58"/>
              <a:gd name="T42" fmla="*/ 25 w 73"/>
              <a:gd name="T43" fmla="*/ 17 h 58"/>
              <a:gd name="T44" fmla="*/ 17 w 73"/>
              <a:gd name="T45" fmla="*/ 24 h 58"/>
              <a:gd name="T46" fmla="*/ 64 w 73"/>
              <a:gd name="T47" fmla="*/ 48 h 58"/>
              <a:gd name="T48" fmla="*/ 10 w 73"/>
              <a:gd name="T49" fmla="*/ 48 h 58"/>
              <a:gd name="T50" fmla="*/ 10 w 73"/>
              <a:gd name="T51" fmla="*/ 41 h 58"/>
              <a:gd name="T52" fmla="*/ 22 w 73"/>
              <a:gd name="T53" fmla="*/ 29 h 58"/>
              <a:gd name="T54" fmla="*/ 28 w 73"/>
              <a:gd name="T55" fmla="*/ 35 h 58"/>
              <a:gd name="T56" fmla="*/ 48 w 73"/>
              <a:gd name="T57" fmla="*/ 15 h 58"/>
              <a:gd name="T58" fmla="*/ 64 w 73"/>
              <a:gd name="T59" fmla="*/ 31 h 58"/>
              <a:gd name="T60" fmla="*/ 64 w 73"/>
              <a:gd name="T61" fmla="*/ 48 h 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73" h="58">
                <a:moveTo>
                  <a:pt x="73" y="52"/>
                </a:moveTo>
                <a:cubicBezTo>
                  <a:pt x="73" y="55"/>
                  <a:pt x="71" y="58"/>
                  <a:pt x="67" y="58"/>
                </a:cubicBezTo>
                <a:cubicBezTo>
                  <a:pt x="7" y="58"/>
                  <a:pt x="7" y="58"/>
                  <a:pt x="7" y="58"/>
                </a:cubicBezTo>
                <a:cubicBezTo>
                  <a:pt x="3" y="58"/>
                  <a:pt x="0" y="55"/>
                  <a:pt x="0" y="52"/>
                </a:cubicBezTo>
                <a:cubicBezTo>
                  <a:pt x="0" y="6"/>
                  <a:pt x="0" y="6"/>
                  <a:pt x="0" y="6"/>
                </a:cubicBezTo>
                <a:cubicBezTo>
                  <a:pt x="0" y="2"/>
                  <a:pt x="3" y="0"/>
                  <a:pt x="7" y="0"/>
                </a:cubicBezTo>
                <a:cubicBezTo>
                  <a:pt x="67" y="0"/>
                  <a:pt x="67" y="0"/>
                  <a:pt x="67" y="0"/>
                </a:cubicBezTo>
                <a:cubicBezTo>
                  <a:pt x="71" y="0"/>
                  <a:pt x="73" y="2"/>
                  <a:pt x="73" y="6"/>
                </a:cubicBezTo>
                <a:lnTo>
                  <a:pt x="73" y="52"/>
                </a:lnTo>
                <a:close/>
                <a:moveTo>
                  <a:pt x="7" y="4"/>
                </a:moveTo>
                <a:cubicBezTo>
                  <a:pt x="6" y="4"/>
                  <a:pt x="5" y="5"/>
                  <a:pt x="5" y="6"/>
                </a:cubicBezTo>
                <a:cubicBezTo>
                  <a:pt x="5" y="52"/>
                  <a:pt x="5" y="52"/>
                  <a:pt x="5" y="52"/>
                </a:cubicBezTo>
                <a:cubicBezTo>
                  <a:pt x="5" y="52"/>
                  <a:pt x="6" y="53"/>
                  <a:pt x="7" y="53"/>
                </a:cubicBezTo>
                <a:cubicBezTo>
                  <a:pt x="67" y="53"/>
                  <a:pt x="67" y="53"/>
                  <a:pt x="67" y="53"/>
                </a:cubicBezTo>
                <a:cubicBezTo>
                  <a:pt x="68" y="53"/>
                  <a:pt x="68" y="52"/>
                  <a:pt x="68" y="52"/>
                </a:cubicBezTo>
                <a:cubicBezTo>
                  <a:pt x="68" y="6"/>
                  <a:pt x="68" y="6"/>
                  <a:pt x="68" y="6"/>
                </a:cubicBezTo>
                <a:cubicBezTo>
                  <a:pt x="68" y="5"/>
                  <a:pt x="68" y="4"/>
                  <a:pt x="67" y="4"/>
                </a:cubicBezTo>
                <a:lnTo>
                  <a:pt x="7" y="4"/>
                </a:lnTo>
                <a:close/>
                <a:moveTo>
                  <a:pt x="17" y="24"/>
                </a:moveTo>
                <a:cubicBezTo>
                  <a:pt x="13" y="24"/>
                  <a:pt x="10" y="21"/>
                  <a:pt x="10" y="17"/>
                </a:cubicBezTo>
                <a:cubicBezTo>
                  <a:pt x="10" y="13"/>
                  <a:pt x="13" y="9"/>
                  <a:pt x="17" y="9"/>
                </a:cubicBezTo>
                <a:cubicBezTo>
                  <a:pt x="21" y="9"/>
                  <a:pt x="25" y="13"/>
                  <a:pt x="25" y="17"/>
                </a:cubicBezTo>
                <a:cubicBezTo>
                  <a:pt x="25" y="21"/>
                  <a:pt x="21" y="24"/>
                  <a:pt x="17" y="24"/>
                </a:cubicBezTo>
                <a:close/>
                <a:moveTo>
                  <a:pt x="64" y="48"/>
                </a:moveTo>
                <a:cubicBezTo>
                  <a:pt x="10" y="48"/>
                  <a:pt x="10" y="48"/>
                  <a:pt x="10" y="48"/>
                </a:cubicBezTo>
                <a:cubicBezTo>
                  <a:pt x="10" y="41"/>
                  <a:pt x="10" y="41"/>
                  <a:pt x="10" y="41"/>
                </a:cubicBezTo>
                <a:cubicBezTo>
                  <a:pt x="22" y="29"/>
                  <a:pt x="22" y="29"/>
                  <a:pt x="22" y="29"/>
                </a:cubicBezTo>
                <a:cubicBezTo>
                  <a:pt x="28" y="35"/>
                  <a:pt x="28" y="35"/>
                  <a:pt x="28" y="35"/>
                </a:cubicBezTo>
                <a:cubicBezTo>
                  <a:pt x="48" y="15"/>
                  <a:pt x="48" y="15"/>
                  <a:pt x="48" y="15"/>
                </a:cubicBezTo>
                <a:cubicBezTo>
                  <a:pt x="64" y="31"/>
                  <a:pt x="64" y="31"/>
                  <a:pt x="64" y="31"/>
                </a:cubicBezTo>
                <a:lnTo>
                  <a:pt x="64" y="48"/>
                </a:lnTo>
                <a:close/>
              </a:path>
            </a:pathLst>
          </a:custGeom>
          <a:solidFill>
            <a:schemeClr val="bg1"/>
          </a:solidFill>
          <a:ln>
            <a:noFill/>
          </a:ln>
        </p:spPr>
        <p:txBody>
          <a:bodyPr lIns="121898" tIns="60949" rIns="121898" bIns="60949"/>
          <a:lstStyle/>
          <a:p>
            <a:endParaRPr lang="en-US" sz="1800" dirty="0">
              <a:latin typeface="微软雅黑" panose="020B0503020204020204" charset="-122"/>
            </a:endParaRPr>
          </a:p>
        </p:txBody>
      </p:sp>
      <p:sp>
        <p:nvSpPr>
          <p:cNvPr id="128" name="Freeform 141"/>
          <p:cNvSpPr>
            <a:spLocks noEditPoints="1"/>
          </p:cNvSpPr>
          <p:nvPr/>
        </p:nvSpPr>
        <p:spPr bwMode="auto">
          <a:xfrm>
            <a:off x="7579914" y="3965721"/>
            <a:ext cx="368051" cy="265466"/>
          </a:xfrm>
          <a:custGeom>
            <a:avLst/>
            <a:gdLst>
              <a:gd name="T0" fmla="*/ 67 w 68"/>
              <a:gd name="T1" fmla="*/ 41 h 49"/>
              <a:gd name="T2" fmla="*/ 59 w 68"/>
              <a:gd name="T3" fmla="*/ 48 h 49"/>
              <a:gd name="T4" fmla="*/ 34 w 68"/>
              <a:gd name="T5" fmla="*/ 49 h 49"/>
              <a:gd name="T6" fmla="*/ 8 w 68"/>
              <a:gd name="T7" fmla="*/ 48 h 49"/>
              <a:gd name="T8" fmla="*/ 1 w 68"/>
              <a:gd name="T9" fmla="*/ 41 h 49"/>
              <a:gd name="T10" fmla="*/ 0 w 68"/>
              <a:gd name="T11" fmla="*/ 25 h 49"/>
              <a:gd name="T12" fmla="*/ 1 w 68"/>
              <a:gd name="T13" fmla="*/ 8 h 49"/>
              <a:gd name="T14" fmla="*/ 8 w 68"/>
              <a:gd name="T15" fmla="*/ 1 h 49"/>
              <a:gd name="T16" fmla="*/ 34 w 68"/>
              <a:gd name="T17" fmla="*/ 0 h 49"/>
              <a:gd name="T18" fmla="*/ 59 w 68"/>
              <a:gd name="T19" fmla="*/ 1 h 49"/>
              <a:gd name="T20" fmla="*/ 67 w 68"/>
              <a:gd name="T21" fmla="*/ 8 h 49"/>
              <a:gd name="T22" fmla="*/ 68 w 68"/>
              <a:gd name="T23" fmla="*/ 25 h 49"/>
              <a:gd name="T24" fmla="*/ 67 w 68"/>
              <a:gd name="T25" fmla="*/ 41 h 49"/>
              <a:gd name="T26" fmla="*/ 47 w 68"/>
              <a:gd name="T27" fmla="*/ 23 h 49"/>
              <a:gd name="T28" fmla="*/ 28 w 68"/>
              <a:gd name="T29" fmla="*/ 11 h 49"/>
              <a:gd name="T30" fmla="*/ 25 w 68"/>
              <a:gd name="T31" fmla="*/ 10 h 49"/>
              <a:gd name="T32" fmla="*/ 24 w 68"/>
              <a:gd name="T33" fmla="*/ 13 h 49"/>
              <a:gd name="T34" fmla="*/ 24 w 68"/>
              <a:gd name="T35" fmla="*/ 37 h 49"/>
              <a:gd name="T36" fmla="*/ 25 w 68"/>
              <a:gd name="T37" fmla="*/ 39 h 49"/>
              <a:gd name="T38" fmla="*/ 26 w 68"/>
              <a:gd name="T39" fmla="*/ 39 h 49"/>
              <a:gd name="T40" fmla="*/ 28 w 68"/>
              <a:gd name="T41" fmla="*/ 39 h 49"/>
              <a:gd name="T42" fmla="*/ 47 w 68"/>
              <a:gd name="T43" fmla="*/ 27 h 49"/>
              <a:gd name="T44" fmla="*/ 48 w 68"/>
              <a:gd name="T45" fmla="*/ 25 h 49"/>
              <a:gd name="T46" fmla="*/ 47 w 68"/>
              <a:gd name="T47" fmla="*/ 23 h 4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68" h="49">
                <a:moveTo>
                  <a:pt x="67" y="41"/>
                </a:moveTo>
                <a:cubicBezTo>
                  <a:pt x="66" y="45"/>
                  <a:pt x="63" y="48"/>
                  <a:pt x="59" y="48"/>
                </a:cubicBezTo>
                <a:cubicBezTo>
                  <a:pt x="51" y="49"/>
                  <a:pt x="42" y="49"/>
                  <a:pt x="34" y="49"/>
                </a:cubicBezTo>
                <a:cubicBezTo>
                  <a:pt x="25" y="49"/>
                  <a:pt x="17" y="49"/>
                  <a:pt x="8" y="48"/>
                </a:cubicBezTo>
                <a:cubicBezTo>
                  <a:pt x="5" y="48"/>
                  <a:pt x="2" y="45"/>
                  <a:pt x="1" y="41"/>
                </a:cubicBezTo>
                <a:cubicBezTo>
                  <a:pt x="0" y="36"/>
                  <a:pt x="0" y="30"/>
                  <a:pt x="0" y="25"/>
                </a:cubicBezTo>
                <a:cubicBezTo>
                  <a:pt x="0" y="19"/>
                  <a:pt x="0" y="14"/>
                  <a:pt x="1" y="8"/>
                </a:cubicBezTo>
                <a:cubicBezTo>
                  <a:pt x="2" y="5"/>
                  <a:pt x="5" y="2"/>
                  <a:pt x="8" y="1"/>
                </a:cubicBezTo>
                <a:cubicBezTo>
                  <a:pt x="17" y="0"/>
                  <a:pt x="25" y="0"/>
                  <a:pt x="34" y="0"/>
                </a:cubicBezTo>
                <a:cubicBezTo>
                  <a:pt x="42" y="0"/>
                  <a:pt x="51" y="0"/>
                  <a:pt x="59" y="1"/>
                </a:cubicBezTo>
                <a:cubicBezTo>
                  <a:pt x="63" y="2"/>
                  <a:pt x="66" y="5"/>
                  <a:pt x="67" y="8"/>
                </a:cubicBezTo>
                <a:cubicBezTo>
                  <a:pt x="68" y="14"/>
                  <a:pt x="68" y="19"/>
                  <a:pt x="68" y="25"/>
                </a:cubicBezTo>
                <a:cubicBezTo>
                  <a:pt x="68" y="30"/>
                  <a:pt x="68" y="36"/>
                  <a:pt x="67" y="41"/>
                </a:cubicBezTo>
                <a:close/>
                <a:moveTo>
                  <a:pt x="47" y="23"/>
                </a:moveTo>
                <a:cubicBezTo>
                  <a:pt x="28" y="11"/>
                  <a:pt x="28" y="11"/>
                  <a:pt x="28" y="11"/>
                </a:cubicBezTo>
                <a:cubicBezTo>
                  <a:pt x="27" y="10"/>
                  <a:pt x="26" y="10"/>
                  <a:pt x="25" y="10"/>
                </a:cubicBezTo>
                <a:cubicBezTo>
                  <a:pt x="25" y="11"/>
                  <a:pt x="24" y="12"/>
                  <a:pt x="24" y="13"/>
                </a:cubicBezTo>
                <a:cubicBezTo>
                  <a:pt x="24" y="37"/>
                  <a:pt x="24" y="37"/>
                  <a:pt x="24" y="37"/>
                </a:cubicBezTo>
                <a:cubicBezTo>
                  <a:pt x="24" y="38"/>
                  <a:pt x="25" y="39"/>
                  <a:pt x="25" y="39"/>
                </a:cubicBezTo>
                <a:cubicBezTo>
                  <a:pt x="26" y="39"/>
                  <a:pt x="26" y="39"/>
                  <a:pt x="26" y="39"/>
                </a:cubicBezTo>
                <a:cubicBezTo>
                  <a:pt x="27" y="39"/>
                  <a:pt x="27" y="39"/>
                  <a:pt x="28" y="39"/>
                </a:cubicBezTo>
                <a:cubicBezTo>
                  <a:pt x="47" y="27"/>
                  <a:pt x="47" y="27"/>
                  <a:pt x="47" y="27"/>
                </a:cubicBezTo>
                <a:cubicBezTo>
                  <a:pt x="48" y="26"/>
                  <a:pt x="48" y="26"/>
                  <a:pt x="48" y="25"/>
                </a:cubicBezTo>
                <a:cubicBezTo>
                  <a:pt x="48" y="24"/>
                  <a:pt x="48" y="23"/>
                  <a:pt x="47" y="23"/>
                </a:cubicBezTo>
                <a:close/>
              </a:path>
            </a:pathLst>
          </a:custGeom>
          <a:solidFill>
            <a:schemeClr val="bg1"/>
          </a:solidFill>
          <a:ln>
            <a:noFill/>
          </a:ln>
        </p:spPr>
        <p:txBody>
          <a:bodyPr lIns="121898" tIns="60949" rIns="121898" bIns="60949"/>
          <a:lstStyle/>
          <a:p>
            <a:endParaRPr lang="en-US" sz="1800" dirty="0">
              <a:latin typeface="微软雅黑" panose="020B0503020204020204" charset="-122"/>
            </a:endParaRPr>
          </a:p>
        </p:txBody>
      </p:sp>
      <p:sp>
        <p:nvSpPr>
          <p:cNvPr id="129" name="Freeform 143"/>
          <p:cNvSpPr>
            <a:spLocks noEditPoints="1"/>
          </p:cNvSpPr>
          <p:nvPr/>
        </p:nvSpPr>
        <p:spPr bwMode="auto">
          <a:xfrm>
            <a:off x="7572656" y="4743833"/>
            <a:ext cx="380569" cy="313049"/>
          </a:xfrm>
          <a:custGeom>
            <a:avLst/>
            <a:gdLst>
              <a:gd name="T0" fmla="*/ 70 w 70"/>
              <a:gd name="T1" fmla="*/ 46 h 58"/>
              <a:gd name="T2" fmla="*/ 68 w 70"/>
              <a:gd name="T3" fmla="*/ 48 h 58"/>
              <a:gd name="T4" fmla="*/ 61 w 70"/>
              <a:gd name="T5" fmla="*/ 48 h 58"/>
              <a:gd name="T6" fmla="*/ 51 w 70"/>
              <a:gd name="T7" fmla="*/ 58 h 58"/>
              <a:gd name="T8" fmla="*/ 41 w 70"/>
              <a:gd name="T9" fmla="*/ 48 h 58"/>
              <a:gd name="T10" fmla="*/ 27 w 70"/>
              <a:gd name="T11" fmla="*/ 48 h 58"/>
              <a:gd name="T12" fmla="*/ 17 w 70"/>
              <a:gd name="T13" fmla="*/ 58 h 58"/>
              <a:gd name="T14" fmla="*/ 7 w 70"/>
              <a:gd name="T15" fmla="*/ 48 h 58"/>
              <a:gd name="T16" fmla="*/ 2 w 70"/>
              <a:gd name="T17" fmla="*/ 48 h 58"/>
              <a:gd name="T18" fmla="*/ 0 w 70"/>
              <a:gd name="T19" fmla="*/ 46 h 58"/>
              <a:gd name="T20" fmla="*/ 2 w 70"/>
              <a:gd name="T21" fmla="*/ 43 h 58"/>
              <a:gd name="T22" fmla="*/ 2 w 70"/>
              <a:gd name="T23" fmla="*/ 27 h 58"/>
              <a:gd name="T24" fmla="*/ 4 w 70"/>
              <a:gd name="T25" fmla="*/ 23 h 58"/>
              <a:gd name="T26" fmla="*/ 12 w 70"/>
              <a:gd name="T27" fmla="*/ 16 h 58"/>
              <a:gd name="T28" fmla="*/ 16 w 70"/>
              <a:gd name="T29" fmla="*/ 14 h 58"/>
              <a:gd name="T30" fmla="*/ 22 w 70"/>
              <a:gd name="T31" fmla="*/ 14 h 58"/>
              <a:gd name="T32" fmla="*/ 22 w 70"/>
              <a:gd name="T33" fmla="*/ 2 h 58"/>
              <a:gd name="T34" fmla="*/ 24 w 70"/>
              <a:gd name="T35" fmla="*/ 0 h 58"/>
              <a:gd name="T36" fmla="*/ 68 w 70"/>
              <a:gd name="T37" fmla="*/ 0 h 58"/>
              <a:gd name="T38" fmla="*/ 70 w 70"/>
              <a:gd name="T39" fmla="*/ 2 h 58"/>
              <a:gd name="T40" fmla="*/ 70 w 70"/>
              <a:gd name="T41" fmla="*/ 46 h 58"/>
              <a:gd name="T42" fmla="*/ 22 w 70"/>
              <a:gd name="T43" fmla="*/ 29 h 58"/>
              <a:gd name="T44" fmla="*/ 22 w 70"/>
              <a:gd name="T45" fmla="*/ 19 h 58"/>
              <a:gd name="T46" fmla="*/ 16 w 70"/>
              <a:gd name="T47" fmla="*/ 19 h 58"/>
              <a:gd name="T48" fmla="*/ 15 w 70"/>
              <a:gd name="T49" fmla="*/ 19 h 58"/>
              <a:gd name="T50" fmla="*/ 7 w 70"/>
              <a:gd name="T51" fmla="*/ 27 h 58"/>
              <a:gd name="T52" fmla="*/ 7 w 70"/>
              <a:gd name="T53" fmla="*/ 28 h 58"/>
              <a:gd name="T54" fmla="*/ 7 w 70"/>
              <a:gd name="T55" fmla="*/ 29 h 58"/>
              <a:gd name="T56" fmla="*/ 22 w 70"/>
              <a:gd name="T57" fmla="*/ 29 h 58"/>
              <a:gd name="T58" fmla="*/ 17 w 70"/>
              <a:gd name="T59" fmla="*/ 43 h 58"/>
              <a:gd name="T60" fmla="*/ 12 w 70"/>
              <a:gd name="T61" fmla="*/ 48 h 58"/>
              <a:gd name="T62" fmla="*/ 17 w 70"/>
              <a:gd name="T63" fmla="*/ 53 h 58"/>
              <a:gd name="T64" fmla="*/ 22 w 70"/>
              <a:gd name="T65" fmla="*/ 48 h 58"/>
              <a:gd name="T66" fmla="*/ 17 w 70"/>
              <a:gd name="T67" fmla="*/ 43 h 58"/>
              <a:gd name="T68" fmla="*/ 61 w 70"/>
              <a:gd name="T69" fmla="*/ 15 h 58"/>
              <a:gd name="T70" fmla="*/ 59 w 70"/>
              <a:gd name="T71" fmla="*/ 14 h 58"/>
              <a:gd name="T72" fmla="*/ 51 w 70"/>
              <a:gd name="T73" fmla="*/ 14 h 58"/>
              <a:gd name="T74" fmla="*/ 51 w 70"/>
              <a:gd name="T75" fmla="*/ 6 h 58"/>
              <a:gd name="T76" fmla="*/ 50 w 70"/>
              <a:gd name="T77" fmla="*/ 4 h 58"/>
              <a:gd name="T78" fmla="*/ 42 w 70"/>
              <a:gd name="T79" fmla="*/ 4 h 58"/>
              <a:gd name="T80" fmla="*/ 41 w 70"/>
              <a:gd name="T81" fmla="*/ 6 h 58"/>
              <a:gd name="T82" fmla="*/ 41 w 70"/>
              <a:gd name="T83" fmla="*/ 14 h 58"/>
              <a:gd name="T84" fmla="*/ 33 w 70"/>
              <a:gd name="T85" fmla="*/ 14 h 58"/>
              <a:gd name="T86" fmla="*/ 31 w 70"/>
              <a:gd name="T87" fmla="*/ 15 h 58"/>
              <a:gd name="T88" fmla="*/ 31 w 70"/>
              <a:gd name="T89" fmla="*/ 23 h 58"/>
              <a:gd name="T90" fmla="*/ 33 w 70"/>
              <a:gd name="T91" fmla="*/ 24 h 58"/>
              <a:gd name="T92" fmla="*/ 41 w 70"/>
              <a:gd name="T93" fmla="*/ 24 h 58"/>
              <a:gd name="T94" fmla="*/ 41 w 70"/>
              <a:gd name="T95" fmla="*/ 32 h 58"/>
              <a:gd name="T96" fmla="*/ 42 w 70"/>
              <a:gd name="T97" fmla="*/ 34 h 58"/>
              <a:gd name="T98" fmla="*/ 50 w 70"/>
              <a:gd name="T99" fmla="*/ 34 h 58"/>
              <a:gd name="T100" fmla="*/ 51 w 70"/>
              <a:gd name="T101" fmla="*/ 32 h 58"/>
              <a:gd name="T102" fmla="*/ 51 w 70"/>
              <a:gd name="T103" fmla="*/ 24 h 58"/>
              <a:gd name="T104" fmla="*/ 59 w 70"/>
              <a:gd name="T105" fmla="*/ 24 h 58"/>
              <a:gd name="T106" fmla="*/ 61 w 70"/>
              <a:gd name="T107" fmla="*/ 23 h 58"/>
              <a:gd name="T108" fmla="*/ 61 w 70"/>
              <a:gd name="T109" fmla="*/ 15 h 58"/>
              <a:gd name="T110" fmla="*/ 51 w 70"/>
              <a:gd name="T111" fmla="*/ 43 h 58"/>
              <a:gd name="T112" fmla="*/ 46 w 70"/>
              <a:gd name="T113" fmla="*/ 48 h 58"/>
              <a:gd name="T114" fmla="*/ 51 w 70"/>
              <a:gd name="T115" fmla="*/ 53 h 58"/>
              <a:gd name="T116" fmla="*/ 56 w 70"/>
              <a:gd name="T117" fmla="*/ 48 h 58"/>
              <a:gd name="T118" fmla="*/ 51 w 70"/>
              <a:gd name="T119" fmla="*/ 43 h 5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70" h="58">
                <a:moveTo>
                  <a:pt x="70" y="46"/>
                </a:moveTo>
                <a:cubicBezTo>
                  <a:pt x="70" y="47"/>
                  <a:pt x="69" y="48"/>
                  <a:pt x="68" y="48"/>
                </a:cubicBezTo>
                <a:cubicBezTo>
                  <a:pt x="61" y="48"/>
                  <a:pt x="61" y="48"/>
                  <a:pt x="61" y="48"/>
                </a:cubicBezTo>
                <a:cubicBezTo>
                  <a:pt x="61" y="53"/>
                  <a:pt x="56" y="58"/>
                  <a:pt x="51" y="58"/>
                </a:cubicBezTo>
                <a:cubicBezTo>
                  <a:pt x="46" y="58"/>
                  <a:pt x="41" y="53"/>
                  <a:pt x="41" y="48"/>
                </a:cubicBezTo>
                <a:cubicBezTo>
                  <a:pt x="27" y="48"/>
                  <a:pt x="27" y="48"/>
                  <a:pt x="27" y="48"/>
                </a:cubicBezTo>
                <a:cubicBezTo>
                  <a:pt x="27" y="53"/>
                  <a:pt x="22" y="58"/>
                  <a:pt x="17" y="58"/>
                </a:cubicBezTo>
                <a:cubicBezTo>
                  <a:pt x="11" y="58"/>
                  <a:pt x="7" y="53"/>
                  <a:pt x="7" y="48"/>
                </a:cubicBezTo>
                <a:cubicBezTo>
                  <a:pt x="2" y="48"/>
                  <a:pt x="2" y="48"/>
                  <a:pt x="2" y="48"/>
                </a:cubicBezTo>
                <a:cubicBezTo>
                  <a:pt x="1" y="48"/>
                  <a:pt x="0" y="47"/>
                  <a:pt x="0" y="46"/>
                </a:cubicBezTo>
                <a:cubicBezTo>
                  <a:pt x="0" y="44"/>
                  <a:pt x="1" y="43"/>
                  <a:pt x="2" y="43"/>
                </a:cubicBezTo>
                <a:cubicBezTo>
                  <a:pt x="2" y="27"/>
                  <a:pt x="2" y="27"/>
                  <a:pt x="2" y="27"/>
                </a:cubicBezTo>
                <a:cubicBezTo>
                  <a:pt x="2" y="26"/>
                  <a:pt x="3" y="24"/>
                  <a:pt x="4" y="23"/>
                </a:cubicBezTo>
                <a:cubicBezTo>
                  <a:pt x="12" y="16"/>
                  <a:pt x="12" y="16"/>
                  <a:pt x="12" y="16"/>
                </a:cubicBezTo>
                <a:cubicBezTo>
                  <a:pt x="12" y="15"/>
                  <a:pt x="14" y="14"/>
                  <a:pt x="16" y="14"/>
                </a:cubicBezTo>
                <a:cubicBezTo>
                  <a:pt x="22" y="14"/>
                  <a:pt x="22" y="14"/>
                  <a:pt x="22" y="14"/>
                </a:cubicBezTo>
                <a:cubicBezTo>
                  <a:pt x="22" y="2"/>
                  <a:pt x="22" y="2"/>
                  <a:pt x="22" y="2"/>
                </a:cubicBezTo>
                <a:cubicBezTo>
                  <a:pt x="22" y="1"/>
                  <a:pt x="23" y="0"/>
                  <a:pt x="24" y="0"/>
                </a:cubicBezTo>
                <a:cubicBezTo>
                  <a:pt x="68" y="0"/>
                  <a:pt x="68" y="0"/>
                  <a:pt x="68" y="0"/>
                </a:cubicBezTo>
                <a:cubicBezTo>
                  <a:pt x="69" y="0"/>
                  <a:pt x="70" y="1"/>
                  <a:pt x="70" y="2"/>
                </a:cubicBezTo>
                <a:lnTo>
                  <a:pt x="70" y="46"/>
                </a:lnTo>
                <a:close/>
                <a:moveTo>
                  <a:pt x="22" y="29"/>
                </a:moveTo>
                <a:cubicBezTo>
                  <a:pt x="22" y="19"/>
                  <a:pt x="22" y="19"/>
                  <a:pt x="22" y="19"/>
                </a:cubicBezTo>
                <a:cubicBezTo>
                  <a:pt x="16" y="19"/>
                  <a:pt x="16" y="19"/>
                  <a:pt x="16" y="19"/>
                </a:cubicBezTo>
                <a:cubicBezTo>
                  <a:pt x="16" y="19"/>
                  <a:pt x="15" y="19"/>
                  <a:pt x="15" y="19"/>
                </a:cubicBezTo>
                <a:cubicBezTo>
                  <a:pt x="7" y="27"/>
                  <a:pt x="7" y="27"/>
                  <a:pt x="7" y="27"/>
                </a:cubicBezTo>
                <a:cubicBezTo>
                  <a:pt x="7" y="27"/>
                  <a:pt x="7" y="27"/>
                  <a:pt x="7" y="28"/>
                </a:cubicBezTo>
                <a:cubicBezTo>
                  <a:pt x="7" y="29"/>
                  <a:pt x="7" y="29"/>
                  <a:pt x="7" y="29"/>
                </a:cubicBezTo>
                <a:lnTo>
                  <a:pt x="22" y="29"/>
                </a:lnTo>
                <a:close/>
                <a:moveTo>
                  <a:pt x="17" y="43"/>
                </a:moveTo>
                <a:cubicBezTo>
                  <a:pt x="14" y="43"/>
                  <a:pt x="12" y="45"/>
                  <a:pt x="12" y="48"/>
                </a:cubicBezTo>
                <a:cubicBezTo>
                  <a:pt x="12" y="51"/>
                  <a:pt x="14" y="53"/>
                  <a:pt x="17" y="53"/>
                </a:cubicBezTo>
                <a:cubicBezTo>
                  <a:pt x="20" y="53"/>
                  <a:pt x="22" y="51"/>
                  <a:pt x="22" y="48"/>
                </a:cubicBezTo>
                <a:cubicBezTo>
                  <a:pt x="22" y="45"/>
                  <a:pt x="20" y="43"/>
                  <a:pt x="17" y="43"/>
                </a:cubicBezTo>
                <a:close/>
                <a:moveTo>
                  <a:pt x="61" y="15"/>
                </a:moveTo>
                <a:cubicBezTo>
                  <a:pt x="61" y="15"/>
                  <a:pt x="60" y="14"/>
                  <a:pt x="59" y="14"/>
                </a:cubicBezTo>
                <a:cubicBezTo>
                  <a:pt x="51" y="14"/>
                  <a:pt x="51" y="14"/>
                  <a:pt x="51" y="14"/>
                </a:cubicBezTo>
                <a:cubicBezTo>
                  <a:pt x="51" y="6"/>
                  <a:pt x="51" y="6"/>
                  <a:pt x="51" y="6"/>
                </a:cubicBezTo>
                <a:cubicBezTo>
                  <a:pt x="51" y="5"/>
                  <a:pt x="50" y="4"/>
                  <a:pt x="50" y="4"/>
                </a:cubicBezTo>
                <a:cubicBezTo>
                  <a:pt x="42" y="4"/>
                  <a:pt x="42" y="4"/>
                  <a:pt x="42" y="4"/>
                </a:cubicBezTo>
                <a:cubicBezTo>
                  <a:pt x="42" y="4"/>
                  <a:pt x="41" y="5"/>
                  <a:pt x="41" y="6"/>
                </a:cubicBezTo>
                <a:cubicBezTo>
                  <a:pt x="41" y="14"/>
                  <a:pt x="41" y="14"/>
                  <a:pt x="41" y="14"/>
                </a:cubicBezTo>
                <a:cubicBezTo>
                  <a:pt x="33" y="14"/>
                  <a:pt x="33" y="14"/>
                  <a:pt x="33" y="14"/>
                </a:cubicBezTo>
                <a:cubicBezTo>
                  <a:pt x="32" y="14"/>
                  <a:pt x="31" y="15"/>
                  <a:pt x="31" y="15"/>
                </a:cubicBezTo>
                <a:cubicBezTo>
                  <a:pt x="31" y="23"/>
                  <a:pt x="31" y="23"/>
                  <a:pt x="31" y="23"/>
                </a:cubicBezTo>
                <a:cubicBezTo>
                  <a:pt x="31" y="23"/>
                  <a:pt x="32" y="24"/>
                  <a:pt x="33" y="24"/>
                </a:cubicBezTo>
                <a:cubicBezTo>
                  <a:pt x="41" y="24"/>
                  <a:pt x="41" y="24"/>
                  <a:pt x="41" y="24"/>
                </a:cubicBezTo>
                <a:cubicBezTo>
                  <a:pt x="41" y="32"/>
                  <a:pt x="41" y="32"/>
                  <a:pt x="41" y="32"/>
                </a:cubicBezTo>
                <a:cubicBezTo>
                  <a:pt x="41" y="33"/>
                  <a:pt x="42" y="34"/>
                  <a:pt x="42" y="34"/>
                </a:cubicBezTo>
                <a:cubicBezTo>
                  <a:pt x="50" y="34"/>
                  <a:pt x="50" y="34"/>
                  <a:pt x="50" y="34"/>
                </a:cubicBezTo>
                <a:cubicBezTo>
                  <a:pt x="50" y="34"/>
                  <a:pt x="51" y="33"/>
                  <a:pt x="51" y="32"/>
                </a:cubicBezTo>
                <a:cubicBezTo>
                  <a:pt x="51" y="24"/>
                  <a:pt x="51" y="24"/>
                  <a:pt x="51" y="24"/>
                </a:cubicBezTo>
                <a:cubicBezTo>
                  <a:pt x="59" y="24"/>
                  <a:pt x="59" y="24"/>
                  <a:pt x="59" y="24"/>
                </a:cubicBezTo>
                <a:cubicBezTo>
                  <a:pt x="60" y="24"/>
                  <a:pt x="61" y="23"/>
                  <a:pt x="61" y="23"/>
                </a:cubicBezTo>
                <a:lnTo>
                  <a:pt x="61" y="15"/>
                </a:lnTo>
                <a:close/>
                <a:moveTo>
                  <a:pt x="51" y="43"/>
                </a:moveTo>
                <a:cubicBezTo>
                  <a:pt x="48" y="43"/>
                  <a:pt x="46" y="45"/>
                  <a:pt x="46" y="48"/>
                </a:cubicBezTo>
                <a:cubicBezTo>
                  <a:pt x="46" y="51"/>
                  <a:pt x="48" y="53"/>
                  <a:pt x="51" y="53"/>
                </a:cubicBezTo>
                <a:cubicBezTo>
                  <a:pt x="54" y="53"/>
                  <a:pt x="56" y="51"/>
                  <a:pt x="56" y="48"/>
                </a:cubicBezTo>
                <a:cubicBezTo>
                  <a:pt x="56" y="45"/>
                  <a:pt x="54" y="43"/>
                  <a:pt x="51" y="43"/>
                </a:cubicBezTo>
                <a:close/>
              </a:path>
            </a:pathLst>
          </a:custGeom>
          <a:solidFill>
            <a:schemeClr val="bg1"/>
          </a:solidFill>
          <a:ln>
            <a:noFill/>
          </a:ln>
        </p:spPr>
        <p:txBody>
          <a:bodyPr lIns="121898" tIns="60949" rIns="121898" bIns="60949"/>
          <a:lstStyle/>
          <a:p>
            <a:endParaRPr lang="en-US" sz="1800" dirty="0">
              <a:latin typeface="微软雅黑" panose="020B0503020204020204" charset="-122"/>
            </a:endParaRPr>
          </a:p>
        </p:txBody>
      </p:sp>
      <p:sp>
        <p:nvSpPr>
          <p:cNvPr id="131" name="Freeform 182"/>
          <p:cNvSpPr>
            <a:spLocks noEditPoints="1"/>
          </p:cNvSpPr>
          <p:nvPr/>
        </p:nvSpPr>
        <p:spPr bwMode="auto">
          <a:xfrm>
            <a:off x="7606198" y="3036388"/>
            <a:ext cx="343014" cy="320563"/>
          </a:xfrm>
          <a:custGeom>
            <a:avLst/>
            <a:gdLst>
              <a:gd name="T0" fmla="*/ 70 w 137"/>
              <a:gd name="T1" fmla="*/ 24 h 128"/>
              <a:gd name="T2" fmla="*/ 29 w 137"/>
              <a:gd name="T3" fmla="*/ 50 h 128"/>
              <a:gd name="T4" fmla="*/ 0 w 137"/>
              <a:gd name="T5" fmla="*/ 26 h 128"/>
              <a:gd name="T6" fmla="*/ 42 w 137"/>
              <a:gd name="T7" fmla="*/ 0 h 128"/>
              <a:gd name="T8" fmla="*/ 70 w 137"/>
              <a:gd name="T9" fmla="*/ 24 h 128"/>
              <a:gd name="T10" fmla="*/ 70 w 137"/>
              <a:gd name="T11" fmla="*/ 74 h 128"/>
              <a:gd name="T12" fmla="*/ 42 w 137"/>
              <a:gd name="T13" fmla="*/ 98 h 128"/>
              <a:gd name="T14" fmla="*/ 0 w 137"/>
              <a:gd name="T15" fmla="*/ 72 h 128"/>
              <a:gd name="T16" fmla="*/ 29 w 137"/>
              <a:gd name="T17" fmla="*/ 50 h 128"/>
              <a:gd name="T18" fmla="*/ 70 w 137"/>
              <a:gd name="T19" fmla="*/ 74 h 128"/>
              <a:gd name="T20" fmla="*/ 109 w 137"/>
              <a:gd name="T21" fmla="*/ 104 h 128"/>
              <a:gd name="T22" fmla="*/ 70 w 137"/>
              <a:gd name="T23" fmla="*/ 128 h 128"/>
              <a:gd name="T24" fmla="*/ 70 w 137"/>
              <a:gd name="T25" fmla="*/ 128 h 128"/>
              <a:gd name="T26" fmla="*/ 70 w 137"/>
              <a:gd name="T27" fmla="*/ 128 h 128"/>
              <a:gd name="T28" fmla="*/ 70 w 137"/>
              <a:gd name="T29" fmla="*/ 128 h 128"/>
              <a:gd name="T30" fmla="*/ 70 w 137"/>
              <a:gd name="T31" fmla="*/ 128 h 128"/>
              <a:gd name="T32" fmla="*/ 29 w 137"/>
              <a:gd name="T33" fmla="*/ 104 h 128"/>
              <a:gd name="T34" fmla="*/ 29 w 137"/>
              <a:gd name="T35" fmla="*/ 95 h 128"/>
              <a:gd name="T36" fmla="*/ 42 w 137"/>
              <a:gd name="T37" fmla="*/ 102 h 128"/>
              <a:gd name="T38" fmla="*/ 70 w 137"/>
              <a:gd name="T39" fmla="*/ 78 h 128"/>
              <a:gd name="T40" fmla="*/ 70 w 137"/>
              <a:gd name="T41" fmla="*/ 78 h 128"/>
              <a:gd name="T42" fmla="*/ 70 w 137"/>
              <a:gd name="T43" fmla="*/ 78 h 128"/>
              <a:gd name="T44" fmla="*/ 70 w 137"/>
              <a:gd name="T45" fmla="*/ 78 h 128"/>
              <a:gd name="T46" fmla="*/ 70 w 137"/>
              <a:gd name="T47" fmla="*/ 78 h 128"/>
              <a:gd name="T48" fmla="*/ 98 w 137"/>
              <a:gd name="T49" fmla="*/ 102 h 128"/>
              <a:gd name="T50" fmla="*/ 109 w 137"/>
              <a:gd name="T51" fmla="*/ 95 h 128"/>
              <a:gd name="T52" fmla="*/ 109 w 137"/>
              <a:gd name="T53" fmla="*/ 104 h 128"/>
              <a:gd name="T54" fmla="*/ 137 w 137"/>
              <a:gd name="T55" fmla="*/ 26 h 128"/>
              <a:gd name="T56" fmla="*/ 111 w 137"/>
              <a:gd name="T57" fmla="*/ 50 h 128"/>
              <a:gd name="T58" fmla="*/ 70 w 137"/>
              <a:gd name="T59" fmla="*/ 24 h 128"/>
              <a:gd name="T60" fmla="*/ 98 w 137"/>
              <a:gd name="T61" fmla="*/ 0 h 128"/>
              <a:gd name="T62" fmla="*/ 137 w 137"/>
              <a:gd name="T63" fmla="*/ 26 h 128"/>
              <a:gd name="T64" fmla="*/ 137 w 137"/>
              <a:gd name="T65" fmla="*/ 72 h 128"/>
              <a:gd name="T66" fmla="*/ 98 w 137"/>
              <a:gd name="T67" fmla="*/ 98 h 128"/>
              <a:gd name="T68" fmla="*/ 70 w 137"/>
              <a:gd name="T69" fmla="*/ 74 h 128"/>
              <a:gd name="T70" fmla="*/ 111 w 137"/>
              <a:gd name="T71" fmla="*/ 50 h 128"/>
              <a:gd name="T72" fmla="*/ 137 w 137"/>
              <a:gd name="T73" fmla="*/ 72 h 12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137" h="128">
                <a:moveTo>
                  <a:pt x="70" y="24"/>
                </a:moveTo>
                <a:lnTo>
                  <a:pt x="29" y="50"/>
                </a:lnTo>
                <a:lnTo>
                  <a:pt x="0" y="26"/>
                </a:lnTo>
                <a:lnTo>
                  <a:pt x="42" y="0"/>
                </a:lnTo>
                <a:lnTo>
                  <a:pt x="70" y="24"/>
                </a:lnTo>
                <a:close/>
                <a:moveTo>
                  <a:pt x="70" y="74"/>
                </a:moveTo>
                <a:lnTo>
                  <a:pt x="42" y="98"/>
                </a:lnTo>
                <a:lnTo>
                  <a:pt x="0" y="72"/>
                </a:lnTo>
                <a:lnTo>
                  <a:pt x="29" y="50"/>
                </a:lnTo>
                <a:lnTo>
                  <a:pt x="70" y="74"/>
                </a:lnTo>
                <a:close/>
                <a:moveTo>
                  <a:pt x="109" y="104"/>
                </a:moveTo>
                <a:lnTo>
                  <a:pt x="70" y="128"/>
                </a:lnTo>
                <a:lnTo>
                  <a:pt x="29" y="104"/>
                </a:lnTo>
                <a:lnTo>
                  <a:pt x="29" y="95"/>
                </a:lnTo>
                <a:lnTo>
                  <a:pt x="42" y="102"/>
                </a:lnTo>
                <a:lnTo>
                  <a:pt x="70" y="78"/>
                </a:lnTo>
                <a:lnTo>
                  <a:pt x="98" y="102"/>
                </a:lnTo>
                <a:lnTo>
                  <a:pt x="109" y="95"/>
                </a:lnTo>
                <a:lnTo>
                  <a:pt x="109" y="104"/>
                </a:lnTo>
                <a:close/>
                <a:moveTo>
                  <a:pt x="137" y="26"/>
                </a:moveTo>
                <a:lnTo>
                  <a:pt x="111" y="50"/>
                </a:lnTo>
                <a:lnTo>
                  <a:pt x="70" y="24"/>
                </a:lnTo>
                <a:lnTo>
                  <a:pt x="98" y="0"/>
                </a:lnTo>
                <a:lnTo>
                  <a:pt x="137" y="26"/>
                </a:lnTo>
                <a:close/>
                <a:moveTo>
                  <a:pt x="137" y="72"/>
                </a:moveTo>
                <a:lnTo>
                  <a:pt x="98" y="98"/>
                </a:lnTo>
                <a:lnTo>
                  <a:pt x="70" y="74"/>
                </a:lnTo>
                <a:lnTo>
                  <a:pt x="111" y="50"/>
                </a:lnTo>
                <a:lnTo>
                  <a:pt x="137" y="72"/>
                </a:lnTo>
                <a:close/>
              </a:path>
            </a:pathLst>
          </a:custGeom>
          <a:solidFill>
            <a:schemeClr val="bg1"/>
          </a:solidFill>
          <a:ln>
            <a:noFill/>
          </a:ln>
        </p:spPr>
        <p:txBody>
          <a:bodyPr lIns="121898" tIns="60949" rIns="121898" bIns="60949"/>
          <a:lstStyle/>
          <a:p>
            <a:endParaRPr lang="en-US" sz="1800" dirty="0">
              <a:latin typeface="微软雅黑" panose="020B0503020204020204" charset="-122"/>
            </a:endParaRPr>
          </a:p>
        </p:txBody>
      </p:sp>
    </p:spTree>
  </p:cSld>
  <p:clrMapOvr>
    <a:masterClrMapping/>
  </p:clrMapOvr>
  <p:transition advTm="2574">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par>
                                <p:cTn id="12" presetID="2" presetClass="entr" presetSubtype="8" fill="hold" nodeType="withEffect">
                                  <p:stCondLst>
                                    <p:cond delay="25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0-#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par>
                          <p:cTn id="20" fill="hold">
                            <p:stCondLst>
                              <p:cond delay="850"/>
                            </p:stCondLst>
                            <p:childTnLst>
                              <p:par>
                                <p:cTn id="21" presetID="2" presetClass="entr" presetSubtype="8" fill="hold" grpId="0" nodeType="afterEffect">
                                  <p:stCondLst>
                                    <p:cond delay="0"/>
                                  </p:stCondLst>
                                  <p:childTnLst>
                                    <p:set>
                                      <p:cBhvr>
                                        <p:cTn id="22" dur="1" fill="hold">
                                          <p:stCondLst>
                                            <p:cond delay="0"/>
                                          </p:stCondLst>
                                        </p:cTn>
                                        <p:tgtEl>
                                          <p:spTgt spid="63"/>
                                        </p:tgtEl>
                                        <p:attrNameLst>
                                          <p:attrName>style.visibility</p:attrName>
                                        </p:attrNameLst>
                                      </p:cBhvr>
                                      <p:to>
                                        <p:strVal val="visible"/>
                                      </p:to>
                                    </p:set>
                                    <p:anim calcmode="lin" valueType="num">
                                      <p:cBhvr additive="base">
                                        <p:cTn id="23" dur="500" fill="hold"/>
                                        <p:tgtEl>
                                          <p:spTgt spid="63"/>
                                        </p:tgtEl>
                                        <p:attrNameLst>
                                          <p:attrName>ppt_x</p:attrName>
                                        </p:attrNameLst>
                                      </p:cBhvr>
                                      <p:tavLst>
                                        <p:tav tm="0">
                                          <p:val>
                                            <p:strVal val="0-#ppt_w/2"/>
                                          </p:val>
                                        </p:tav>
                                        <p:tav tm="100000">
                                          <p:val>
                                            <p:strVal val="#ppt_x"/>
                                          </p:val>
                                        </p:tav>
                                      </p:tavLst>
                                    </p:anim>
                                    <p:anim calcmode="lin" valueType="num">
                                      <p:cBhvr additive="base">
                                        <p:cTn id="24" dur="500" fill="hold"/>
                                        <p:tgtEl>
                                          <p:spTgt spid="63"/>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75"/>
                                        </p:tgtEl>
                                        <p:attrNameLst>
                                          <p:attrName>style.visibility</p:attrName>
                                        </p:attrNameLst>
                                      </p:cBhvr>
                                      <p:to>
                                        <p:strVal val="visible"/>
                                      </p:to>
                                    </p:set>
                                    <p:anim calcmode="lin" valueType="num">
                                      <p:cBhvr additive="base">
                                        <p:cTn id="27" dur="500" fill="hold"/>
                                        <p:tgtEl>
                                          <p:spTgt spid="75"/>
                                        </p:tgtEl>
                                        <p:attrNameLst>
                                          <p:attrName>ppt_x</p:attrName>
                                        </p:attrNameLst>
                                      </p:cBhvr>
                                      <p:tavLst>
                                        <p:tav tm="0">
                                          <p:val>
                                            <p:strVal val="0-#ppt_w/2"/>
                                          </p:val>
                                        </p:tav>
                                        <p:tav tm="100000">
                                          <p:val>
                                            <p:strVal val="#ppt_x"/>
                                          </p:val>
                                        </p:tav>
                                      </p:tavLst>
                                    </p:anim>
                                    <p:anim calcmode="lin" valueType="num">
                                      <p:cBhvr additive="base">
                                        <p:cTn id="28" dur="500" fill="hold"/>
                                        <p:tgtEl>
                                          <p:spTgt spid="75"/>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87"/>
                                        </p:tgtEl>
                                        <p:attrNameLst>
                                          <p:attrName>style.visibility</p:attrName>
                                        </p:attrNameLst>
                                      </p:cBhvr>
                                      <p:to>
                                        <p:strVal val="visible"/>
                                      </p:to>
                                    </p:set>
                                    <p:anim calcmode="lin" valueType="num">
                                      <p:cBhvr additive="base">
                                        <p:cTn id="31" dur="500" fill="hold"/>
                                        <p:tgtEl>
                                          <p:spTgt spid="87"/>
                                        </p:tgtEl>
                                        <p:attrNameLst>
                                          <p:attrName>ppt_x</p:attrName>
                                        </p:attrNameLst>
                                      </p:cBhvr>
                                      <p:tavLst>
                                        <p:tav tm="0">
                                          <p:val>
                                            <p:strVal val="0-#ppt_w/2"/>
                                          </p:val>
                                        </p:tav>
                                        <p:tav tm="100000">
                                          <p:val>
                                            <p:strVal val="#ppt_x"/>
                                          </p:val>
                                        </p:tav>
                                      </p:tavLst>
                                    </p:anim>
                                    <p:anim calcmode="lin" valueType="num">
                                      <p:cBhvr additive="base">
                                        <p:cTn id="32" dur="500" fill="hold"/>
                                        <p:tgtEl>
                                          <p:spTgt spid="87"/>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99"/>
                                        </p:tgtEl>
                                        <p:attrNameLst>
                                          <p:attrName>style.visibility</p:attrName>
                                        </p:attrNameLst>
                                      </p:cBhvr>
                                      <p:to>
                                        <p:strVal val="visible"/>
                                      </p:to>
                                    </p:set>
                                    <p:anim calcmode="lin" valueType="num">
                                      <p:cBhvr additive="base">
                                        <p:cTn id="35" dur="500" fill="hold"/>
                                        <p:tgtEl>
                                          <p:spTgt spid="99"/>
                                        </p:tgtEl>
                                        <p:attrNameLst>
                                          <p:attrName>ppt_x</p:attrName>
                                        </p:attrNameLst>
                                      </p:cBhvr>
                                      <p:tavLst>
                                        <p:tav tm="0">
                                          <p:val>
                                            <p:strVal val="0-#ppt_w/2"/>
                                          </p:val>
                                        </p:tav>
                                        <p:tav tm="100000">
                                          <p:val>
                                            <p:strVal val="#ppt_x"/>
                                          </p:val>
                                        </p:tav>
                                      </p:tavLst>
                                    </p:anim>
                                    <p:anim calcmode="lin" valueType="num">
                                      <p:cBhvr additive="base">
                                        <p:cTn id="36" dur="500" fill="hold"/>
                                        <p:tgtEl>
                                          <p:spTgt spid="99"/>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122"/>
                                        </p:tgtEl>
                                        <p:attrNameLst>
                                          <p:attrName>style.visibility</p:attrName>
                                        </p:attrNameLst>
                                      </p:cBhvr>
                                      <p:to>
                                        <p:strVal val="visible"/>
                                      </p:to>
                                    </p:set>
                                    <p:anim calcmode="lin" valueType="num">
                                      <p:cBhvr additive="base">
                                        <p:cTn id="39" dur="500" fill="hold"/>
                                        <p:tgtEl>
                                          <p:spTgt spid="122"/>
                                        </p:tgtEl>
                                        <p:attrNameLst>
                                          <p:attrName>ppt_x</p:attrName>
                                        </p:attrNameLst>
                                      </p:cBhvr>
                                      <p:tavLst>
                                        <p:tav tm="0">
                                          <p:val>
                                            <p:strVal val="0-#ppt_w/2"/>
                                          </p:val>
                                        </p:tav>
                                        <p:tav tm="100000">
                                          <p:val>
                                            <p:strVal val="#ppt_x"/>
                                          </p:val>
                                        </p:tav>
                                      </p:tavLst>
                                    </p:anim>
                                    <p:anim calcmode="lin" valueType="num">
                                      <p:cBhvr additive="base">
                                        <p:cTn id="40" dur="500" fill="hold"/>
                                        <p:tgtEl>
                                          <p:spTgt spid="122"/>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124"/>
                                        </p:tgtEl>
                                        <p:attrNameLst>
                                          <p:attrName>style.visibility</p:attrName>
                                        </p:attrNameLst>
                                      </p:cBhvr>
                                      <p:to>
                                        <p:strVal val="visible"/>
                                      </p:to>
                                    </p:set>
                                    <p:anim calcmode="lin" valueType="num">
                                      <p:cBhvr additive="base">
                                        <p:cTn id="43" dur="500" fill="hold"/>
                                        <p:tgtEl>
                                          <p:spTgt spid="124"/>
                                        </p:tgtEl>
                                        <p:attrNameLst>
                                          <p:attrName>ppt_x</p:attrName>
                                        </p:attrNameLst>
                                      </p:cBhvr>
                                      <p:tavLst>
                                        <p:tav tm="0">
                                          <p:val>
                                            <p:strVal val="0-#ppt_w/2"/>
                                          </p:val>
                                        </p:tav>
                                        <p:tav tm="100000">
                                          <p:val>
                                            <p:strVal val="#ppt_x"/>
                                          </p:val>
                                        </p:tav>
                                      </p:tavLst>
                                    </p:anim>
                                    <p:anim calcmode="lin" valueType="num">
                                      <p:cBhvr additive="base">
                                        <p:cTn id="44" dur="500" fill="hold"/>
                                        <p:tgtEl>
                                          <p:spTgt spid="124"/>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125"/>
                                        </p:tgtEl>
                                        <p:attrNameLst>
                                          <p:attrName>style.visibility</p:attrName>
                                        </p:attrNameLst>
                                      </p:cBhvr>
                                      <p:to>
                                        <p:strVal val="visible"/>
                                      </p:to>
                                    </p:set>
                                    <p:anim calcmode="lin" valueType="num">
                                      <p:cBhvr additive="base">
                                        <p:cTn id="47" dur="500" fill="hold"/>
                                        <p:tgtEl>
                                          <p:spTgt spid="125"/>
                                        </p:tgtEl>
                                        <p:attrNameLst>
                                          <p:attrName>ppt_x</p:attrName>
                                        </p:attrNameLst>
                                      </p:cBhvr>
                                      <p:tavLst>
                                        <p:tav tm="0">
                                          <p:val>
                                            <p:strVal val="0-#ppt_w/2"/>
                                          </p:val>
                                        </p:tav>
                                        <p:tav tm="100000">
                                          <p:val>
                                            <p:strVal val="#ppt_x"/>
                                          </p:val>
                                        </p:tav>
                                      </p:tavLst>
                                    </p:anim>
                                    <p:anim calcmode="lin" valueType="num">
                                      <p:cBhvr additive="base">
                                        <p:cTn id="48" dur="500" fill="hold"/>
                                        <p:tgtEl>
                                          <p:spTgt spid="125"/>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0"/>
                                  </p:stCondLst>
                                  <p:childTnLst>
                                    <p:set>
                                      <p:cBhvr>
                                        <p:cTn id="50" dur="1" fill="hold">
                                          <p:stCondLst>
                                            <p:cond delay="0"/>
                                          </p:stCondLst>
                                        </p:cTn>
                                        <p:tgtEl>
                                          <p:spTgt spid="126"/>
                                        </p:tgtEl>
                                        <p:attrNameLst>
                                          <p:attrName>style.visibility</p:attrName>
                                        </p:attrNameLst>
                                      </p:cBhvr>
                                      <p:to>
                                        <p:strVal val="visible"/>
                                      </p:to>
                                    </p:set>
                                    <p:anim calcmode="lin" valueType="num">
                                      <p:cBhvr additive="base">
                                        <p:cTn id="51" dur="500" fill="hold"/>
                                        <p:tgtEl>
                                          <p:spTgt spid="126"/>
                                        </p:tgtEl>
                                        <p:attrNameLst>
                                          <p:attrName>ppt_x</p:attrName>
                                        </p:attrNameLst>
                                      </p:cBhvr>
                                      <p:tavLst>
                                        <p:tav tm="0">
                                          <p:val>
                                            <p:strVal val="0-#ppt_w/2"/>
                                          </p:val>
                                        </p:tav>
                                        <p:tav tm="100000">
                                          <p:val>
                                            <p:strVal val="#ppt_x"/>
                                          </p:val>
                                        </p:tav>
                                      </p:tavLst>
                                    </p:anim>
                                    <p:anim calcmode="lin" valueType="num">
                                      <p:cBhvr additive="base">
                                        <p:cTn id="52" dur="500" fill="hold"/>
                                        <p:tgtEl>
                                          <p:spTgt spid="126"/>
                                        </p:tgtEl>
                                        <p:attrNameLst>
                                          <p:attrName>ppt_y</p:attrName>
                                        </p:attrNameLst>
                                      </p:cBhvr>
                                      <p:tavLst>
                                        <p:tav tm="0">
                                          <p:val>
                                            <p:strVal val="#ppt_y"/>
                                          </p:val>
                                        </p:tav>
                                        <p:tav tm="100000">
                                          <p:val>
                                            <p:strVal val="#ppt_y"/>
                                          </p:val>
                                        </p:tav>
                                      </p:tavLst>
                                    </p:anim>
                                  </p:childTnLst>
                                </p:cTn>
                              </p:par>
                            </p:childTnLst>
                          </p:cTn>
                        </p:par>
                        <p:par>
                          <p:cTn id="53" fill="hold">
                            <p:stCondLst>
                              <p:cond delay="1350"/>
                            </p:stCondLst>
                            <p:childTnLst>
                              <p:par>
                                <p:cTn id="54" presetID="53" presetClass="entr" presetSubtype="16" fill="hold" grpId="0" nodeType="afterEffect">
                                  <p:stCondLst>
                                    <p:cond delay="0"/>
                                  </p:stCondLst>
                                  <p:childTnLst>
                                    <p:set>
                                      <p:cBhvr>
                                        <p:cTn id="55" dur="1" fill="hold">
                                          <p:stCondLst>
                                            <p:cond delay="0"/>
                                          </p:stCondLst>
                                        </p:cTn>
                                        <p:tgtEl>
                                          <p:spTgt spid="111"/>
                                        </p:tgtEl>
                                        <p:attrNameLst>
                                          <p:attrName>style.visibility</p:attrName>
                                        </p:attrNameLst>
                                      </p:cBhvr>
                                      <p:to>
                                        <p:strVal val="visible"/>
                                      </p:to>
                                    </p:set>
                                    <p:anim calcmode="lin" valueType="num">
                                      <p:cBhvr>
                                        <p:cTn id="56" dur="500" fill="hold"/>
                                        <p:tgtEl>
                                          <p:spTgt spid="111"/>
                                        </p:tgtEl>
                                        <p:attrNameLst>
                                          <p:attrName>ppt_w</p:attrName>
                                        </p:attrNameLst>
                                      </p:cBhvr>
                                      <p:tavLst>
                                        <p:tav tm="0">
                                          <p:val>
                                            <p:fltVal val="0"/>
                                          </p:val>
                                        </p:tav>
                                        <p:tav tm="100000">
                                          <p:val>
                                            <p:strVal val="#ppt_w"/>
                                          </p:val>
                                        </p:tav>
                                      </p:tavLst>
                                    </p:anim>
                                    <p:anim calcmode="lin" valueType="num">
                                      <p:cBhvr>
                                        <p:cTn id="57" dur="500" fill="hold"/>
                                        <p:tgtEl>
                                          <p:spTgt spid="111"/>
                                        </p:tgtEl>
                                        <p:attrNameLst>
                                          <p:attrName>ppt_h</p:attrName>
                                        </p:attrNameLst>
                                      </p:cBhvr>
                                      <p:tavLst>
                                        <p:tav tm="0">
                                          <p:val>
                                            <p:fltVal val="0"/>
                                          </p:val>
                                        </p:tav>
                                        <p:tav tm="100000">
                                          <p:val>
                                            <p:strVal val="#ppt_h"/>
                                          </p:val>
                                        </p:tav>
                                      </p:tavLst>
                                    </p:anim>
                                    <p:animEffect transition="in" filter="fade">
                                      <p:cBhvr>
                                        <p:cTn id="58" dur="500"/>
                                        <p:tgtEl>
                                          <p:spTgt spid="111"/>
                                        </p:tgtEl>
                                      </p:cBhvr>
                                    </p:animEffect>
                                  </p:childTnLst>
                                </p:cTn>
                              </p:par>
                              <p:par>
                                <p:cTn id="59" presetID="53" presetClass="entr" presetSubtype="16" fill="hold" grpId="0" nodeType="withEffect">
                                  <p:stCondLst>
                                    <p:cond delay="0"/>
                                  </p:stCondLst>
                                  <p:childTnLst>
                                    <p:set>
                                      <p:cBhvr>
                                        <p:cTn id="60" dur="1" fill="hold">
                                          <p:stCondLst>
                                            <p:cond delay="0"/>
                                          </p:stCondLst>
                                        </p:cTn>
                                        <p:tgtEl>
                                          <p:spTgt spid="112"/>
                                        </p:tgtEl>
                                        <p:attrNameLst>
                                          <p:attrName>style.visibility</p:attrName>
                                        </p:attrNameLst>
                                      </p:cBhvr>
                                      <p:to>
                                        <p:strVal val="visible"/>
                                      </p:to>
                                    </p:set>
                                    <p:anim calcmode="lin" valueType="num">
                                      <p:cBhvr>
                                        <p:cTn id="61" dur="500" fill="hold"/>
                                        <p:tgtEl>
                                          <p:spTgt spid="112"/>
                                        </p:tgtEl>
                                        <p:attrNameLst>
                                          <p:attrName>ppt_w</p:attrName>
                                        </p:attrNameLst>
                                      </p:cBhvr>
                                      <p:tavLst>
                                        <p:tav tm="0">
                                          <p:val>
                                            <p:fltVal val="0"/>
                                          </p:val>
                                        </p:tav>
                                        <p:tav tm="100000">
                                          <p:val>
                                            <p:strVal val="#ppt_w"/>
                                          </p:val>
                                        </p:tav>
                                      </p:tavLst>
                                    </p:anim>
                                    <p:anim calcmode="lin" valueType="num">
                                      <p:cBhvr>
                                        <p:cTn id="62" dur="500" fill="hold"/>
                                        <p:tgtEl>
                                          <p:spTgt spid="112"/>
                                        </p:tgtEl>
                                        <p:attrNameLst>
                                          <p:attrName>ppt_h</p:attrName>
                                        </p:attrNameLst>
                                      </p:cBhvr>
                                      <p:tavLst>
                                        <p:tav tm="0">
                                          <p:val>
                                            <p:fltVal val="0"/>
                                          </p:val>
                                        </p:tav>
                                        <p:tav tm="100000">
                                          <p:val>
                                            <p:strVal val="#ppt_h"/>
                                          </p:val>
                                        </p:tav>
                                      </p:tavLst>
                                    </p:anim>
                                    <p:animEffect transition="in" filter="fade">
                                      <p:cBhvr>
                                        <p:cTn id="63" dur="500"/>
                                        <p:tgtEl>
                                          <p:spTgt spid="112"/>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113"/>
                                        </p:tgtEl>
                                        <p:attrNameLst>
                                          <p:attrName>style.visibility</p:attrName>
                                        </p:attrNameLst>
                                      </p:cBhvr>
                                      <p:to>
                                        <p:strVal val="visible"/>
                                      </p:to>
                                    </p:set>
                                    <p:anim calcmode="lin" valueType="num">
                                      <p:cBhvr>
                                        <p:cTn id="66" dur="500" fill="hold"/>
                                        <p:tgtEl>
                                          <p:spTgt spid="113"/>
                                        </p:tgtEl>
                                        <p:attrNameLst>
                                          <p:attrName>ppt_w</p:attrName>
                                        </p:attrNameLst>
                                      </p:cBhvr>
                                      <p:tavLst>
                                        <p:tav tm="0">
                                          <p:val>
                                            <p:fltVal val="0"/>
                                          </p:val>
                                        </p:tav>
                                        <p:tav tm="100000">
                                          <p:val>
                                            <p:strVal val="#ppt_w"/>
                                          </p:val>
                                        </p:tav>
                                      </p:tavLst>
                                    </p:anim>
                                    <p:anim calcmode="lin" valueType="num">
                                      <p:cBhvr>
                                        <p:cTn id="67" dur="500" fill="hold"/>
                                        <p:tgtEl>
                                          <p:spTgt spid="113"/>
                                        </p:tgtEl>
                                        <p:attrNameLst>
                                          <p:attrName>ppt_h</p:attrName>
                                        </p:attrNameLst>
                                      </p:cBhvr>
                                      <p:tavLst>
                                        <p:tav tm="0">
                                          <p:val>
                                            <p:fltVal val="0"/>
                                          </p:val>
                                        </p:tav>
                                        <p:tav tm="100000">
                                          <p:val>
                                            <p:strVal val="#ppt_h"/>
                                          </p:val>
                                        </p:tav>
                                      </p:tavLst>
                                    </p:anim>
                                    <p:animEffect transition="in" filter="fade">
                                      <p:cBhvr>
                                        <p:cTn id="68" dur="500"/>
                                        <p:tgtEl>
                                          <p:spTgt spid="113"/>
                                        </p:tgtEl>
                                      </p:cBhvr>
                                    </p:animEffect>
                                  </p:childTnLst>
                                </p:cTn>
                              </p:par>
                              <p:par>
                                <p:cTn id="69" presetID="53" presetClass="entr" presetSubtype="16" fill="hold" grpId="0" nodeType="withEffect">
                                  <p:stCondLst>
                                    <p:cond delay="0"/>
                                  </p:stCondLst>
                                  <p:childTnLst>
                                    <p:set>
                                      <p:cBhvr>
                                        <p:cTn id="70" dur="1" fill="hold">
                                          <p:stCondLst>
                                            <p:cond delay="0"/>
                                          </p:stCondLst>
                                        </p:cTn>
                                        <p:tgtEl>
                                          <p:spTgt spid="114"/>
                                        </p:tgtEl>
                                        <p:attrNameLst>
                                          <p:attrName>style.visibility</p:attrName>
                                        </p:attrNameLst>
                                      </p:cBhvr>
                                      <p:to>
                                        <p:strVal val="visible"/>
                                      </p:to>
                                    </p:set>
                                    <p:anim calcmode="lin" valueType="num">
                                      <p:cBhvr>
                                        <p:cTn id="71" dur="500" fill="hold"/>
                                        <p:tgtEl>
                                          <p:spTgt spid="114"/>
                                        </p:tgtEl>
                                        <p:attrNameLst>
                                          <p:attrName>ppt_w</p:attrName>
                                        </p:attrNameLst>
                                      </p:cBhvr>
                                      <p:tavLst>
                                        <p:tav tm="0">
                                          <p:val>
                                            <p:fltVal val="0"/>
                                          </p:val>
                                        </p:tav>
                                        <p:tav tm="100000">
                                          <p:val>
                                            <p:strVal val="#ppt_w"/>
                                          </p:val>
                                        </p:tav>
                                      </p:tavLst>
                                    </p:anim>
                                    <p:anim calcmode="lin" valueType="num">
                                      <p:cBhvr>
                                        <p:cTn id="72" dur="500" fill="hold"/>
                                        <p:tgtEl>
                                          <p:spTgt spid="114"/>
                                        </p:tgtEl>
                                        <p:attrNameLst>
                                          <p:attrName>ppt_h</p:attrName>
                                        </p:attrNameLst>
                                      </p:cBhvr>
                                      <p:tavLst>
                                        <p:tav tm="0">
                                          <p:val>
                                            <p:fltVal val="0"/>
                                          </p:val>
                                        </p:tav>
                                        <p:tav tm="100000">
                                          <p:val>
                                            <p:strVal val="#ppt_h"/>
                                          </p:val>
                                        </p:tav>
                                      </p:tavLst>
                                    </p:anim>
                                    <p:animEffect transition="in" filter="fade">
                                      <p:cBhvr>
                                        <p:cTn id="73" dur="500"/>
                                        <p:tgtEl>
                                          <p:spTgt spid="114"/>
                                        </p:tgtEl>
                                      </p:cBhvr>
                                    </p:animEffect>
                                  </p:childTnLst>
                                </p:cTn>
                              </p:par>
                              <p:par>
                                <p:cTn id="74" presetID="53" presetClass="entr" presetSubtype="16" fill="hold" grpId="0" nodeType="withEffect">
                                  <p:stCondLst>
                                    <p:cond delay="0"/>
                                  </p:stCondLst>
                                  <p:childTnLst>
                                    <p:set>
                                      <p:cBhvr>
                                        <p:cTn id="75" dur="1" fill="hold">
                                          <p:stCondLst>
                                            <p:cond delay="0"/>
                                          </p:stCondLst>
                                        </p:cTn>
                                        <p:tgtEl>
                                          <p:spTgt spid="115"/>
                                        </p:tgtEl>
                                        <p:attrNameLst>
                                          <p:attrName>style.visibility</p:attrName>
                                        </p:attrNameLst>
                                      </p:cBhvr>
                                      <p:to>
                                        <p:strVal val="visible"/>
                                      </p:to>
                                    </p:set>
                                    <p:anim calcmode="lin" valueType="num">
                                      <p:cBhvr>
                                        <p:cTn id="76" dur="500" fill="hold"/>
                                        <p:tgtEl>
                                          <p:spTgt spid="115"/>
                                        </p:tgtEl>
                                        <p:attrNameLst>
                                          <p:attrName>ppt_w</p:attrName>
                                        </p:attrNameLst>
                                      </p:cBhvr>
                                      <p:tavLst>
                                        <p:tav tm="0">
                                          <p:val>
                                            <p:fltVal val="0"/>
                                          </p:val>
                                        </p:tav>
                                        <p:tav tm="100000">
                                          <p:val>
                                            <p:strVal val="#ppt_w"/>
                                          </p:val>
                                        </p:tav>
                                      </p:tavLst>
                                    </p:anim>
                                    <p:anim calcmode="lin" valueType="num">
                                      <p:cBhvr>
                                        <p:cTn id="77" dur="500" fill="hold"/>
                                        <p:tgtEl>
                                          <p:spTgt spid="115"/>
                                        </p:tgtEl>
                                        <p:attrNameLst>
                                          <p:attrName>ppt_h</p:attrName>
                                        </p:attrNameLst>
                                      </p:cBhvr>
                                      <p:tavLst>
                                        <p:tav tm="0">
                                          <p:val>
                                            <p:fltVal val="0"/>
                                          </p:val>
                                        </p:tav>
                                        <p:tav tm="100000">
                                          <p:val>
                                            <p:strVal val="#ppt_h"/>
                                          </p:val>
                                        </p:tav>
                                      </p:tavLst>
                                    </p:anim>
                                    <p:animEffect transition="in" filter="fade">
                                      <p:cBhvr>
                                        <p:cTn id="78" dur="500"/>
                                        <p:tgtEl>
                                          <p:spTgt spid="115"/>
                                        </p:tgtEl>
                                      </p:cBhvr>
                                    </p:animEffect>
                                  </p:childTnLst>
                                </p:cTn>
                              </p:par>
                              <p:par>
                                <p:cTn id="79" presetID="53" presetClass="entr" presetSubtype="16" fill="hold" grpId="0" nodeType="withEffect">
                                  <p:stCondLst>
                                    <p:cond delay="0"/>
                                  </p:stCondLst>
                                  <p:childTnLst>
                                    <p:set>
                                      <p:cBhvr>
                                        <p:cTn id="80" dur="1" fill="hold">
                                          <p:stCondLst>
                                            <p:cond delay="0"/>
                                          </p:stCondLst>
                                        </p:cTn>
                                        <p:tgtEl>
                                          <p:spTgt spid="116"/>
                                        </p:tgtEl>
                                        <p:attrNameLst>
                                          <p:attrName>style.visibility</p:attrName>
                                        </p:attrNameLst>
                                      </p:cBhvr>
                                      <p:to>
                                        <p:strVal val="visible"/>
                                      </p:to>
                                    </p:set>
                                    <p:anim calcmode="lin" valueType="num">
                                      <p:cBhvr>
                                        <p:cTn id="81" dur="500" fill="hold"/>
                                        <p:tgtEl>
                                          <p:spTgt spid="116"/>
                                        </p:tgtEl>
                                        <p:attrNameLst>
                                          <p:attrName>ppt_w</p:attrName>
                                        </p:attrNameLst>
                                      </p:cBhvr>
                                      <p:tavLst>
                                        <p:tav tm="0">
                                          <p:val>
                                            <p:fltVal val="0"/>
                                          </p:val>
                                        </p:tav>
                                        <p:tav tm="100000">
                                          <p:val>
                                            <p:strVal val="#ppt_w"/>
                                          </p:val>
                                        </p:tav>
                                      </p:tavLst>
                                    </p:anim>
                                    <p:anim calcmode="lin" valueType="num">
                                      <p:cBhvr>
                                        <p:cTn id="82" dur="500" fill="hold"/>
                                        <p:tgtEl>
                                          <p:spTgt spid="116"/>
                                        </p:tgtEl>
                                        <p:attrNameLst>
                                          <p:attrName>ppt_h</p:attrName>
                                        </p:attrNameLst>
                                      </p:cBhvr>
                                      <p:tavLst>
                                        <p:tav tm="0">
                                          <p:val>
                                            <p:fltVal val="0"/>
                                          </p:val>
                                        </p:tav>
                                        <p:tav tm="100000">
                                          <p:val>
                                            <p:strVal val="#ppt_h"/>
                                          </p:val>
                                        </p:tav>
                                      </p:tavLst>
                                    </p:anim>
                                    <p:animEffect transition="in" filter="fade">
                                      <p:cBhvr>
                                        <p:cTn id="83" dur="500"/>
                                        <p:tgtEl>
                                          <p:spTgt spid="116"/>
                                        </p:tgtEl>
                                      </p:cBhvr>
                                    </p:animEffect>
                                  </p:childTnLst>
                                </p:cTn>
                              </p:par>
                              <p:par>
                                <p:cTn id="84" presetID="53" presetClass="entr" presetSubtype="16" fill="hold" grpId="0" nodeType="withEffect">
                                  <p:stCondLst>
                                    <p:cond delay="0"/>
                                  </p:stCondLst>
                                  <p:childTnLst>
                                    <p:set>
                                      <p:cBhvr>
                                        <p:cTn id="85" dur="1" fill="hold">
                                          <p:stCondLst>
                                            <p:cond delay="0"/>
                                          </p:stCondLst>
                                        </p:cTn>
                                        <p:tgtEl>
                                          <p:spTgt spid="117"/>
                                        </p:tgtEl>
                                        <p:attrNameLst>
                                          <p:attrName>style.visibility</p:attrName>
                                        </p:attrNameLst>
                                      </p:cBhvr>
                                      <p:to>
                                        <p:strVal val="visible"/>
                                      </p:to>
                                    </p:set>
                                    <p:anim calcmode="lin" valueType="num">
                                      <p:cBhvr>
                                        <p:cTn id="86" dur="500" fill="hold"/>
                                        <p:tgtEl>
                                          <p:spTgt spid="117"/>
                                        </p:tgtEl>
                                        <p:attrNameLst>
                                          <p:attrName>ppt_w</p:attrName>
                                        </p:attrNameLst>
                                      </p:cBhvr>
                                      <p:tavLst>
                                        <p:tav tm="0">
                                          <p:val>
                                            <p:fltVal val="0"/>
                                          </p:val>
                                        </p:tav>
                                        <p:tav tm="100000">
                                          <p:val>
                                            <p:strVal val="#ppt_w"/>
                                          </p:val>
                                        </p:tav>
                                      </p:tavLst>
                                    </p:anim>
                                    <p:anim calcmode="lin" valueType="num">
                                      <p:cBhvr>
                                        <p:cTn id="87" dur="500" fill="hold"/>
                                        <p:tgtEl>
                                          <p:spTgt spid="117"/>
                                        </p:tgtEl>
                                        <p:attrNameLst>
                                          <p:attrName>ppt_h</p:attrName>
                                        </p:attrNameLst>
                                      </p:cBhvr>
                                      <p:tavLst>
                                        <p:tav tm="0">
                                          <p:val>
                                            <p:fltVal val="0"/>
                                          </p:val>
                                        </p:tav>
                                        <p:tav tm="100000">
                                          <p:val>
                                            <p:strVal val="#ppt_h"/>
                                          </p:val>
                                        </p:tav>
                                      </p:tavLst>
                                    </p:anim>
                                    <p:animEffect transition="in" filter="fade">
                                      <p:cBhvr>
                                        <p:cTn id="88" dur="500"/>
                                        <p:tgtEl>
                                          <p:spTgt spid="117"/>
                                        </p:tgtEl>
                                      </p:cBhvr>
                                    </p:animEffect>
                                  </p:childTnLst>
                                </p:cTn>
                              </p:par>
                              <p:par>
                                <p:cTn id="89" presetID="53" presetClass="entr" presetSubtype="16" fill="hold" grpId="0" nodeType="withEffect">
                                  <p:stCondLst>
                                    <p:cond delay="0"/>
                                  </p:stCondLst>
                                  <p:childTnLst>
                                    <p:set>
                                      <p:cBhvr>
                                        <p:cTn id="90" dur="1" fill="hold">
                                          <p:stCondLst>
                                            <p:cond delay="0"/>
                                          </p:stCondLst>
                                        </p:cTn>
                                        <p:tgtEl>
                                          <p:spTgt spid="118"/>
                                        </p:tgtEl>
                                        <p:attrNameLst>
                                          <p:attrName>style.visibility</p:attrName>
                                        </p:attrNameLst>
                                      </p:cBhvr>
                                      <p:to>
                                        <p:strVal val="visible"/>
                                      </p:to>
                                    </p:set>
                                    <p:anim calcmode="lin" valueType="num">
                                      <p:cBhvr>
                                        <p:cTn id="91" dur="500" fill="hold"/>
                                        <p:tgtEl>
                                          <p:spTgt spid="118"/>
                                        </p:tgtEl>
                                        <p:attrNameLst>
                                          <p:attrName>ppt_w</p:attrName>
                                        </p:attrNameLst>
                                      </p:cBhvr>
                                      <p:tavLst>
                                        <p:tav tm="0">
                                          <p:val>
                                            <p:fltVal val="0"/>
                                          </p:val>
                                        </p:tav>
                                        <p:tav tm="100000">
                                          <p:val>
                                            <p:strVal val="#ppt_w"/>
                                          </p:val>
                                        </p:tav>
                                      </p:tavLst>
                                    </p:anim>
                                    <p:anim calcmode="lin" valueType="num">
                                      <p:cBhvr>
                                        <p:cTn id="92" dur="500" fill="hold"/>
                                        <p:tgtEl>
                                          <p:spTgt spid="118"/>
                                        </p:tgtEl>
                                        <p:attrNameLst>
                                          <p:attrName>ppt_h</p:attrName>
                                        </p:attrNameLst>
                                      </p:cBhvr>
                                      <p:tavLst>
                                        <p:tav tm="0">
                                          <p:val>
                                            <p:fltVal val="0"/>
                                          </p:val>
                                        </p:tav>
                                        <p:tav tm="100000">
                                          <p:val>
                                            <p:strVal val="#ppt_h"/>
                                          </p:val>
                                        </p:tav>
                                      </p:tavLst>
                                    </p:anim>
                                    <p:animEffect transition="in" filter="fade">
                                      <p:cBhvr>
                                        <p:cTn id="93" dur="500"/>
                                        <p:tgtEl>
                                          <p:spTgt spid="118"/>
                                        </p:tgtEl>
                                      </p:cBhvr>
                                    </p:animEffect>
                                  </p:childTnLst>
                                </p:cTn>
                              </p:par>
                              <p:par>
                                <p:cTn id="94" presetID="53" presetClass="entr" presetSubtype="16" fill="hold" grpId="0" nodeType="withEffect">
                                  <p:stCondLst>
                                    <p:cond delay="0"/>
                                  </p:stCondLst>
                                  <p:childTnLst>
                                    <p:set>
                                      <p:cBhvr>
                                        <p:cTn id="95" dur="1" fill="hold">
                                          <p:stCondLst>
                                            <p:cond delay="0"/>
                                          </p:stCondLst>
                                        </p:cTn>
                                        <p:tgtEl>
                                          <p:spTgt spid="127"/>
                                        </p:tgtEl>
                                        <p:attrNameLst>
                                          <p:attrName>style.visibility</p:attrName>
                                        </p:attrNameLst>
                                      </p:cBhvr>
                                      <p:to>
                                        <p:strVal val="visible"/>
                                      </p:to>
                                    </p:set>
                                    <p:anim calcmode="lin" valueType="num">
                                      <p:cBhvr>
                                        <p:cTn id="96" dur="500" fill="hold"/>
                                        <p:tgtEl>
                                          <p:spTgt spid="127"/>
                                        </p:tgtEl>
                                        <p:attrNameLst>
                                          <p:attrName>ppt_w</p:attrName>
                                        </p:attrNameLst>
                                      </p:cBhvr>
                                      <p:tavLst>
                                        <p:tav tm="0">
                                          <p:val>
                                            <p:fltVal val="0"/>
                                          </p:val>
                                        </p:tav>
                                        <p:tav tm="100000">
                                          <p:val>
                                            <p:strVal val="#ppt_w"/>
                                          </p:val>
                                        </p:tav>
                                      </p:tavLst>
                                    </p:anim>
                                    <p:anim calcmode="lin" valueType="num">
                                      <p:cBhvr>
                                        <p:cTn id="97" dur="500" fill="hold"/>
                                        <p:tgtEl>
                                          <p:spTgt spid="127"/>
                                        </p:tgtEl>
                                        <p:attrNameLst>
                                          <p:attrName>ppt_h</p:attrName>
                                        </p:attrNameLst>
                                      </p:cBhvr>
                                      <p:tavLst>
                                        <p:tav tm="0">
                                          <p:val>
                                            <p:fltVal val="0"/>
                                          </p:val>
                                        </p:tav>
                                        <p:tav tm="100000">
                                          <p:val>
                                            <p:strVal val="#ppt_h"/>
                                          </p:val>
                                        </p:tav>
                                      </p:tavLst>
                                    </p:anim>
                                    <p:animEffect transition="in" filter="fade">
                                      <p:cBhvr>
                                        <p:cTn id="98" dur="500"/>
                                        <p:tgtEl>
                                          <p:spTgt spid="127"/>
                                        </p:tgtEl>
                                      </p:cBhvr>
                                    </p:animEffect>
                                  </p:childTnLst>
                                </p:cTn>
                              </p:par>
                              <p:par>
                                <p:cTn id="99" presetID="53" presetClass="entr" presetSubtype="16" fill="hold" grpId="0" nodeType="withEffect">
                                  <p:stCondLst>
                                    <p:cond delay="0"/>
                                  </p:stCondLst>
                                  <p:childTnLst>
                                    <p:set>
                                      <p:cBhvr>
                                        <p:cTn id="100" dur="1" fill="hold">
                                          <p:stCondLst>
                                            <p:cond delay="0"/>
                                          </p:stCondLst>
                                        </p:cTn>
                                        <p:tgtEl>
                                          <p:spTgt spid="128"/>
                                        </p:tgtEl>
                                        <p:attrNameLst>
                                          <p:attrName>style.visibility</p:attrName>
                                        </p:attrNameLst>
                                      </p:cBhvr>
                                      <p:to>
                                        <p:strVal val="visible"/>
                                      </p:to>
                                    </p:set>
                                    <p:anim calcmode="lin" valueType="num">
                                      <p:cBhvr>
                                        <p:cTn id="101" dur="500" fill="hold"/>
                                        <p:tgtEl>
                                          <p:spTgt spid="128"/>
                                        </p:tgtEl>
                                        <p:attrNameLst>
                                          <p:attrName>ppt_w</p:attrName>
                                        </p:attrNameLst>
                                      </p:cBhvr>
                                      <p:tavLst>
                                        <p:tav tm="0">
                                          <p:val>
                                            <p:fltVal val="0"/>
                                          </p:val>
                                        </p:tav>
                                        <p:tav tm="100000">
                                          <p:val>
                                            <p:strVal val="#ppt_w"/>
                                          </p:val>
                                        </p:tav>
                                      </p:tavLst>
                                    </p:anim>
                                    <p:anim calcmode="lin" valueType="num">
                                      <p:cBhvr>
                                        <p:cTn id="102" dur="500" fill="hold"/>
                                        <p:tgtEl>
                                          <p:spTgt spid="128"/>
                                        </p:tgtEl>
                                        <p:attrNameLst>
                                          <p:attrName>ppt_h</p:attrName>
                                        </p:attrNameLst>
                                      </p:cBhvr>
                                      <p:tavLst>
                                        <p:tav tm="0">
                                          <p:val>
                                            <p:fltVal val="0"/>
                                          </p:val>
                                        </p:tav>
                                        <p:tav tm="100000">
                                          <p:val>
                                            <p:strVal val="#ppt_h"/>
                                          </p:val>
                                        </p:tav>
                                      </p:tavLst>
                                    </p:anim>
                                    <p:animEffect transition="in" filter="fade">
                                      <p:cBhvr>
                                        <p:cTn id="103" dur="500"/>
                                        <p:tgtEl>
                                          <p:spTgt spid="128"/>
                                        </p:tgtEl>
                                      </p:cBhvr>
                                    </p:animEffect>
                                  </p:childTnLst>
                                </p:cTn>
                              </p:par>
                              <p:par>
                                <p:cTn id="104" presetID="53" presetClass="entr" presetSubtype="16" fill="hold" grpId="0" nodeType="withEffect">
                                  <p:stCondLst>
                                    <p:cond delay="0"/>
                                  </p:stCondLst>
                                  <p:childTnLst>
                                    <p:set>
                                      <p:cBhvr>
                                        <p:cTn id="105" dur="1" fill="hold">
                                          <p:stCondLst>
                                            <p:cond delay="0"/>
                                          </p:stCondLst>
                                        </p:cTn>
                                        <p:tgtEl>
                                          <p:spTgt spid="129"/>
                                        </p:tgtEl>
                                        <p:attrNameLst>
                                          <p:attrName>style.visibility</p:attrName>
                                        </p:attrNameLst>
                                      </p:cBhvr>
                                      <p:to>
                                        <p:strVal val="visible"/>
                                      </p:to>
                                    </p:set>
                                    <p:anim calcmode="lin" valueType="num">
                                      <p:cBhvr>
                                        <p:cTn id="106" dur="500" fill="hold"/>
                                        <p:tgtEl>
                                          <p:spTgt spid="129"/>
                                        </p:tgtEl>
                                        <p:attrNameLst>
                                          <p:attrName>ppt_w</p:attrName>
                                        </p:attrNameLst>
                                      </p:cBhvr>
                                      <p:tavLst>
                                        <p:tav tm="0">
                                          <p:val>
                                            <p:fltVal val="0"/>
                                          </p:val>
                                        </p:tav>
                                        <p:tav tm="100000">
                                          <p:val>
                                            <p:strVal val="#ppt_w"/>
                                          </p:val>
                                        </p:tav>
                                      </p:tavLst>
                                    </p:anim>
                                    <p:anim calcmode="lin" valueType="num">
                                      <p:cBhvr>
                                        <p:cTn id="107" dur="500" fill="hold"/>
                                        <p:tgtEl>
                                          <p:spTgt spid="129"/>
                                        </p:tgtEl>
                                        <p:attrNameLst>
                                          <p:attrName>ppt_h</p:attrName>
                                        </p:attrNameLst>
                                      </p:cBhvr>
                                      <p:tavLst>
                                        <p:tav tm="0">
                                          <p:val>
                                            <p:fltVal val="0"/>
                                          </p:val>
                                        </p:tav>
                                        <p:tav tm="100000">
                                          <p:val>
                                            <p:strVal val="#ppt_h"/>
                                          </p:val>
                                        </p:tav>
                                      </p:tavLst>
                                    </p:anim>
                                    <p:animEffect transition="in" filter="fade">
                                      <p:cBhvr>
                                        <p:cTn id="108" dur="500"/>
                                        <p:tgtEl>
                                          <p:spTgt spid="129"/>
                                        </p:tgtEl>
                                      </p:cBhvr>
                                    </p:animEffect>
                                  </p:childTnLst>
                                </p:cTn>
                              </p:par>
                              <p:par>
                                <p:cTn id="109" presetID="53" presetClass="entr" presetSubtype="16" fill="hold" grpId="0" nodeType="withEffect">
                                  <p:stCondLst>
                                    <p:cond delay="0"/>
                                  </p:stCondLst>
                                  <p:childTnLst>
                                    <p:set>
                                      <p:cBhvr>
                                        <p:cTn id="110" dur="1" fill="hold">
                                          <p:stCondLst>
                                            <p:cond delay="0"/>
                                          </p:stCondLst>
                                        </p:cTn>
                                        <p:tgtEl>
                                          <p:spTgt spid="131"/>
                                        </p:tgtEl>
                                        <p:attrNameLst>
                                          <p:attrName>style.visibility</p:attrName>
                                        </p:attrNameLst>
                                      </p:cBhvr>
                                      <p:to>
                                        <p:strVal val="visible"/>
                                      </p:to>
                                    </p:set>
                                    <p:anim calcmode="lin" valueType="num">
                                      <p:cBhvr>
                                        <p:cTn id="111" dur="500" fill="hold"/>
                                        <p:tgtEl>
                                          <p:spTgt spid="131"/>
                                        </p:tgtEl>
                                        <p:attrNameLst>
                                          <p:attrName>ppt_w</p:attrName>
                                        </p:attrNameLst>
                                      </p:cBhvr>
                                      <p:tavLst>
                                        <p:tav tm="0">
                                          <p:val>
                                            <p:fltVal val="0"/>
                                          </p:val>
                                        </p:tav>
                                        <p:tav tm="100000">
                                          <p:val>
                                            <p:strVal val="#ppt_w"/>
                                          </p:val>
                                        </p:tav>
                                      </p:tavLst>
                                    </p:anim>
                                    <p:anim calcmode="lin" valueType="num">
                                      <p:cBhvr>
                                        <p:cTn id="112" dur="500" fill="hold"/>
                                        <p:tgtEl>
                                          <p:spTgt spid="131"/>
                                        </p:tgtEl>
                                        <p:attrNameLst>
                                          <p:attrName>ppt_h</p:attrName>
                                        </p:attrNameLst>
                                      </p:cBhvr>
                                      <p:tavLst>
                                        <p:tav tm="0">
                                          <p:val>
                                            <p:fltVal val="0"/>
                                          </p:val>
                                        </p:tav>
                                        <p:tav tm="100000">
                                          <p:val>
                                            <p:strVal val="#ppt_h"/>
                                          </p:val>
                                        </p:tav>
                                      </p:tavLst>
                                    </p:anim>
                                    <p:animEffect transition="in" filter="fade">
                                      <p:cBhvr>
                                        <p:cTn id="113" dur="500"/>
                                        <p:tgtEl>
                                          <p:spTgt spid="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3" grpId="0" animBg="1"/>
      <p:bldP spid="75" grpId="0" animBg="1"/>
      <p:bldP spid="87" grpId="0" animBg="1"/>
      <p:bldP spid="99" grpId="0" animBg="1"/>
      <p:bldP spid="111" grpId="0" animBg="1"/>
      <p:bldP spid="112" grpId="0" animBg="1"/>
      <p:bldP spid="113" grpId="0" animBg="1"/>
      <p:bldP spid="114" grpId="0" animBg="1"/>
      <p:bldP spid="115" grpId="0" animBg="1"/>
      <p:bldP spid="116" grpId="0" animBg="1"/>
      <p:bldP spid="117" grpId="0" animBg="1"/>
      <p:bldP spid="118" grpId="0" animBg="1"/>
      <p:bldP spid="122" grpId="0"/>
      <p:bldP spid="124" grpId="0"/>
      <p:bldP spid="125" grpId="0"/>
      <p:bldP spid="126" grpId="0"/>
      <p:bldP spid="127" grpId="0" animBg="1"/>
      <p:bldP spid="128" grpId="0" animBg="1"/>
      <p:bldP spid="129" grpId="0" animBg="1"/>
      <p:bldP spid="13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769876" y="189165"/>
            <a:ext cx="2622658" cy="483235"/>
          </a:xfrm>
          <a:prstGeom prst="rect">
            <a:avLst/>
          </a:prstGeom>
          <a:noFill/>
        </p:spPr>
        <p:txBody>
          <a:bodyPr wrap="square" rtlCol="0">
            <a:spAutoFit/>
          </a:bodyPr>
          <a:lstStyle/>
          <a:p>
            <a:pPr algn="ctr"/>
            <a:r>
              <a:rPr lang="zh-CN" altLang="en-US" sz="2400" b="1" dirty="0">
                <a:solidFill>
                  <a:schemeClr val="tx1">
                    <a:lumMod val="75000"/>
                    <a:lumOff val="25000"/>
                  </a:schemeClr>
                </a:solidFill>
                <a:latin typeface="微软雅黑" panose="020B0503020204020204" charset="-122"/>
                <a:ea typeface="微软雅黑" panose="020B0503020204020204" charset="-122"/>
              </a:rPr>
              <a:t>单击此处添加标题</a:t>
            </a:r>
          </a:p>
        </p:txBody>
      </p:sp>
      <p:cxnSp>
        <p:nvCxnSpPr>
          <p:cNvPr id="6" name="直接连接符 5"/>
          <p:cNvCxnSpPr/>
          <p:nvPr/>
        </p:nvCxnSpPr>
        <p:spPr>
          <a:xfrm>
            <a:off x="7392534" y="477150"/>
            <a:ext cx="4463773"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36892" y="481504"/>
            <a:ext cx="439177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5" name="TextBox 124"/>
          <p:cNvSpPr txBox="1"/>
          <p:nvPr/>
        </p:nvSpPr>
        <p:spPr>
          <a:xfrm>
            <a:off x="957888" y="1353157"/>
            <a:ext cx="1202690" cy="394970"/>
          </a:xfrm>
          <a:prstGeom prst="rect">
            <a:avLst/>
          </a:prstGeom>
          <a:noFill/>
        </p:spPr>
        <p:txBody>
          <a:bodyPr wrap="none" lIns="91421" tIns="45711" rIns="91421" bIns="45711" rtlCol="0">
            <a:spAutoFit/>
          </a:bodyPr>
          <a:lstStyle/>
          <a:p>
            <a:pPr algn="l"/>
            <a:r>
              <a:rPr lang="id-ID" sz="2000" b="1" dirty="0">
                <a:latin typeface="微软雅黑" panose="020B0503020204020204" charset="-122"/>
              </a:rPr>
              <a:t>添加标题</a:t>
            </a:r>
          </a:p>
        </p:txBody>
      </p:sp>
      <p:sp>
        <p:nvSpPr>
          <p:cNvPr id="126" name="TextBox 125"/>
          <p:cNvSpPr txBox="1"/>
          <p:nvPr/>
        </p:nvSpPr>
        <p:spPr>
          <a:xfrm>
            <a:off x="955796" y="1723122"/>
            <a:ext cx="5124459" cy="1294130"/>
          </a:xfrm>
          <a:prstGeom prst="rect">
            <a:avLst/>
          </a:prstGeom>
          <a:noFill/>
        </p:spPr>
        <p:txBody>
          <a:bodyPr wrap="square" lIns="91421" tIns="45711" rIns="91421" bIns="45711" rtlCol="0">
            <a:spAutoFit/>
          </a:bodyPr>
          <a:lstStyle/>
          <a:p>
            <a:pPr>
              <a:lnSpc>
                <a:spcPct val="110000"/>
              </a:lnSpc>
            </a:pPr>
            <a:r>
              <a:rPr lang="en-US" sz="1200" dirty="0">
                <a:solidFill>
                  <a:schemeClr val="tx1"/>
                </a:solidFill>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a:t>
            </a:r>
          </a:p>
          <a:p>
            <a:pPr>
              <a:lnSpc>
                <a:spcPct val="110000"/>
              </a:lnSpc>
            </a:pPr>
            <a:r>
              <a:rPr lang="en-US" sz="1200" dirty="0">
                <a:solidFill>
                  <a:schemeClr val="tx1"/>
                </a:solidFill>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您的内容打在这里，或者通过复制您的文本后，在此框中选择粘贴，并选择只保留文字。您的内容打在这里，或者通过复制您的文本后，在此框中</a:t>
            </a:r>
          </a:p>
        </p:txBody>
      </p:sp>
      <p:sp>
        <p:nvSpPr>
          <p:cNvPr id="127" name="TextBox 126"/>
          <p:cNvSpPr txBox="1"/>
          <p:nvPr/>
        </p:nvSpPr>
        <p:spPr>
          <a:xfrm>
            <a:off x="3886850" y="3919755"/>
            <a:ext cx="999490" cy="334010"/>
          </a:xfrm>
          <a:prstGeom prst="rect">
            <a:avLst/>
          </a:prstGeom>
          <a:noFill/>
        </p:spPr>
        <p:txBody>
          <a:bodyPr wrap="none" lIns="91421" tIns="45711" rIns="91421" bIns="45711" rtlCol="0">
            <a:spAutoFit/>
          </a:bodyPr>
          <a:lstStyle/>
          <a:p>
            <a:pPr algn="l"/>
            <a:r>
              <a:rPr lang="en-US" sz="1600" b="1" dirty="0">
                <a:latin typeface="微软雅黑" panose="020B0503020204020204" charset="-122"/>
              </a:rPr>
              <a:t>添加标题</a:t>
            </a:r>
          </a:p>
        </p:txBody>
      </p:sp>
      <p:sp>
        <p:nvSpPr>
          <p:cNvPr id="128" name="TextBox 127"/>
          <p:cNvSpPr txBox="1"/>
          <p:nvPr/>
        </p:nvSpPr>
        <p:spPr>
          <a:xfrm>
            <a:off x="3642745" y="4167852"/>
            <a:ext cx="2619965" cy="510540"/>
          </a:xfrm>
          <a:prstGeom prst="rect">
            <a:avLst/>
          </a:prstGeom>
          <a:noFill/>
        </p:spPr>
        <p:txBody>
          <a:bodyPr wrap="square" lIns="109709" tIns="54855" rIns="109709" bIns="54855" rtlCol="0">
            <a:spAutoFit/>
          </a:bodyPr>
          <a:lstStyle/>
          <a:p>
            <a:pPr>
              <a:lnSpc>
                <a:spcPct val="110000"/>
              </a:lnSpc>
            </a:pPr>
            <a:r>
              <a:rPr lang="en-US" sz="1200" dirty="0">
                <a:latin typeface="微软雅黑" panose="020B0503020204020204" charset="-122"/>
                <a:cs typeface="Aparajita" panose="020B0604020202020204" pitchFamily="34" charset="0"/>
              </a:rPr>
              <a:t>请在此粘贴或者输入您的文字内容请在此粘贴或者输入您的文字内容</a:t>
            </a:r>
          </a:p>
        </p:txBody>
      </p:sp>
      <p:sp>
        <p:nvSpPr>
          <p:cNvPr id="129" name="Oval 128"/>
          <p:cNvSpPr>
            <a:spLocks noChangeAspect="1"/>
          </p:cNvSpPr>
          <p:nvPr/>
        </p:nvSpPr>
        <p:spPr bwMode="auto">
          <a:xfrm>
            <a:off x="3754041" y="4027974"/>
            <a:ext cx="156813" cy="156813"/>
          </a:xfrm>
          <a:prstGeom prst="ellipse">
            <a:avLst/>
          </a:prstGeom>
          <a:solidFill>
            <a:schemeClr val="accent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defTabSz="1828165" fontAlgn="auto">
              <a:spcBef>
                <a:spcPts val="0"/>
              </a:spcBef>
              <a:spcAft>
                <a:spcPts val="0"/>
              </a:spcAft>
              <a:defRPr/>
            </a:pPr>
            <a:endParaRPr lang="en-US" sz="1800" dirty="0">
              <a:latin typeface="微软雅黑" panose="020B0503020204020204" charset="-122"/>
            </a:endParaRPr>
          </a:p>
        </p:txBody>
      </p:sp>
      <p:sp>
        <p:nvSpPr>
          <p:cNvPr id="130" name="TextBox 129"/>
          <p:cNvSpPr txBox="1"/>
          <p:nvPr/>
        </p:nvSpPr>
        <p:spPr>
          <a:xfrm>
            <a:off x="1202050" y="3919755"/>
            <a:ext cx="999490" cy="334010"/>
          </a:xfrm>
          <a:prstGeom prst="rect">
            <a:avLst/>
          </a:prstGeom>
          <a:noFill/>
        </p:spPr>
        <p:txBody>
          <a:bodyPr wrap="none" lIns="91421" tIns="45711" rIns="91421" bIns="45711" rtlCol="0">
            <a:spAutoFit/>
          </a:bodyPr>
          <a:lstStyle/>
          <a:p>
            <a:pPr algn="l"/>
            <a:r>
              <a:rPr lang="en-US" sz="1600" b="1" dirty="0">
                <a:latin typeface="微软雅黑" panose="020B0503020204020204" charset="-122"/>
              </a:rPr>
              <a:t>添加标题</a:t>
            </a:r>
          </a:p>
        </p:txBody>
      </p:sp>
      <p:sp>
        <p:nvSpPr>
          <p:cNvPr id="131" name="TextBox 130"/>
          <p:cNvSpPr txBox="1"/>
          <p:nvPr/>
        </p:nvSpPr>
        <p:spPr>
          <a:xfrm>
            <a:off x="957945" y="4167852"/>
            <a:ext cx="2603129" cy="510540"/>
          </a:xfrm>
          <a:prstGeom prst="rect">
            <a:avLst/>
          </a:prstGeom>
          <a:noFill/>
        </p:spPr>
        <p:txBody>
          <a:bodyPr wrap="square" lIns="109709" tIns="54855" rIns="109709" bIns="54855" rtlCol="0">
            <a:spAutoFit/>
          </a:bodyPr>
          <a:lstStyle/>
          <a:p>
            <a:pPr>
              <a:lnSpc>
                <a:spcPct val="110000"/>
              </a:lnSpc>
            </a:pPr>
            <a:r>
              <a:rPr lang="en-US" sz="1200" dirty="0">
                <a:latin typeface="微软雅黑" panose="020B0503020204020204" charset="-122"/>
                <a:cs typeface="Aparajita" panose="020B0604020202020204" pitchFamily="34" charset="0"/>
              </a:rPr>
              <a:t>请在此粘贴或者输入您的文字内容请在此粘贴或者输入您的文字内容</a:t>
            </a:r>
          </a:p>
        </p:txBody>
      </p:sp>
      <p:sp>
        <p:nvSpPr>
          <p:cNvPr id="132" name="Oval 131"/>
          <p:cNvSpPr>
            <a:spLocks noChangeAspect="1"/>
          </p:cNvSpPr>
          <p:nvPr/>
        </p:nvSpPr>
        <p:spPr bwMode="auto">
          <a:xfrm>
            <a:off x="1069241" y="4027974"/>
            <a:ext cx="156813" cy="156813"/>
          </a:xfrm>
          <a:prstGeom prst="ellipse">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defTabSz="1828165" fontAlgn="auto">
              <a:spcBef>
                <a:spcPts val="0"/>
              </a:spcBef>
              <a:spcAft>
                <a:spcPts val="0"/>
              </a:spcAft>
              <a:defRPr/>
            </a:pPr>
            <a:endParaRPr lang="en-US" sz="1800" dirty="0">
              <a:latin typeface="微软雅黑" panose="020B0503020204020204" charset="-122"/>
            </a:endParaRPr>
          </a:p>
        </p:txBody>
      </p:sp>
      <p:sp>
        <p:nvSpPr>
          <p:cNvPr id="133" name="TextBox 132"/>
          <p:cNvSpPr txBox="1"/>
          <p:nvPr/>
        </p:nvSpPr>
        <p:spPr>
          <a:xfrm>
            <a:off x="3886850" y="4679232"/>
            <a:ext cx="999490" cy="334010"/>
          </a:xfrm>
          <a:prstGeom prst="rect">
            <a:avLst/>
          </a:prstGeom>
          <a:noFill/>
        </p:spPr>
        <p:txBody>
          <a:bodyPr wrap="none" lIns="91421" tIns="45711" rIns="91421" bIns="45711" rtlCol="0">
            <a:spAutoFit/>
          </a:bodyPr>
          <a:lstStyle/>
          <a:p>
            <a:pPr algn="l"/>
            <a:r>
              <a:rPr lang="en-US" sz="1600" b="1" dirty="0">
                <a:latin typeface="微软雅黑" panose="020B0503020204020204" charset="-122"/>
              </a:rPr>
              <a:t>添加标题</a:t>
            </a:r>
          </a:p>
        </p:txBody>
      </p:sp>
      <p:sp>
        <p:nvSpPr>
          <p:cNvPr id="134" name="TextBox 133"/>
          <p:cNvSpPr txBox="1"/>
          <p:nvPr/>
        </p:nvSpPr>
        <p:spPr>
          <a:xfrm>
            <a:off x="3642745" y="4927329"/>
            <a:ext cx="2619965" cy="510540"/>
          </a:xfrm>
          <a:prstGeom prst="rect">
            <a:avLst/>
          </a:prstGeom>
          <a:noFill/>
        </p:spPr>
        <p:txBody>
          <a:bodyPr wrap="square" lIns="109709" tIns="54855" rIns="109709" bIns="54855" rtlCol="0">
            <a:spAutoFit/>
          </a:bodyPr>
          <a:lstStyle/>
          <a:p>
            <a:pPr>
              <a:lnSpc>
                <a:spcPct val="110000"/>
              </a:lnSpc>
            </a:pPr>
            <a:r>
              <a:rPr lang="en-US" sz="1200" dirty="0">
                <a:latin typeface="微软雅黑" panose="020B0503020204020204" charset="-122"/>
                <a:cs typeface="Aparajita" panose="020B0604020202020204" pitchFamily="34" charset="0"/>
              </a:rPr>
              <a:t>请在此粘贴或者输入您的文字内容请在此粘贴或者输入您的文字内容</a:t>
            </a:r>
          </a:p>
        </p:txBody>
      </p:sp>
      <p:sp>
        <p:nvSpPr>
          <p:cNvPr id="135" name="Oval 134"/>
          <p:cNvSpPr>
            <a:spLocks noChangeAspect="1"/>
          </p:cNvSpPr>
          <p:nvPr/>
        </p:nvSpPr>
        <p:spPr bwMode="auto">
          <a:xfrm>
            <a:off x="3754041" y="4787451"/>
            <a:ext cx="156813" cy="156813"/>
          </a:xfrm>
          <a:prstGeom prst="ellipse">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defTabSz="1828165" fontAlgn="auto">
              <a:spcBef>
                <a:spcPts val="0"/>
              </a:spcBef>
              <a:spcAft>
                <a:spcPts val="0"/>
              </a:spcAft>
              <a:defRPr/>
            </a:pPr>
            <a:endParaRPr lang="en-US" sz="1800" dirty="0">
              <a:latin typeface="微软雅黑" panose="020B0503020204020204" charset="-122"/>
            </a:endParaRPr>
          </a:p>
        </p:txBody>
      </p:sp>
      <p:sp>
        <p:nvSpPr>
          <p:cNvPr id="136" name="TextBox 135"/>
          <p:cNvSpPr txBox="1"/>
          <p:nvPr/>
        </p:nvSpPr>
        <p:spPr>
          <a:xfrm>
            <a:off x="1202050" y="4679232"/>
            <a:ext cx="999490" cy="334010"/>
          </a:xfrm>
          <a:prstGeom prst="rect">
            <a:avLst/>
          </a:prstGeom>
          <a:noFill/>
        </p:spPr>
        <p:txBody>
          <a:bodyPr wrap="none" lIns="91421" tIns="45711" rIns="91421" bIns="45711" rtlCol="0">
            <a:spAutoFit/>
          </a:bodyPr>
          <a:lstStyle/>
          <a:p>
            <a:pPr algn="l"/>
            <a:r>
              <a:rPr lang="en-US" sz="1600" b="1" dirty="0">
                <a:latin typeface="微软雅黑" panose="020B0503020204020204" charset="-122"/>
              </a:rPr>
              <a:t>添加标题</a:t>
            </a:r>
          </a:p>
        </p:txBody>
      </p:sp>
      <p:sp>
        <p:nvSpPr>
          <p:cNvPr id="137" name="TextBox 136"/>
          <p:cNvSpPr txBox="1"/>
          <p:nvPr/>
        </p:nvSpPr>
        <p:spPr>
          <a:xfrm>
            <a:off x="957945" y="4927329"/>
            <a:ext cx="2603129" cy="510540"/>
          </a:xfrm>
          <a:prstGeom prst="rect">
            <a:avLst/>
          </a:prstGeom>
          <a:noFill/>
        </p:spPr>
        <p:txBody>
          <a:bodyPr wrap="square" lIns="109709" tIns="54855" rIns="109709" bIns="54855" rtlCol="0">
            <a:spAutoFit/>
          </a:bodyPr>
          <a:lstStyle/>
          <a:p>
            <a:pPr>
              <a:lnSpc>
                <a:spcPct val="110000"/>
              </a:lnSpc>
            </a:pPr>
            <a:r>
              <a:rPr lang="en-US" sz="1200" dirty="0">
                <a:latin typeface="微软雅黑" panose="020B0503020204020204" charset="-122"/>
                <a:cs typeface="Aparajita" panose="020B0604020202020204" pitchFamily="34" charset="0"/>
              </a:rPr>
              <a:t>请在此粘贴或者输入您的文字内容请在此粘贴或者输入您的文字内容</a:t>
            </a:r>
          </a:p>
        </p:txBody>
      </p:sp>
      <p:sp>
        <p:nvSpPr>
          <p:cNvPr id="138" name="Oval 137"/>
          <p:cNvSpPr>
            <a:spLocks noChangeAspect="1"/>
          </p:cNvSpPr>
          <p:nvPr/>
        </p:nvSpPr>
        <p:spPr bwMode="auto">
          <a:xfrm>
            <a:off x="1069241" y="4787451"/>
            <a:ext cx="156813" cy="156813"/>
          </a:xfrm>
          <a:prstGeom prst="ellipse">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defTabSz="1828165" fontAlgn="auto">
              <a:spcBef>
                <a:spcPts val="0"/>
              </a:spcBef>
              <a:spcAft>
                <a:spcPts val="0"/>
              </a:spcAft>
              <a:defRPr/>
            </a:pPr>
            <a:endParaRPr lang="en-US" sz="1800" dirty="0">
              <a:latin typeface="微软雅黑" panose="020B0503020204020204" charset="-122"/>
            </a:endParaRPr>
          </a:p>
        </p:txBody>
      </p:sp>
      <p:sp>
        <p:nvSpPr>
          <p:cNvPr id="139" name="TextBox 138"/>
          <p:cNvSpPr txBox="1"/>
          <p:nvPr/>
        </p:nvSpPr>
        <p:spPr>
          <a:xfrm>
            <a:off x="3886850" y="3141350"/>
            <a:ext cx="999490" cy="334010"/>
          </a:xfrm>
          <a:prstGeom prst="rect">
            <a:avLst/>
          </a:prstGeom>
          <a:noFill/>
        </p:spPr>
        <p:txBody>
          <a:bodyPr wrap="none" lIns="91421" tIns="45711" rIns="91421" bIns="45711" rtlCol="0">
            <a:spAutoFit/>
          </a:bodyPr>
          <a:lstStyle/>
          <a:p>
            <a:pPr algn="l"/>
            <a:r>
              <a:rPr lang="en-US" sz="1600" b="1" dirty="0">
                <a:latin typeface="微软雅黑" panose="020B0503020204020204" charset="-122"/>
              </a:rPr>
              <a:t>添加标题</a:t>
            </a:r>
          </a:p>
        </p:txBody>
      </p:sp>
      <p:sp>
        <p:nvSpPr>
          <p:cNvPr id="140" name="TextBox 139"/>
          <p:cNvSpPr txBox="1"/>
          <p:nvPr/>
        </p:nvSpPr>
        <p:spPr>
          <a:xfrm>
            <a:off x="3642745" y="3389447"/>
            <a:ext cx="2619965" cy="510540"/>
          </a:xfrm>
          <a:prstGeom prst="rect">
            <a:avLst/>
          </a:prstGeom>
          <a:noFill/>
        </p:spPr>
        <p:txBody>
          <a:bodyPr wrap="square" lIns="109709" tIns="54855" rIns="109709" bIns="54855" rtlCol="0">
            <a:spAutoFit/>
          </a:bodyPr>
          <a:lstStyle/>
          <a:p>
            <a:pPr>
              <a:lnSpc>
                <a:spcPct val="110000"/>
              </a:lnSpc>
            </a:pPr>
            <a:r>
              <a:rPr lang="en-US" sz="1200" dirty="0">
                <a:latin typeface="微软雅黑" panose="020B0503020204020204" charset="-122"/>
                <a:cs typeface="Aparajita" panose="020B0604020202020204" pitchFamily="34" charset="0"/>
              </a:rPr>
              <a:t>请在此粘贴或者输入您的文字内容请在此粘贴或者输入您的文字内容</a:t>
            </a:r>
          </a:p>
        </p:txBody>
      </p:sp>
      <p:sp>
        <p:nvSpPr>
          <p:cNvPr id="141" name="Oval 140"/>
          <p:cNvSpPr>
            <a:spLocks noChangeAspect="1"/>
          </p:cNvSpPr>
          <p:nvPr/>
        </p:nvSpPr>
        <p:spPr bwMode="auto">
          <a:xfrm>
            <a:off x="3754041" y="3249569"/>
            <a:ext cx="156813" cy="156813"/>
          </a:xfrm>
          <a:prstGeom prst="ellipse">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defTabSz="1828165" fontAlgn="auto">
              <a:spcBef>
                <a:spcPts val="0"/>
              </a:spcBef>
              <a:spcAft>
                <a:spcPts val="0"/>
              </a:spcAft>
              <a:defRPr/>
            </a:pPr>
            <a:endParaRPr lang="en-US" sz="1800" dirty="0">
              <a:latin typeface="微软雅黑" panose="020B0503020204020204" charset="-122"/>
            </a:endParaRPr>
          </a:p>
        </p:txBody>
      </p:sp>
      <p:sp>
        <p:nvSpPr>
          <p:cNvPr id="142" name="TextBox 141"/>
          <p:cNvSpPr txBox="1"/>
          <p:nvPr/>
        </p:nvSpPr>
        <p:spPr>
          <a:xfrm>
            <a:off x="1202050" y="3141350"/>
            <a:ext cx="999490" cy="334010"/>
          </a:xfrm>
          <a:prstGeom prst="rect">
            <a:avLst/>
          </a:prstGeom>
          <a:noFill/>
        </p:spPr>
        <p:txBody>
          <a:bodyPr wrap="none" lIns="91421" tIns="45711" rIns="91421" bIns="45711" rtlCol="0">
            <a:spAutoFit/>
          </a:bodyPr>
          <a:lstStyle/>
          <a:p>
            <a:pPr algn="l"/>
            <a:r>
              <a:rPr lang="en-US" sz="1600" b="1" dirty="0">
                <a:latin typeface="微软雅黑" panose="020B0503020204020204" charset="-122"/>
              </a:rPr>
              <a:t>添加标题</a:t>
            </a:r>
          </a:p>
        </p:txBody>
      </p:sp>
      <p:sp>
        <p:nvSpPr>
          <p:cNvPr id="143" name="TextBox 142"/>
          <p:cNvSpPr txBox="1"/>
          <p:nvPr/>
        </p:nvSpPr>
        <p:spPr>
          <a:xfrm>
            <a:off x="957945" y="3389447"/>
            <a:ext cx="2603129" cy="510540"/>
          </a:xfrm>
          <a:prstGeom prst="rect">
            <a:avLst/>
          </a:prstGeom>
          <a:noFill/>
        </p:spPr>
        <p:txBody>
          <a:bodyPr wrap="square" lIns="109709" tIns="54855" rIns="109709" bIns="54855" rtlCol="0">
            <a:spAutoFit/>
          </a:bodyPr>
          <a:lstStyle/>
          <a:p>
            <a:pPr>
              <a:lnSpc>
                <a:spcPct val="110000"/>
              </a:lnSpc>
            </a:pPr>
            <a:r>
              <a:rPr lang="en-US" sz="1200" dirty="0">
                <a:latin typeface="微软雅黑" panose="020B0503020204020204" charset="-122"/>
                <a:cs typeface="Aparajita" panose="020B0604020202020204" pitchFamily="34" charset="0"/>
              </a:rPr>
              <a:t>请在此粘贴或者输入您的文字内容请在此粘贴或者输入您的文字内容</a:t>
            </a:r>
          </a:p>
        </p:txBody>
      </p:sp>
      <p:sp>
        <p:nvSpPr>
          <p:cNvPr id="152" name="Oval 151"/>
          <p:cNvSpPr>
            <a:spLocks noChangeAspect="1"/>
          </p:cNvSpPr>
          <p:nvPr/>
        </p:nvSpPr>
        <p:spPr bwMode="auto">
          <a:xfrm>
            <a:off x="1069241" y="3249569"/>
            <a:ext cx="156813" cy="156813"/>
          </a:xfrm>
          <a:prstGeom prst="ellipse">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defTabSz="1828165" fontAlgn="auto">
              <a:spcBef>
                <a:spcPts val="0"/>
              </a:spcBef>
              <a:spcAft>
                <a:spcPts val="0"/>
              </a:spcAft>
              <a:defRPr/>
            </a:pPr>
            <a:endParaRPr lang="en-US" sz="1800" dirty="0">
              <a:latin typeface="微软雅黑" panose="020B0503020204020204" charset="-122"/>
            </a:endParaRPr>
          </a:p>
        </p:txBody>
      </p:sp>
      <p:sp>
        <p:nvSpPr>
          <p:cNvPr id="154" name="Line 420"/>
          <p:cNvSpPr>
            <a:spLocks noChangeShapeType="1"/>
          </p:cNvSpPr>
          <p:nvPr/>
        </p:nvSpPr>
        <p:spPr bwMode="auto">
          <a:xfrm flipH="1">
            <a:off x="6493381" y="5075147"/>
            <a:ext cx="4252824" cy="0"/>
          </a:xfrm>
          <a:prstGeom prst="line">
            <a:avLst/>
          </a:prstGeom>
          <a:noFill/>
          <a:ln w="76200" cap="flat" cmpd="sng">
            <a:solidFill>
              <a:schemeClr val="bg1">
                <a:lumMod val="85000"/>
              </a:schemeClr>
            </a:solidFill>
            <a:round/>
          </a:ln>
          <a:effectLst/>
        </p:spPr>
        <p:txBody>
          <a:bodyPr/>
          <a:lstStyle/>
          <a:p>
            <a:endParaRPr lang="en-US" sz="4800" dirty="0">
              <a:latin typeface="微软雅黑" panose="020B0503020204020204" charset="-122"/>
            </a:endParaRPr>
          </a:p>
        </p:txBody>
      </p:sp>
      <p:sp>
        <p:nvSpPr>
          <p:cNvPr id="155" name="Line 424"/>
          <p:cNvSpPr>
            <a:spLocks noChangeShapeType="1"/>
          </p:cNvSpPr>
          <p:nvPr/>
        </p:nvSpPr>
        <p:spPr bwMode="auto">
          <a:xfrm flipH="1">
            <a:off x="6493381" y="4508019"/>
            <a:ext cx="4252824" cy="0"/>
          </a:xfrm>
          <a:prstGeom prst="line">
            <a:avLst/>
          </a:prstGeom>
          <a:noFill/>
          <a:ln w="76200" cap="flat" cmpd="sng">
            <a:solidFill>
              <a:schemeClr val="bg1">
                <a:lumMod val="85000"/>
              </a:schemeClr>
            </a:solidFill>
            <a:round/>
          </a:ln>
          <a:effectLst/>
        </p:spPr>
        <p:txBody>
          <a:bodyPr/>
          <a:lstStyle/>
          <a:p>
            <a:endParaRPr lang="en-US" sz="4800" dirty="0">
              <a:latin typeface="微软雅黑" panose="020B0503020204020204" charset="-122"/>
            </a:endParaRPr>
          </a:p>
        </p:txBody>
      </p:sp>
      <p:sp>
        <p:nvSpPr>
          <p:cNvPr id="156" name="Line 428"/>
          <p:cNvSpPr>
            <a:spLocks noChangeShapeType="1"/>
          </p:cNvSpPr>
          <p:nvPr/>
        </p:nvSpPr>
        <p:spPr bwMode="auto">
          <a:xfrm flipH="1">
            <a:off x="6493381" y="3937651"/>
            <a:ext cx="4252824" cy="0"/>
          </a:xfrm>
          <a:prstGeom prst="line">
            <a:avLst/>
          </a:prstGeom>
          <a:noFill/>
          <a:ln w="76200" cap="flat" cmpd="sng">
            <a:solidFill>
              <a:schemeClr val="bg1">
                <a:lumMod val="85000"/>
              </a:schemeClr>
            </a:solidFill>
            <a:round/>
          </a:ln>
          <a:effectLst/>
        </p:spPr>
        <p:txBody>
          <a:bodyPr/>
          <a:lstStyle/>
          <a:p>
            <a:endParaRPr lang="en-US" sz="4800" dirty="0">
              <a:latin typeface="微软雅黑" panose="020B0503020204020204" charset="-122"/>
            </a:endParaRPr>
          </a:p>
        </p:txBody>
      </p:sp>
      <p:sp>
        <p:nvSpPr>
          <p:cNvPr id="157" name="Line 436"/>
          <p:cNvSpPr>
            <a:spLocks noChangeShapeType="1"/>
          </p:cNvSpPr>
          <p:nvPr/>
        </p:nvSpPr>
        <p:spPr bwMode="auto">
          <a:xfrm flipH="1">
            <a:off x="6493381" y="2798535"/>
            <a:ext cx="4252824" cy="0"/>
          </a:xfrm>
          <a:prstGeom prst="line">
            <a:avLst/>
          </a:prstGeom>
          <a:noFill/>
          <a:ln w="76200" cap="flat" cmpd="sng">
            <a:solidFill>
              <a:schemeClr val="bg1">
                <a:lumMod val="85000"/>
              </a:schemeClr>
            </a:solidFill>
            <a:round/>
          </a:ln>
          <a:effectLst/>
        </p:spPr>
        <p:txBody>
          <a:bodyPr/>
          <a:lstStyle/>
          <a:p>
            <a:endParaRPr lang="en-US" sz="4800" dirty="0">
              <a:latin typeface="微软雅黑" panose="020B0503020204020204" charset="-122"/>
            </a:endParaRPr>
          </a:p>
        </p:txBody>
      </p:sp>
      <p:sp>
        <p:nvSpPr>
          <p:cNvPr id="158" name="Line 440"/>
          <p:cNvSpPr>
            <a:spLocks noChangeShapeType="1"/>
          </p:cNvSpPr>
          <p:nvPr/>
        </p:nvSpPr>
        <p:spPr bwMode="auto">
          <a:xfrm flipH="1">
            <a:off x="6493381" y="2231408"/>
            <a:ext cx="4252824" cy="0"/>
          </a:xfrm>
          <a:prstGeom prst="line">
            <a:avLst/>
          </a:prstGeom>
          <a:noFill/>
          <a:ln w="76200" cap="flat" cmpd="sng">
            <a:solidFill>
              <a:schemeClr val="bg1">
                <a:lumMod val="85000"/>
              </a:schemeClr>
            </a:solidFill>
            <a:round/>
          </a:ln>
          <a:effectLst/>
        </p:spPr>
        <p:txBody>
          <a:bodyPr/>
          <a:lstStyle/>
          <a:p>
            <a:endParaRPr lang="en-US" sz="4800" dirty="0">
              <a:latin typeface="微软雅黑" panose="020B0503020204020204" charset="-122"/>
            </a:endParaRPr>
          </a:p>
        </p:txBody>
      </p:sp>
      <p:sp>
        <p:nvSpPr>
          <p:cNvPr id="159" name="Line 448"/>
          <p:cNvSpPr>
            <a:spLocks noChangeShapeType="1"/>
          </p:cNvSpPr>
          <p:nvPr/>
        </p:nvSpPr>
        <p:spPr bwMode="auto">
          <a:xfrm flipH="1">
            <a:off x="6493381" y="3370523"/>
            <a:ext cx="4252824" cy="0"/>
          </a:xfrm>
          <a:prstGeom prst="line">
            <a:avLst/>
          </a:prstGeom>
          <a:noFill/>
          <a:ln w="76200" cap="flat" cmpd="sng">
            <a:solidFill>
              <a:schemeClr val="bg1">
                <a:lumMod val="85000"/>
              </a:schemeClr>
            </a:solidFill>
            <a:round/>
          </a:ln>
          <a:effectLst/>
        </p:spPr>
        <p:txBody>
          <a:bodyPr/>
          <a:lstStyle/>
          <a:p>
            <a:endParaRPr lang="en-US" sz="4800" dirty="0">
              <a:latin typeface="微软雅黑" panose="020B0503020204020204" charset="-122"/>
            </a:endParaRPr>
          </a:p>
        </p:txBody>
      </p:sp>
      <p:sp>
        <p:nvSpPr>
          <p:cNvPr id="160" name="Line 421"/>
          <p:cNvSpPr>
            <a:spLocks noChangeShapeType="1"/>
          </p:cNvSpPr>
          <p:nvPr/>
        </p:nvSpPr>
        <p:spPr bwMode="auto">
          <a:xfrm flipH="1">
            <a:off x="9945797" y="5075147"/>
            <a:ext cx="800408" cy="0"/>
          </a:xfrm>
          <a:prstGeom prst="line">
            <a:avLst/>
          </a:prstGeom>
          <a:noFill/>
          <a:ln w="76200" cap="flat" cmpd="sng">
            <a:solidFill>
              <a:schemeClr val="accent1"/>
            </a:solidFill>
            <a:round/>
          </a:ln>
          <a:effectLst/>
        </p:spPr>
        <p:txBody>
          <a:bodyPr/>
          <a:lstStyle/>
          <a:p>
            <a:endParaRPr lang="en-US" sz="4800" dirty="0">
              <a:latin typeface="微软雅黑" panose="020B0503020204020204" charset="-122"/>
            </a:endParaRPr>
          </a:p>
        </p:txBody>
      </p:sp>
      <p:sp>
        <p:nvSpPr>
          <p:cNvPr id="161" name="Text Box 423"/>
          <p:cNvSpPr txBox="1">
            <a:spLocks noChangeArrowheads="1"/>
          </p:cNvSpPr>
          <p:nvPr/>
        </p:nvSpPr>
        <p:spPr bwMode="auto">
          <a:xfrm>
            <a:off x="10429624" y="4762417"/>
            <a:ext cx="314960" cy="195580"/>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pPr algn="r"/>
            <a:r>
              <a:rPr lang="en-US" sz="1200" dirty="0">
                <a:solidFill>
                  <a:schemeClr val="tx1"/>
                </a:solidFill>
                <a:latin typeface="微软雅黑" panose="020B0503020204020204" charset="-122"/>
                <a:cs typeface="Aparajita" panose="020B0604020202020204" pitchFamily="34" charset="0"/>
              </a:rPr>
              <a:t>14%</a:t>
            </a:r>
          </a:p>
        </p:txBody>
      </p:sp>
      <p:sp>
        <p:nvSpPr>
          <p:cNvPr id="162" name="Line 425"/>
          <p:cNvSpPr>
            <a:spLocks noChangeShapeType="1"/>
          </p:cNvSpPr>
          <p:nvPr/>
        </p:nvSpPr>
        <p:spPr bwMode="auto">
          <a:xfrm flipH="1">
            <a:off x="9945797" y="4508019"/>
            <a:ext cx="800408" cy="0"/>
          </a:xfrm>
          <a:prstGeom prst="line">
            <a:avLst/>
          </a:prstGeom>
          <a:noFill/>
          <a:ln w="76200" cap="flat" cmpd="sng">
            <a:solidFill>
              <a:schemeClr val="accent5"/>
            </a:solidFill>
            <a:round/>
          </a:ln>
          <a:effectLst/>
        </p:spPr>
        <p:txBody>
          <a:bodyPr/>
          <a:lstStyle/>
          <a:p>
            <a:endParaRPr lang="en-US" sz="4800" dirty="0">
              <a:latin typeface="微软雅黑" panose="020B0503020204020204" charset="-122"/>
            </a:endParaRPr>
          </a:p>
        </p:txBody>
      </p:sp>
      <p:sp>
        <p:nvSpPr>
          <p:cNvPr id="163" name="Text Box 427"/>
          <p:cNvSpPr txBox="1">
            <a:spLocks noChangeArrowheads="1"/>
          </p:cNvSpPr>
          <p:nvPr/>
        </p:nvSpPr>
        <p:spPr bwMode="auto">
          <a:xfrm>
            <a:off x="10429624" y="4192049"/>
            <a:ext cx="314960" cy="195580"/>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pPr algn="r"/>
            <a:r>
              <a:rPr lang="en-US" sz="1200" dirty="0">
                <a:solidFill>
                  <a:schemeClr val="tx1"/>
                </a:solidFill>
                <a:latin typeface="微软雅黑" panose="020B0503020204020204" charset="-122"/>
                <a:cs typeface="Aparajita" panose="020B0604020202020204" pitchFamily="34" charset="0"/>
              </a:rPr>
              <a:t>25%</a:t>
            </a:r>
          </a:p>
        </p:txBody>
      </p:sp>
      <p:sp>
        <p:nvSpPr>
          <p:cNvPr id="164" name="Line 429"/>
          <p:cNvSpPr>
            <a:spLocks noChangeShapeType="1"/>
          </p:cNvSpPr>
          <p:nvPr/>
        </p:nvSpPr>
        <p:spPr bwMode="auto">
          <a:xfrm flipH="1">
            <a:off x="7714700" y="3937651"/>
            <a:ext cx="3031505" cy="0"/>
          </a:xfrm>
          <a:prstGeom prst="line">
            <a:avLst/>
          </a:prstGeom>
          <a:noFill/>
          <a:ln w="76200" cap="flat" cmpd="sng">
            <a:solidFill>
              <a:schemeClr val="accent4"/>
            </a:solidFill>
            <a:round/>
          </a:ln>
          <a:effectLst/>
        </p:spPr>
        <p:txBody>
          <a:bodyPr/>
          <a:lstStyle/>
          <a:p>
            <a:endParaRPr lang="en-US" sz="4800" dirty="0">
              <a:latin typeface="微软雅黑" panose="020B0503020204020204" charset="-122"/>
            </a:endParaRPr>
          </a:p>
        </p:txBody>
      </p:sp>
      <p:sp>
        <p:nvSpPr>
          <p:cNvPr id="165" name="Text Box 431"/>
          <p:cNvSpPr txBox="1">
            <a:spLocks noChangeArrowheads="1"/>
          </p:cNvSpPr>
          <p:nvPr/>
        </p:nvSpPr>
        <p:spPr bwMode="auto">
          <a:xfrm>
            <a:off x="10429624" y="3624921"/>
            <a:ext cx="314960" cy="195580"/>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pPr algn="r"/>
            <a:r>
              <a:rPr lang="en-US" sz="1200" dirty="0">
                <a:solidFill>
                  <a:schemeClr val="tx1"/>
                </a:solidFill>
                <a:latin typeface="微软雅黑" panose="020B0503020204020204" charset="-122"/>
                <a:cs typeface="Aparajita" panose="020B0604020202020204" pitchFamily="34" charset="0"/>
              </a:rPr>
              <a:t>76%</a:t>
            </a:r>
          </a:p>
        </p:txBody>
      </p:sp>
      <p:sp>
        <p:nvSpPr>
          <p:cNvPr id="166" name="Line 437"/>
          <p:cNvSpPr>
            <a:spLocks noChangeShapeType="1"/>
          </p:cNvSpPr>
          <p:nvPr/>
        </p:nvSpPr>
        <p:spPr bwMode="auto">
          <a:xfrm flipH="1">
            <a:off x="8215361" y="2798535"/>
            <a:ext cx="2530845" cy="0"/>
          </a:xfrm>
          <a:prstGeom prst="line">
            <a:avLst/>
          </a:prstGeom>
          <a:noFill/>
          <a:ln w="76200" cap="flat" cmpd="sng">
            <a:solidFill>
              <a:schemeClr val="accent2"/>
            </a:solidFill>
            <a:round/>
          </a:ln>
          <a:effectLst/>
        </p:spPr>
        <p:txBody>
          <a:bodyPr/>
          <a:lstStyle/>
          <a:p>
            <a:endParaRPr lang="en-US" sz="4800" dirty="0">
              <a:latin typeface="微软雅黑" panose="020B0503020204020204" charset="-122"/>
            </a:endParaRPr>
          </a:p>
        </p:txBody>
      </p:sp>
      <p:sp>
        <p:nvSpPr>
          <p:cNvPr id="167" name="Text Box 439"/>
          <p:cNvSpPr txBox="1">
            <a:spLocks noChangeArrowheads="1"/>
          </p:cNvSpPr>
          <p:nvPr/>
        </p:nvSpPr>
        <p:spPr bwMode="auto">
          <a:xfrm>
            <a:off x="10429624" y="2487425"/>
            <a:ext cx="314960" cy="195580"/>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pPr algn="r"/>
            <a:r>
              <a:rPr lang="en-US" sz="1200" dirty="0">
                <a:solidFill>
                  <a:schemeClr val="tx1"/>
                </a:solidFill>
                <a:latin typeface="微软雅黑" panose="020B0503020204020204" charset="-122"/>
                <a:cs typeface="Aparajita" panose="020B0604020202020204" pitchFamily="34" charset="0"/>
              </a:rPr>
              <a:t>63%</a:t>
            </a:r>
          </a:p>
        </p:txBody>
      </p:sp>
      <p:sp>
        <p:nvSpPr>
          <p:cNvPr id="168" name="Line 441"/>
          <p:cNvSpPr>
            <a:spLocks noChangeShapeType="1"/>
          </p:cNvSpPr>
          <p:nvPr/>
        </p:nvSpPr>
        <p:spPr bwMode="auto">
          <a:xfrm flipH="1">
            <a:off x="7904271" y="2231408"/>
            <a:ext cx="2841935" cy="0"/>
          </a:xfrm>
          <a:prstGeom prst="line">
            <a:avLst/>
          </a:prstGeom>
          <a:noFill/>
          <a:ln w="76200" cap="flat" cmpd="sng">
            <a:solidFill>
              <a:schemeClr val="accent1"/>
            </a:solidFill>
            <a:round/>
          </a:ln>
          <a:effectLst/>
        </p:spPr>
        <p:txBody>
          <a:bodyPr/>
          <a:lstStyle/>
          <a:p>
            <a:endParaRPr lang="en-US" sz="4800" dirty="0">
              <a:latin typeface="微软雅黑" panose="020B0503020204020204" charset="-122"/>
            </a:endParaRPr>
          </a:p>
        </p:txBody>
      </p:sp>
      <p:sp>
        <p:nvSpPr>
          <p:cNvPr id="169" name="Text Box 443"/>
          <p:cNvSpPr txBox="1">
            <a:spLocks noChangeArrowheads="1"/>
          </p:cNvSpPr>
          <p:nvPr/>
        </p:nvSpPr>
        <p:spPr bwMode="auto">
          <a:xfrm>
            <a:off x="10429624" y="1920298"/>
            <a:ext cx="314960" cy="195580"/>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pPr algn="r"/>
            <a:r>
              <a:rPr lang="en-US" sz="1200" dirty="0">
                <a:solidFill>
                  <a:schemeClr val="tx1"/>
                </a:solidFill>
                <a:latin typeface="微软雅黑" panose="020B0503020204020204" charset="-122"/>
                <a:cs typeface="Aparajita" panose="020B0604020202020204" pitchFamily="34" charset="0"/>
              </a:rPr>
              <a:t>72%</a:t>
            </a:r>
          </a:p>
        </p:txBody>
      </p:sp>
      <p:sp>
        <p:nvSpPr>
          <p:cNvPr id="170" name="Line 449"/>
          <p:cNvSpPr>
            <a:spLocks noChangeShapeType="1"/>
          </p:cNvSpPr>
          <p:nvPr/>
        </p:nvSpPr>
        <p:spPr bwMode="auto">
          <a:xfrm flipH="1">
            <a:off x="8434095" y="3370523"/>
            <a:ext cx="2312110" cy="0"/>
          </a:xfrm>
          <a:prstGeom prst="line">
            <a:avLst/>
          </a:prstGeom>
          <a:noFill/>
          <a:ln w="76200" cap="flat" cmpd="sng">
            <a:solidFill>
              <a:schemeClr val="accent3"/>
            </a:solidFill>
            <a:round/>
          </a:ln>
          <a:effectLst/>
        </p:spPr>
        <p:txBody>
          <a:bodyPr/>
          <a:lstStyle/>
          <a:p>
            <a:endParaRPr lang="en-US" sz="4800" dirty="0">
              <a:latin typeface="微软雅黑" panose="020B0503020204020204" charset="-122"/>
            </a:endParaRPr>
          </a:p>
        </p:txBody>
      </p:sp>
      <p:sp>
        <p:nvSpPr>
          <p:cNvPr id="171" name="Text Box 451"/>
          <p:cNvSpPr txBox="1">
            <a:spLocks noChangeArrowheads="1"/>
          </p:cNvSpPr>
          <p:nvPr/>
        </p:nvSpPr>
        <p:spPr bwMode="auto">
          <a:xfrm>
            <a:off x="10429624" y="3057794"/>
            <a:ext cx="314960" cy="195580"/>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pPr algn="r"/>
            <a:r>
              <a:rPr lang="en-US" sz="1200" dirty="0">
                <a:solidFill>
                  <a:schemeClr val="tx1"/>
                </a:solidFill>
                <a:latin typeface="微软雅黑" panose="020B0503020204020204" charset="-122"/>
                <a:cs typeface="Aparajita" panose="020B0604020202020204" pitchFamily="34" charset="0"/>
              </a:rPr>
              <a:t>56%</a:t>
            </a:r>
          </a:p>
        </p:txBody>
      </p:sp>
      <p:sp>
        <p:nvSpPr>
          <p:cNvPr id="172" name="Text Box 422"/>
          <p:cNvSpPr txBox="1">
            <a:spLocks noChangeArrowheads="1"/>
          </p:cNvSpPr>
          <p:nvPr/>
        </p:nvSpPr>
        <p:spPr bwMode="auto">
          <a:xfrm>
            <a:off x="6493381" y="4762417"/>
            <a:ext cx="76581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sz="1000" dirty="0">
                <a:solidFill>
                  <a:srgbClr val="4E4E4E"/>
                </a:solidFill>
                <a:latin typeface="微软雅黑" panose="020B0503020204020204" charset="-122"/>
                <a:cs typeface="Aparajita" panose="020B0604020202020204" pitchFamily="34" charset="0"/>
              </a:rPr>
              <a:t>OPTION #06</a:t>
            </a:r>
          </a:p>
        </p:txBody>
      </p:sp>
      <p:sp>
        <p:nvSpPr>
          <p:cNvPr id="173" name="Text Box 426"/>
          <p:cNvSpPr txBox="1">
            <a:spLocks noChangeArrowheads="1"/>
          </p:cNvSpPr>
          <p:nvPr/>
        </p:nvSpPr>
        <p:spPr bwMode="auto">
          <a:xfrm>
            <a:off x="6493381" y="4192049"/>
            <a:ext cx="76581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sz="1000" dirty="0">
                <a:solidFill>
                  <a:srgbClr val="4E4E4E"/>
                </a:solidFill>
                <a:latin typeface="微软雅黑" panose="020B0503020204020204" charset="-122"/>
                <a:cs typeface="Aparajita" panose="020B0604020202020204" pitchFamily="34" charset="0"/>
              </a:rPr>
              <a:t>OPTION #05</a:t>
            </a:r>
          </a:p>
        </p:txBody>
      </p:sp>
      <p:sp>
        <p:nvSpPr>
          <p:cNvPr id="174" name="Text Box 430"/>
          <p:cNvSpPr txBox="1">
            <a:spLocks noChangeArrowheads="1"/>
          </p:cNvSpPr>
          <p:nvPr/>
        </p:nvSpPr>
        <p:spPr bwMode="auto">
          <a:xfrm>
            <a:off x="6493381" y="3624921"/>
            <a:ext cx="76581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sz="1000" dirty="0">
                <a:solidFill>
                  <a:srgbClr val="4E4E4E"/>
                </a:solidFill>
                <a:latin typeface="微软雅黑" panose="020B0503020204020204" charset="-122"/>
                <a:cs typeface="Aparajita" panose="020B0604020202020204" pitchFamily="34" charset="0"/>
              </a:rPr>
              <a:t>OPTION #04</a:t>
            </a:r>
          </a:p>
        </p:txBody>
      </p:sp>
      <p:sp>
        <p:nvSpPr>
          <p:cNvPr id="175" name="Text Box 438"/>
          <p:cNvSpPr txBox="1">
            <a:spLocks noChangeArrowheads="1"/>
          </p:cNvSpPr>
          <p:nvPr/>
        </p:nvSpPr>
        <p:spPr bwMode="auto">
          <a:xfrm>
            <a:off x="6493381" y="2487425"/>
            <a:ext cx="76581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sz="1000" dirty="0">
                <a:solidFill>
                  <a:srgbClr val="4E4E4E"/>
                </a:solidFill>
                <a:latin typeface="微软雅黑" panose="020B0503020204020204" charset="-122"/>
                <a:cs typeface="Aparajita" panose="020B0604020202020204" pitchFamily="34" charset="0"/>
              </a:rPr>
              <a:t>OPTION #02</a:t>
            </a:r>
          </a:p>
        </p:txBody>
      </p:sp>
      <p:sp>
        <p:nvSpPr>
          <p:cNvPr id="176" name="Text Box 442"/>
          <p:cNvSpPr txBox="1">
            <a:spLocks noChangeArrowheads="1"/>
          </p:cNvSpPr>
          <p:nvPr/>
        </p:nvSpPr>
        <p:spPr bwMode="auto">
          <a:xfrm>
            <a:off x="6493381" y="1920298"/>
            <a:ext cx="76581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sz="1000" dirty="0">
                <a:solidFill>
                  <a:srgbClr val="4E4E4E"/>
                </a:solidFill>
                <a:latin typeface="微软雅黑" panose="020B0503020204020204" charset="-122"/>
                <a:cs typeface="Aparajita" panose="020B0604020202020204" pitchFamily="34" charset="0"/>
              </a:rPr>
              <a:t>OPTION #01</a:t>
            </a:r>
          </a:p>
        </p:txBody>
      </p:sp>
      <p:sp>
        <p:nvSpPr>
          <p:cNvPr id="177" name="Text Box 450"/>
          <p:cNvSpPr txBox="1">
            <a:spLocks noChangeArrowheads="1"/>
          </p:cNvSpPr>
          <p:nvPr/>
        </p:nvSpPr>
        <p:spPr bwMode="auto">
          <a:xfrm>
            <a:off x="6493381" y="3057794"/>
            <a:ext cx="76581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sz="1000" dirty="0">
                <a:solidFill>
                  <a:srgbClr val="4E4E4E"/>
                </a:solidFill>
                <a:latin typeface="微软雅黑" panose="020B0503020204020204" charset="-122"/>
                <a:cs typeface="Aparajita" panose="020B0604020202020204" pitchFamily="34" charset="0"/>
              </a:rPr>
              <a:t>OPTION #03</a:t>
            </a:r>
          </a:p>
        </p:txBody>
      </p:sp>
    </p:spTree>
  </p:cSld>
  <p:clrMapOvr>
    <a:masterClrMapping/>
  </p:clrMapOvr>
  <p:transition advTm="2714">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par>
                                <p:cTn id="12" presetID="2" presetClass="entr" presetSubtype="8" fill="hold" nodeType="withEffect">
                                  <p:stCondLst>
                                    <p:cond delay="25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0-#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par>
                          <p:cTn id="20" fill="hold">
                            <p:stCondLst>
                              <p:cond delay="850"/>
                            </p:stCondLst>
                            <p:childTnLst>
                              <p:par>
                                <p:cTn id="21" presetID="2" presetClass="entr" presetSubtype="8" fill="hold" grpId="0" nodeType="afterEffect">
                                  <p:stCondLst>
                                    <p:cond delay="0"/>
                                  </p:stCondLst>
                                  <p:childTnLst>
                                    <p:set>
                                      <p:cBhvr>
                                        <p:cTn id="22" dur="1" fill="hold">
                                          <p:stCondLst>
                                            <p:cond delay="0"/>
                                          </p:stCondLst>
                                        </p:cTn>
                                        <p:tgtEl>
                                          <p:spTgt spid="125"/>
                                        </p:tgtEl>
                                        <p:attrNameLst>
                                          <p:attrName>style.visibility</p:attrName>
                                        </p:attrNameLst>
                                      </p:cBhvr>
                                      <p:to>
                                        <p:strVal val="visible"/>
                                      </p:to>
                                    </p:set>
                                    <p:anim calcmode="lin" valueType="num">
                                      <p:cBhvr additive="base">
                                        <p:cTn id="23" dur="500" fill="hold"/>
                                        <p:tgtEl>
                                          <p:spTgt spid="125"/>
                                        </p:tgtEl>
                                        <p:attrNameLst>
                                          <p:attrName>ppt_x</p:attrName>
                                        </p:attrNameLst>
                                      </p:cBhvr>
                                      <p:tavLst>
                                        <p:tav tm="0">
                                          <p:val>
                                            <p:strVal val="0-#ppt_w/2"/>
                                          </p:val>
                                        </p:tav>
                                        <p:tav tm="100000">
                                          <p:val>
                                            <p:strVal val="#ppt_x"/>
                                          </p:val>
                                        </p:tav>
                                      </p:tavLst>
                                    </p:anim>
                                    <p:anim calcmode="lin" valueType="num">
                                      <p:cBhvr additive="base">
                                        <p:cTn id="24" dur="500" fill="hold"/>
                                        <p:tgtEl>
                                          <p:spTgt spid="125"/>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26"/>
                                        </p:tgtEl>
                                        <p:attrNameLst>
                                          <p:attrName>style.visibility</p:attrName>
                                        </p:attrNameLst>
                                      </p:cBhvr>
                                      <p:to>
                                        <p:strVal val="visible"/>
                                      </p:to>
                                    </p:set>
                                    <p:anim calcmode="lin" valueType="num">
                                      <p:cBhvr additive="base">
                                        <p:cTn id="27" dur="500" fill="hold"/>
                                        <p:tgtEl>
                                          <p:spTgt spid="126"/>
                                        </p:tgtEl>
                                        <p:attrNameLst>
                                          <p:attrName>ppt_x</p:attrName>
                                        </p:attrNameLst>
                                      </p:cBhvr>
                                      <p:tavLst>
                                        <p:tav tm="0">
                                          <p:val>
                                            <p:strVal val="0-#ppt_w/2"/>
                                          </p:val>
                                        </p:tav>
                                        <p:tav tm="100000">
                                          <p:val>
                                            <p:strVal val="#ppt_x"/>
                                          </p:val>
                                        </p:tav>
                                      </p:tavLst>
                                    </p:anim>
                                    <p:anim calcmode="lin" valueType="num">
                                      <p:cBhvr additive="base">
                                        <p:cTn id="28" dur="500" fill="hold"/>
                                        <p:tgtEl>
                                          <p:spTgt spid="126"/>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27"/>
                                        </p:tgtEl>
                                        <p:attrNameLst>
                                          <p:attrName>style.visibility</p:attrName>
                                        </p:attrNameLst>
                                      </p:cBhvr>
                                      <p:to>
                                        <p:strVal val="visible"/>
                                      </p:to>
                                    </p:set>
                                    <p:anim calcmode="lin" valueType="num">
                                      <p:cBhvr additive="base">
                                        <p:cTn id="31" dur="500" fill="hold"/>
                                        <p:tgtEl>
                                          <p:spTgt spid="127"/>
                                        </p:tgtEl>
                                        <p:attrNameLst>
                                          <p:attrName>ppt_x</p:attrName>
                                        </p:attrNameLst>
                                      </p:cBhvr>
                                      <p:tavLst>
                                        <p:tav tm="0">
                                          <p:val>
                                            <p:strVal val="0-#ppt_w/2"/>
                                          </p:val>
                                        </p:tav>
                                        <p:tav tm="100000">
                                          <p:val>
                                            <p:strVal val="#ppt_x"/>
                                          </p:val>
                                        </p:tav>
                                      </p:tavLst>
                                    </p:anim>
                                    <p:anim calcmode="lin" valueType="num">
                                      <p:cBhvr additive="base">
                                        <p:cTn id="32" dur="500" fill="hold"/>
                                        <p:tgtEl>
                                          <p:spTgt spid="127"/>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128"/>
                                        </p:tgtEl>
                                        <p:attrNameLst>
                                          <p:attrName>style.visibility</p:attrName>
                                        </p:attrNameLst>
                                      </p:cBhvr>
                                      <p:to>
                                        <p:strVal val="visible"/>
                                      </p:to>
                                    </p:set>
                                    <p:anim calcmode="lin" valueType="num">
                                      <p:cBhvr additive="base">
                                        <p:cTn id="35" dur="500" fill="hold"/>
                                        <p:tgtEl>
                                          <p:spTgt spid="128"/>
                                        </p:tgtEl>
                                        <p:attrNameLst>
                                          <p:attrName>ppt_x</p:attrName>
                                        </p:attrNameLst>
                                      </p:cBhvr>
                                      <p:tavLst>
                                        <p:tav tm="0">
                                          <p:val>
                                            <p:strVal val="0-#ppt_w/2"/>
                                          </p:val>
                                        </p:tav>
                                        <p:tav tm="100000">
                                          <p:val>
                                            <p:strVal val="#ppt_x"/>
                                          </p:val>
                                        </p:tav>
                                      </p:tavLst>
                                    </p:anim>
                                    <p:anim calcmode="lin" valueType="num">
                                      <p:cBhvr additive="base">
                                        <p:cTn id="36" dur="500" fill="hold"/>
                                        <p:tgtEl>
                                          <p:spTgt spid="128"/>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129"/>
                                        </p:tgtEl>
                                        <p:attrNameLst>
                                          <p:attrName>style.visibility</p:attrName>
                                        </p:attrNameLst>
                                      </p:cBhvr>
                                      <p:to>
                                        <p:strVal val="visible"/>
                                      </p:to>
                                    </p:set>
                                    <p:anim calcmode="lin" valueType="num">
                                      <p:cBhvr additive="base">
                                        <p:cTn id="39" dur="500" fill="hold"/>
                                        <p:tgtEl>
                                          <p:spTgt spid="129"/>
                                        </p:tgtEl>
                                        <p:attrNameLst>
                                          <p:attrName>ppt_x</p:attrName>
                                        </p:attrNameLst>
                                      </p:cBhvr>
                                      <p:tavLst>
                                        <p:tav tm="0">
                                          <p:val>
                                            <p:strVal val="0-#ppt_w/2"/>
                                          </p:val>
                                        </p:tav>
                                        <p:tav tm="100000">
                                          <p:val>
                                            <p:strVal val="#ppt_x"/>
                                          </p:val>
                                        </p:tav>
                                      </p:tavLst>
                                    </p:anim>
                                    <p:anim calcmode="lin" valueType="num">
                                      <p:cBhvr additive="base">
                                        <p:cTn id="40" dur="500" fill="hold"/>
                                        <p:tgtEl>
                                          <p:spTgt spid="129"/>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130"/>
                                        </p:tgtEl>
                                        <p:attrNameLst>
                                          <p:attrName>style.visibility</p:attrName>
                                        </p:attrNameLst>
                                      </p:cBhvr>
                                      <p:to>
                                        <p:strVal val="visible"/>
                                      </p:to>
                                    </p:set>
                                    <p:anim calcmode="lin" valueType="num">
                                      <p:cBhvr additive="base">
                                        <p:cTn id="43" dur="500" fill="hold"/>
                                        <p:tgtEl>
                                          <p:spTgt spid="130"/>
                                        </p:tgtEl>
                                        <p:attrNameLst>
                                          <p:attrName>ppt_x</p:attrName>
                                        </p:attrNameLst>
                                      </p:cBhvr>
                                      <p:tavLst>
                                        <p:tav tm="0">
                                          <p:val>
                                            <p:strVal val="0-#ppt_w/2"/>
                                          </p:val>
                                        </p:tav>
                                        <p:tav tm="100000">
                                          <p:val>
                                            <p:strVal val="#ppt_x"/>
                                          </p:val>
                                        </p:tav>
                                      </p:tavLst>
                                    </p:anim>
                                    <p:anim calcmode="lin" valueType="num">
                                      <p:cBhvr additive="base">
                                        <p:cTn id="44" dur="500" fill="hold"/>
                                        <p:tgtEl>
                                          <p:spTgt spid="130"/>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131"/>
                                        </p:tgtEl>
                                        <p:attrNameLst>
                                          <p:attrName>style.visibility</p:attrName>
                                        </p:attrNameLst>
                                      </p:cBhvr>
                                      <p:to>
                                        <p:strVal val="visible"/>
                                      </p:to>
                                    </p:set>
                                    <p:anim calcmode="lin" valueType="num">
                                      <p:cBhvr additive="base">
                                        <p:cTn id="47" dur="500" fill="hold"/>
                                        <p:tgtEl>
                                          <p:spTgt spid="131"/>
                                        </p:tgtEl>
                                        <p:attrNameLst>
                                          <p:attrName>ppt_x</p:attrName>
                                        </p:attrNameLst>
                                      </p:cBhvr>
                                      <p:tavLst>
                                        <p:tav tm="0">
                                          <p:val>
                                            <p:strVal val="0-#ppt_w/2"/>
                                          </p:val>
                                        </p:tav>
                                        <p:tav tm="100000">
                                          <p:val>
                                            <p:strVal val="#ppt_x"/>
                                          </p:val>
                                        </p:tav>
                                      </p:tavLst>
                                    </p:anim>
                                    <p:anim calcmode="lin" valueType="num">
                                      <p:cBhvr additive="base">
                                        <p:cTn id="48" dur="500" fill="hold"/>
                                        <p:tgtEl>
                                          <p:spTgt spid="131"/>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0"/>
                                  </p:stCondLst>
                                  <p:childTnLst>
                                    <p:set>
                                      <p:cBhvr>
                                        <p:cTn id="50" dur="1" fill="hold">
                                          <p:stCondLst>
                                            <p:cond delay="0"/>
                                          </p:stCondLst>
                                        </p:cTn>
                                        <p:tgtEl>
                                          <p:spTgt spid="132"/>
                                        </p:tgtEl>
                                        <p:attrNameLst>
                                          <p:attrName>style.visibility</p:attrName>
                                        </p:attrNameLst>
                                      </p:cBhvr>
                                      <p:to>
                                        <p:strVal val="visible"/>
                                      </p:to>
                                    </p:set>
                                    <p:anim calcmode="lin" valueType="num">
                                      <p:cBhvr additive="base">
                                        <p:cTn id="51" dur="500" fill="hold"/>
                                        <p:tgtEl>
                                          <p:spTgt spid="132"/>
                                        </p:tgtEl>
                                        <p:attrNameLst>
                                          <p:attrName>ppt_x</p:attrName>
                                        </p:attrNameLst>
                                      </p:cBhvr>
                                      <p:tavLst>
                                        <p:tav tm="0">
                                          <p:val>
                                            <p:strVal val="0-#ppt_w/2"/>
                                          </p:val>
                                        </p:tav>
                                        <p:tav tm="100000">
                                          <p:val>
                                            <p:strVal val="#ppt_x"/>
                                          </p:val>
                                        </p:tav>
                                      </p:tavLst>
                                    </p:anim>
                                    <p:anim calcmode="lin" valueType="num">
                                      <p:cBhvr additive="base">
                                        <p:cTn id="52" dur="500" fill="hold"/>
                                        <p:tgtEl>
                                          <p:spTgt spid="132"/>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0"/>
                                  </p:stCondLst>
                                  <p:childTnLst>
                                    <p:set>
                                      <p:cBhvr>
                                        <p:cTn id="54" dur="1" fill="hold">
                                          <p:stCondLst>
                                            <p:cond delay="0"/>
                                          </p:stCondLst>
                                        </p:cTn>
                                        <p:tgtEl>
                                          <p:spTgt spid="133"/>
                                        </p:tgtEl>
                                        <p:attrNameLst>
                                          <p:attrName>style.visibility</p:attrName>
                                        </p:attrNameLst>
                                      </p:cBhvr>
                                      <p:to>
                                        <p:strVal val="visible"/>
                                      </p:to>
                                    </p:set>
                                    <p:anim calcmode="lin" valueType="num">
                                      <p:cBhvr additive="base">
                                        <p:cTn id="55" dur="500" fill="hold"/>
                                        <p:tgtEl>
                                          <p:spTgt spid="133"/>
                                        </p:tgtEl>
                                        <p:attrNameLst>
                                          <p:attrName>ppt_x</p:attrName>
                                        </p:attrNameLst>
                                      </p:cBhvr>
                                      <p:tavLst>
                                        <p:tav tm="0">
                                          <p:val>
                                            <p:strVal val="0-#ppt_w/2"/>
                                          </p:val>
                                        </p:tav>
                                        <p:tav tm="100000">
                                          <p:val>
                                            <p:strVal val="#ppt_x"/>
                                          </p:val>
                                        </p:tav>
                                      </p:tavLst>
                                    </p:anim>
                                    <p:anim calcmode="lin" valueType="num">
                                      <p:cBhvr additive="base">
                                        <p:cTn id="56" dur="500" fill="hold"/>
                                        <p:tgtEl>
                                          <p:spTgt spid="133"/>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0"/>
                                  </p:stCondLst>
                                  <p:childTnLst>
                                    <p:set>
                                      <p:cBhvr>
                                        <p:cTn id="58" dur="1" fill="hold">
                                          <p:stCondLst>
                                            <p:cond delay="0"/>
                                          </p:stCondLst>
                                        </p:cTn>
                                        <p:tgtEl>
                                          <p:spTgt spid="134"/>
                                        </p:tgtEl>
                                        <p:attrNameLst>
                                          <p:attrName>style.visibility</p:attrName>
                                        </p:attrNameLst>
                                      </p:cBhvr>
                                      <p:to>
                                        <p:strVal val="visible"/>
                                      </p:to>
                                    </p:set>
                                    <p:anim calcmode="lin" valueType="num">
                                      <p:cBhvr additive="base">
                                        <p:cTn id="59" dur="500" fill="hold"/>
                                        <p:tgtEl>
                                          <p:spTgt spid="134"/>
                                        </p:tgtEl>
                                        <p:attrNameLst>
                                          <p:attrName>ppt_x</p:attrName>
                                        </p:attrNameLst>
                                      </p:cBhvr>
                                      <p:tavLst>
                                        <p:tav tm="0">
                                          <p:val>
                                            <p:strVal val="0-#ppt_w/2"/>
                                          </p:val>
                                        </p:tav>
                                        <p:tav tm="100000">
                                          <p:val>
                                            <p:strVal val="#ppt_x"/>
                                          </p:val>
                                        </p:tav>
                                      </p:tavLst>
                                    </p:anim>
                                    <p:anim calcmode="lin" valueType="num">
                                      <p:cBhvr additive="base">
                                        <p:cTn id="60" dur="500" fill="hold"/>
                                        <p:tgtEl>
                                          <p:spTgt spid="134"/>
                                        </p:tgtEl>
                                        <p:attrNameLst>
                                          <p:attrName>ppt_y</p:attrName>
                                        </p:attrNameLst>
                                      </p:cBhvr>
                                      <p:tavLst>
                                        <p:tav tm="0">
                                          <p:val>
                                            <p:strVal val="#ppt_y"/>
                                          </p:val>
                                        </p:tav>
                                        <p:tav tm="100000">
                                          <p:val>
                                            <p:strVal val="#ppt_y"/>
                                          </p:val>
                                        </p:tav>
                                      </p:tavLst>
                                    </p:anim>
                                  </p:childTnLst>
                                </p:cTn>
                              </p:par>
                              <p:par>
                                <p:cTn id="61" presetID="2" presetClass="entr" presetSubtype="8" fill="hold" grpId="0" nodeType="withEffect">
                                  <p:stCondLst>
                                    <p:cond delay="0"/>
                                  </p:stCondLst>
                                  <p:childTnLst>
                                    <p:set>
                                      <p:cBhvr>
                                        <p:cTn id="62" dur="1" fill="hold">
                                          <p:stCondLst>
                                            <p:cond delay="0"/>
                                          </p:stCondLst>
                                        </p:cTn>
                                        <p:tgtEl>
                                          <p:spTgt spid="135"/>
                                        </p:tgtEl>
                                        <p:attrNameLst>
                                          <p:attrName>style.visibility</p:attrName>
                                        </p:attrNameLst>
                                      </p:cBhvr>
                                      <p:to>
                                        <p:strVal val="visible"/>
                                      </p:to>
                                    </p:set>
                                    <p:anim calcmode="lin" valueType="num">
                                      <p:cBhvr additive="base">
                                        <p:cTn id="63" dur="500" fill="hold"/>
                                        <p:tgtEl>
                                          <p:spTgt spid="135"/>
                                        </p:tgtEl>
                                        <p:attrNameLst>
                                          <p:attrName>ppt_x</p:attrName>
                                        </p:attrNameLst>
                                      </p:cBhvr>
                                      <p:tavLst>
                                        <p:tav tm="0">
                                          <p:val>
                                            <p:strVal val="0-#ppt_w/2"/>
                                          </p:val>
                                        </p:tav>
                                        <p:tav tm="100000">
                                          <p:val>
                                            <p:strVal val="#ppt_x"/>
                                          </p:val>
                                        </p:tav>
                                      </p:tavLst>
                                    </p:anim>
                                    <p:anim calcmode="lin" valueType="num">
                                      <p:cBhvr additive="base">
                                        <p:cTn id="64" dur="500" fill="hold"/>
                                        <p:tgtEl>
                                          <p:spTgt spid="135"/>
                                        </p:tgtEl>
                                        <p:attrNameLst>
                                          <p:attrName>ppt_y</p:attrName>
                                        </p:attrNameLst>
                                      </p:cBhvr>
                                      <p:tavLst>
                                        <p:tav tm="0">
                                          <p:val>
                                            <p:strVal val="#ppt_y"/>
                                          </p:val>
                                        </p:tav>
                                        <p:tav tm="100000">
                                          <p:val>
                                            <p:strVal val="#ppt_y"/>
                                          </p:val>
                                        </p:tav>
                                      </p:tavLst>
                                    </p:anim>
                                  </p:childTnLst>
                                </p:cTn>
                              </p:par>
                              <p:par>
                                <p:cTn id="65" presetID="2" presetClass="entr" presetSubtype="8" fill="hold" grpId="0" nodeType="withEffect">
                                  <p:stCondLst>
                                    <p:cond delay="0"/>
                                  </p:stCondLst>
                                  <p:childTnLst>
                                    <p:set>
                                      <p:cBhvr>
                                        <p:cTn id="66" dur="1" fill="hold">
                                          <p:stCondLst>
                                            <p:cond delay="0"/>
                                          </p:stCondLst>
                                        </p:cTn>
                                        <p:tgtEl>
                                          <p:spTgt spid="136"/>
                                        </p:tgtEl>
                                        <p:attrNameLst>
                                          <p:attrName>style.visibility</p:attrName>
                                        </p:attrNameLst>
                                      </p:cBhvr>
                                      <p:to>
                                        <p:strVal val="visible"/>
                                      </p:to>
                                    </p:set>
                                    <p:anim calcmode="lin" valueType="num">
                                      <p:cBhvr additive="base">
                                        <p:cTn id="67" dur="500" fill="hold"/>
                                        <p:tgtEl>
                                          <p:spTgt spid="136"/>
                                        </p:tgtEl>
                                        <p:attrNameLst>
                                          <p:attrName>ppt_x</p:attrName>
                                        </p:attrNameLst>
                                      </p:cBhvr>
                                      <p:tavLst>
                                        <p:tav tm="0">
                                          <p:val>
                                            <p:strVal val="0-#ppt_w/2"/>
                                          </p:val>
                                        </p:tav>
                                        <p:tav tm="100000">
                                          <p:val>
                                            <p:strVal val="#ppt_x"/>
                                          </p:val>
                                        </p:tav>
                                      </p:tavLst>
                                    </p:anim>
                                    <p:anim calcmode="lin" valueType="num">
                                      <p:cBhvr additive="base">
                                        <p:cTn id="68" dur="500" fill="hold"/>
                                        <p:tgtEl>
                                          <p:spTgt spid="136"/>
                                        </p:tgtEl>
                                        <p:attrNameLst>
                                          <p:attrName>ppt_y</p:attrName>
                                        </p:attrNameLst>
                                      </p:cBhvr>
                                      <p:tavLst>
                                        <p:tav tm="0">
                                          <p:val>
                                            <p:strVal val="#ppt_y"/>
                                          </p:val>
                                        </p:tav>
                                        <p:tav tm="100000">
                                          <p:val>
                                            <p:strVal val="#ppt_y"/>
                                          </p:val>
                                        </p:tav>
                                      </p:tavLst>
                                    </p:anim>
                                  </p:childTnLst>
                                </p:cTn>
                              </p:par>
                              <p:par>
                                <p:cTn id="69" presetID="2" presetClass="entr" presetSubtype="8" fill="hold" grpId="0" nodeType="withEffect">
                                  <p:stCondLst>
                                    <p:cond delay="0"/>
                                  </p:stCondLst>
                                  <p:childTnLst>
                                    <p:set>
                                      <p:cBhvr>
                                        <p:cTn id="70" dur="1" fill="hold">
                                          <p:stCondLst>
                                            <p:cond delay="0"/>
                                          </p:stCondLst>
                                        </p:cTn>
                                        <p:tgtEl>
                                          <p:spTgt spid="137"/>
                                        </p:tgtEl>
                                        <p:attrNameLst>
                                          <p:attrName>style.visibility</p:attrName>
                                        </p:attrNameLst>
                                      </p:cBhvr>
                                      <p:to>
                                        <p:strVal val="visible"/>
                                      </p:to>
                                    </p:set>
                                    <p:anim calcmode="lin" valueType="num">
                                      <p:cBhvr additive="base">
                                        <p:cTn id="71" dur="500" fill="hold"/>
                                        <p:tgtEl>
                                          <p:spTgt spid="137"/>
                                        </p:tgtEl>
                                        <p:attrNameLst>
                                          <p:attrName>ppt_x</p:attrName>
                                        </p:attrNameLst>
                                      </p:cBhvr>
                                      <p:tavLst>
                                        <p:tav tm="0">
                                          <p:val>
                                            <p:strVal val="0-#ppt_w/2"/>
                                          </p:val>
                                        </p:tav>
                                        <p:tav tm="100000">
                                          <p:val>
                                            <p:strVal val="#ppt_x"/>
                                          </p:val>
                                        </p:tav>
                                      </p:tavLst>
                                    </p:anim>
                                    <p:anim calcmode="lin" valueType="num">
                                      <p:cBhvr additive="base">
                                        <p:cTn id="72" dur="500" fill="hold"/>
                                        <p:tgtEl>
                                          <p:spTgt spid="137"/>
                                        </p:tgtEl>
                                        <p:attrNameLst>
                                          <p:attrName>ppt_y</p:attrName>
                                        </p:attrNameLst>
                                      </p:cBhvr>
                                      <p:tavLst>
                                        <p:tav tm="0">
                                          <p:val>
                                            <p:strVal val="#ppt_y"/>
                                          </p:val>
                                        </p:tav>
                                        <p:tav tm="100000">
                                          <p:val>
                                            <p:strVal val="#ppt_y"/>
                                          </p:val>
                                        </p:tav>
                                      </p:tavLst>
                                    </p:anim>
                                  </p:childTnLst>
                                </p:cTn>
                              </p:par>
                              <p:par>
                                <p:cTn id="73" presetID="2" presetClass="entr" presetSubtype="8" fill="hold" grpId="0" nodeType="withEffect">
                                  <p:stCondLst>
                                    <p:cond delay="0"/>
                                  </p:stCondLst>
                                  <p:childTnLst>
                                    <p:set>
                                      <p:cBhvr>
                                        <p:cTn id="74" dur="1" fill="hold">
                                          <p:stCondLst>
                                            <p:cond delay="0"/>
                                          </p:stCondLst>
                                        </p:cTn>
                                        <p:tgtEl>
                                          <p:spTgt spid="138"/>
                                        </p:tgtEl>
                                        <p:attrNameLst>
                                          <p:attrName>style.visibility</p:attrName>
                                        </p:attrNameLst>
                                      </p:cBhvr>
                                      <p:to>
                                        <p:strVal val="visible"/>
                                      </p:to>
                                    </p:set>
                                    <p:anim calcmode="lin" valueType="num">
                                      <p:cBhvr additive="base">
                                        <p:cTn id="75" dur="500" fill="hold"/>
                                        <p:tgtEl>
                                          <p:spTgt spid="138"/>
                                        </p:tgtEl>
                                        <p:attrNameLst>
                                          <p:attrName>ppt_x</p:attrName>
                                        </p:attrNameLst>
                                      </p:cBhvr>
                                      <p:tavLst>
                                        <p:tav tm="0">
                                          <p:val>
                                            <p:strVal val="0-#ppt_w/2"/>
                                          </p:val>
                                        </p:tav>
                                        <p:tav tm="100000">
                                          <p:val>
                                            <p:strVal val="#ppt_x"/>
                                          </p:val>
                                        </p:tav>
                                      </p:tavLst>
                                    </p:anim>
                                    <p:anim calcmode="lin" valueType="num">
                                      <p:cBhvr additive="base">
                                        <p:cTn id="76" dur="500" fill="hold"/>
                                        <p:tgtEl>
                                          <p:spTgt spid="138"/>
                                        </p:tgtEl>
                                        <p:attrNameLst>
                                          <p:attrName>ppt_y</p:attrName>
                                        </p:attrNameLst>
                                      </p:cBhvr>
                                      <p:tavLst>
                                        <p:tav tm="0">
                                          <p:val>
                                            <p:strVal val="#ppt_y"/>
                                          </p:val>
                                        </p:tav>
                                        <p:tav tm="100000">
                                          <p:val>
                                            <p:strVal val="#ppt_y"/>
                                          </p:val>
                                        </p:tav>
                                      </p:tavLst>
                                    </p:anim>
                                  </p:childTnLst>
                                </p:cTn>
                              </p:par>
                              <p:par>
                                <p:cTn id="77" presetID="2" presetClass="entr" presetSubtype="8" fill="hold" grpId="0" nodeType="withEffect">
                                  <p:stCondLst>
                                    <p:cond delay="0"/>
                                  </p:stCondLst>
                                  <p:childTnLst>
                                    <p:set>
                                      <p:cBhvr>
                                        <p:cTn id="78" dur="1" fill="hold">
                                          <p:stCondLst>
                                            <p:cond delay="0"/>
                                          </p:stCondLst>
                                        </p:cTn>
                                        <p:tgtEl>
                                          <p:spTgt spid="139"/>
                                        </p:tgtEl>
                                        <p:attrNameLst>
                                          <p:attrName>style.visibility</p:attrName>
                                        </p:attrNameLst>
                                      </p:cBhvr>
                                      <p:to>
                                        <p:strVal val="visible"/>
                                      </p:to>
                                    </p:set>
                                    <p:anim calcmode="lin" valueType="num">
                                      <p:cBhvr additive="base">
                                        <p:cTn id="79" dur="500" fill="hold"/>
                                        <p:tgtEl>
                                          <p:spTgt spid="139"/>
                                        </p:tgtEl>
                                        <p:attrNameLst>
                                          <p:attrName>ppt_x</p:attrName>
                                        </p:attrNameLst>
                                      </p:cBhvr>
                                      <p:tavLst>
                                        <p:tav tm="0">
                                          <p:val>
                                            <p:strVal val="0-#ppt_w/2"/>
                                          </p:val>
                                        </p:tav>
                                        <p:tav tm="100000">
                                          <p:val>
                                            <p:strVal val="#ppt_x"/>
                                          </p:val>
                                        </p:tav>
                                      </p:tavLst>
                                    </p:anim>
                                    <p:anim calcmode="lin" valueType="num">
                                      <p:cBhvr additive="base">
                                        <p:cTn id="80" dur="500" fill="hold"/>
                                        <p:tgtEl>
                                          <p:spTgt spid="139"/>
                                        </p:tgtEl>
                                        <p:attrNameLst>
                                          <p:attrName>ppt_y</p:attrName>
                                        </p:attrNameLst>
                                      </p:cBhvr>
                                      <p:tavLst>
                                        <p:tav tm="0">
                                          <p:val>
                                            <p:strVal val="#ppt_y"/>
                                          </p:val>
                                        </p:tav>
                                        <p:tav tm="100000">
                                          <p:val>
                                            <p:strVal val="#ppt_y"/>
                                          </p:val>
                                        </p:tav>
                                      </p:tavLst>
                                    </p:anim>
                                  </p:childTnLst>
                                </p:cTn>
                              </p:par>
                              <p:par>
                                <p:cTn id="81" presetID="2" presetClass="entr" presetSubtype="8" fill="hold" grpId="0" nodeType="withEffect">
                                  <p:stCondLst>
                                    <p:cond delay="0"/>
                                  </p:stCondLst>
                                  <p:childTnLst>
                                    <p:set>
                                      <p:cBhvr>
                                        <p:cTn id="82" dur="1" fill="hold">
                                          <p:stCondLst>
                                            <p:cond delay="0"/>
                                          </p:stCondLst>
                                        </p:cTn>
                                        <p:tgtEl>
                                          <p:spTgt spid="140"/>
                                        </p:tgtEl>
                                        <p:attrNameLst>
                                          <p:attrName>style.visibility</p:attrName>
                                        </p:attrNameLst>
                                      </p:cBhvr>
                                      <p:to>
                                        <p:strVal val="visible"/>
                                      </p:to>
                                    </p:set>
                                    <p:anim calcmode="lin" valueType="num">
                                      <p:cBhvr additive="base">
                                        <p:cTn id="83" dur="500" fill="hold"/>
                                        <p:tgtEl>
                                          <p:spTgt spid="140"/>
                                        </p:tgtEl>
                                        <p:attrNameLst>
                                          <p:attrName>ppt_x</p:attrName>
                                        </p:attrNameLst>
                                      </p:cBhvr>
                                      <p:tavLst>
                                        <p:tav tm="0">
                                          <p:val>
                                            <p:strVal val="0-#ppt_w/2"/>
                                          </p:val>
                                        </p:tav>
                                        <p:tav tm="100000">
                                          <p:val>
                                            <p:strVal val="#ppt_x"/>
                                          </p:val>
                                        </p:tav>
                                      </p:tavLst>
                                    </p:anim>
                                    <p:anim calcmode="lin" valueType="num">
                                      <p:cBhvr additive="base">
                                        <p:cTn id="84" dur="500" fill="hold"/>
                                        <p:tgtEl>
                                          <p:spTgt spid="140"/>
                                        </p:tgtEl>
                                        <p:attrNameLst>
                                          <p:attrName>ppt_y</p:attrName>
                                        </p:attrNameLst>
                                      </p:cBhvr>
                                      <p:tavLst>
                                        <p:tav tm="0">
                                          <p:val>
                                            <p:strVal val="#ppt_y"/>
                                          </p:val>
                                        </p:tav>
                                        <p:tav tm="100000">
                                          <p:val>
                                            <p:strVal val="#ppt_y"/>
                                          </p:val>
                                        </p:tav>
                                      </p:tavLst>
                                    </p:anim>
                                  </p:childTnLst>
                                </p:cTn>
                              </p:par>
                              <p:par>
                                <p:cTn id="85" presetID="2" presetClass="entr" presetSubtype="8" fill="hold" grpId="0" nodeType="withEffect">
                                  <p:stCondLst>
                                    <p:cond delay="0"/>
                                  </p:stCondLst>
                                  <p:childTnLst>
                                    <p:set>
                                      <p:cBhvr>
                                        <p:cTn id="86" dur="1" fill="hold">
                                          <p:stCondLst>
                                            <p:cond delay="0"/>
                                          </p:stCondLst>
                                        </p:cTn>
                                        <p:tgtEl>
                                          <p:spTgt spid="141"/>
                                        </p:tgtEl>
                                        <p:attrNameLst>
                                          <p:attrName>style.visibility</p:attrName>
                                        </p:attrNameLst>
                                      </p:cBhvr>
                                      <p:to>
                                        <p:strVal val="visible"/>
                                      </p:to>
                                    </p:set>
                                    <p:anim calcmode="lin" valueType="num">
                                      <p:cBhvr additive="base">
                                        <p:cTn id="87" dur="500" fill="hold"/>
                                        <p:tgtEl>
                                          <p:spTgt spid="141"/>
                                        </p:tgtEl>
                                        <p:attrNameLst>
                                          <p:attrName>ppt_x</p:attrName>
                                        </p:attrNameLst>
                                      </p:cBhvr>
                                      <p:tavLst>
                                        <p:tav tm="0">
                                          <p:val>
                                            <p:strVal val="0-#ppt_w/2"/>
                                          </p:val>
                                        </p:tav>
                                        <p:tav tm="100000">
                                          <p:val>
                                            <p:strVal val="#ppt_x"/>
                                          </p:val>
                                        </p:tav>
                                      </p:tavLst>
                                    </p:anim>
                                    <p:anim calcmode="lin" valueType="num">
                                      <p:cBhvr additive="base">
                                        <p:cTn id="88" dur="500" fill="hold"/>
                                        <p:tgtEl>
                                          <p:spTgt spid="141"/>
                                        </p:tgtEl>
                                        <p:attrNameLst>
                                          <p:attrName>ppt_y</p:attrName>
                                        </p:attrNameLst>
                                      </p:cBhvr>
                                      <p:tavLst>
                                        <p:tav tm="0">
                                          <p:val>
                                            <p:strVal val="#ppt_y"/>
                                          </p:val>
                                        </p:tav>
                                        <p:tav tm="100000">
                                          <p:val>
                                            <p:strVal val="#ppt_y"/>
                                          </p:val>
                                        </p:tav>
                                      </p:tavLst>
                                    </p:anim>
                                  </p:childTnLst>
                                </p:cTn>
                              </p:par>
                              <p:par>
                                <p:cTn id="89" presetID="2" presetClass="entr" presetSubtype="8" fill="hold" grpId="0" nodeType="withEffect">
                                  <p:stCondLst>
                                    <p:cond delay="0"/>
                                  </p:stCondLst>
                                  <p:childTnLst>
                                    <p:set>
                                      <p:cBhvr>
                                        <p:cTn id="90" dur="1" fill="hold">
                                          <p:stCondLst>
                                            <p:cond delay="0"/>
                                          </p:stCondLst>
                                        </p:cTn>
                                        <p:tgtEl>
                                          <p:spTgt spid="142"/>
                                        </p:tgtEl>
                                        <p:attrNameLst>
                                          <p:attrName>style.visibility</p:attrName>
                                        </p:attrNameLst>
                                      </p:cBhvr>
                                      <p:to>
                                        <p:strVal val="visible"/>
                                      </p:to>
                                    </p:set>
                                    <p:anim calcmode="lin" valueType="num">
                                      <p:cBhvr additive="base">
                                        <p:cTn id="91" dur="500" fill="hold"/>
                                        <p:tgtEl>
                                          <p:spTgt spid="142"/>
                                        </p:tgtEl>
                                        <p:attrNameLst>
                                          <p:attrName>ppt_x</p:attrName>
                                        </p:attrNameLst>
                                      </p:cBhvr>
                                      <p:tavLst>
                                        <p:tav tm="0">
                                          <p:val>
                                            <p:strVal val="0-#ppt_w/2"/>
                                          </p:val>
                                        </p:tav>
                                        <p:tav tm="100000">
                                          <p:val>
                                            <p:strVal val="#ppt_x"/>
                                          </p:val>
                                        </p:tav>
                                      </p:tavLst>
                                    </p:anim>
                                    <p:anim calcmode="lin" valueType="num">
                                      <p:cBhvr additive="base">
                                        <p:cTn id="92" dur="500" fill="hold"/>
                                        <p:tgtEl>
                                          <p:spTgt spid="142"/>
                                        </p:tgtEl>
                                        <p:attrNameLst>
                                          <p:attrName>ppt_y</p:attrName>
                                        </p:attrNameLst>
                                      </p:cBhvr>
                                      <p:tavLst>
                                        <p:tav tm="0">
                                          <p:val>
                                            <p:strVal val="#ppt_y"/>
                                          </p:val>
                                        </p:tav>
                                        <p:tav tm="100000">
                                          <p:val>
                                            <p:strVal val="#ppt_y"/>
                                          </p:val>
                                        </p:tav>
                                      </p:tavLst>
                                    </p:anim>
                                  </p:childTnLst>
                                </p:cTn>
                              </p:par>
                              <p:par>
                                <p:cTn id="93" presetID="2" presetClass="entr" presetSubtype="8" fill="hold" grpId="0" nodeType="withEffect">
                                  <p:stCondLst>
                                    <p:cond delay="0"/>
                                  </p:stCondLst>
                                  <p:childTnLst>
                                    <p:set>
                                      <p:cBhvr>
                                        <p:cTn id="94" dur="1" fill="hold">
                                          <p:stCondLst>
                                            <p:cond delay="0"/>
                                          </p:stCondLst>
                                        </p:cTn>
                                        <p:tgtEl>
                                          <p:spTgt spid="143"/>
                                        </p:tgtEl>
                                        <p:attrNameLst>
                                          <p:attrName>style.visibility</p:attrName>
                                        </p:attrNameLst>
                                      </p:cBhvr>
                                      <p:to>
                                        <p:strVal val="visible"/>
                                      </p:to>
                                    </p:set>
                                    <p:anim calcmode="lin" valueType="num">
                                      <p:cBhvr additive="base">
                                        <p:cTn id="95" dur="500" fill="hold"/>
                                        <p:tgtEl>
                                          <p:spTgt spid="143"/>
                                        </p:tgtEl>
                                        <p:attrNameLst>
                                          <p:attrName>ppt_x</p:attrName>
                                        </p:attrNameLst>
                                      </p:cBhvr>
                                      <p:tavLst>
                                        <p:tav tm="0">
                                          <p:val>
                                            <p:strVal val="0-#ppt_w/2"/>
                                          </p:val>
                                        </p:tav>
                                        <p:tav tm="100000">
                                          <p:val>
                                            <p:strVal val="#ppt_x"/>
                                          </p:val>
                                        </p:tav>
                                      </p:tavLst>
                                    </p:anim>
                                    <p:anim calcmode="lin" valueType="num">
                                      <p:cBhvr additive="base">
                                        <p:cTn id="96" dur="500" fill="hold"/>
                                        <p:tgtEl>
                                          <p:spTgt spid="143"/>
                                        </p:tgtEl>
                                        <p:attrNameLst>
                                          <p:attrName>ppt_y</p:attrName>
                                        </p:attrNameLst>
                                      </p:cBhvr>
                                      <p:tavLst>
                                        <p:tav tm="0">
                                          <p:val>
                                            <p:strVal val="#ppt_y"/>
                                          </p:val>
                                        </p:tav>
                                        <p:tav tm="100000">
                                          <p:val>
                                            <p:strVal val="#ppt_y"/>
                                          </p:val>
                                        </p:tav>
                                      </p:tavLst>
                                    </p:anim>
                                  </p:childTnLst>
                                </p:cTn>
                              </p:par>
                              <p:par>
                                <p:cTn id="97" presetID="2" presetClass="entr" presetSubtype="8" fill="hold" grpId="0" nodeType="withEffect">
                                  <p:stCondLst>
                                    <p:cond delay="0"/>
                                  </p:stCondLst>
                                  <p:childTnLst>
                                    <p:set>
                                      <p:cBhvr>
                                        <p:cTn id="98" dur="1" fill="hold">
                                          <p:stCondLst>
                                            <p:cond delay="0"/>
                                          </p:stCondLst>
                                        </p:cTn>
                                        <p:tgtEl>
                                          <p:spTgt spid="152"/>
                                        </p:tgtEl>
                                        <p:attrNameLst>
                                          <p:attrName>style.visibility</p:attrName>
                                        </p:attrNameLst>
                                      </p:cBhvr>
                                      <p:to>
                                        <p:strVal val="visible"/>
                                      </p:to>
                                    </p:set>
                                    <p:anim calcmode="lin" valueType="num">
                                      <p:cBhvr additive="base">
                                        <p:cTn id="99" dur="500" fill="hold"/>
                                        <p:tgtEl>
                                          <p:spTgt spid="152"/>
                                        </p:tgtEl>
                                        <p:attrNameLst>
                                          <p:attrName>ppt_x</p:attrName>
                                        </p:attrNameLst>
                                      </p:cBhvr>
                                      <p:tavLst>
                                        <p:tav tm="0">
                                          <p:val>
                                            <p:strVal val="0-#ppt_w/2"/>
                                          </p:val>
                                        </p:tav>
                                        <p:tav tm="100000">
                                          <p:val>
                                            <p:strVal val="#ppt_x"/>
                                          </p:val>
                                        </p:tav>
                                      </p:tavLst>
                                    </p:anim>
                                    <p:anim calcmode="lin" valueType="num">
                                      <p:cBhvr additive="base">
                                        <p:cTn id="100" dur="500" fill="hold"/>
                                        <p:tgtEl>
                                          <p:spTgt spid="152"/>
                                        </p:tgtEl>
                                        <p:attrNameLst>
                                          <p:attrName>ppt_y</p:attrName>
                                        </p:attrNameLst>
                                      </p:cBhvr>
                                      <p:tavLst>
                                        <p:tav tm="0">
                                          <p:val>
                                            <p:strVal val="#ppt_y"/>
                                          </p:val>
                                        </p:tav>
                                        <p:tav tm="100000">
                                          <p:val>
                                            <p:strVal val="#ppt_y"/>
                                          </p:val>
                                        </p:tav>
                                      </p:tavLst>
                                    </p:anim>
                                  </p:childTnLst>
                                </p:cTn>
                              </p:par>
                            </p:childTnLst>
                          </p:cTn>
                        </p:par>
                        <p:par>
                          <p:cTn id="101" fill="hold">
                            <p:stCondLst>
                              <p:cond delay="1350"/>
                            </p:stCondLst>
                            <p:childTnLst>
                              <p:par>
                                <p:cTn id="102" presetID="53" presetClass="entr" presetSubtype="16" fill="hold" nodeType="afterEffect">
                                  <p:stCondLst>
                                    <p:cond delay="0"/>
                                  </p:stCondLst>
                                  <p:childTnLst>
                                    <p:set>
                                      <p:cBhvr>
                                        <p:cTn id="103" dur="1" fill="hold">
                                          <p:stCondLst>
                                            <p:cond delay="0"/>
                                          </p:stCondLst>
                                        </p:cTn>
                                        <p:tgtEl>
                                          <p:spTgt spid="154"/>
                                        </p:tgtEl>
                                        <p:attrNameLst>
                                          <p:attrName>style.visibility</p:attrName>
                                        </p:attrNameLst>
                                      </p:cBhvr>
                                      <p:to>
                                        <p:strVal val="visible"/>
                                      </p:to>
                                    </p:set>
                                    <p:anim calcmode="lin" valueType="num">
                                      <p:cBhvr>
                                        <p:cTn id="104" dur="500" fill="hold"/>
                                        <p:tgtEl>
                                          <p:spTgt spid="154"/>
                                        </p:tgtEl>
                                        <p:attrNameLst>
                                          <p:attrName>ppt_w</p:attrName>
                                        </p:attrNameLst>
                                      </p:cBhvr>
                                      <p:tavLst>
                                        <p:tav tm="0">
                                          <p:val>
                                            <p:fltVal val="0"/>
                                          </p:val>
                                        </p:tav>
                                        <p:tav tm="100000">
                                          <p:val>
                                            <p:strVal val="#ppt_w"/>
                                          </p:val>
                                        </p:tav>
                                      </p:tavLst>
                                    </p:anim>
                                    <p:anim calcmode="lin" valueType="num">
                                      <p:cBhvr>
                                        <p:cTn id="105" dur="500" fill="hold"/>
                                        <p:tgtEl>
                                          <p:spTgt spid="154"/>
                                        </p:tgtEl>
                                        <p:attrNameLst>
                                          <p:attrName>ppt_h</p:attrName>
                                        </p:attrNameLst>
                                      </p:cBhvr>
                                      <p:tavLst>
                                        <p:tav tm="0">
                                          <p:val>
                                            <p:fltVal val="0"/>
                                          </p:val>
                                        </p:tav>
                                        <p:tav tm="100000">
                                          <p:val>
                                            <p:strVal val="#ppt_h"/>
                                          </p:val>
                                        </p:tav>
                                      </p:tavLst>
                                    </p:anim>
                                    <p:animEffect transition="in" filter="fade">
                                      <p:cBhvr>
                                        <p:cTn id="106" dur="500"/>
                                        <p:tgtEl>
                                          <p:spTgt spid="154"/>
                                        </p:tgtEl>
                                      </p:cBhvr>
                                    </p:animEffect>
                                  </p:childTnLst>
                                </p:cTn>
                              </p:par>
                              <p:par>
                                <p:cTn id="107" presetID="53" presetClass="entr" presetSubtype="16" fill="hold" nodeType="withEffect">
                                  <p:stCondLst>
                                    <p:cond delay="0"/>
                                  </p:stCondLst>
                                  <p:childTnLst>
                                    <p:set>
                                      <p:cBhvr>
                                        <p:cTn id="108" dur="1" fill="hold">
                                          <p:stCondLst>
                                            <p:cond delay="0"/>
                                          </p:stCondLst>
                                        </p:cTn>
                                        <p:tgtEl>
                                          <p:spTgt spid="155"/>
                                        </p:tgtEl>
                                        <p:attrNameLst>
                                          <p:attrName>style.visibility</p:attrName>
                                        </p:attrNameLst>
                                      </p:cBhvr>
                                      <p:to>
                                        <p:strVal val="visible"/>
                                      </p:to>
                                    </p:set>
                                    <p:anim calcmode="lin" valueType="num">
                                      <p:cBhvr>
                                        <p:cTn id="109" dur="500" fill="hold"/>
                                        <p:tgtEl>
                                          <p:spTgt spid="155"/>
                                        </p:tgtEl>
                                        <p:attrNameLst>
                                          <p:attrName>ppt_w</p:attrName>
                                        </p:attrNameLst>
                                      </p:cBhvr>
                                      <p:tavLst>
                                        <p:tav tm="0">
                                          <p:val>
                                            <p:fltVal val="0"/>
                                          </p:val>
                                        </p:tav>
                                        <p:tav tm="100000">
                                          <p:val>
                                            <p:strVal val="#ppt_w"/>
                                          </p:val>
                                        </p:tav>
                                      </p:tavLst>
                                    </p:anim>
                                    <p:anim calcmode="lin" valueType="num">
                                      <p:cBhvr>
                                        <p:cTn id="110" dur="500" fill="hold"/>
                                        <p:tgtEl>
                                          <p:spTgt spid="155"/>
                                        </p:tgtEl>
                                        <p:attrNameLst>
                                          <p:attrName>ppt_h</p:attrName>
                                        </p:attrNameLst>
                                      </p:cBhvr>
                                      <p:tavLst>
                                        <p:tav tm="0">
                                          <p:val>
                                            <p:fltVal val="0"/>
                                          </p:val>
                                        </p:tav>
                                        <p:tav tm="100000">
                                          <p:val>
                                            <p:strVal val="#ppt_h"/>
                                          </p:val>
                                        </p:tav>
                                      </p:tavLst>
                                    </p:anim>
                                    <p:animEffect transition="in" filter="fade">
                                      <p:cBhvr>
                                        <p:cTn id="111" dur="500"/>
                                        <p:tgtEl>
                                          <p:spTgt spid="155"/>
                                        </p:tgtEl>
                                      </p:cBhvr>
                                    </p:animEffect>
                                  </p:childTnLst>
                                </p:cTn>
                              </p:par>
                              <p:par>
                                <p:cTn id="112" presetID="53" presetClass="entr" presetSubtype="16" fill="hold" nodeType="withEffect">
                                  <p:stCondLst>
                                    <p:cond delay="0"/>
                                  </p:stCondLst>
                                  <p:childTnLst>
                                    <p:set>
                                      <p:cBhvr>
                                        <p:cTn id="113" dur="1" fill="hold">
                                          <p:stCondLst>
                                            <p:cond delay="0"/>
                                          </p:stCondLst>
                                        </p:cTn>
                                        <p:tgtEl>
                                          <p:spTgt spid="156"/>
                                        </p:tgtEl>
                                        <p:attrNameLst>
                                          <p:attrName>style.visibility</p:attrName>
                                        </p:attrNameLst>
                                      </p:cBhvr>
                                      <p:to>
                                        <p:strVal val="visible"/>
                                      </p:to>
                                    </p:set>
                                    <p:anim calcmode="lin" valueType="num">
                                      <p:cBhvr>
                                        <p:cTn id="114" dur="500" fill="hold"/>
                                        <p:tgtEl>
                                          <p:spTgt spid="156"/>
                                        </p:tgtEl>
                                        <p:attrNameLst>
                                          <p:attrName>ppt_w</p:attrName>
                                        </p:attrNameLst>
                                      </p:cBhvr>
                                      <p:tavLst>
                                        <p:tav tm="0">
                                          <p:val>
                                            <p:fltVal val="0"/>
                                          </p:val>
                                        </p:tav>
                                        <p:tav tm="100000">
                                          <p:val>
                                            <p:strVal val="#ppt_w"/>
                                          </p:val>
                                        </p:tav>
                                      </p:tavLst>
                                    </p:anim>
                                    <p:anim calcmode="lin" valueType="num">
                                      <p:cBhvr>
                                        <p:cTn id="115" dur="500" fill="hold"/>
                                        <p:tgtEl>
                                          <p:spTgt spid="156"/>
                                        </p:tgtEl>
                                        <p:attrNameLst>
                                          <p:attrName>ppt_h</p:attrName>
                                        </p:attrNameLst>
                                      </p:cBhvr>
                                      <p:tavLst>
                                        <p:tav tm="0">
                                          <p:val>
                                            <p:fltVal val="0"/>
                                          </p:val>
                                        </p:tav>
                                        <p:tav tm="100000">
                                          <p:val>
                                            <p:strVal val="#ppt_h"/>
                                          </p:val>
                                        </p:tav>
                                      </p:tavLst>
                                    </p:anim>
                                    <p:animEffect transition="in" filter="fade">
                                      <p:cBhvr>
                                        <p:cTn id="116" dur="500"/>
                                        <p:tgtEl>
                                          <p:spTgt spid="156"/>
                                        </p:tgtEl>
                                      </p:cBhvr>
                                    </p:animEffect>
                                  </p:childTnLst>
                                </p:cTn>
                              </p:par>
                              <p:par>
                                <p:cTn id="117" presetID="53" presetClass="entr" presetSubtype="16" fill="hold" nodeType="withEffect">
                                  <p:stCondLst>
                                    <p:cond delay="0"/>
                                  </p:stCondLst>
                                  <p:childTnLst>
                                    <p:set>
                                      <p:cBhvr>
                                        <p:cTn id="118" dur="1" fill="hold">
                                          <p:stCondLst>
                                            <p:cond delay="0"/>
                                          </p:stCondLst>
                                        </p:cTn>
                                        <p:tgtEl>
                                          <p:spTgt spid="157"/>
                                        </p:tgtEl>
                                        <p:attrNameLst>
                                          <p:attrName>style.visibility</p:attrName>
                                        </p:attrNameLst>
                                      </p:cBhvr>
                                      <p:to>
                                        <p:strVal val="visible"/>
                                      </p:to>
                                    </p:set>
                                    <p:anim calcmode="lin" valueType="num">
                                      <p:cBhvr>
                                        <p:cTn id="119" dur="500" fill="hold"/>
                                        <p:tgtEl>
                                          <p:spTgt spid="157"/>
                                        </p:tgtEl>
                                        <p:attrNameLst>
                                          <p:attrName>ppt_w</p:attrName>
                                        </p:attrNameLst>
                                      </p:cBhvr>
                                      <p:tavLst>
                                        <p:tav tm="0">
                                          <p:val>
                                            <p:fltVal val="0"/>
                                          </p:val>
                                        </p:tav>
                                        <p:tav tm="100000">
                                          <p:val>
                                            <p:strVal val="#ppt_w"/>
                                          </p:val>
                                        </p:tav>
                                      </p:tavLst>
                                    </p:anim>
                                    <p:anim calcmode="lin" valueType="num">
                                      <p:cBhvr>
                                        <p:cTn id="120" dur="500" fill="hold"/>
                                        <p:tgtEl>
                                          <p:spTgt spid="157"/>
                                        </p:tgtEl>
                                        <p:attrNameLst>
                                          <p:attrName>ppt_h</p:attrName>
                                        </p:attrNameLst>
                                      </p:cBhvr>
                                      <p:tavLst>
                                        <p:tav tm="0">
                                          <p:val>
                                            <p:fltVal val="0"/>
                                          </p:val>
                                        </p:tav>
                                        <p:tav tm="100000">
                                          <p:val>
                                            <p:strVal val="#ppt_h"/>
                                          </p:val>
                                        </p:tav>
                                      </p:tavLst>
                                    </p:anim>
                                    <p:animEffect transition="in" filter="fade">
                                      <p:cBhvr>
                                        <p:cTn id="121" dur="500"/>
                                        <p:tgtEl>
                                          <p:spTgt spid="157"/>
                                        </p:tgtEl>
                                      </p:cBhvr>
                                    </p:animEffect>
                                  </p:childTnLst>
                                </p:cTn>
                              </p:par>
                              <p:par>
                                <p:cTn id="122" presetID="53" presetClass="entr" presetSubtype="16" fill="hold" nodeType="withEffect">
                                  <p:stCondLst>
                                    <p:cond delay="0"/>
                                  </p:stCondLst>
                                  <p:childTnLst>
                                    <p:set>
                                      <p:cBhvr>
                                        <p:cTn id="123" dur="1" fill="hold">
                                          <p:stCondLst>
                                            <p:cond delay="0"/>
                                          </p:stCondLst>
                                        </p:cTn>
                                        <p:tgtEl>
                                          <p:spTgt spid="158"/>
                                        </p:tgtEl>
                                        <p:attrNameLst>
                                          <p:attrName>style.visibility</p:attrName>
                                        </p:attrNameLst>
                                      </p:cBhvr>
                                      <p:to>
                                        <p:strVal val="visible"/>
                                      </p:to>
                                    </p:set>
                                    <p:anim calcmode="lin" valueType="num">
                                      <p:cBhvr>
                                        <p:cTn id="124" dur="500" fill="hold"/>
                                        <p:tgtEl>
                                          <p:spTgt spid="158"/>
                                        </p:tgtEl>
                                        <p:attrNameLst>
                                          <p:attrName>ppt_w</p:attrName>
                                        </p:attrNameLst>
                                      </p:cBhvr>
                                      <p:tavLst>
                                        <p:tav tm="0">
                                          <p:val>
                                            <p:fltVal val="0"/>
                                          </p:val>
                                        </p:tav>
                                        <p:tav tm="100000">
                                          <p:val>
                                            <p:strVal val="#ppt_w"/>
                                          </p:val>
                                        </p:tav>
                                      </p:tavLst>
                                    </p:anim>
                                    <p:anim calcmode="lin" valueType="num">
                                      <p:cBhvr>
                                        <p:cTn id="125" dur="500" fill="hold"/>
                                        <p:tgtEl>
                                          <p:spTgt spid="158"/>
                                        </p:tgtEl>
                                        <p:attrNameLst>
                                          <p:attrName>ppt_h</p:attrName>
                                        </p:attrNameLst>
                                      </p:cBhvr>
                                      <p:tavLst>
                                        <p:tav tm="0">
                                          <p:val>
                                            <p:fltVal val="0"/>
                                          </p:val>
                                        </p:tav>
                                        <p:tav tm="100000">
                                          <p:val>
                                            <p:strVal val="#ppt_h"/>
                                          </p:val>
                                        </p:tav>
                                      </p:tavLst>
                                    </p:anim>
                                    <p:animEffect transition="in" filter="fade">
                                      <p:cBhvr>
                                        <p:cTn id="126" dur="500"/>
                                        <p:tgtEl>
                                          <p:spTgt spid="158"/>
                                        </p:tgtEl>
                                      </p:cBhvr>
                                    </p:animEffect>
                                  </p:childTnLst>
                                </p:cTn>
                              </p:par>
                              <p:par>
                                <p:cTn id="127" presetID="53" presetClass="entr" presetSubtype="16" fill="hold" nodeType="withEffect">
                                  <p:stCondLst>
                                    <p:cond delay="0"/>
                                  </p:stCondLst>
                                  <p:childTnLst>
                                    <p:set>
                                      <p:cBhvr>
                                        <p:cTn id="128" dur="1" fill="hold">
                                          <p:stCondLst>
                                            <p:cond delay="0"/>
                                          </p:stCondLst>
                                        </p:cTn>
                                        <p:tgtEl>
                                          <p:spTgt spid="159"/>
                                        </p:tgtEl>
                                        <p:attrNameLst>
                                          <p:attrName>style.visibility</p:attrName>
                                        </p:attrNameLst>
                                      </p:cBhvr>
                                      <p:to>
                                        <p:strVal val="visible"/>
                                      </p:to>
                                    </p:set>
                                    <p:anim calcmode="lin" valueType="num">
                                      <p:cBhvr>
                                        <p:cTn id="129" dur="500" fill="hold"/>
                                        <p:tgtEl>
                                          <p:spTgt spid="159"/>
                                        </p:tgtEl>
                                        <p:attrNameLst>
                                          <p:attrName>ppt_w</p:attrName>
                                        </p:attrNameLst>
                                      </p:cBhvr>
                                      <p:tavLst>
                                        <p:tav tm="0">
                                          <p:val>
                                            <p:fltVal val="0"/>
                                          </p:val>
                                        </p:tav>
                                        <p:tav tm="100000">
                                          <p:val>
                                            <p:strVal val="#ppt_w"/>
                                          </p:val>
                                        </p:tav>
                                      </p:tavLst>
                                    </p:anim>
                                    <p:anim calcmode="lin" valueType="num">
                                      <p:cBhvr>
                                        <p:cTn id="130" dur="500" fill="hold"/>
                                        <p:tgtEl>
                                          <p:spTgt spid="159"/>
                                        </p:tgtEl>
                                        <p:attrNameLst>
                                          <p:attrName>ppt_h</p:attrName>
                                        </p:attrNameLst>
                                      </p:cBhvr>
                                      <p:tavLst>
                                        <p:tav tm="0">
                                          <p:val>
                                            <p:fltVal val="0"/>
                                          </p:val>
                                        </p:tav>
                                        <p:tav tm="100000">
                                          <p:val>
                                            <p:strVal val="#ppt_h"/>
                                          </p:val>
                                        </p:tav>
                                      </p:tavLst>
                                    </p:anim>
                                    <p:animEffect transition="in" filter="fade">
                                      <p:cBhvr>
                                        <p:cTn id="131" dur="500"/>
                                        <p:tgtEl>
                                          <p:spTgt spid="159"/>
                                        </p:tgtEl>
                                      </p:cBhvr>
                                    </p:animEffect>
                                  </p:childTnLst>
                                </p:cTn>
                              </p:par>
                              <p:par>
                                <p:cTn id="132" presetID="53" presetClass="entr" presetSubtype="16" fill="hold" nodeType="withEffect">
                                  <p:stCondLst>
                                    <p:cond delay="0"/>
                                  </p:stCondLst>
                                  <p:childTnLst>
                                    <p:set>
                                      <p:cBhvr>
                                        <p:cTn id="133" dur="1" fill="hold">
                                          <p:stCondLst>
                                            <p:cond delay="0"/>
                                          </p:stCondLst>
                                        </p:cTn>
                                        <p:tgtEl>
                                          <p:spTgt spid="160"/>
                                        </p:tgtEl>
                                        <p:attrNameLst>
                                          <p:attrName>style.visibility</p:attrName>
                                        </p:attrNameLst>
                                      </p:cBhvr>
                                      <p:to>
                                        <p:strVal val="visible"/>
                                      </p:to>
                                    </p:set>
                                    <p:anim calcmode="lin" valueType="num">
                                      <p:cBhvr>
                                        <p:cTn id="134" dur="500" fill="hold"/>
                                        <p:tgtEl>
                                          <p:spTgt spid="160"/>
                                        </p:tgtEl>
                                        <p:attrNameLst>
                                          <p:attrName>ppt_w</p:attrName>
                                        </p:attrNameLst>
                                      </p:cBhvr>
                                      <p:tavLst>
                                        <p:tav tm="0">
                                          <p:val>
                                            <p:fltVal val="0"/>
                                          </p:val>
                                        </p:tav>
                                        <p:tav tm="100000">
                                          <p:val>
                                            <p:strVal val="#ppt_w"/>
                                          </p:val>
                                        </p:tav>
                                      </p:tavLst>
                                    </p:anim>
                                    <p:anim calcmode="lin" valueType="num">
                                      <p:cBhvr>
                                        <p:cTn id="135" dur="500" fill="hold"/>
                                        <p:tgtEl>
                                          <p:spTgt spid="160"/>
                                        </p:tgtEl>
                                        <p:attrNameLst>
                                          <p:attrName>ppt_h</p:attrName>
                                        </p:attrNameLst>
                                      </p:cBhvr>
                                      <p:tavLst>
                                        <p:tav tm="0">
                                          <p:val>
                                            <p:fltVal val="0"/>
                                          </p:val>
                                        </p:tav>
                                        <p:tav tm="100000">
                                          <p:val>
                                            <p:strVal val="#ppt_h"/>
                                          </p:val>
                                        </p:tav>
                                      </p:tavLst>
                                    </p:anim>
                                    <p:animEffect transition="in" filter="fade">
                                      <p:cBhvr>
                                        <p:cTn id="136" dur="500"/>
                                        <p:tgtEl>
                                          <p:spTgt spid="160"/>
                                        </p:tgtEl>
                                      </p:cBhvr>
                                    </p:animEffect>
                                  </p:childTnLst>
                                </p:cTn>
                              </p:par>
                              <p:par>
                                <p:cTn id="137" presetID="53" presetClass="entr" presetSubtype="16" fill="hold" grpId="0" nodeType="withEffect">
                                  <p:stCondLst>
                                    <p:cond delay="0"/>
                                  </p:stCondLst>
                                  <p:childTnLst>
                                    <p:set>
                                      <p:cBhvr>
                                        <p:cTn id="138" dur="1" fill="hold">
                                          <p:stCondLst>
                                            <p:cond delay="0"/>
                                          </p:stCondLst>
                                        </p:cTn>
                                        <p:tgtEl>
                                          <p:spTgt spid="161"/>
                                        </p:tgtEl>
                                        <p:attrNameLst>
                                          <p:attrName>style.visibility</p:attrName>
                                        </p:attrNameLst>
                                      </p:cBhvr>
                                      <p:to>
                                        <p:strVal val="visible"/>
                                      </p:to>
                                    </p:set>
                                    <p:anim calcmode="lin" valueType="num">
                                      <p:cBhvr>
                                        <p:cTn id="139" dur="500" fill="hold"/>
                                        <p:tgtEl>
                                          <p:spTgt spid="161"/>
                                        </p:tgtEl>
                                        <p:attrNameLst>
                                          <p:attrName>ppt_w</p:attrName>
                                        </p:attrNameLst>
                                      </p:cBhvr>
                                      <p:tavLst>
                                        <p:tav tm="0">
                                          <p:val>
                                            <p:fltVal val="0"/>
                                          </p:val>
                                        </p:tav>
                                        <p:tav tm="100000">
                                          <p:val>
                                            <p:strVal val="#ppt_w"/>
                                          </p:val>
                                        </p:tav>
                                      </p:tavLst>
                                    </p:anim>
                                    <p:anim calcmode="lin" valueType="num">
                                      <p:cBhvr>
                                        <p:cTn id="140" dur="500" fill="hold"/>
                                        <p:tgtEl>
                                          <p:spTgt spid="161"/>
                                        </p:tgtEl>
                                        <p:attrNameLst>
                                          <p:attrName>ppt_h</p:attrName>
                                        </p:attrNameLst>
                                      </p:cBhvr>
                                      <p:tavLst>
                                        <p:tav tm="0">
                                          <p:val>
                                            <p:fltVal val="0"/>
                                          </p:val>
                                        </p:tav>
                                        <p:tav tm="100000">
                                          <p:val>
                                            <p:strVal val="#ppt_h"/>
                                          </p:val>
                                        </p:tav>
                                      </p:tavLst>
                                    </p:anim>
                                    <p:animEffect transition="in" filter="fade">
                                      <p:cBhvr>
                                        <p:cTn id="141" dur="500"/>
                                        <p:tgtEl>
                                          <p:spTgt spid="161"/>
                                        </p:tgtEl>
                                      </p:cBhvr>
                                    </p:animEffect>
                                  </p:childTnLst>
                                </p:cTn>
                              </p:par>
                              <p:par>
                                <p:cTn id="142" presetID="53" presetClass="entr" presetSubtype="16" fill="hold" nodeType="withEffect">
                                  <p:stCondLst>
                                    <p:cond delay="0"/>
                                  </p:stCondLst>
                                  <p:childTnLst>
                                    <p:set>
                                      <p:cBhvr>
                                        <p:cTn id="143" dur="1" fill="hold">
                                          <p:stCondLst>
                                            <p:cond delay="0"/>
                                          </p:stCondLst>
                                        </p:cTn>
                                        <p:tgtEl>
                                          <p:spTgt spid="162"/>
                                        </p:tgtEl>
                                        <p:attrNameLst>
                                          <p:attrName>style.visibility</p:attrName>
                                        </p:attrNameLst>
                                      </p:cBhvr>
                                      <p:to>
                                        <p:strVal val="visible"/>
                                      </p:to>
                                    </p:set>
                                    <p:anim calcmode="lin" valueType="num">
                                      <p:cBhvr>
                                        <p:cTn id="144" dur="500" fill="hold"/>
                                        <p:tgtEl>
                                          <p:spTgt spid="162"/>
                                        </p:tgtEl>
                                        <p:attrNameLst>
                                          <p:attrName>ppt_w</p:attrName>
                                        </p:attrNameLst>
                                      </p:cBhvr>
                                      <p:tavLst>
                                        <p:tav tm="0">
                                          <p:val>
                                            <p:fltVal val="0"/>
                                          </p:val>
                                        </p:tav>
                                        <p:tav tm="100000">
                                          <p:val>
                                            <p:strVal val="#ppt_w"/>
                                          </p:val>
                                        </p:tav>
                                      </p:tavLst>
                                    </p:anim>
                                    <p:anim calcmode="lin" valueType="num">
                                      <p:cBhvr>
                                        <p:cTn id="145" dur="500" fill="hold"/>
                                        <p:tgtEl>
                                          <p:spTgt spid="162"/>
                                        </p:tgtEl>
                                        <p:attrNameLst>
                                          <p:attrName>ppt_h</p:attrName>
                                        </p:attrNameLst>
                                      </p:cBhvr>
                                      <p:tavLst>
                                        <p:tav tm="0">
                                          <p:val>
                                            <p:fltVal val="0"/>
                                          </p:val>
                                        </p:tav>
                                        <p:tav tm="100000">
                                          <p:val>
                                            <p:strVal val="#ppt_h"/>
                                          </p:val>
                                        </p:tav>
                                      </p:tavLst>
                                    </p:anim>
                                    <p:animEffect transition="in" filter="fade">
                                      <p:cBhvr>
                                        <p:cTn id="146" dur="500"/>
                                        <p:tgtEl>
                                          <p:spTgt spid="162"/>
                                        </p:tgtEl>
                                      </p:cBhvr>
                                    </p:animEffect>
                                  </p:childTnLst>
                                </p:cTn>
                              </p:par>
                              <p:par>
                                <p:cTn id="147" presetID="53" presetClass="entr" presetSubtype="16" fill="hold" grpId="0" nodeType="withEffect">
                                  <p:stCondLst>
                                    <p:cond delay="0"/>
                                  </p:stCondLst>
                                  <p:childTnLst>
                                    <p:set>
                                      <p:cBhvr>
                                        <p:cTn id="148" dur="1" fill="hold">
                                          <p:stCondLst>
                                            <p:cond delay="0"/>
                                          </p:stCondLst>
                                        </p:cTn>
                                        <p:tgtEl>
                                          <p:spTgt spid="163"/>
                                        </p:tgtEl>
                                        <p:attrNameLst>
                                          <p:attrName>style.visibility</p:attrName>
                                        </p:attrNameLst>
                                      </p:cBhvr>
                                      <p:to>
                                        <p:strVal val="visible"/>
                                      </p:to>
                                    </p:set>
                                    <p:anim calcmode="lin" valueType="num">
                                      <p:cBhvr>
                                        <p:cTn id="149" dur="500" fill="hold"/>
                                        <p:tgtEl>
                                          <p:spTgt spid="163"/>
                                        </p:tgtEl>
                                        <p:attrNameLst>
                                          <p:attrName>ppt_w</p:attrName>
                                        </p:attrNameLst>
                                      </p:cBhvr>
                                      <p:tavLst>
                                        <p:tav tm="0">
                                          <p:val>
                                            <p:fltVal val="0"/>
                                          </p:val>
                                        </p:tav>
                                        <p:tav tm="100000">
                                          <p:val>
                                            <p:strVal val="#ppt_w"/>
                                          </p:val>
                                        </p:tav>
                                      </p:tavLst>
                                    </p:anim>
                                    <p:anim calcmode="lin" valueType="num">
                                      <p:cBhvr>
                                        <p:cTn id="150" dur="500" fill="hold"/>
                                        <p:tgtEl>
                                          <p:spTgt spid="163"/>
                                        </p:tgtEl>
                                        <p:attrNameLst>
                                          <p:attrName>ppt_h</p:attrName>
                                        </p:attrNameLst>
                                      </p:cBhvr>
                                      <p:tavLst>
                                        <p:tav tm="0">
                                          <p:val>
                                            <p:fltVal val="0"/>
                                          </p:val>
                                        </p:tav>
                                        <p:tav tm="100000">
                                          <p:val>
                                            <p:strVal val="#ppt_h"/>
                                          </p:val>
                                        </p:tav>
                                      </p:tavLst>
                                    </p:anim>
                                    <p:animEffect transition="in" filter="fade">
                                      <p:cBhvr>
                                        <p:cTn id="151" dur="500"/>
                                        <p:tgtEl>
                                          <p:spTgt spid="163"/>
                                        </p:tgtEl>
                                      </p:cBhvr>
                                    </p:animEffect>
                                  </p:childTnLst>
                                </p:cTn>
                              </p:par>
                              <p:par>
                                <p:cTn id="152" presetID="53" presetClass="entr" presetSubtype="16" fill="hold" nodeType="withEffect">
                                  <p:stCondLst>
                                    <p:cond delay="0"/>
                                  </p:stCondLst>
                                  <p:childTnLst>
                                    <p:set>
                                      <p:cBhvr>
                                        <p:cTn id="153" dur="1" fill="hold">
                                          <p:stCondLst>
                                            <p:cond delay="0"/>
                                          </p:stCondLst>
                                        </p:cTn>
                                        <p:tgtEl>
                                          <p:spTgt spid="164"/>
                                        </p:tgtEl>
                                        <p:attrNameLst>
                                          <p:attrName>style.visibility</p:attrName>
                                        </p:attrNameLst>
                                      </p:cBhvr>
                                      <p:to>
                                        <p:strVal val="visible"/>
                                      </p:to>
                                    </p:set>
                                    <p:anim calcmode="lin" valueType="num">
                                      <p:cBhvr>
                                        <p:cTn id="154" dur="500" fill="hold"/>
                                        <p:tgtEl>
                                          <p:spTgt spid="164"/>
                                        </p:tgtEl>
                                        <p:attrNameLst>
                                          <p:attrName>ppt_w</p:attrName>
                                        </p:attrNameLst>
                                      </p:cBhvr>
                                      <p:tavLst>
                                        <p:tav tm="0">
                                          <p:val>
                                            <p:fltVal val="0"/>
                                          </p:val>
                                        </p:tav>
                                        <p:tav tm="100000">
                                          <p:val>
                                            <p:strVal val="#ppt_w"/>
                                          </p:val>
                                        </p:tav>
                                      </p:tavLst>
                                    </p:anim>
                                    <p:anim calcmode="lin" valueType="num">
                                      <p:cBhvr>
                                        <p:cTn id="155" dur="500" fill="hold"/>
                                        <p:tgtEl>
                                          <p:spTgt spid="164"/>
                                        </p:tgtEl>
                                        <p:attrNameLst>
                                          <p:attrName>ppt_h</p:attrName>
                                        </p:attrNameLst>
                                      </p:cBhvr>
                                      <p:tavLst>
                                        <p:tav tm="0">
                                          <p:val>
                                            <p:fltVal val="0"/>
                                          </p:val>
                                        </p:tav>
                                        <p:tav tm="100000">
                                          <p:val>
                                            <p:strVal val="#ppt_h"/>
                                          </p:val>
                                        </p:tav>
                                      </p:tavLst>
                                    </p:anim>
                                    <p:animEffect transition="in" filter="fade">
                                      <p:cBhvr>
                                        <p:cTn id="156" dur="500"/>
                                        <p:tgtEl>
                                          <p:spTgt spid="164"/>
                                        </p:tgtEl>
                                      </p:cBhvr>
                                    </p:animEffect>
                                  </p:childTnLst>
                                </p:cTn>
                              </p:par>
                              <p:par>
                                <p:cTn id="157" presetID="53" presetClass="entr" presetSubtype="16" fill="hold" grpId="0" nodeType="withEffect">
                                  <p:stCondLst>
                                    <p:cond delay="0"/>
                                  </p:stCondLst>
                                  <p:childTnLst>
                                    <p:set>
                                      <p:cBhvr>
                                        <p:cTn id="158" dur="1" fill="hold">
                                          <p:stCondLst>
                                            <p:cond delay="0"/>
                                          </p:stCondLst>
                                        </p:cTn>
                                        <p:tgtEl>
                                          <p:spTgt spid="165"/>
                                        </p:tgtEl>
                                        <p:attrNameLst>
                                          <p:attrName>style.visibility</p:attrName>
                                        </p:attrNameLst>
                                      </p:cBhvr>
                                      <p:to>
                                        <p:strVal val="visible"/>
                                      </p:to>
                                    </p:set>
                                    <p:anim calcmode="lin" valueType="num">
                                      <p:cBhvr>
                                        <p:cTn id="159" dur="500" fill="hold"/>
                                        <p:tgtEl>
                                          <p:spTgt spid="165"/>
                                        </p:tgtEl>
                                        <p:attrNameLst>
                                          <p:attrName>ppt_w</p:attrName>
                                        </p:attrNameLst>
                                      </p:cBhvr>
                                      <p:tavLst>
                                        <p:tav tm="0">
                                          <p:val>
                                            <p:fltVal val="0"/>
                                          </p:val>
                                        </p:tav>
                                        <p:tav tm="100000">
                                          <p:val>
                                            <p:strVal val="#ppt_w"/>
                                          </p:val>
                                        </p:tav>
                                      </p:tavLst>
                                    </p:anim>
                                    <p:anim calcmode="lin" valueType="num">
                                      <p:cBhvr>
                                        <p:cTn id="160" dur="500" fill="hold"/>
                                        <p:tgtEl>
                                          <p:spTgt spid="165"/>
                                        </p:tgtEl>
                                        <p:attrNameLst>
                                          <p:attrName>ppt_h</p:attrName>
                                        </p:attrNameLst>
                                      </p:cBhvr>
                                      <p:tavLst>
                                        <p:tav tm="0">
                                          <p:val>
                                            <p:fltVal val="0"/>
                                          </p:val>
                                        </p:tav>
                                        <p:tav tm="100000">
                                          <p:val>
                                            <p:strVal val="#ppt_h"/>
                                          </p:val>
                                        </p:tav>
                                      </p:tavLst>
                                    </p:anim>
                                    <p:animEffect transition="in" filter="fade">
                                      <p:cBhvr>
                                        <p:cTn id="161" dur="500"/>
                                        <p:tgtEl>
                                          <p:spTgt spid="165"/>
                                        </p:tgtEl>
                                      </p:cBhvr>
                                    </p:animEffect>
                                  </p:childTnLst>
                                </p:cTn>
                              </p:par>
                              <p:par>
                                <p:cTn id="162" presetID="53" presetClass="entr" presetSubtype="16" fill="hold" nodeType="withEffect">
                                  <p:stCondLst>
                                    <p:cond delay="0"/>
                                  </p:stCondLst>
                                  <p:childTnLst>
                                    <p:set>
                                      <p:cBhvr>
                                        <p:cTn id="163" dur="1" fill="hold">
                                          <p:stCondLst>
                                            <p:cond delay="0"/>
                                          </p:stCondLst>
                                        </p:cTn>
                                        <p:tgtEl>
                                          <p:spTgt spid="166"/>
                                        </p:tgtEl>
                                        <p:attrNameLst>
                                          <p:attrName>style.visibility</p:attrName>
                                        </p:attrNameLst>
                                      </p:cBhvr>
                                      <p:to>
                                        <p:strVal val="visible"/>
                                      </p:to>
                                    </p:set>
                                    <p:anim calcmode="lin" valueType="num">
                                      <p:cBhvr>
                                        <p:cTn id="164" dur="500" fill="hold"/>
                                        <p:tgtEl>
                                          <p:spTgt spid="166"/>
                                        </p:tgtEl>
                                        <p:attrNameLst>
                                          <p:attrName>ppt_w</p:attrName>
                                        </p:attrNameLst>
                                      </p:cBhvr>
                                      <p:tavLst>
                                        <p:tav tm="0">
                                          <p:val>
                                            <p:fltVal val="0"/>
                                          </p:val>
                                        </p:tav>
                                        <p:tav tm="100000">
                                          <p:val>
                                            <p:strVal val="#ppt_w"/>
                                          </p:val>
                                        </p:tav>
                                      </p:tavLst>
                                    </p:anim>
                                    <p:anim calcmode="lin" valueType="num">
                                      <p:cBhvr>
                                        <p:cTn id="165" dur="500" fill="hold"/>
                                        <p:tgtEl>
                                          <p:spTgt spid="166"/>
                                        </p:tgtEl>
                                        <p:attrNameLst>
                                          <p:attrName>ppt_h</p:attrName>
                                        </p:attrNameLst>
                                      </p:cBhvr>
                                      <p:tavLst>
                                        <p:tav tm="0">
                                          <p:val>
                                            <p:fltVal val="0"/>
                                          </p:val>
                                        </p:tav>
                                        <p:tav tm="100000">
                                          <p:val>
                                            <p:strVal val="#ppt_h"/>
                                          </p:val>
                                        </p:tav>
                                      </p:tavLst>
                                    </p:anim>
                                    <p:animEffect transition="in" filter="fade">
                                      <p:cBhvr>
                                        <p:cTn id="166" dur="500"/>
                                        <p:tgtEl>
                                          <p:spTgt spid="166"/>
                                        </p:tgtEl>
                                      </p:cBhvr>
                                    </p:animEffect>
                                  </p:childTnLst>
                                </p:cTn>
                              </p:par>
                              <p:par>
                                <p:cTn id="167" presetID="53" presetClass="entr" presetSubtype="16" fill="hold" grpId="0" nodeType="withEffect">
                                  <p:stCondLst>
                                    <p:cond delay="0"/>
                                  </p:stCondLst>
                                  <p:childTnLst>
                                    <p:set>
                                      <p:cBhvr>
                                        <p:cTn id="168" dur="1" fill="hold">
                                          <p:stCondLst>
                                            <p:cond delay="0"/>
                                          </p:stCondLst>
                                        </p:cTn>
                                        <p:tgtEl>
                                          <p:spTgt spid="167"/>
                                        </p:tgtEl>
                                        <p:attrNameLst>
                                          <p:attrName>style.visibility</p:attrName>
                                        </p:attrNameLst>
                                      </p:cBhvr>
                                      <p:to>
                                        <p:strVal val="visible"/>
                                      </p:to>
                                    </p:set>
                                    <p:anim calcmode="lin" valueType="num">
                                      <p:cBhvr>
                                        <p:cTn id="169" dur="500" fill="hold"/>
                                        <p:tgtEl>
                                          <p:spTgt spid="167"/>
                                        </p:tgtEl>
                                        <p:attrNameLst>
                                          <p:attrName>ppt_w</p:attrName>
                                        </p:attrNameLst>
                                      </p:cBhvr>
                                      <p:tavLst>
                                        <p:tav tm="0">
                                          <p:val>
                                            <p:fltVal val="0"/>
                                          </p:val>
                                        </p:tav>
                                        <p:tav tm="100000">
                                          <p:val>
                                            <p:strVal val="#ppt_w"/>
                                          </p:val>
                                        </p:tav>
                                      </p:tavLst>
                                    </p:anim>
                                    <p:anim calcmode="lin" valueType="num">
                                      <p:cBhvr>
                                        <p:cTn id="170" dur="500" fill="hold"/>
                                        <p:tgtEl>
                                          <p:spTgt spid="167"/>
                                        </p:tgtEl>
                                        <p:attrNameLst>
                                          <p:attrName>ppt_h</p:attrName>
                                        </p:attrNameLst>
                                      </p:cBhvr>
                                      <p:tavLst>
                                        <p:tav tm="0">
                                          <p:val>
                                            <p:fltVal val="0"/>
                                          </p:val>
                                        </p:tav>
                                        <p:tav tm="100000">
                                          <p:val>
                                            <p:strVal val="#ppt_h"/>
                                          </p:val>
                                        </p:tav>
                                      </p:tavLst>
                                    </p:anim>
                                    <p:animEffect transition="in" filter="fade">
                                      <p:cBhvr>
                                        <p:cTn id="171" dur="500"/>
                                        <p:tgtEl>
                                          <p:spTgt spid="167"/>
                                        </p:tgtEl>
                                      </p:cBhvr>
                                    </p:animEffect>
                                  </p:childTnLst>
                                </p:cTn>
                              </p:par>
                              <p:par>
                                <p:cTn id="172" presetID="53" presetClass="entr" presetSubtype="16" fill="hold" nodeType="withEffect">
                                  <p:stCondLst>
                                    <p:cond delay="0"/>
                                  </p:stCondLst>
                                  <p:childTnLst>
                                    <p:set>
                                      <p:cBhvr>
                                        <p:cTn id="173" dur="1" fill="hold">
                                          <p:stCondLst>
                                            <p:cond delay="0"/>
                                          </p:stCondLst>
                                        </p:cTn>
                                        <p:tgtEl>
                                          <p:spTgt spid="168"/>
                                        </p:tgtEl>
                                        <p:attrNameLst>
                                          <p:attrName>style.visibility</p:attrName>
                                        </p:attrNameLst>
                                      </p:cBhvr>
                                      <p:to>
                                        <p:strVal val="visible"/>
                                      </p:to>
                                    </p:set>
                                    <p:anim calcmode="lin" valueType="num">
                                      <p:cBhvr>
                                        <p:cTn id="174" dur="500" fill="hold"/>
                                        <p:tgtEl>
                                          <p:spTgt spid="168"/>
                                        </p:tgtEl>
                                        <p:attrNameLst>
                                          <p:attrName>ppt_w</p:attrName>
                                        </p:attrNameLst>
                                      </p:cBhvr>
                                      <p:tavLst>
                                        <p:tav tm="0">
                                          <p:val>
                                            <p:fltVal val="0"/>
                                          </p:val>
                                        </p:tav>
                                        <p:tav tm="100000">
                                          <p:val>
                                            <p:strVal val="#ppt_w"/>
                                          </p:val>
                                        </p:tav>
                                      </p:tavLst>
                                    </p:anim>
                                    <p:anim calcmode="lin" valueType="num">
                                      <p:cBhvr>
                                        <p:cTn id="175" dur="500" fill="hold"/>
                                        <p:tgtEl>
                                          <p:spTgt spid="168"/>
                                        </p:tgtEl>
                                        <p:attrNameLst>
                                          <p:attrName>ppt_h</p:attrName>
                                        </p:attrNameLst>
                                      </p:cBhvr>
                                      <p:tavLst>
                                        <p:tav tm="0">
                                          <p:val>
                                            <p:fltVal val="0"/>
                                          </p:val>
                                        </p:tav>
                                        <p:tav tm="100000">
                                          <p:val>
                                            <p:strVal val="#ppt_h"/>
                                          </p:val>
                                        </p:tav>
                                      </p:tavLst>
                                    </p:anim>
                                    <p:animEffect transition="in" filter="fade">
                                      <p:cBhvr>
                                        <p:cTn id="176" dur="500"/>
                                        <p:tgtEl>
                                          <p:spTgt spid="168"/>
                                        </p:tgtEl>
                                      </p:cBhvr>
                                    </p:animEffect>
                                  </p:childTnLst>
                                </p:cTn>
                              </p:par>
                              <p:par>
                                <p:cTn id="177" presetID="53" presetClass="entr" presetSubtype="16" fill="hold" grpId="0" nodeType="withEffect">
                                  <p:stCondLst>
                                    <p:cond delay="0"/>
                                  </p:stCondLst>
                                  <p:childTnLst>
                                    <p:set>
                                      <p:cBhvr>
                                        <p:cTn id="178" dur="1" fill="hold">
                                          <p:stCondLst>
                                            <p:cond delay="0"/>
                                          </p:stCondLst>
                                        </p:cTn>
                                        <p:tgtEl>
                                          <p:spTgt spid="169"/>
                                        </p:tgtEl>
                                        <p:attrNameLst>
                                          <p:attrName>style.visibility</p:attrName>
                                        </p:attrNameLst>
                                      </p:cBhvr>
                                      <p:to>
                                        <p:strVal val="visible"/>
                                      </p:to>
                                    </p:set>
                                    <p:anim calcmode="lin" valueType="num">
                                      <p:cBhvr>
                                        <p:cTn id="179" dur="500" fill="hold"/>
                                        <p:tgtEl>
                                          <p:spTgt spid="169"/>
                                        </p:tgtEl>
                                        <p:attrNameLst>
                                          <p:attrName>ppt_w</p:attrName>
                                        </p:attrNameLst>
                                      </p:cBhvr>
                                      <p:tavLst>
                                        <p:tav tm="0">
                                          <p:val>
                                            <p:fltVal val="0"/>
                                          </p:val>
                                        </p:tav>
                                        <p:tav tm="100000">
                                          <p:val>
                                            <p:strVal val="#ppt_w"/>
                                          </p:val>
                                        </p:tav>
                                      </p:tavLst>
                                    </p:anim>
                                    <p:anim calcmode="lin" valueType="num">
                                      <p:cBhvr>
                                        <p:cTn id="180" dur="500" fill="hold"/>
                                        <p:tgtEl>
                                          <p:spTgt spid="169"/>
                                        </p:tgtEl>
                                        <p:attrNameLst>
                                          <p:attrName>ppt_h</p:attrName>
                                        </p:attrNameLst>
                                      </p:cBhvr>
                                      <p:tavLst>
                                        <p:tav tm="0">
                                          <p:val>
                                            <p:fltVal val="0"/>
                                          </p:val>
                                        </p:tav>
                                        <p:tav tm="100000">
                                          <p:val>
                                            <p:strVal val="#ppt_h"/>
                                          </p:val>
                                        </p:tav>
                                      </p:tavLst>
                                    </p:anim>
                                    <p:animEffect transition="in" filter="fade">
                                      <p:cBhvr>
                                        <p:cTn id="181" dur="500"/>
                                        <p:tgtEl>
                                          <p:spTgt spid="169"/>
                                        </p:tgtEl>
                                      </p:cBhvr>
                                    </p:animEffect>
                                  </p:childTnLst>
                                </p:cTn>
                              </p:par>
                              <p:par>
                                <p:cTn id="182" presetID="53" presetClass="entr" presetSubtype="16" fill="hold" nodeType="withEffect">
                                  <p:stCondLst>
                                    <p:cond delay="0"/>
                                  </p:stCondLst>
                                  <p:childTnLst>
                                    <p:set>
                                      <p:cBhvr>
                                        <p:cTn id="183" dur="1" fill="hold">
                                          <p:stCondLst>
                                            <p:cond delay="0"/>
                                          </p:stCondLst>
                                        </p:cTn>
                                        <p:tgtEl>
                                          <p:spTgt spid="170"/>
                                        </p:tgtEl>
                                        <p:attrNameLst>
                                          <p:attrName>style.visibility</p:attrName>
                                        </p:attrNameLst>
                                      </p:cBhvr>
                                      <p:to>
                                        <p:strVal val="visible"/>
                                      </p:to>
                                    </p:set>
                                    <p:anim calcmode="lin" valueType="num">
                                      <p:cBhvr>
                                        <p:cTn id="184" dur="500" fill="hold"/>
                                        <p:tgtEl>
                                          <p:spTgt spid="170"/>
                                        </p:tgtEl>
                                        <p:attrNameLst>
                                          <p:attrName>ppt_w</p:attrName>
                                        </p:attrNameLst>
                                      </p:cBhvr>
                                      <p:tavLst>
                                        <p:tav tm="0">
                                          <p:val>
                                            <p:fltVal val="0"/>
                                          </p:val>
                                        </p:tav>
                                        <p:tav tm="100000">
                                          <p:val>
                                            <p:strVal val="#ppt_w"/>
                                          </p:val>
                                        </p:tav>
                                      </p:tavLst>
                                    </p:anim>
                                    <p:anim calcmode="lin" valueType="num">
                                      <p:cBhvr>
                                        <p:cTn id="185" dur="500" fill="hold"/>
                                        <p:tgtEl>
                                          <p:spTgt spid="170"/>
                                        </p:tgtEl>
                                        <p:attrNameLst>
                                          <p:attrName>ppt_h</p:attrName>
                                        </p:attrNameLst>
                                      </p:cBhvr>
                                      <p:tavLst>
                                        <p:tav tm="0">
                                          <p:val>
                                            <p:fltVal val="0"/>
                                          </p:val>
                                        </p:tav>
                                        <p:tav tm="100000">
                                          <p:val>
                                            <p:strVal val="#ppt_h"/>
                                          </p:val>
                                        </p:tav>
                                      </p:tavLst>
                                    </p:anim>
                                    <p:animEffect transition="in" filter="fade">
                                      <p:cBhvr>
                                        <p:cTn id="186" dur="500"/>
                                        <p:tgtEl>
                                          <p:spTgt spid="170"/>
                                        </p:tgtEl>
                                      </p:cBhvr>
                                    </p:animEffect>
                                  </p:childTnLst>
                                </p:cTn>
                              </p:par>
                              <p:par>
                                <p:cTn id="187" presetID="53" presetClass="entr" presetSubtype="16" fill="hold" grpId="0" nodeType="withEffect">
                                  <p:stCondLst>
                                    <p:cond delay="0"/>
                                  </p:stCondLst>
                                  <p:childTnLst>
                                    <p:set>
                                      <p:cBhvr>
                                        <p:cTn id="188" dur="1" fill="hold">
                                          <p:stCondLst>
                                            <p:cond delay="0"/>
                                          </p:stCondLst>
                                        </p:cTn>
                                        <p:tgtEl>
                                          <p:spTgt spid="171"/>
                                        </p:tgtEl>
                                        <p:attrNameLst>
                                          <p:attrName>style.visibility</p:attrName>
                                        </p:attrNameLst>
                                      </p:cBhvr>
                                      <p:to>
                                        <p:strVal val="visible"/>
                                      </p:to>
                                    </p:set>
                                    <p:anim calcmode="lin" valueType="num">
                                      <p:cBhvr>
                                        <p:cTn id="189" dur="500" fill="hold"/>
                                        <p:tgtEl>
                                          <p:spTgt spid="171"/>
                                        </p:tgtEl>
                                        <p:attrNameLst>
                                          <p:attrName>ppt_w</p:attrName>
                                        </p:attrNameLst>
                                      </p:cBhvr>
                                      <p:tavLst>
                                        <p:tav tm="0">
                                          <p:val>
                                            <p:fltVal val="0"/>
                                          </p:val>
                                        </p:tav>
                                        <p:tav tm="100000">
                                          <p:val>
                                            <p:strVal val="#ppt_w"/>
                                          </p:val>
                                        </p:tav>
                                      </p:tavLst>
                                    </p:anim>
                                    <p:anim calcmode="lin" valueType="num">
                                      <p:cBhvr>
                                        <p:cTn id="190" dur="500" fill="hold"/>
                                        <p:tgtEl>
                                          <p:spTgt spid="171"/>
                                        </p:tgtEl>
                                        <p:attrNameLst>
                                          <p:attrName>ppt_h</p:attrName>
                                        </p:attrNameLst>
                                      </p:cBhvr>
                                      <p:tavLst>
                                        <p:tav tm="0">
                                          <p:val>
                                            <p:fltVal val="0"/>
                                          </p:val>
                                        </p:tav>
                                        <p:tav tm="100000">
                                          <p:val>
                                            <p:strVal val="#ppt_h"/>
                                          </p:val>
                                        </p:tav>
                                      </p:tavLst>
                                    </p:anim>
                                    <p:animEffect transition="in" filter="fade">
                                      <p:cBhvr>
                                        <p:cTn id="191" dur="500"/>
                                        <p:tgtEl>
                                          <p:spTgt spid="171"/>
                                        </p:tgtEl>
                                      </p:cBhvr>
                                    </p:animEffect>
                                  </p:childTnLst>
                                </p:cTn>
                              </p:par>
                              <p:par>
                                <p:cTn id="192" presetID="53" presetClass="entr" presetSubtype="16" fill="hold" grpId="0" nodeType="withEffect">
                                  <p:stCondLst>
                                    <p:cond delay="0"/>
                                  </p:stCondLst>
                                  <p:childTnLst>
                                    <p:set>
                                      <p:cBhvr>
                                        <p:cTn id="193" dur="1" fill="hold">
                                          <p:stCondLst>
                                            <p:cond delay="0"/>
                                          </p:stCondLst>
                                        </p:cTn>
                                        <p:tgtEl>
                                          <p:spTgt spid="172"/>
                                        </p:tgtEl>
                                        <p:attrNameLst>
                                          <p:attrName>style.visibility</p:attrName>
                                        </p:attrNameLst>
                                      </p:cBhvr>
                                      <p:to>
                                        <p:strVal val="visible"/>
                                      </p:to>
                                    </p:set>
                                    <p:anim calcmode="lin" valueType="num">
                                      <p:cBhvr>
                                        <p:cTn id="194" dur="500" fill="hold"/>
                                        <p:tgtEl>
                                          <p:spTgt spid="172"/>
                                        </p:tgtEl>
                                        <p:attrNameLst>
                                          <p:attrName>ppt_w</p:attrName>
                                        </p:attrNameLst>
                                      </p:cBhvr>
                                      <p:tavLst>
                                        <p:tav tm="0">
                                          <p:val>
                                            <p:fltVal val="0"/>
                                          </p:val>
                                        </p:tav>
                                        <p:tav tm="100000">
                                          <p:val>
                                            <p:strVal val="#ppt_w"/>
                                          </p:val>
                                        </p:tav>
                                      </p:tavLst>
                                    </p:anim>
                                    <p:anim calcmode="lin" valueType="num">
                                      <p:cBhvr>
                                        <p:cTn id="195" dur="500" fill="hold"/>
                                        <p:tgtEl>
                                          <p:spTgt spid="172"/>
                                        </p:tgtEl>
                                        <p:attrNameLst>
                                          <p:attrName>ppt_h</p:attrName>
                                        </p:attrNameLst>
                                      </p:cBhvr>
                                      <p:tavLst>
                                        <p:tav tm="0">
                                          <p:val>
                                            <p:fltVal val="0"/>
                                          </p:val>
                                        </p:tav>
                                        <p:tav tm="100000">
                                          <p:val>
                                            <p:strVal val="#ppt_h"/>
                                          </p:val>
                                        </p:tav>
                                      </p:tavLst>
                                    </p:anim>
                                    <p:animEffect transition="in" filter="fade">
                                      <p:cBhvr>
                                        <p:cTn id="196" dur="500"/>
                                        <p:tgtEl>
                                          <p:spTgt spid="172"/>
                                        </p:tgtEl>
                                      </p:cBhvr>
                                    </p:animEffect>
                                  </p:childTnLst>
                                </p:cTn>
                              </p:par>
                              <p:par>
                                <p:cTn id="197" presetID="53" presetClass="entr" presetSubtype="16" fill="hold" grpId="0" nodeType="withEffect">
                                  <p:stCondLst>
                                    <p:cond delay="0"/>
                                  </p:stCondLst>
                                  <p:childTnLst>
                                    <p:set>
                                      <p:cBhvr>
                                        <p:cTn id="198" dur="1" fill="hold">
                                          <p:stCondLst>
                                            <p:cond delay="0"/>
                                          </p:stCondLst>
                                        </p:cTn>
                                        <p:tgtEl>
                                          <p:spTgt spid="173"/>
                                        </p:tgtEl>
                                        <p:attrNameLst>
                                          <p:attrName>style.visibility</p:attrName>
                                        </p:attrNameLst>
                                      </p:cBhvr>
                                      <p:to>
                                        <p:strVal val="visible"/>
                                      </p:to>
                                    </p:set>
                                    <p:anim calcmode="lin" valueType="num">
                                      <p:cBhvr>
                                        <p:cTn id="199" dur="500" fill="hold"/>
                                        <p:tgtEl>
                                          <p:spTgt spid="173"/>
                                        </p:tgtEl>
                                        <p:attrNameLst>
                                          <p:attrName>ppt_w</p:attrName>
                                        </p:attrNameLst>
                                      </p:cBhvr>
                                      <p:tavLst>
                                        <p:tav tm="0">
                                          <p:val>
                                            <p:fltVal val="0"/>
                                          </p:val>
                                        </p:tav>
                                        <p:tav tm="100000">
                                          <p:val>
                                            <p:strVal val="#ppt_w"/>
                                          </p:val>
                                        </p:tav>
                                      </p:tavLst>
                                    </p:anim>
                                    <p:anim calcmode="lin" valueType="num">
                                      <p:cBhvr>
                                        <p:cTn id="200" dur="500" fill="hold"/>
                                        <p:tgtEl>
                                          <p:spTgt spid="173"/>
                                        </p:tgtEl>
                                        <p:attrNameLst>
                                          <p:attrName>ppt_h</p:attrName>
                                        </p:attrNameLst>
                                      </p:cBhvr>
                                      <p:tavLst>
                                        <p:tav tm="0">
                                          <p:val>
                                            <p:fltVal val="0"/>
                                          </p:val>
                                        </p:tav>
                                        <p:tav tm="100000">
                                          <p:val>
                                            <p:strVal val="#ppt_h"/>
                                          </p:val>
                                        </p:tav>
                                      </p:tavLst>
                                    </p:anim>
                                    <p:animEffect transition="in" filter="fade">
                                      <p:cBhvr>
                                        <p:cTn id="201" dur="500"/>
                                        <p:tgtEl>
                                          <p:spTgt spid="173"/>
                                        </p:tgtEl>
                                      </p:cBhvr>
                                    </p:animEffect>
                                  </p:childTnLst>
                                </p:cTn>
                              </p:par>
                              <p:par>
                                <p:cTn id="202" presetID="53" presetClass="entr" presetSubtype="16" fill="hold" grpId="0" nodeType="withEffect">
                                  <p:stCondLst>
                                    <p:cond delay="0"/>
                                  </p:stCondLst>
                                  <p:childTnLst>
                                    <p:set>
                                      <p:cBhvr>
                                        <p:cTn id="203" dur="1" fill="hold">
                                          <p:stCondLst>
                                            <p:cond delay="0"/>
                                          </p:stCondLst>
                                        </p:cTn>
                                        <p:tgtEl>
                                          <p:spTgt spid="174"/>
                                        </p:tgtEl>
                                        <p:attrNameLst>
                                          <p:attrName>style.visibility</p:attrName>
                                        </p:attrNameLst>
                                      </p:cBhvr>
                                      <p:to>
                                        <p:strVal val="visible"/>
                                      </p:to>
                                    </p:set>
                                    <p:anim calcmode="lin" valueType="num">
                                      <p:cBhvr>
                                        <p:cTn id="204" dur="500" fill="hold"/>
                                        <p:tgtEl>
                                          <p:spTgt spid="174"/>
                                        </p:tgtEl>
                                        <p:attrNameLst>
                                          <p:attrName>ppt_w</p:attrName>
                                        </p:attrNameLst>
                                      </p:cBhvr>
                                      <p:tavLst>
                                        <p:tav tm="0">
                                          <p:val>
                                            <p:fltVal val="0"/>
                                          </p:val>
                                        </p:tav>
                                        <p:tav tm="100000">
                                          <p:val>
                                            <p:strVal val="#ppt_w"/>
                                          </p:val>
                                        </p:tav>
                                      </p:tavLst>
                                    </p:anim>
                                    <p:anim calcmode="lin" valueType="num">
                                      <p:cBhvr>
                                        <p:cTn id="205" dur="500" fill="hold"/>
                                        <p:tgtEl>
                                          <p:spTgt spid="174"/>
                                        </p:tgtEl>
                                        <p:attrNameLst>
                                          <p:attrName>ppt_h</p:attrName>
                                        </p:attrNameLst>
                                      </p:cBhvr>
                                      <p:tavLst>
                                        <p:tav tm="0">
                                          <p:val>
                                            <p:fltVal val="0"/>
                                          </p:val>
                                        </p:tav>
                                        <p:tav tm="100000">
                                          <p:val>
                                            <p:strVal val="#ppt_h"/>
                                          </p:val>
                                        </p:tav>
                                      </p:tavLst>
                                    </p:anim>
                                    <p:animEffect transition="in" filter="fade">
                                      <p:cBhvr>
                                        <p:cTn id="206" dur="500"/>
                                        <p:tgtEl>
                                          <p:spTgt spid="174"/>
                                        </p:tgtEl>
                                      </p:cBhvr>
                                    </p:animEffect>
                                  </p:childTnLst>
                                </p:cTn>
                              </p:par>
                              <p:par>
                                <p:cTn id="207" presetID="53" presetClass="entr" presetSubtype="16" fill="hold" grpId="0" nodeType="withEffect">
                                  <p:stCondLst>
                                    <p:cond delay="0"/>
                                  </p:stCondLst>
                                  <p:childTnLst>
                                    <p:set>
                                      <p:cBhvr>
                                        <p:cTn id="208" dur="1" fill="hold">
                                          <p:stCondLst>
                                            <p:cond delay="0"/>
                                          </p:stCondLst>
                                        </p:cTn>
                                        <p:tgtEl>
                                          <p:spTgt spid="175"/>
                                        </p:tgtEl>
                                        <p:attrNameLst>
                                          <p:attrName>style.visibility</p:attrName>
                                        </p:attrNameLst>
                                      </p:cBhvr>
                                      <p:to>
                                        <p:strVal val="visible"/>
                                      </p:to>
                                    </p:set>
                                    <p:anim calcmode="lin" valueType="num">
                                      <p:cBhvr>
                                        <p:cTn id="209" dur="500" fill="hold"/>
                                        <p:tgtEl>
                                          <p:spTgt spid="175"/>
                                        </p:tgtEl>
                                        <p:attrNameLst>
                                          <p:attrName>ppt_w</p:attrName>
                                        </p:attrNameLst>
                                      </p:cBhvr>
                                      <p:tavLst>
                                        <p:tav tm="0">
                                          <p:val>
                                            <p:fltVal val="0"/>
                                          </p:val>
                                        </p:tav>
                                        <p:tav tm="100000">
                                          <p:val>
                                            <p:strVal val="#ppt_w"/>
                                          </p:val>
                                        </p:tav>
                                      </p:tavLst>
                                    </p:anim>
                                    <p:anim calcmode="lin" valueType="num">
                                      <p:cBhvr>
                                        <p:cTn id="210" dur="500" fill="hold"/>
                                        <p:tgtEl>
                                          <p:spTgt spid="175"/>
                                        </p:tgtEl>
                                        <p:attrNameLst>
                                          <p:attrName>ppt_h</p:attrName>
                                        </p:attrNameLst>
                                      </p:cBhvr>
                                      <p:tavLst>
                                        <p:tav tm="0">
                                          <p:val>
                                            <p:fltVal val="0"/>
                                          </p:val>
                                        </p:tav>
                                        <p:tav tm="100000">
                                          <p:val>
                                            <p:strVal val="#ppt_h"/>
                                          </p:val>
                                        </p:tav>
                                      </p:tavLst>
                                    </p:anim>
                                    <p:animEffect transition="in" filter="fade">
                                      <p:cBhvr>
                                        <p:cTn id="211" dur="500"/>
                                        <p:tgtEl>
                                          <p:spTgt spid="175"/>
                                        </p:tgtEl>
                                      </p:cBhvr>
                                    </p:animEffect>
                                  </p:childTnLst>
                                </p:cTn>
                              </p:par>
                              <p:par>
                                <p:cTn id="212" presetID="53" presetClass="entr" presetSubtype="16" fill="hold" grpId="0" nodeType="withEffect">
                                  <p:stCondLst>
                                    <p:cond delay="0"/>
                                  </p:stCondLst>
                                  <p:childTnLst>
                                    <p:set>
                                      <p:cBhvr>
                                        <p:cTn id="213" dur="1" fill="hold">
                                          <p:stCondLst>
                                            <p:cond delay="0"/>
                                          </p:stCondLst>
                                        </p:cTn>
                                        <p:tgtEl>
                                          <p:spTgt spid="176"/>
                                        </p:tgtEl>
                                        <p:attrNameLst>
                                          <p:attrName>style.visibility</p:attrName>
                                        </p:attrNameLst>
                                      </p:cBhvr>
                                      <p:to>
                                        <p:strVal val="visible"/>
                                      </p:to>
                                    </p:set>
                                    <p:anim calcmode="lin" valueType="num">
                                      <p:cBhvr>
                                        <p:cTn id="214" dur="500" fill="hold"/>
                                        <p:tgtEl>
                                          <p:spTgt spid="176"/>
                                        </p:tgtEl>
                                        <p:attrNameLst>
                                          <p:attrName>ppt_w</p:attrName>
                                        </p:attrNameLst>
                                      </p:cBhvr>
                                      <p:tavLst>
                                        <p:tav tm="0">
                                          <p:val>
                                            <p:fltVal val="0"/>
                                          </p:val>
                                        </p:tav>
                                        <p:tav tm="100000">
                                          <p:val>
                                            <p:strVal val="#ppt_w"/>
                                          </p:val>
                                        </p:tav>
                                      </p:tavLst>
                                    </p:anim>
                                    <p:anim calcmode="lin" valueType="num">
                                      <p:cBhvr>
                                        <p:cTn id="215" dur="500" fill="hold"/>
                                        <p:tgtEl>
                                          <p:spTgt spid="176"/>
                                        </p:tgtEl>
                                        <p:attrNameLst>
                                          <p:attrName>ppt_h</p:attrName>
                                        </p:attrNameLst>
                                      </p:cBhvr>
                                      <p:tavLst>
                                        <p:tav tm="0">
                                          <p:val>
                                            <p:fltVal val="0"/>
                                          </p:val>
                                        </p:tav>
                                        <p:tav tm="100000">
                                          <p:val>
                                            <p:strVal val="#ppt_h"/>
                                          </p:val>
                                        </p:tav>
                                      </p:tavLst>
                                    </p:anim>
                                    <p:animEffect transition="in" filter="fade">
                                      <p:cBhvr>
                                        <p:cTn id="216" dur="500"/>
                                        <p:tgtEl>
                                          <p:spTgt spid="176"/>
                                        </p:tgtEl>
                                      </p:cBhvr>
                                    </p:animEffect>
                                  </p:childTnLst>
                                </p:cTn>
                              </p:par>
                              <p:par>
                                <p:cTn id="217" presetID="53" presetClass="entr" presetSubtype="16" fill="hold" grpId="0" nodeType="withEffect">
                                  <p:stCondLst>
                                    <p:cond delay="0"/>
                                  </p:stCondLst>
                                  <p:childTnLst>
                                    <p:set>
                                      <p:cBhvr>
                                        <p:cTn id="218" dur="1" fill="hold">
                                          <p:stCondLst>
                                            <p:cond delay="0"/>
                                          </p:stCondLst>
                                        </p:cTn>
                                        <p:tgtEl>
                                          <p:spTgt spid="177"/>
                                        </p:tgtEl>
                                        <p:attrNameLst>
                                          <p:attrName>style.visibility</p:attrName>
                                        </p:attrNameLst>
                                      </p:cBhvr>
                                      <p:to>
                                        <p:strVal val="visible"/>
                                      </p:to>
                                    </p:set>
                                    <p:anim calcmode="lin" valueType="num">
                                      <p:cBhvr>
                                        <p:cTn id="219" dur="500" fill="hold"/>
                                        <p:tgtEl>
                                          <p:spTgt spid="177"/>
                                        </p:tgtEl>
                                        <p:attrNameLst>
                                          <p:attrName>ppt_w</p:attrName>
                                        </p:attrNameLst>
                                      </p:cBhvr>
                                      <p:tavLst>
                                        <p:tav tm="0">
                                          <p:val>
                                            <p:fltVal val="0"/>
                                          </p:val>
                                        </p:tav>
                                        <p:tav tm="100000">
                                          <p:val>
                                            <p:strVal val="#ppt_w"/>
                                          </p:val>
                                        </p:tav>
                                      </p:tavLst>
                                    </p:anim>
                                    <p:anim calcmode="lin" valueType="num">
                                      <p:cBhvr>
                                        <p:cTn id="220" dur="500" fill="hold"/>
                                        <p:tgtEl>
                                          <p:spTgt spid="177"/>
                                        </p:tgtEl>
                                        <p:attrNameLst>
                                          <p:attrName>ppt_h</p:attrName>
                                        </p:attrNameLst>
                                      </p:cBhvr>
                                      <p:tavLst>
                                        <p:tav tm="0">
                                          <p:val>
                                            <p:fltVal val="0"/>
                                          </p:val>
                                        </p:tav>
                                        <p:tav tm="100000">
                                          <p:val>
                                            <p:strVal val="#ppt_h"/>
                                          </p:val>
                                        </p:tav>
                                      </p:tavLst>
                                    </p:anim>
                                    <p:animEffect transition="in" filter="fade">
                                      <p:cBhvr>
                                        <p:cTn id="221" dur="500"/>
                                        <p:tgtEl>
                                          <p:spTgt spid="1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25" grpId="0"/>
      <p:bldP spid="126" grpId="0"/>
      <p:bldP spid="127" grpId="0"/>
      <p:bldP spid="128" grpId="0"/>
      <p:bldP spid="129" grpId="0" animBg="1"/>
      <p:bldP spid="130" grpId="0"/>
      <p:bldP spid="131" grpId="0"/>
      <p:bldP spid="132" grpId="0" animBg="1"/>
      <p:bldP spid="133" grpId="0"/>
      <p:bldP spid="134" grpId="0"/>
      <p:bldP spid="135" grpId="0" animBg="1"/>
      <p:bldP spid="136" grpId="0"/>
      <p:bldP spid="137" grpId="0"/>
      <p:bldP spid="138" grpId="0" animBg="1"/>
      <p:bldP spid="139" grpId="0"/>
      <p:bldP spid="140" grpId="0"/>
      <p:bldP spid="141" grpId="0" animBg="1"/>
      <p:bldP spid="142" grpId="0"/>
      <p:bldP spid="143" grpId="0"/>
      <p:bldP spid="152" grpId="0" animBg="1"/>
      <p:bldP spid="161" grpId="0" animBg="1"/>
      <p:bldP spid="163" grpId="0" animBg="1"/>
      <p:bldP spid="165" grpId="0" animBg="1"/>
      <p:bldP spid="167" grpId="0" animBg="1"/>
      <p:bldP spid="169" grpId="0" animBg="1"/>
      <p:bldP spid="171" grpId="0" animBg="1"/>
      <p:bldP spid="172" grpId="0" animBg="1"/>
      <p:bldP spid="173" grpId="0" animBg="1"/>
      <p:bldP spid="174" grpId="0" animBg="1"/>
      <p:bldP spid="175" grpId="0" animBg="1"/>
      <p:bldP spid="176" grpId="0" animBg="1"/>
      <p:bldP spid="17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540377" y="2371222"/>
            <a:ext cx="4696562" cy="1015765"/>
            <a:chOff x="4555084" y="1340770"/>
            <a:chExt cx="4697323" cy="1015929"/>
          </a:xfrm>
        </p:grpSpPr>
        <p:pic>
          <p:nvPicPr>
            <p:cNvPr id="3" name="图片 2"/>
            <p:cNvPicPr>
              <a:picLocks noChangeAspect="1"/>
            </p:cNvPicPr>
            <p:nvPr/>
          </p:nvPicPr>
          <p:blipFill rotWithShape="1">
            <a:blip r:embed="rId2">
              <a:extLst>
                <a:ext uri="{BEBA8EAE-BF5A-486C-A8C5-ECC9F3942E4B}">
                  <a14:imgProps xmlns:a14="http://schemas.microsoft.com/office/drawing/2010/main">
                    <a14:imgLayer r:embed="rId3">
                      <a14:imgEffect>
                        <a14:saturation sat="66000"/>
                      </a14:imgEffect>
                    </a14:imgLayer>
                  </a14:imgProps>
                </a:ext>
              </a:extLst>
            </a:blip>
            <a:srcRect t="76775"/>
            <a:stretch>
              <a:fillRect/>
            </a:stretch>
          </p:blipFill>
          <p:spPr>
            <a:xfrm rot="16200000">
              <a:off x="8600149" y="1662963"/>
              <a:ext cx="958122" cy="346394"/>
            </a:xfrm>
            <a:prstGeom prst="rect">
              <a:avLst/>
            </a:prstGeom>
          </p:spPr>
        </p:pic>
        <p:pic>
          <p:nvPicPr>
            <p:cNvPr id="4" name="图片 3"/>
            <p:cNvPicPr>
              <a:picLocks noChangeAspect="1"/>
            </p:cNvPicPr>
            <p:nvPr/>
          </p:nvPicPr>
          <p:blipFill rotWithShape="1">
            <a:blip r:embed="rId2">
              <a:extLst>
                <a:ext uri="{BEBA8EAE-BF5A-486C-A8C5-ECC9F3942E4B}">
                  <a14:imgProps xmlns:a14="http://schemas.microsoft.com/office/drawing/2010/main">
                    <a14:imgLayer r:embed="rId3">
                      <a14:imgEffect>
                        <a14:saturation sat="66000"/>
                      </a14:imgEffect>
                    </a14:imgLayer>
                  </a14:imgProps>
                </a:ext>
              </a:extLst>
            </a:blip>
            <a:srcRect t="76775"/>
            <a:stretch>
              <a:fillRect/>
            </a:stretch>
          </p:blipFill>
          <p:spPr>
            <a:xfrm>
              <a:off x="4926460" y="2155392"/>
              <a:ext cx="3646270" cy="201307"/>
            </a:xfrm>
            <a:prstGeom prst="rect">
              <a:avLst/>
            </a:prstGeom>
          </p:spPr>
        </p:pic>
        <p:sp>
          <p:nvSpPr>
            <p:cNvPr id="5" name="圆角矩形 4"/>
            <p:cNvSpPr/>
            <p:nvPr/>
          </p:nvSpPr>
          <p:spPr>
            <a:xfrm>
              <a:off x="4555084" y="1340770"/>
              <a:ext cx="4389024" cy="958122"/>
            </a:xfrm>
            <a:prstGeom prst="roundRect">
              <a:avLst>
                <a:gd name="adj" fmla="val 9218"/>
              </a:avLst>
            </a:prstGeom>
            <a:gradFill>
              <a:gsLst>
                <a:gs pos="47000">
                  <a:srgbClr val="FDFDFD"/>
                </a:gs>
                <a:gs pos="53000">
                  <a:srgbClr val="E8E8E8"/>
                </a:gs>
                <a:gs pos="100000">
                  <a:srgbClr val="ECECEC"/>
                </a:gs>
              </a:gsLst>
              <a:lin ang="5400000" scaled="1"/>
            </a:gradFill>
            <a:ln>
              <a:noFill/>
            </a:ln>
            <a:effectLst>
              <a:outerShdw blurRad="762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6" name="流程图: 手动输入 32"/>
          <p:cNvSpPr/>
          <p:nvPr/>
        </p:nvSpPr>
        <p:spPr>
          <a:xfrm flipH="1" flipV="1">
            <a:off x="4587936" y="2349931"/>
            <a:ext cx="345538" cy="624370"/>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00"/>
              <a:gd name="connsiteY0-2" fmla="*/ 6677 h 10000"/>
              <a:gd name="connsiteX1-3" fmla="*/ 10000 w 10000"/>
              <a:gd name="connsiteY1-4" fmla="*/ 0 h 10000"/>
              <a:gd name="connsiteX2-5" fmla="*/ 10000 w 10000"/>
              <a:gd name="connsiteY2-6" fmla="*/ 10000 h 10000"/>
              <a:gd name="connsiteX3-7" fmla="*/ 0 w 10000"/>
              <a:gd name="connsiteY3-8" fmla="*/ 10000 h 10000"/>
              <a:gd name="connsiteX4-9" fmla="*/ 0 w 10000"/>
              <a:gd name="connsiteY4-10" fmla="*/ 6677 h 10000"/>
              <a:gd name="connsiteX0-11" fmla="*/ 0 w 10000"/>
              <a:gd name="connsiteY0-12" fmla="*/ 6875 h 10000"/>
              <a:gd name="connsiteX1-13" fmla="*/ 10000 w 10000"/>
              <a:gd name="connsiteY1-14" fmla="*/ 0 h 10000"/>
              <a:gd name="connsiteX2-15" fmla="*/ 10000 w 10000"/>
              <a:gd name="connsiteY2-16" fmla="*/ 10000 h 10000"/>
              <a:gd name="connsiteX3-17" fmla="*/ 0 w 10000"/>
              <a:gd name="connsiteY3-18" fmla="*/ 10000 h 10000"/>
              <a:gd name="connsiteX4-19" fmla="*/ 0 w 10000"/>
              <a:gd name="connsiteY4-20" fmla="*/ 6875 h 10000"/>
              <a:gd name="connsiteX0-21" fmla="*/ 0 w 10185"/>
              <a:gd name="connsiteY0-22" fmla="*/ 6624 h 10000"/>
              <a:gd name="connsiteX1-23" fmla="*/ 10185 w 10185"/>
              <a:gd name="connsiteY1-24" fmla="*/ 0 h 10000"/>
              <a:gd name="connsiteX2-25" fmla="*/ 10185 w 10185"/>
              <a:gd name="connsiteY2-26" fmla="*/ 10000 h 10000"/>
              <a:gd name="connsiteX3-27" fmla="*/ 185 w 10185"/>
              <a:gd name="connsiteY3-28" fmla="*/ 10000 h 10000"/>
              <a:gd name="connsiteX4-29" fmla="*/ 0 w 10185"/>
              <a:gd name="connsiteY4-30" fmla="*/ 6624 h 10000"/>
              <a:gd name="connsiteX0-31" fmla="*/ 0 w 10092"/>
              <a:gd name="connsiteY0-32" fmla="*/ 8092 h 10000"/>
              <a:gd name="connsiteX1-33" fmla="*/ 10092 w 10092"/>
              <a:gd name="connsiteY1-34" fmla="*/ 0 h 10000"/>
              <a:gd name="connsiteX2-35" fmla="*/ 10092 w 10092"/>
              <a:gd name="connsiteY2-36" fmla="*/ 10000 h 10000"/>
              <a:gd name="connsiteX3-37" fmla="*/ 92 w 10092"/>
              <a:gd name="connsiteY3-38" fmla="*/ 10000 h 10000"/>
              <a:gd name="connsiteX4-39" fmla="*/ 0 w 10092"/>
              <a:gd name="connsiteY4-40" fmla="*/ 8092 h 10000"/>
              <a:gd name="connsiteX0-41" fmla="*/ 0 w 10092"/>
              <a:gd name="connsiteY0-42" fmla="*/ 8736 h 10000"/>
              <a:gd name="connsiteX1-43" fmla="*/ 10092 w 10092"/>
              <a:gd name="connsiteY1-44" fmla="*/ 0 h 10000"/>
              <a:gd name="connsiteX2-45" fmla="*/ 10092 w 10092"/>
              <a:gd name="connsiteY2-46" fmla="*/ 10000 h 10000"/>
              <a:gd name="connsiteX3-47" fmla="*/ 92 w 10092"/>
              <a:gd name="connsiteY3-48" fmla="*/ 10000 h 10000"/>
              <a:gd name="connsiteX4-49" fmla="*/ 0 w 10092"/>
              <a:gd name="connsiteY4-50" fmla="*/ 8736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92" h="10000">
                <a:moveTo>
                  <a:pt x="0" y="8736"/>
                </a:moveTo>
                <a:lnTo>
                  <a:pt x="10092" y="0"/>
                </a:lnTo>
                <a:lnTo>
                  <a:pt x="10092" y="10000"/>
                </a:lnTo>
                <a:lnTo>
                  <a:pt x="92" y="10000"/>
                </a:lnTo>
                <a:cubicBezTo>
                  <a:pt x="30" y="8875"/>
                  <a:pt x="62" y="9861"/>
                  <a:pt x="0" y="8736"/>
                </a:cubicBezTo>
                <a:close/>
              </a:path>
            </a:pathLst>
          </a:custGeom>
          <a:gradFill>
            <a:gsLst>
              <a:gs pos="0">
                <a:schemeClr val="tx1">
                  <a:alpha val="21000"/>
                </a:schemeClr>
              </a:gs>
              <a:gs pos="100000">
                <a:srgbClr val="F2F2F2">
                  <a:alpha val="0"/>
                </a:srgbClr>
              </a:gs>
            </a:gsLst>
            <a:lin ang="10800000" scaled="0"/>
          </a:gra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3212670" y="2371220"/>
            <a:ext cx="1098372" cy="974323"/>
            <a:chOff x="3227162" y="1556792"/>
            <a:chExt cx="1098550" cy="974481"/>
          </a:xfrm>
          <a:effectLst>
            <a:outerShdw blurRad="50800" dist="38100" dir="2700000" algn="tl" rotWithShape="0">
              <a:prstClr val="black">
                <a:alpha val="40000"/>
              </a:prstClr>
            </a:outerShdw>
          </a:effectLst>
        </p:grpSpPr>
        <p:grpSp>
          <p:nvGrpSpPr>
            <p:cNvPr id="8" name="组合 7"/>
            <p:cNvGrpSpPr/>
            <p:nvPr/>
          </p:nvGrpSpPr>
          <p:grpSpPr>
            <a:xfrm>
              <a:off x="3227162" y="1556793"/>
              <a:ext cx="1098550" cy="958123"/>
              <a:chOff x="2857499" y="1149477"/>
              <a:chExt cx="1098550" cy="958123"/>
            </a:xfrm>
          </p:grpSpPr>
          <p:sp>
            <p:nvSpPr>
              <p:cNvPr id="12" name="圆角矩形 11"/>
              <p:cNvSpPr/>
              <p:nvPr/>
            </p:nvSpPr>
            <p:spPr>
              <a:xfrm>
                <a:off x="2857499" y="1149477"/>
                <a:ext cx="1076325" cy="958123"/>
              </a:xfrm>
              <a:prstGeom prst="roundRect">
                <a:avLst>
                  <a:gd name="adj" fmla="val 13889"/>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圆角矩形 12"/>
              <p:cNvSpPr/>
              <p:nvPr/>
            </p:nvSpPr>
            <p:spPr>
              <a:xfrm>
                <a:off x="2892834" y="1178024"/>
                <a:ext cx="1063215" cy="901028"/>
              </a:xfrm>
              <a:prstGeom prst="roundRect">
                <a:avLst>
                  <a:gd name="adj" fmla="val 13889"/>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 name="组合 8"/>
            <p:cNvGrpSpPr/>
            <p:nvPr/>
          </p:nvGrpSpPr>
          <p:grpSpPr>
            <a:xfrm>
              <a:off x="3280967" y="1556792"/>
              <a:ext cx="1044304" cy="974481"/>
              <a:chOff x="2705742" y="1689376"/>
              <a:chExt cx="1044304" cy="974481"/>
            </a:xfrm>
          </p:grpSpPr>
          <p:sp>
            <p:nvSpPr>
              <p:cNvPr id="10" name="文本框 40"/>
              <p:cNvSpPr txBox="1"/>
              <p:nvPr/>
            </p:nvSpPr>
            <p:spPr>
              <a:xfrm>
                <a:off x="2719532" y="1689376"/>
                <a:ext cx="1030514" cy="706235"/>
              </a:xfrm>
              <a:prstGeom prst="rect">
                <a:avLst/>
              </a:prstGeom>
              <a:noFill/>
            </p:spPr>
            <p:txBody>
              <a:bodyPr wrap="square" rtlCol="0">
                <a:spAutoFit/>
              </a:bodyPr>
              <a:lstStyle/>
              <a:p>
                <a:pPr algn="ctr"/>
                <a:r>
                  <a:rPr lang="en-US" altLang="zh-CN" sz="4000" dirty="0">
                    <a:solidFill>
                      <a:schemeClr val="bg1"/>
                    </a:solidFill>
                    <a:latin typeface="Impact" panose="020B0806030902050204" pitchFamily="34" charset="0"/>
                  </a:rPr>
                  <a:t>04</a:t>
                </a:r>
                <a:endParaRPr lang="zh-CN" altLang="en-US" sz="4000" dirty="0">
                  <a:solidFill>
                    <a:schemeClr val="bg1"/>
                  </a:solidFill>
                  <a:latin typeface="Impact" panose="020B0806030902050204" pitchFamily="34" charset="0"/>
                </a:endParaRPr>
              </a:p>
            </p:txBody>
          </p:sp>
          <p:sp>
            <p:nvSpPr>
              <p:cNvPr id="11" name="文本框 41"/>
              <p:cNvSpPr txBox="1"/>
              <p:nvPr/>
            </p:nvSpPr>
            <p:spPr>
              <a:xfrm>
                <a:off x="2705742" y="2344400"/>
                <a:ext cx="1030514" cy="319457"/>
              </a:xfrm>
              <a:prstGeom prst="rect">
                <a:avLst/>
              </a:prstGeom>
              <a:noFill/>
            </p:spPr>
            <p:txBody>
              <a:bodyPr wrap="square" rtlCol="0">
                <a:spAutoFit/>
              </a:bodyPr>
              <a:lstStyle/>
              <a:p>
                <a:pPr algn="ctr"/>
                <a:r>
                  <a:rPr lang="en-US" altLang="zh-CN" sz="1400" dirty="0">
                    <a:solidFill>
                      <a:schemeClr val="bg1"/>
                    </a:solidFill>
                    <a:latin typeface="微软雅黑" panose="020B0503020204020204" charset="-122"/>
                    <a:ea typeface="微软雅黑" panose="020B0503020204020204" charset="-122"/>
                  </a:rPr>
                  <a:t>OPTION</a:t>
                </a:r>
                <a:endParaRPr lang="zh-CN" altLang="en-US" sz="1400" dirty="0">
                  <a:solidFill>
                    <a:schemeClr val="bg1"/>
                  </a:solidFill>
                  <a:latin typeface="微软雅黑" panose="020B0503020204020204" charset="-122"/>
                  <a:ea typeface="微软雅黑" panose="020B0503020204020204" charset="-122"/>
                </a:endParaRPr>
              </a:p>
            </p:txBody>
          </p:sp>
        </p:grpSp>
      </p:grpSp>
      <p:sp>
        <p:nvSpPr>
          <p:cNvPr id="14" name="文本框 52"/>
          <p:cNvSpPr txBox="1"/>
          <p:nvPr/>
        </p:nvSpPr>
        <p:spPr>
          <a:xfrm>
            <a:off x="5414261" y="2420528"/>
            <a:ext cx="2641353" cy="483235"/>
          </a:xfrm>
          <a:prstGeom prst="rect">
            <a:avLst/>
          </a:prstGeom>
          <a:noFill/>
        </p:spPr>
        <p:txBody>
          <a:bodyPr wrap="square" rtlCol="0">
            <a:spAutoFit/>
          </a:bodyPr>
          <a:lstStyle/>
          <a:p>
            <a:r>
              <a:rPr lang="zh-CN" altLang="en-US" sz="2400" b="1" dirty="0">
                <a:solidFill>
                  <a:schemeClr val="tx1">
                    <a:lumMod val="75000"/>
                    <a:lumOff val="25000"/>
                  </a:schemeClr>
                </a:solidFill>
                <a:latin typeface="微软雅黑" panose="020B0503020204020204" charset="-122"/>
                <a:ea typeface="微软雅黑" panose="020B0503020204020204" charset="-122"/>
              </a:rPr>
              <a:t>此处添加标题</a:t>
            </a:r>
          </a:p>
        </p:txBody>
      </p:sp>
      <p:sp>
        <p:nvSpPr>
          <p:cNvPr id="15" name="文本框 53"/>
          <p:cNvSpPr txBox="1"/>
          <p:nvPr/>
        </p:nvSpPr>
        <p:spPr>
          <a:xfrm>
            <a:off x="4975860" y="2875915"/>
            <a:ext cx="3582035" cy="469900"/>
          </a:xfrm>
          <a:prstGeom prst="rect">
            <a:avLst/>
          </a:prstGeom>
          <a:noFill/>
        </p:spPr>
        <p:txBody>
          <a:bodyPr wrap="square" rtlCol="0">
            <a:spAutoFit/>
          </a:bodyPr>
          <a:lstStyle/>
          <a:p>
            <a:pPr algn="just"/>
            <a:r>
              <a:rPr lang="zh-CN" altLang="en-US" sz="1200" dirty="0">
                <a:solidFill>
                  <a:schemeClr val="tx1"/>
                </a:solidFill>
                <a:latin typeface="微软雅黑" panose="020B0503020204020204" charset="-122"/>
                <a:ea typeface="微软雅黑" panose="020B0503020204020204" charset="-122"/>
              </a:rPr>
              <a:t>请在此粘贴或者输入您的文字内容请在此粘贴或者输入您的文字内容</a:t>
            </a:r>
          </a:p>
        </p:txBody>
      </p:sp>
      <p:grpSp>
        <p:nvGrpSpPr>
          <p:cNvPr id="16" name="Group 4"/>
          <p:cNvGrpSpPr>
            <a:grpSpLocks noChangeAspect="1"/>
          </p:cNvGrpSpPr>
          <p:nvPr/>
        </p:nvGrpSpPr>
        <p:grpSpPr bwMode="auto">
          <a:xfrm>
            <a:off x="5082345" y="2432656"/>
            <a:ext cx="299096" cy="350505"/>
            <a:chOff x="1776" y="1776"/>
            <a:chExt cx="64" cy="75"/>
          </a:xfrm>
          <a:solidFill>
            <a:schemeClr val="accent2"/>
          </a:solidFill>
          <a:effectLst/>
        </p:grpSpPr>
        <p:sp>
          <p:nvSpPr>
            <p:cNvPr id="17" name="Freeform 5"/>
            <p:cNvSpPr/>
            <p:nvPr/>
          </p:nvSpPr>
          <p:spPr bwMode="auto">
            <a:xfrm>
              <a:off x="1795" y="1779"/>
              <a:ext cx="29" cy="26"/>
            </a:xfrm>
            <a:custGeom>
              <a:avLst/>
              <a:gdLst>
                <a:gd name="T0" fmla="*/ 5 w 11"/>
                <a:gd name="T1" fmla="*/ 10 h 10"/>
                <a:gd name="T2" fmla="*/ 5 w 11"/>
                <a:gd name="T3" fmla="*/ 10 h 10"/>
                <a:gd name="T4" fmla="*/ 11 w 11"/>
                <a:gd name="T5" fmla="*/ 5 h 10"/>
                <a:gd name="T6" fmla="*/ 5 w 11"/>
                <a:gd name="T7" fmla="*/ 0 h 10"/>
                <a:gd name="T8" fmla="*/ 5 w 11"/>
                <a:gd name="T9" fmla="*/ 0 h 10"/>
                <a:gd name="T10" fmla="*/ 0 w 11"/>
                <a:gd name="T11" fmla="*/ 5 h 10"/>
                <a:gd name="T12" fmla="*/ 5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5" y="10"/>
                  </a:moveTo>
                  <a:cubicBezTo>
                    <a:pt x="5" y="10"/>
                    <a:pt x="5" y="10"/>
                    <a:pt x="5" y="10"/>
                  </a:cubicBezTo>
                  <a:cubicBezTo>
                    <a:pt x="8" y="10"/>
                    <a:pt x="11" y="8"/>
                    <a:pt x="11" y="5"/>
                  </a:cubicBezTo>
                  <a:cubicBezTo>
                    <a:pt x="11" y="2"/>
                    <a:pt x="8" y="0"/>
                    <a:pt x="5" y="0"/>
                  </a:cubicBezTo>
                  <a:cubicBezTo>
                    <a:pt x="5" y="0"/>
                    <a:pt x="5" y="0"/>
                    <a:pt x="5" y="0"/>
                  </a:cubicBezTo>
                  <a:cubicBezTo>
                    <a:pt x="2" y="1"/>
                    <a:pt x="0" y="3"/>
                    <a:pt x="0" y="5"/>
                  </a:cubicBezTo>
                  <a:cubicBezTo>
                    <a:pt x="0" y="8"/>
                    <a:pt x="2" y="10"/>
                    <a:pt x="5"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endParaRPr lang="zh-CN" altLang="en-US">
                <a:solidFill>
                  <a:prstClr val="black"/>
                </a:solidFill>
              </a:endParaRPr>
            </a:p>
          </p:txBody>
        </p:sp>
        <p:sp>
          <p:nvSpPr>
            <p:cNvPr id="18" name="Freeform 6"/>
            <p:cNvSpPr/>
            <p:nvPr/>
          </p:nvSpPr>
          <p:spPr bwMode="auto">
            <a:xfrm>
              <a:off x="1776" y="1810"/>
              <a:ext cx="64" cy="41"/>
            </a:xfrm>
            <a:custGeom>
              <a:avLst/>
              <a:gdLst>
                <a:gd name="T0" fmla="*/ 23 w 24"/>
                <a:gd name="T1" fmla="*/ 3 h 16"/>
                <a:gd name="T2" fmla="*/ 19 w 24"/>
                <a:gd name="T3" fmla="*/ 0 h 16"/>
                <a:gd name="T4" fmla="*/ 19 w 24"/>
                <a:gd name="T5" fmla="*/ 0 h 16"/>
                <a:gd name="T6" fmla="*/ 17 w 24"/>
                <a:gd name="T7" fmla="*/ 0 h 16"/>
                <a:gd name="T8" fmla="*/ 15 w 24"/>
                <a:gd name="T9" fmla="*/ 5 h 16"/>
                <a:gd name="T10" fmla="*/ 12 w 24"/>
                <a:gd name="T11" fmla="*/ 11 h 16"/>
                <a:gd name="T12" fmla="*/ 14 w 24"/>
                <a:gd name="T13" fmla="*/ 7 h 16"/>
                <a:gd name="T14" fmla="*/ 13 w 24"/>
                <a:gd name="T15" fmla="*/ 1 h 16"/>
                <a:gd name="T16" fmla="*/ 13 w 24"/>
                <a:gd name="T17" fmla="*/ 1 h 16"/>
                <a:gd name="T18" fmla="*/ 12 w 24"/>
                <a:gd name="T19" fmla="*/ 0 h 16"/>
                <a:gd name="T20" fmla="*/ 12 w 24"/>
                <a:gd name="T21" fmla="*/ 0 h 16"/>
                <a:gd name="T22" fmla="*/ 12 w 24"/>
                <a:gd name="T23" fmla="*/ 1 h 16"/>
                <a:gd name="T24" fmla="*/ 12 w 24"/>
                <a:gd name="T25" fmla="*/ 1 h 16"/>
                <a:gd name="T26" fmla="*/ 11 w 24"/>
                <a:gd name="T27" fmla="*/ 7 h 16"/>
                <a:gd name="T28" fmla="*/ 10 w 24"/>
                <a:gd name="T29" fmla="*/ 5 h 16"/>
                <a:gd name="T30" fmla="*/ 8 w 24"/>
                <a:gd name="T31" fmla="*/ 0 h 16"/>
                <a:gd name="T32" fmla="*/ 5 w 24"/>
                <a:gd name="T33" fmla="*/ 0 h 16"/>
                <a:gd name="T34" fmla="*/ 5 w 24"/>
                <a:gd name="T35" fmla="*/ 0 h 16"/>
                <a:gd name="T36" fmla="*/ 1 w 24"/>
                <a:gd name="T37" fmla="*/ 3 h 16"/>
                <a:gd name="T38" fmla="*/ 0 w 24"/>
                <a:gd name="T39" fmla="*/ 16 h 16"/>
                <a:gd name="T40" fmla="*/ 4 w 24"/>
                <a:gd name="T41" fmla="*/ 16 h 16"/>
                <a:gd name="T42" fmla="*/ 4 w 24"/>
                <a:gd name="T43" fmla="*/ 6 h 16"/>
                <a:gd name="T44" fmla="*/ 5 w 24"/>
                <a:gd name="T45" fmla="*/ 6 h 16"/>
                <a:gd name="T46" fmla="*/ 5 w 24"/>
                <a:gd name="T47" fmla="*/ 16 h 16"/>
                <a:gd name="T48" fmla="*/ 12 w 24"/>
                <a:gd name="T49" fmla="*/ 16 h 16"/>
                <a:gd name="T50" fmla="*/ 19 w 24"/>
                <a:gd name="T51" fmla="*/ 16 h 16"/>
                <a:gd name="T52" fmla="*/ 19 w 24"/>
                <a:gd name="T53" fmla="*/ 6 h 16"/>
                <a:gd name="T54" fmla="*/ 19 w 24"/>
                <a:gd name="T55" fmla="*/ 6 h 16"/>
                <a:gd name="T56" fmla="*/ 20 w 24"/>
                <a:gd name="T57" fmla="*/ 6 h 16"/>
                <a:gd name="T58" fmla="*/ 20 w 24"/>
                <a:gd name="T59" fmla="*/ 16 h 16"/>
                <a:gd name="T60" fmla="*/ 23 w 24"/>
                <a:gd name="T61" fmla="*/ 16 h 16"/>
                <a:gd name="T62" fmla="*/ 23 w 24"/>
                <a:gd name="T63"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 h="16">
                  <a:moveTo>
                    <a:pt x="23" y="3"/>
                  </a:moveTo>
                  <a:cubicBezTo>
                    <a:pt x="22" y="1"/>
                    <a:pt x="20" y="0"/>
                    <a:pt x="19" y="0"/>
                  </a:cubicBezTo>
                  <a:cubicBezTo>
                    <a:pt x="19" y="0"/>
                    <a:pt x="19" y="0"/>
                    <a:pt x="19" y="0"/>
                  </a:cubicBezTo>
                  <a:cubicBezTo>
                    <a:pt x="17" y="0"/>
                    <a:pt x="17" y="0"/>
                    <a:pt x="17" y="0"/>
                  </a:cubicBezTo>
                  <a:cubicBezTo>
                    <a:pt x="15" y="5"/>
                    <a:pt x="15" y="5"/>
                    <a:pt x="15" y="5"/>
                  </a:cubicBezTo>
                  <a:cubicBezTo>
                    <a:pt x="12" y="11"/>
                    <a:pt x="12" y="11"/>
                    <a:pt x="12" y="11"/>
                  </a:cubicBezTo>
                  <a:cubicBezTo>
                    <a:pt x="14" y="7"/>
                    <a:pt x="14" y="7"/>
                    <a:pt x="14" y="7"/>
                  </a:cubicBezTo>
                  <a:cubicBezTo>
                    <a:pt x="13" y="1"/>
                    <a:pt x="13" y="1"/>
                    <a:pt x="13" y="1"/>
                  </a:cubicBezTo>
                  <a:cubicBezTo>
                    <a:pt x="13" y="1"/>
                    <a:pt x="13" y="1"/>
                    <a:pt x="13" y="1"/>
                  </a:cubicBezTo>
                  <a:cubicBezTo>
                    <a:pt x="13" y="0"/>
                    <a:pt x="13" y="0"/>
                    <a:pt x="12" y="0"/>
                  </a:cubicBezTo>
                  <a:cubicBezTo>
                    <a:pt x="12" y="0"/>
                    <a:pt x="12" y="0"/>
                    <a:pt x="12" y="0"/>
                  </a:cubicBezTo>
                  <a:cubicBezTo>
                    <a:pt x="12" y="0"/>
                    <a:pt x="12" y="0"/>
                    <a:pt x="12" y="1"/>
                  </a:cubicBezTo>
                  <a:cubicBezTo>
                    <a:pt x="12" y="1"/>
                    <a:pt x="12" y="1"/>
                    <a:pt x="12" y="1"/>
                  </a:cubicBezTo>
                  <a:cubicBezTo>
                    <a:pt x="11" y="7"/>
                    <a:pt x="11" y="7"/>
                    <a:pt x="11" y="7"/>
                  </a:cubicBezTo>
                  <a:cubicBezTo>
                    <a:pt x="10" y="5"/>
                    <a:pt x="10" y="5"/>
                    <a:pt x="10" y="5"/>
                  </a:cubicBezTo>
                  <a:cubicBezTo>
                    <a:pt x="8" y="0"/>
                    <a:pt x="8" y="0"/>
                    <a:pt x="8" y="0"/>
                  </a:cubicBezTo>
                  <a:cubicBezTo>
                    <a:pt x="5" y="0"/>
                    <a:pt x="5" y="0"/>
                    <a:pt x="5" y="0"/>
                  </a:cubicBezTo>
                  <a:cubicBezTo>
                    <a:pt x="5" y="0"/>
                    <a:pt x="5" y="0"/>
                    <a:pt x="5" y="0"/>
                  </a:cubicBezTo>
                  <a:cubicBezTo>
                    <a:pt x="3" y="0"/>
                    <a:pt x="2" y="1"/>
                    <a:pt x="1" y="3"/>
                  </a:cubicBezTo>
                  <a:cubicBezTo>
                    <a:pt x="0" y="5"/>
                    <a:pt x="0" y="11"/>
                    <a:pt x="0" y="16"/>
                  </a:cubicBezTo>
                  <a:cubicBezTo>
                    <a:pt x="4" y="16"/>
                    <a:pt x="4" y="16"/>
                    <a:pt x="4" y="16"/>
                  </a:cubicBezTo>
                  <a:cubicBezTo>
                    <a:pt x="4" y="6"/>
                    <a:pt x="4" y="6"/>
                    <a:pt x="4" y="6"/>
                  </a:cubicBezTo>
                  <a:cubicBezTo>
                    <a:pt x="4" y="6"/>
                    <a:pt x="4" y="6"/>
                    <a:pt x="5" y="6"/>
                  </a:cubicBezTo>
                  <a:cubicBezTo>
                    <a:pt x="5" y="16"/>
                    <a:pt x="5" y="16"/>
                    <a:pt x="5" y="16"/>
                  </a:cubicBezTo>
                  <a:cubicBezTo>
                    <a:pt x="12" y="16"/>
                    <a:pt x="12" y="16"/>
                    <a:pt x="12" y="16"/>
                  </a:cubicBezTo>
                  <a:cubicBezTo>
                    <a:pt x="19" y="16"/>
                    <a:pt x="19" y="16"/>
                    <a:pt x="19" y="16"/>
                  </a:cubicBezTo>
                  <a:cubicBezTo>
                    <a:pt x="19" y="6"/>
                    <a:pt x="19" y="6"/>
                    <a:pt x="19" y="6"/>
                  </a:cubicBezTo>
                  <a:cubicBezTo>
                    <a:pt x="19" y="6"/>
                    <a:pt x="19" y="6"/>
                    <a:pt x="19" y="6"/>
                  </a:cubicBezTo>
                  <a:cubicBezTo>
                    <a:pt x="19" y="6"/>
                    <a:pt x="20" y="6"/>
                    <a:pt x="20" y="6"/>
                  </a:cubicBezTo>
                  <a:cubicBezTo>
                    <a:pt x="20" y="16"/>
                    <a:pt x="20" y="16"/>
                    <a:pt x="20" y="16"/>
                  </a:cubicBezTo>
                  <a:cubicBezTo>
                    <a:pt x="23" y="16"/>
                    <a:pt x="23" y="16"/>
                    <a:pt x="23" y="16"/>
                  </a:cubicBezTo>
                  <a:cubicBezTo>
                    <a:pt x="24" y="11"/>
                    <a:pt x="24" y="5"/>
                    <a:pt x="2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endParaRPr lang="zh-CN" altLang="en-US">
                <a:solidFill>
                  <a:prstClr val="black"/>
                </a:solidFill>
              </a:endParaRPr>
            </a:p>
          </p:txBody>
        </p:sp>
        <p:sp>
          <p:nvSpPr>
            <p:cNvPr id="19" name="Freeform 7"/>
            <p:cNvSpPr/>
            <p:nvPr/>
          </p:nvSpPr>
          <p:spPr bwMode="auto">
            <a:xfrm>
              <a:off x="1795" y="1776"/>
              <a:ext cx="29" cy="26"/>
            </a:xfrm>
            <a:custGeom>
              <a:avLst/>
              <a:gdLst>
                <a:gd name="T0" fmla="*/ 5 w 11"/>
                <a:gd name="T1" fmla="*/ 10 h 10"/>
                <a:gd name="T2" fmla="*/ 5 w 11"/>
                <a:gd name="T3" fmla="*/ 10 h 10"/>
                <a:gd name="T4" fmla="*/ 11 w 11"/>
                <a:gd name="T5" fmla="*/ 5 h 10"/>
                <a:gd name="T6" fmla="*/ 5 w 11"/>
                <a:gd name="T7" fmla="*/ 0 h 10"/>
                <a:gd name="T8" fmla="*/ 5 w 11"/>
                <a:gd name="T9" fmla="*/ 0 h 10"/>
                <a:gd name="T10" fmla="*/ 0 w 11"/>
                <a:gd name="T11" fmla="*/ 5 h 10"/>
                <a:gd name="T12" fmla="*/ 5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5" y="10"/>
                  </a:moveTo>
                  <a:cubicBezTo>
                    <a:pt x="5" y="10"/>
                    <a:pt x="5" y="10"/>
                    <a:pt x="5" y="10"/>
                  </a:cubicBezTo>
                  <a:cubicBezTo>
                    <a:pt x="8" y="10"/>
                    <a:pt x="11" y="8"/>
                    <a:pt x="11" y="5"/>
                  </a:cubicBezTo>
                  <a:cubicBezTo>
                    <a:pt x="11" y="2"/>
                    <a:pt x="8" y="0"/>
                    <a:pt x="5" y="0"/>
                  </a:cubicBezTo>
                  <a:cubicBezTo>
                    <a:pt x="5" y="0"/>
                    <a:pt x="5" y="0"/>
                    <a:pt x="5" y="0"/>
                  </a:cubicBezTo>
                  <a:cubicBezTo>
                    <a:pt x="2" y="1"/>
                    <a:pt x="0" y="3"/>
                    <a:pt x="0" y="5"/>
                  </a:cubicBezTo>
                  <a:cubicBezTo>
                    <a:pt x="0" y="8"/>
                    <a:pt x="2" y="10"/>
                    <a:pt x="5"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endParaRPr lang="zh-CN" altLang="en-US">
                <a:solidFill>
                  <a:prstClr val="black"/>
                </a:solidFill>
              </a:endParaRPr>
            </a:p>
          </p:txBody>
        </p:sp>
        <p:sp>
          <p:nvSpPr>
            <p:cNvPr id="20" name="Freeform 8"/>
            <p:cNvSpPr/>
            <p:nvPr/>
          </p:nvSpPr>
          <p:spPr bwMode="auto">
            <a:xfrm>
              <a:off x="1776" y="1807"/>
              <a:ext cx="64" cy="42"/>
            </a:xfrm>
            <a:custGeom>
              <a:avLst/>
              <a:gdLst>
                <a:gd name="T0" fmla="*/ 23 w 24"/>
                <a:gd name="T1" fmla="*/ 3 h 16"/>
                <a:gd name="T2" fmla="*/ 19 w 24"/>
                <a:gd name="T3" fmla="*/ 0 h 16"/>
                <a:gd name="T4" fmla="*/ 19 w 24"/>
                <a:gd name="T5" fmla="*/ 0 h 16"/>
                <a:gd name="T6" fmla="*/ 17 w 24"/>
                <a:gd name="T7" fmla="*/ 0 h 16"/>
                <a:gd name="T8" fmla="*/ 15 w 24"/>
                <a:gd name="T9" fmla="*/ 5 h 16"/>
                <a:gd name="T10" fmla="*/ 12 w 24"/>
                <a:gd name="T11" fmla="*/ 11 h 16"/>
                <a:gd name="T12" fmla="*/ 14 w 24"/>
                <a:gd name="T13" fmla="*/ 7 h 16"/>
                <a:gd name="T14" fmla="*/ 13 w 24"/>
                <a:gd name="T15" fmla="*/ 1 h 16"/>
                <a:gd name="T16" fmla="*/ 13 w 24"/>
                <a:gd name="T17" fmla="*/ 1 h 16"/>
                <a:gd name="T18" fmla="*/ 12 w 24"/>
                <a:gd name="T19" fmla="*/ 0 h 16"/>
                <a:gd name="T20" fmla="*/ 12 w 24"/>
                <a:gd name="T21" fmla="*/ 0 h 16"/>
                <a:gd name="T22" fmla="*/ 12 w 24"/>
                <a:gd name="T23" fmla="*/ 1 h 16"/>
                <a:gd name="T24" fmla="*/ 12 w 24"/>
                <a:gd name="T25" fmla="*/ 1 h 16"/>
                <a:gd name="T26" fmla="*/ 11 w 24"/>
                <a:gd name="T27" fmla="*/ 7 h 16"/>
                <a:gd name="T28" fmla="*/ 10 w 24"/>
                <a:gd name="T29" fmla="*/ 5 h 16"/>
                <a:gd name="T30" fmla="*/ 8 w 24"/>
                <a:gd name="T31" fmla="*/ 0 h 16"/>
                <a:gd name="T32" fmla="*/ 5 w 24"/>
                <a:gd name="T33" fmla="*/ 0 h 16"/>
                <a:gd name="T34" fmla="*/ 5 w 24"/>
                <a:gd name="T35" fmla="*/ 0 h 16"/>
                <a:gd name="T36" fmla="*/ 1 w 24"/>
                <a:gd name="T37" fmla="*/ 3 h 16"/>
                <a:gd name="T38" fmla="*/ 0 w 24"/>
                <a:gd name="T39" fmla="*/ 16 h 16"/>
                <a:gd name="T40" fmla="*/ 4 w 24"/>
                <a:gd name="T41" fmla="*/ 16 h 16"/>
                <a:gd name="T42" fmla="*/ 4 w 24"/>
                <a:gd name="T43" fmla="*/ 6 h 16"/>
                <a:gd name="T44" fmla="*/ 5 w 24"/>
                <a:gd name="T45" fmla="*/ 6 h 16"/>
                <a:gd name="T46" fmla="*/ 5 w 24"/>
                <a:gd name="T47" fmla="*/ 16 h 16"/>
                <a:gd name="T48" fmla="*/ 12 w 24"/>
                <a:gd name="T49" fmla="*/ 16 h 16"/>
                <a:gd name="T50" fmla="*/ 19 w 24"/>
                <a:gd name="T51" fmla="*/ 16 h 16"/>
                <a:gd name="T52" fmla="*/ 19 w 24"/>
                <a:gd name="T53" fmla="*/ 6 h 16"/>
                <a:gd name="T54" fmla="*/ 19 w 24"/>
                <a:gd name="T55" fmla="*/ 6 h 16"/>
                <a:gd name="T56" fmla="*/ 20 w 24"/>
                <a:gd name="T57" fmla="*/ 6 h 16"/>
                <a:gd name="T58" fmla="*/ 20 w 24"/>
                <a:gd name="T59" fmla="*/ 16 h 16"/>
                <a:gd name="T60" fmla="*/ 23 w 24"/>
                <a:gd name="T61" fmla="*/ 16 h 16"/>
                <a:gd name="T62" fmla="*/ 23 w 24"/>
                <a:gd name="T63"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 h="16">
                  <a:moveTo>
                    <a:pt x="23" y="3"/>
                  </a:moveTo>
                  <a:cubicBezTo>
                    <a:pt x="22" y="1"/>
                    <a:pt x="20" y="0"/>
                    <a:pt x="19" y="0"/>
                  </a:cubicBezTo>
                  <a:cubicBezTo>
                    <a:pt x="19" y="0"/>
                    <a:pt x="19" y="0"/>
                    <a:pt x="19" y="0"/>
                  </a:cubicBezTo>
                  <a:cubicBezTo>
                    <a:pt x="17" y="0"/>
                    <a:pt x="17" y="0"/>
                    <a:pt x="17" y="0"/>
                  </a:cubicBezTo>
                  <a:cubicBezTo>
                    <a:pt x="15" y="5"/>
                    <a:pt x="15" y="5"/>
                    <a:pt x="15" y="5"/>
                  </a:cubicBezTo>
                  <a:cubicBezTo>
                    <a:pt x="12" y="11"/>
                    <a:pt x="12" y="11"/>
                    <a:pt x="12" y="11"/>
                  </a:cubicBezTo>
                  <a:cubicBezTo>
                    <a:pt x="14" y="7"/>
                    <a:pt x="14" y="7"/>
                    <a:pt x="14" y="7"/>
                  </a:cubicBezTo>
                  <a:cubicBezTo>
                    <a:pt x="13" y="1"/>
                    <a:pt x="13" y="1"/>
                    <a:pt x="13" y="1"/>
                  </a:cubicBezTo>
                  <a:cubicBezTo>
                    <a:pt x="13" y="1"/>
                    <a:pt x="13" y="1"/>
                    <a:pt x="13" y="1"/>
                  </a:cubicBezTo>
                  <a:cubicBezTo>
                    <a:pt x="13" y="0"/>
                    <a:pt x="13" y="0"/>
                    <a:pt x="12" y="0"/>
                  </a:cubicBezTo>
                  <a:cubicBezTo>
                    <a:pt x="12" y="0"/>
                    <a:pt x="12" y="0"/>
                    <a:pt x="12" y="0"/>
                  </a:cubicBezTo>
                  <a:cubicBezTo>
                    <a:pt x="12" y="0"/>
                    <a:pt x="12" y="0"/>
                    <a:pt x="12" y="1"/>
                  </a:cubicBezTo>
                  <a:cubicBezTo>
                    <a:pt x="12" y="1"/>
                    <a:pt x="12" y="1"/>
                    <a:pt x="12" y="1"/>
                  </a:cubicBezTo>
                  <a:cubicBezTo>
                    <a:pt x="11" y="7"/>
                    <a:pt x="11" y="7"/>
                    <a:pt x="11" y="7"/>
                  </a:cubicBezTo>
                  <a:cubicBezTo>
                    <a:pt x="10" y="5"/>
                    <a:pt x="10" y="5"/>
                    <a:pt x="10" y="5"/>
                  </a:cubicBezTo>
                  <a:cubicBezTo>
                    <a:pt x="8" y="0"/>
                    <a:pt x="8" y="0"/>
                    <a:pt x="8" y="0"/>
                  </a:cubicBezTo>
                  <a:cubicBezTo>
                    <a:pt x="5" y="0"/>
                    <a:pt x="5" y="0"/>
                    <a:pt x="5" y="0"/>
                  </a:cubicBezTo>
                  <a:cubicBezTo>
                    <a:pt x="5" y="0"/>
                    <a:pt x="5" y="0"/>
                    <a:pt x="5" y="0"/>
                  </a:cubicBezTo>
                  <a:cubicBezTo>
                    <a:pt x="3" y="0"/>
                    <a:pt x="2" y="1"/>
                    <a:pt x="1" y="3"/>
                  </a:cubicBezTo>
                  <a:cubicBezTo>
                    <a:pt x="0" y="5"/>
                    <a:pt x="0" y="11"/>
                    <a:pt x="0" y="16"/>
                  </a:cubicBezTo>
                  <a:cubicBezTo>
                    <a:pt x="4" y="16"/>
                    <a:pt x="4" y="16"/>
                    <a:pt x="4" y="16"/>
                  </a:cubicBezTo>
                  <a:cubicBezTo>
                    <a:pt x="4" y="6"/>
                    <a:pt x="4" y="6"/>
                    <a:pt x="4" y="6"/>
                  </a:cubicBezTo>
                  <a:cubicBezTo>
                    <a:pt x="4" y="6"/>
                    <a:pt x="4" y="6"/>
                    <a:pt x="5" y="6"/>
                  </a:cubicBezTo>
                  <a:cubicBezTo>
                    <a:pt x="5" y="16"/>
                    <a:pt x="5" y="16"/>
                    <a:pt x="5" y="16"/>
                  </a:cubicBezTo>
                  <a:cubicBezTo>
                    <a:pt x="12" y="16"/>
                    <a:pt x="12" y="16"/>
                    <a:pt x="12" y="16"/>
                  </a:cubicBezTo>
                  <a:cubicBezTo>
                    <a:pt x="19" y="16"/>
                    <a:pt x="19" y="16"/>
                    <a:pt x="19" y="16"/>
                  </a:cubicBezTo>
                  <a:cubicBezTo>
                    <a:pt x="19" y="6"/>
                    <a:pt x="19" y="6"/>
                    <a:pt x="19" y="6"/>
                  </a:cubicBezTo>
                  <a:cubicBezTo>
                    <a:pt x="19" y="6"/>
                    <a:pt x="19" y="6"/>
                    <a:pt x="19" y="6"/>
                  </a:cubicBezTo>
                  <a:cubicBezTo>
                    <a:pt x="19" y="6"/>
                    <a:pt x="20" y="6"/>
                    <a:pt x="20" y="6"/>
                  </a:cubicBezTo>
                  <a:cubicBezTo>
                    <a:pt x="20" y="16"/>
                    <a:pt x="20" y="16"/>
                    <a:pt x="20" y="16"/>
                  </a:cubicBezTo>
                  <a:cubicBezTo>
                    <a:pt x="23" y="16"/>
                    <a:pt x="23" y="16"/>
                    <a:pt x="23" y="16"/>
                  </a:cubicBezTo>
                  <a:cubicBezTo>
                    <a:pt x="24" y="11"/>
                    <a:pt x="24" y="5"/>
                    <a:pt x="2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5" tIns="45712" rIns="91425" bIns="45712" numCol="1" anchor="t" anchorCtr="0" compatLnSpc="1"/>
            <a:lstStyle/>
            <a:p>
              <a:endParaRPr lang="zh-CN" altLang="en-US">
                <a:solidFill>
                  <a:prstClr val="black"/>
                </a:solidFill>
              </a:endParaRPr>
            </a:p>
          </p:txBody>
        </p:sp>
      </p:grpSp>
      <p:sp>
        <p:nvSpPr>
          <p:cNvPr id="21" name="矩形 20"/>
          <p:cNvSpPr/>
          <p:nvPr/>
        </p:nvSpPr>
        <p:spPr>
          <a:xfrm>
            <a:off x="4163967" y="2371220"/>
            <a:ext cx="452588" cy="976835"/>
          </a:xfrm>
          <a:prstGeom prst="rect">
            <a:avLst/>
          </a:prstGeom>
          <a:solidFill>
            <a:srgbClr val="F2F2F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2" name="组合 21"/>
          <p:cNvGrpSpPr/>
          <p:nvPr/>
        </p:nvGrpSpPr>
        <p:grpSpPr>
          <a:xfrm>
            <a:off x="4642703" y="3501873"/>
            <a:ext cx="1436442" cy="227965"/>
            <a:chOff x="4369395" y="3284984"/>
            <a:chExt cx="1436675" cy="228002"/>
          </a:xfrm>
        </p:grpSpPr>
        <p:sp>
          <p:nvSpPr>
            <p:cNvPr id="23" name="文本框 9"/>
            <p:cNvSpPr txBox="1"/>
            <p:nvPr/>
          </p:nvSpPr>
          <p:spPr>
            <a:xfrm>
              <a:off x="4581935" y="3284984"/>
              <a:ext cx="1224135" cy="228002"/>
            </a:xfrm>
            <a:prstGeom prst="rect">
              <a:avLst/>
            </a:prstGeom>
            <a:noFill/>
          </p:spPr>
          <p:txBody>
            <a:bodyPr wrap="square" lIns="0" tIns="0" rIns="0" bIns="0" rtlCol="0">
              <a:spAutoFit/>
            </a:bodyPr>
            <a:lstStyle/>
            <a:p>
              <a:pPr marL="0" lvl="1"/>
              <a:r>
                <a:rPr lang="zh-CN" altLang="en-US" sz="1400" dirty="0">
                  <a:solidFill>
                    <a:schemeClr val="tx1"/>
                  </a:solidFill>
                  <a:latin typeface="微软雅黑" panose="020B0503020204020204" charset="-122"/>
                  <a:ea typeface="微软雅黑" panose="020B0503020204020204" charset="-122"/>
                </a:rPr>
                <a:t>此处添加标题</a:t>
              </a:r>
            </a:p>
          </p:txBody>
        </p:sp>
        <p:sp>
          <p:nvSpPr>
            <p:cNvPr id="25" name="椭圆 24"/>
            <p:cNvSpPr/>
            <p:nvPr/>
          </p:nvSpPr>
          <p:spPr>
            <a:xfrm>
              <a:off x="4369395" y="3316401"/>
              <a:ext cx="168551" cy="1685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27" name="组合 26"/>
          <p:cNvGrpSpPr/>
          <p:nvPr/>
        </p:nvGrpSpPr>
        <p:grpSpPr>
          <a:xfrm>
            <a:off x="6154626" y="3501873"/>
            <a:ext cx="1436442" cy="227965"/>
            <a:chOff x="4369395" y="3284984"/>
            <a:chExt cx="1436675" cy="228002"/>
          </a:xfrm>
        </p:grpSpPr>
        <p:sp>
          <p:nvSpPr>
            <p:cNvPr id="28" name="文本框 9"/>
            <p:cNvSpPr txBox="1"/>
            <p:nvPr/>
          </p:nvSpPr>
          <p:spPr>
            <a:xfrm>
              <a:off x="4581935" y="3284984"/>
              <a:ext cx="1224135" cy="228002"/>
            </a:xfrm>
            <a:prstGeom prst="rect">
              <a:avLst/>
            </a:prstGeom>
            <a:noFill/>
          </p:spPr>
          <p:txBody>
            <a:bodyPr wrap="square" lIns="0" tIns="0" rIns="0" bIns="0" rtlCol="0">
              <a:spAutoFit/>
            </a:bodyPr>
            <a:lstStyle/>
            <a:p>
              <a:pPr marL="0" lvl="1"/>
              <a:r>
                <a:rPr lang="zh-CN" altLang="en-US" sz="1400" dirty="0">
                  <a:solidFill>
                    <a:schemeClr val="tx1"/>
                  </a:solidFill>
                  <a:latin typeface="微软雅黑" panose="020B0503020204020204" charset="-122"/>
                  <a:ea typeface="微软雅黑" panose="020B0503020204020204" charset="-122"/>
                </a:rPr>
                <a:t>此处添加标题</a:t>
              </a:r>
            </a:p>
          </p:txBody>
        </p:sp>
        <p:sp>
          <p:nvSpPr>
            <p:cNvPr id="30" name="椭圆 29"/>
            <p:cNvSpPr/>
            <p:nvPr/>
          </p:nvSpPr>
          <p:spPr>
            <a:xfrm>
              <a:off x="4369395" y="3316401"/>
              <a:ext cx="168551" cy="16855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2" name="组合 31"/>
          <p:cNvGrpSpPr/>
          <p:nvPr/>
        </p:nvGrpSpPr>
        <p:grpSpPr>
          <a:xfrm>
            <a:off x="7663065" y="3501873"/>
            <a:ext cx="1436442" cy="227965"/>
            <a:chOff x="4369395" y="3284984"/>
            <a:chExt cx="1436675" cy="228002"/>
          </a:xfrm>
        </p:grpSpPr>
        <p:sp>
          <p:nvSpPr>
            <p:cNvPr id="33" name="文本框 9"/>
            <p:cNvSpPr txBox="1"/>
            <p:nvPr/>
          </p:nvSpPr>
          <p:spPr>
            <a:xfrm>
              <a:off x="4581935" y="3284984"/>
              <a:ext cx="1224135" cy="228002"/>
            </a:xfrm>
            <a:prstGeom prst="rect">
              <a:avLst/>
            </a:prstGeom>
            <a:noFill/>
          </p:spPr>
          <p:txBody>
            <a:bodyPr wrap="square" lIns="0" tIns="0" rIns="0" bIns="0" rtlCol="0">
              <a:spAutoFit/>
            </a:bodyPr>
            <a:lstStyle/>
            <a:p>
              <a:pPr marL="0" lvl="1"/>
              <a:r>
                <a:rPr lang="zh-CN" altLang="en-US" sz="1400" dirty="0">
                  <a:solidFill>
                    <a:schemeClr val="tx1"/>
                  </a:solidFill>
                  <a:latin typeface="微软雅黑" panose="020B0503020204020204" charset="-122"/>
                  <a:ea typeface="微软雅黑" panose="020B0503020204020204" charset="-122"/>
                </a:rPr>
                <a:t>此处添加标题</a:t>
              </a:r>
            </a:p>
          </p:txBody>
        </p:sp>
        <p:sp>
          <p:nvSpPr>
            <p:cNvPr id="35" name="椭圆 34"/>
            <p:cNvSpPr/>
            <p:nvPr/>
          </p:nvSpPr>
          <p:spPr>
            <a:xfrm>
              <a:off x="4369395" y="3316401"/>
              <a:ext cx="168551" cy="16855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7" name="组合 36"/>
          <p:cNvGrpSpPr/>
          <p:nvPr/>
        </p:nvGrpSpPr>
        <p:grpSpPr>
          <a:xfrm>
            <a:off x="4642703" y="3862434"/>
            <a:ext cx="1436442" cy="227965"/>
            <a:chOff x="4369395" y="3284984"/>
            <a:chExt cx="1436675" cy="228002"/>
          </a:xfrm>
        </p:grpSpPr>
        <p:sp>
          <p:nvSpPr>
            <p:cNvPr id="38" name="文本框 9"/>
            <p:cNvSpPr txBox="1"/>
            <p:nvPr/>
          </p:nvSpPr>
          <p:spPr>
            <a:xfrm>
              <a:off x="4581935" y="3284984"/>
              <a:ext cx="1224135" cy="228002"/>
            </a:xfrm>
            <a:prstGeom prst="rect">
              <a:avLst/>
            </a:prstGeom>
            <a:noFill/>
          </p:spPr>
          <p:txBody>
            <a:bodyPr wrap="square" lIns="0" tIns="0" rIns="0" bIns="0" rtlCol="0">
              <a:spAutoFit/>
            </a:bodyPr>
            <a:lstStyle/>
            <a:p>
              <a:pPr marL="0" lvl="1"/>
              <a:r>
                <a:rPr lang="zh-CN" altLang="en-US" sz="1400" dirty="0">
                  <a:solidFill>
                    <a:schemeClr val="tx1"/>
                  </a:solidFill>
                  <a:latin typeface="微软雅黑" panose="020B0503020204020204" charset="-122"/>
                  <a:ea typeface="微软雅黑" panose="020B0503020204020204" charset="-122"/>
                </a:rPr>
                <a:t>此处添加标题</a:t>
              </a:r>
            </a:p>
          </p:txBody>
        </p:sp>
        <p:sp>
          <p:nvSpPr>
            <p:cNvPr id="40" name="椭圆 39"/>
            <p:cNvSpPr/>
            <p:nvPr/>
          </p:nvSpPr>
          <p:spPr>
            <a:xfrm>
              <a:off x="4369395" y="3316401"/>
              <a:ext cx="168551" cy="168551"/>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42" name="组合 41"/>
          <p:cNvGrpSpPr/>
          <p:nvPr/>
        </p:nvGrpSpPr>
        <p:grpSpPr>
          <a:xfrm>
            <a:off x="6154626" y="3862434"/>
            <a:ext cx="1436442" cy="227965"/>
            <a:chOff x="4369395" y="3284984"/>
            <a:chExt cx="1436675" cy="228002"/>
          </a:xfrm>
        </p:grpSpPr>
        <p:sp>
          <p:nvSpPr>
            <p:cNvPr id="43" name="文本框 9"/>
            <p:cNvSpPr txBox="1"/>
            <p:nvPr/>
          </p:nvSpPr>
          <p:spPr>
            <a:xfrm>
              <a:off x="4581935" y="3284984"/>
              <a:ext cx="1224135" cy="228002"/>
            </a:xfrm>
            <a:prstGeom prst="rect">
              <a:avLst/>
            </a:prstGeom>
            <a:noFill/>
          </p:spPr>
          <p:txBody>
            <a:bodyPr wrap="square" lIns="0" tIns="0" rIns="0" bIns="0" rtlCol="0">
              <a:spAutoFit/>
            </a:bodyPr>
            <a:lstStyle/>
            <a:p>
              <a:pPr marL="0" lvl="1"/>
              <a:r>
                <a:rPr lang="zh-CN" altLang="en-US" sz="1400" dirty="0">
                  <a:solidFill>
                    <a:schemeClr val="tx1"/>
                  </a:solidFill>
                  <a:latin typeface="微软雅黑" panose="020B0503020204020204" charset="-122"/>
                  <a:ea typeface="微软雅黑" panose="020B0503020204020204" charset="-122"/>
                </a:rPr>
                <a:t>此处添加标题</a:t>
              </a:r>
            </a:p>
          </p:txBody>
        </p:sp>
        <p:sp>
          <p:nvSpPr>
            <p:cNvPr id="45" name="椭圆 44"/>
            <p:cNvSpPr/>
            <p:nvPr/>
          </p:nvSpPr>
          <p:spPr>
            <a:xfrm>
              <a:off x="4369395" y="3316401"/>
              <a:ext cx="168551" cy="1685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47" name="组合 46"/>
          <p:cNvGrpSpPr/>
          <p:nvPr/>
        </p:nvGrpSpPr>
        <p:grpSpPr>
          <a:xfrm>
            <a:off x="7663065" y="3862434"/>
            <a:ext cx="1436442" cy="227965"/>
            <a:chOff x="4369395" y="3284984"/>
            <a:chExt cx="1436675" cy="228002"/>
          </a:xfrm>
        </p:grpSpPr>
        <p:sp>
          <p:nvSpPr>
            <p:cNvPr id="48" name="文本框 9"/>
            <p:cNvSpPr txBox="1"/>
            <p:nvPr/>
          </p:nvSpPr>
          <p:spPr>
            <a:xfrm>
              <a:off x="4581935" y="3284984"/>
              <a:ext cx="1224135" cy="228002"/>
            </a:xfrm>
            <a:prstGeom prst="rect">
              <a:avLst/>
            </a:prstGeom>
            <a:noFill/>
          </p:spPr>
          <p:txBody>
            <a:bodyPr wrap="square" lIns="0" tIns="0" rIns="0" bIns="0" rtlCol="0">
              <a:spAutoFit/>
            </a:bodyPr>
            <a:lstStyle/>
            <a:p>
              <a:pPr marL="0" lvl="1"/>
              <a:r>
                <a:rPr lang="zh-CN" altLang="en-US" sz="1400" dirty="0">
                  <a:solidFill>
                    <a:schemeClr val="tx1"/>
                  </a:solidFill>
                  <a:latin typeface="微软雅黑" panose="020B0503020204020204" charset="-122"/>
                  <a:ea typeface="微软雅黑" panose="020B0503020204020204" charset="-122"/>
                </a:rPr>
                <a:t>此处添加标题</a:t>
              </a:r>
            </a:p>
          </p:txBody>
        </p:sp>
        <p:sp>
          <p:nvSpPr>
            <p:cNvPr id="50" name="椭圆 49"/>
            <p:cNvSpPr/>
            <p:nvPr/>
          </p:nvSpPr>
          <p:spPr>
            <a:xfrm>
              <a:off x="4369395" y="3316401"/>
              <a:ext cx="168551" cy="1685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transition advTm="3979">
    <p:cover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5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1+#ppt_w/2"/>
                                          </p:val>
                                        </p:tav>
                                        <p:tav tm="100000">
                                          <p:val>
                                            <p:strVal val="#ppt_x"/>
                                          </p:val>
                                        </p:tav>
                                      </p:tavLst>
                                    </p:anim>
                                    <p:anim calcmode="lin" valueType="num">
                                      <p:cBhvr additive="base">
                                        <p:cTn id="12" dur="500" fill="hold"/>
                                        <p:tgtEl>
                                          <p:spTgt spid="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par>
                          <p:cTn id="17" fill="hold">
                            <p:stCondLst>
                              <p:cond delay="1500"/>
                            </p:stCondLst>
                            <p:childTnLst>
                              <p:par>
                                <p:cTn id="18" presetID="22" presetClass="entr" presetSubtype="4"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ipe(down)">
                                      <p:cBhvr>
                                        <p:cTn id="20" dur="500"/>
                                        <p:tgtEl>
                                          <p:spTgt spid="14"/>
                                        </p:tgtEl>
                                      </p:cBhvr>
                                    </p:animEffect>
                                  </p:childTnLst>
                                </p:cTn>
                              </p:par>
                            </p:childTnLst>
                          </p:cTn>
                        </p:par>
                        <p:par>
                          <p:cTn id="21" fill="hold">
                            <p:stCondLst>
                              <p:cond delay="2000"/>
                            </p:stCondLst>
                            <p:childTnLst>
                              <p:par>
                                <p:cTn id="22" presetID="10" presetClass="entr" presetSubtype="0" fill="hold" grpId="0" nodeType="after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childTnLst>
                          </p:cTn>
                        </p:par>
                        <p:par>
                          <p:cTn id="25" fill="hold">
                            <p:stCondLst>
                              <p:cond delay="2500"/>
                            </p:stCondLst>
                            <p:childTnLst>
                              <p:par>
                                <p:cTn id="26" presetID="10" presetClass="entr" presetSubtype="0" fill="hold" grpId="0" nodeType="after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childTnLst>
                          </p:cTn>
                        </p:par>
                        <p:par>
                          <p:cTn id="32" fill="hold">
                            <p:stCondLst>
                              <p:cond delay="3000"/>
                            </p:stCondLst>
                            <p:childTnLst>
                              <p:par>
                                <p:cTn id="33" presetID="2" presetClass="entr" presetSubtype="4" fill="hold" nodeType="afterEffect">
                                  <p:stCondLst>
                                    <p:cond delay="0"/>
                                  </p:stCondLst>
                                  <p:childTnLst>
                                    <p:set>
                                      <p:cBhvr>
                                        <p:cTn id="34" dur="1" fill="hold">
                                          <p:stCondLst>
                                            <p:cond delay="0"/>
                                          </p:stCondLst>
                                        </p:cTn>
                                        <p:tgtEl>
                                          <p:spTgt spid="22"/>
                                        </p:tgtEl>
                                        <p:attrNameLst>
                                          <p:attrName>style.visibility</p:attrName>
                                        </p:attrNameLst>
                                      </p:cBhvr>
                                      <p:to>
                                        <p:strVal val="visible"/>
                                      </p:to>
                                    </p:set>
                                    <p:anim calcmode="lin" valueType="num">
                                      <p:cBhvr additive="base">
                                        <p:cTn id="35" dur="500" fill="hold"/>
                                        <p:tgtEl>
                                          <p:spTgt spid="22"/>
                                        </p:tgtEl>
                                        <p:attrNameLst>
                                          <p:attrName>ppt_x</p:attrName>
                                        </p:attrNameLst>
                                      </p:cBhvr>
                                      <p:tavLst>
                                        <p:tav tm="0">
                                          <p:val>
                                            <p:strVal val="#ppt_x"/>
                                          </p:val>
                                        </p:tav>
                                        <p:tav tm="100000">
                                          <p:val>
                                            <p:strVal val="#ppt_x"/>
                                          </p:val>
                                        </p:tav>
                                      </p:tavLst>
                                    </p:anim>
                                    <p:anim calcmode="lin" valueType="num">
                                      <p:cBhvr additive="base">
                                        <p:cTn id="36" dur="500" fill="hold"/>
                                        <p:tgtEl>
                                          <p:spTgt spid="22"/>
                                        </p:tgtEl>
                                        <p:attrNameLst>
                                          <p:attrName>ppt_y</p:attrName>
                                        </p:attrNameLst>
                                      </p:cBhvr>
                                      <p:tavLst>
                                        <p:tav tm="0">
                                          <p:val>
                                            <p:strVal val="1+#ppt_h/2"/>
                                          </p:val>
                                        </p:tav>
                                        <p:tav tm="100000">
                                          <p:val>
                                            <p:strVal val="#ppt_y"/>
                                          </p:val>
                                        </p:tav>
                                      </p:tavLst>
                                    </p:anim>
                                  </p:childTnLst>
                                </p:cTn>
                              </p:par>
                            </p:childTnLst>
                          </p:cTn>
                        </p:par>
                        <p:par>
                          <p:cTn id="37" fill="hold">
                            <p:stCondLst>
                              <p:cond delay="3500"/>
                            </p:stCondLst>
                            <p:childTnLst>
                              <p:par>
                                <p:cTn id="38" presetID="2" presetClass="entr" presetSubtype="4" fill="hold" nodeType="afterEffect">
                                  <p:stCondLst>
                                    <p:cond delay="0"/>
                                  </p:stCondLst>
                                  <p:childTnLst>
                                    <p:set>
                                      <p:cBhvr>
                                        <p:cTn id="39" dur="1" fill="hold">
                                          <p:stCondLst>
                                            <p:cond delay="0"/>
                                          </p:stCondLst>
                                        </p:cTn>
                                        <p:tgtEl>
                                          <p:spTgt spid="27"/>
                                        </p:tgtEl>
                                        <p:attrNameLst>
                                          <p:attrName>style.visibility</p:attrName>
                                        </p:attrNameLst>
                                      </p:cBhvr>
                                      <p:to>
                                        <p:strVal val="visible"/>
                                      </p:to>
                                    </p:set>
                                    <p:anim calcmode="lin" valueType="num">
                                      <p:cBhvr additive="base">
                                        <p:cTn id="40" dur="500" fill="hold"/>
                                        <p:tgtEl>
                                          <p:spTgt spid="27"/>
                                        </p:tgtEl>
                                        <p:attrNameLst>
                                          <p:attrName>ppt_x</p:attrName>
                                        </p:attrNameLst>
                                      </p:cBhvr>
                                      <p:tavLst>
                                        <p:tav tm="0">
                                          <p:val>
                                            <p:strVal val="#ppt_x"/>
                                          </p:val>
                                        </p:tav>
                                        <p:tav tm="100000">
                                          <p:val>
                                            <p:strVal val="#ppt_x"/>
                                          </p:val>
                                        </p:tav>
                                      </p:tavLst>
                                    </p:anim>
                                    <p:anim calcmode="lin" valueType="num">
                                      <p:cBhvr additive="base">
                                        <p:cTn id="41" dur="500" fill="hold"/>
                                        <p:tgtEl>
                                          <p:spTgt spid="27"/>
                                        </p:tgtEl>
                                        <p:attrNameLst>
                                          <p:attrName>ppt_y</p:attrName>
                                        </p:attrNameLst>
                                      </p:cBhvr>
                                      <p:tavLst>
                                        <p:tav tm="0">
                                          <p:val>
                                            <p:strVal val="1+#ppt_h/2"/>
                                          </p:val>
                                        </p:tav>
                                        <p:tav tm="100000">
                                          <p:val>
                                            <p:strVal val="#ppt_y"/>
                                          </p:val>
                                        </p:tav>
                                      </p:tavLst>
                                    </p:anim>
                                  </p:childTnLst>
                                </p:cTn>
                              </p:par>
                            </p:childTnLst>
                          </p:cTn>
                        </p:par>
                        <p:par>
                          <p:cTn id="42" fill="hold">
                            <p:stCondLst>
                              <p:cond delay="4000"/>
                            </p:stCondLst>
                            <p:childTnLst>
                              <p:par>
                                <p:cTn id="43" presetID="2" presetClass="entr" presetSubtype="4" fill="hold" nodeType="afterEffect">
                                  <p:stCondLst>
                                    <p:cond delay="0"/>
                                  </p:stCondLst>
                                  <p:childTnLst>
                                    <p:set>
                                      <p:cBhvr>
                                        <p:cTn id="44" dur="1" fill="hold">
                                          <p:stCondLst>
                                            <p:cond delay="0"/>
                                          </p:stCondLst>
                                        </p:cTn>
                                        <p:tgtEl>
                                          <p:spTgt spid="32"/>
                                        </p:tgtEl>
                                        <p:attrNameLst>
                                          <p:attrName>style.visibility</p:attrName>
                                        </p:attrNameLst>
                                      </p:cBhvr>
                                      <p:to>
                                        <p:strVal val="visible"/>
                                      </p:to>
                                    </p:set>
                                    <p:anim calcmode="lin" valueType="num">
                                      <p:cBhvr additive="base">
                                        <p:cTn id="45" dur="500" fill="hold"/>
                                        <p:tgtEl>
                                          <p:spTgt spid="32"/>
                                        </p:tgtEl>
                                        <p:attrNameLst>
                                          <p:attrName>ppt_x</p:attrName>
                                        </p:attrNameLst>
                                      </p:cBhvr>
                                      <p:tavLst>
                                        <p:tav tm="0">
                                          <p:val>
                                            <p:strVal val="#ppt_x"/>
                                          </p:val>
                                        </p:tav>
                                        <p:tav tm="100000">
                                          <p:val>
                                            <p:strVal val="#ppt_x"/>
                                          </p:val>
                                        </p:tav>
                                      </p:tavLst>
                                    </p:anim>
                                    <p:anim calcmode="lin" valueType="num">
                                      <p:cBhvr additive="base">
                                        <p:cTn id="46" dur="500" fill="hold"/>
                                        <p:tgtEl>
                                          <p:spTgt spid="32"/>
                                        </p:tgtEl>
                                        <p:attrNameLst>
                                          <p:attrName>ppt_y</p:attrName>
                                        </p:attrNameLst>
                                      </p:cBhvr>
                                      <p:tavLst>
                                        <p:tav tm="0">
                                          <p:val>
                                            <p:strVal val="1+#ppt_h/2"/>
                                          </p:val>
                                        </p:tav>
                                        <p:tav tm="100000">
                                          <p:val>
                                            <p:strVal val="#ppt_y"/>
                                          </p:val>
                                        </p:tav>
                                      </p:tavLst>
                                    </p:anim>
                                  </p:childTnLst>
                                </p:cTn>
                              </p:par>
                            </p:childTnLst>
                          </p:cTn>
                        </p:par>
                        <p:par>
                          <p:cTn id="47" fill="hold">
                            <p:stCondLst>
                              <p:cond delay="4500"/>
                            </p:stCondLst>
                            <p:childTnLst>
                              <p:par>
                                <p:cTn id="48" presetID="2" presetClass="entr" presetSubtype="4" fill="hold" nodeType="afterEffect">
                                  <p:stCondLst>
                                    <p:cond delay="0"/>
                                  </p:stCondLst>
                                  <p:childTnLst>
                                    <p:set>
                                      <p:cBhvr>
                                        <p:cTn id="49" dur="1" fill="hold">
                                          <p:stCondLst>
                                            <p:cond delay="0"/>
                                          </p:stCondLst>
                                        </p:cTn>
                                        <p:tgtEl>
                                          <p:spTgt spid="37"/>
                                        </p:tgtEl>
                                        <p:attrNameLst>
                                          <p:attrName>style.visibility</p:attrName>
                                        </p:attrNameLst>
                                      </p:cBhvr>
                                      <p:to>
                                        <p:strVal val="visible"/>
                                      </p:to>
                                    </p:set>
                                    <p:anim calcmode="lin" valueType="num">
                                      <p:cBhvr additive="base">
                                        <p:cTn id="50" dur="500" fill="hold"/>
                                        <p:tgtEl>
                                          <p:spTgt spid="37"/>
                                        </p:tgtEl>
                                        <p:attrNameLst>
                                          <p:attrName>ppt_x</p:attrName>
                                        </p:attrNameLst>
                                      </p:cBhvr>
                                      <p:tavLst>
                                        <p:tav tm="0">
                                          <p:val>
                                            <p:strVal val="#ppt_x"/>
                                          </p:val>
                                        </p:tav>
                                        <p:tav tm="100000">
                                          <p:val>
                                            <p:strVal val="#ppt_x"/>
                                          </p:val>
                                        </p:tav>
                                      </p:tavLst>
                                    </p:anim>
                                    <p:anim calcmode="lin" valueType="num">
                                      <p:cBhvr additive="base">
                                        <p:cTn id="51" dur="500" fill="hold"/>
                                        <p:tgtEl>
                                          <p:spTgt spid="37"/>
                                        </p:tgtEl>
                                        <p:attrNameLst>
                                          <p:attrName>ppt_y</p:attrName>
                                        </p:attrNameLst>
                                      </p:cBhvr>
                                      <p:tavLst>
                                        <p:tav tm="0">
                                          <p:val>
                                            <p:strVal val="1+#ppt_h/2"/>
                                          </p:val>
                                        </p:tav>
                                        <p:tav tm="100000">
                                          <p:val>
                                            <p:strVal val="#ppt_y"/>
                                          </p:val>
                                        </p:tav>
                                      </p:tavLst>
                                    </p:anim>
                                  </p:childTnLst>
                                </p:cTn>
                              </p:par>
                            </p:childTnLst>
                          </p:cTn>
                        </p:par>
                        <p:par>
                          <p:cTn id="52" fill="hold">
                            <p:stCondLst>
                              <p:cond delay="5000"/>
                            </p:stCondLst>
                            <p:childTnLst>
                              <p:par>
                                <p:cTn id="53" presetID="2" presetClass="entr" presetSubtype="4" fill="hold" nodeType="afterEffect">
                                  <p:stCondLst>
                                    <p:cond delay="0"/>
                                  </p:stCondLst>
                                  <p:childTnLst>
                                    <p:set>
                                      <p:cBhvr>
                                        <p:cTn id="54" dur="1" fill="hold">
                                          <p:stCondLst>
                                            <p:cond delay="0"/>
                                          </p:stCondLst>
                                        </p:cTn>
                                        <p:tgtEl>
                                          <p:spTgt spid="42"/>
                                        </p:tgtEl>
                                        <p:attrNameLst>
                                          <p:attrName>style.visibility</p:attrName>
                                        </p:attrNameLst>
                                      </p:cBhvr>
                                      <p:to>
                                        <p:strVal val="visible"/>
                                      </p:to>
                                    </p:set>
                                    <p:anim calcmode="lin" valueType="num">
                                      <p:cBhvr additive="base">
                                        <p:cTn id="55" dur="500" fill="hold"/>
                                        <p:tgtEl>
                                          <p:spTgt spid="42"/>
                                        </p:tgtEl>
                                        <p:attrNameLst>
                                          <p:attrName>ppt_x</p:attrName>
                                        </p:attrNameLst>
                                      </p:cBhvr>
                                      <p:tavLst>
                                        <p:tav tm="0">
                                          <p:val>
                                            <p:strVal val="#ppt_x"/>
                                          </p:val>
                                        </p:tav>
                                        <p:tav tm="100000">
                                          <p:val>
                                            <p:strVal val="#ppt_x"/>
                                          </p:val>
                                        </p:tav>
                                      </p:tavLst>
                                    </p:anim>
                                    <p:anim calcmode="lin" valueType="num">
                                      <p:cBhvr additive="base">
                                        <p:cTn id="56" dur="500" fill="hold"/>
                                        <p:tgtEl>
                                          <p:spTgt spid="42"/>
                                        </p:tgtEl>
                                        <p:attrNameLst>
                                          <p:attrName>ppt_y</p:attrName>
                                        </p:attrNameLst>
                                      </p:cBhvr>
                                      <p:tavLst>
                                        <p:tav tm="0">
                                          <p:val>
                                            <p:strVal val="1+#ppt_h/2"/>
                                          </p:val>
                                        </p:tav>
                                        <p:tav tm="100000">
                                          <p:val>
                                            <p:strVal val="#ppt_y"/>
                                          </p:val>
                                        </p:tav>
                                      </p:tavLst>
                                    </p:anim>
                                  </p:childTnLst>
                                </p:cTn>
                              </p:par>
                            </p:childTnLst>
                          </p:cTn>
                        </p:par>
                        <p:par>
                          <p:cTn id="57" fill="hold">
                            <p:stCondLst>
                              <p:cond delay="5500"/>
                            </p:stCondLst>
                            <p:childTnLst>
                              <p:par>
                                <p:cTn id="58" presetID="2" presetClass="entr" presetSubtype="4" fill="hold" nodeType="afterEffect">
                                  <p:stCondLst>
                                    <p:cond delay="0"/>
                                  </p:stCondLst>
                                  <p:childTnLst>
                                    <p:set>
                                      <p:cBhvr>
                                        <p:cTn id="59" dur="1" fill="hold">
                                          <p:stCondLst>
                                            <p:cond delay="0"/>
                                          </p:stCondLst>
                                        </p:cTn>
                                        <p:tgtEl>
                                          <p:spTgt spid="47"/>
                                        </p:tgtEl>
                                        <p:attrNameLst>
                                          <p:attrName>style.visibility</p:attrName>
                                        </p:attrNameLst>
                                      </p:cBhvr>
                                      <p:to>
                                        <p:strVal val="visible"/>
                                      </p:to>
                                    </p:set>
                                    <p:anim calcmode="lin" valueType="num">
                                      <p:cBhvr additive="base">
                                        <p:cTn id="60" dur="500" fill="hold"/>
                                        <p:tgtEl>
                                          <p:spTgt spid="47"/>
                                        </p:tgtEl>
                                        <p:attrNameLst>
                                          <p:attrName>ppt_x</p:attrName>
                                        </p:attrNameLst>
                                      </p:cBhvr>
                                      <p:tavLst>
                                        <p:tav tm="0">
                                          <p:val>
                                            <p:strVal val="#ppt_x"/>
                                          </p:val>
                                        </p:tav>
                                        <p:tav tm="100000">
                                          <p:val>
                                            <p:strVal val="#ppt_x"/>
                                          </p:val>
                                        </p:tav>
                                      </p:tavLst>
                                    </p:anim>
                                    <p:anim calcmode="lin" valueType="num">
                                      <p:cBhvr additive="base">
                                        <p:cTn id="61"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14" grpId="0"/>
      <p:bldP spid="15" grpId="0"/>
      <p:bldP spid="21"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769876" y="189165"/>
            <a:ext cx="2622658" cy="483235"/>
          </a:xfrm>
          <a:prstGeom prst="rect">
            <a:avLst/>
          </a:prstGeom>
          <a:noFill/>
        </p:spPr>
        <p:txBody>
          <a:bodyPr wrap="square" rtlCol="0">
            <a:spAutoFit/>
          </a:bodyPr>
          <a:lstStyle/>
          <a:p>
            <a:pPr algn="ctr"/>
            <a:r>
              <a:rPr lang="zh-CN" altLang="en-US" sz="2400" b="1" dirty="0">
                <a:solidFill>
                  <a:schemeClr val="tx1">
                    <a:lumMod val="75000"/>
                    <a:lumOff val="25000"/>
                  </a:schemeClr>
                </a:solidFill>
                <a:latin typeface="微软雅黑" panose="020B0503020204020204" charset="-122"/>
                <a:ea typeface="微软雅黑" panose="020B0503020204020204" charset="-122"/>
              </a:rPr>
              <a:t>单击此处添加标题</a:t>
            </a:r>
          </a:p>
        </p:txBody>
      </p:sp>
      <p:cxnSp>
        <p:nvCxnSpPr>
          <p:cNvPr id="6" name="直接连接符 5"/>
          <p:cNvCxnSpPr/>
          <p:nvPr/>
        </p:nvCxnSpPr>
        <p:spPr>
          <a:xfrm>
            <a:off x="7392534" y="477150"/>
            <a:ext cx="4463773"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36892" y="481504"/>
            <a:ext cx="439177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07" name="Freeform 2229"/>
          <p:cNvSpPr>
            <a:spLocks noChangeArrowheads="1"/>
          </p:cNvSpPr>
          <p:nvPr/>
        </p:nvSpPr>
        <p:spPr bwMode="auto">
          <a:xfrm>
            <a:off x="1921848" y="3709866"/>
            <a:ext cx="8394438" cy="37816"/>
          </a:xfrm>
          <a:custGeom>
            <a:avLst/>
            <a:gdLst>
              <a:gd name="T0" fmla="*/ 1392 w 7836"/>
              <a:gd name="T1" fmla="*/ 0 h 41"/>
              <a:gd name="T2" fmla="*/ 1392 w 7836"/>
              <a:gd name="T3" fmla="*/ 0 h 41"/>
              <a:gd name="T4" fmla="*/ 0 w 7836"/>
              <a:gd name="T5" fmla="*/ 0 h 41"/>
              <a:gd name="T6" fmla="*/ 0 w 7836"/>
              <a:gd name="T7" fmla="*/ 40 h 41"/>
              <a:gd name="T8" fmla="*/ 0 w 7836"/>
              <a:gd name="T9" fmla="*/ 40 h 41"/>
              <a:gd name="T10" fmla="*/ 1392 w 7836"/>
              <a:gd name="T11" fmla="*/ 40 h 41"/>
              <a:gd name="T12" fmla="*/ 1392 w 7836"/>
              <a:gd name="T13" fmla="*/ 40 h 41"/>
              <a:gd name="T14" fmla="*/ 1392 w 7836"/>
              <a:gd name="T15" fmla="*/ 0 h 41"/>
              <a:gd name="T16" fmla="*/ 2712 w 7836"/>
              <a:gd name="T17" fmla="*/ 0 h 41"/>
              <a:gd name="T18" fmla="*/ 2712 w 7836"/>
              <a:gd name="T19" fmla="*/ 0 h 41"/>
              <a:gd name="T20" fmla="*/ 1886 w 7836"/>
              <a:gd name="T21" fmla="*/ 0 h 41"/>
              <a:gd name="T22" fmla="*/ 1886 w 7836"/>
              <a:gd name="T23" fmla="*/ 40 h 41"/>
              <a:gd name="T24" fmla="*/ 1886 w 7836"/>
              <a:gd name="T25" fmla="*/ 40 h 41"/>
              <a:gd name="T26" fmla="*/ 2712 w 7836"/>
              <a:gd name="T27" fmla="*/ 40 h 41"/>
              <a:gd name="T28" fmla="*/ 2712 w 7836"/>
              <a:gd name="T29" fmla="*/ 40 h 41"/>
              <a:gd name="T30" fmla="*/ 2712 w 7836"/>
              <a:gd name="T31" fmla="*/ 0 h 41"/>
              <a:gd name="T32" fmla="*/ 4517 w 7836"/>
              <a:gd name="T33" fmla="*/ 0 h 41"/>
              <a:gd name="T34" fmla="*/ 4517 w 7836"/>
              <a:gd name="T35" fmla="*/ 0 h 41"/>
              <a:gd name="T36" fmla="*/ 3208 w 7836"/>
              <a:gd name="T37" fmla="*/ 0 h 41"/>
              <a:gd name="T38" fmla="*/ 3217 w 7836"/>
              <a:gd name="T39" fmla="*/ 40 h 41"/>
              <a:gd name="T40" fmla="*/ 3217 w 7836"/>
              <a:gd name="T41" fmla="*/ 40 h 41"/>
              <a:gd name="T42" fmla="*/ 4517 w 7836"/>
              <a:gd name="T43" fmla="*/ 40 h 41"/>
              <a:gd name="T44" fmla="*/ 4517 w 7836"/>
              <a:gd name="T45" fmla="*/ 40 h 41"/>
              <a:gd name="T46" fmla="*/ 4517 w 7836"/>
              <a:gd name="T47" fmla="*/ 0 h 41"/>
              <a:gd name="T48" fmla="*/ 6615 w 7836"/>
              <a:gd name="T49" fmla="*/ 0 h 41"/>
              <a:gd name="T50" fmla="*/ 6615 w 7836"/>
              <a:gd name="T51" fmla="*/ 0 h 41"/>
              <a:gd name="T52" fmla="*/ 5013 w 7836"/>
              <a:gd name="T53" fmla="*/ 0 h 41"/>
              <a:gd name="T54" fmla="*/ 5013 w 7836"/>
              <a:gd name="T55" fmla="*/ 40 h 41"/>
              <a:gd name="T56" fmla="*/ 5013 w 7836"/>
              <a:gd name="T57" fmla="*/ 40 h 41"/>
              <a:gd name="T58" fmla="*/ 6615 w 7836"/>
              <a:gd name="T59" fmla="*/ 40 h 41"/>
              <a:gd name="T60" fmla="*/ 6615 w 7836"/>
              <a:gd name="T61" fmla="*/ 40 h 41"/>
              <a:gd name="T62" fmla="*/ 6615 w 7836"/>
              <a:gd name="T63" fmla="*/ 0 h 41"/>
              <a:gd name="T64" fmla="*/ 7835 w 7836"/>
              <a:gd name="T65" fmla="*/ 0 h 41"/>
              <a:gd name="T66" fmla="*/ 7835 w 7836"/>
              <a:gd name="T67" fmla="*/ 0 h 41"/>
              <a:gd name="T68" fmla="*/ 7109 w 7836"/>
              <a:gd name="T69" fmla="*/ 0 h 41"/>
              <a:gd name="T70" fmla="*/ 7109 w 7836"/>
              <a:gd name="T71" fmla="*/ 40 h 41"/>
              <a:gd name="T72" fmla="*/ 7109 w 7836"/>
              <a:gd name="T73" fmla="*/ 40 h 41"/>
              <a:gd name="T74" fmla="*/ 7835 w 7836"/>
              <a:gd name="T75" fmla="*/ 40 h 41"/>
              <a:gd name="T76" fmla="*/ 7835 w 7836"/>
              <a:gd name="T77" fmla="*/ 40 h 41"/>
              <a:gd name="T78" fmla="*/ 7835 w 7836"/>
              <a:gd name="T79" fmla="*/ 0 h 41"/>
              <a:gd name="T80" fmla="*/ 1392 w 7836"/>
              <a:gd name="T8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836" h="41">
                <a:moveTo>
                  <a:pt x="1392" y="0"/>
                </a:moveTo>
                <a:lnTo>
                  <a:pt x="1392" y="0"/>
                </a:lnTo>
                <a:cubicBezTo>
                  <a:pt x="0" y="0"/>
                  <a:pt x="0" y="0"/>
                  <a:pt x="0" y="0"/>
                </a:cubicBezTo>
                <a:cubicBezTo>
                  <a:pt x="0" y="11"/>
                  <a:pt x="0" y="31"/>
                  <a:pt x="0" y="40"/>
                </a:cubicBezTo>
                <a:lnTo>
                  <a:pt x="0" y="40"/>
                </a:lnTo>
                <a:cubicBezTo>
                  <a:pt x="1392" y="40"/>
                  <a:pt x="1392" y="40"/>
                  <a:pt x="1392" y="40"/>
                </a:cubicBezTo>
                <a:lnTo>
                  <a:pt x="1392" y="40"/>
                </a:lnTo>
                <a:cubicBezTo>
                  <a:pt x="1392" y="31"/>
                  <a:pt x="1392" y="11"/>
                  <a:pt x="1392" y="0"/>
                </a:cubicBezTo>
                <a:lnTo>
                  <a:pt x="2712" y="0"/>
                </a:lnTo>
                <a:lnTo>
                  <a:pt x="2712" y="0"/>
                </a:lnTo>
                <a:cubicBezTo>
                  <a:pt x="1886" y="0"/>
                  <a:pt x="1886" y="0"/>
                  <a:pt x="1886" y="0"/>
                </a:cubicBezTo>
                <a:cubicBezTo>
                  <a:pt x="1886" y="11"/>
                  <a:pt x="1886" y="31"/>
                  <a:pt x="1886" y="40"/>
                </a:cubicBezTo>
                <a:lnTo>
                  <a:pt x="1886" y="40"/>
                </a:lnTo>
                <a:cubicBezTo>
                  <a:pt x="2712" y="40"/>
                  <a:pt x="2712" y="40"/>
                  <a:pt x="2712" y="40"/>
                </a:cubicBezTo>
                <a:lnTo>
                  <a:pt x="2712" y="40"/>
                </a:lnTo>
                <a:cubicBezTo>
                  <a:pt x="2712" y="31"/>
                  <a:pt x="2712" y="11"/>
                  <a:pt x="2712" y="0"/>
                </a:cubicBezTo>
                <a:lnTo>
                  <a:pt x="4517" y="0"/>
                </a:lnTo>
                <a:lnTo>
                  <a:pt x="4517" y="0"/>
                </a:lnTo>
                <a:cubicBezTo>
                  <a:pt x="3208" y="0"/>
                  <a:pt x="3208" y="0"/>
                  <a:pt x="3208" y="0"/>
                </a:cubicBezTo>
                <a:cubicBezTo>
                  <a:pt x="3208" y="11"/>
                  <a:pt x="3217" y="31"/>
                  <a:pt x="3217" y="40"/>
                </a:cubicBezTo>
                <a:lnTo>
                  <a:pt x="3217" y="40"/>
                </a:lnTo>
                <a:cubicBezTo>
                  <a:pt x="4517" y="40"/>
                  <a:pt x="4517" y="40"/>
                  <a:pt x="4517" y="40"/>
                </a:cubicBezTo>
                <a:lnTo>
                  <a:pt x="4517" y="40"/>
                </a:lnTo>
                <a:cubicBezTo>
                  <a:pt x="4517" y="31"/>
                  <a:pt x="4517" y="11"/>
                  <a:pt x="4517" y="0"/>
                </a:cubicBezTo>
                <a:lnTo>
                  <a:pt x="6615" y="0"/>
                </a:lnTo>
                <a:lnTo>
                  <a:pt x="6615" y="0"/>
                </a:lnTo>
                <a:cubicBezTo>
                  <a:pt x="5013" y="0"/>
                  <a:pt x="5013" y="0"/>
                  <a:pt x="5013" y="0"/>
                </a:cubicBezTo>
                <a:cubicBezTo>
                  <a:pt x="5013" y="11"/>
                  <a:pt x="5013" y="31"/>
                  <a:pt x="5013" y="40"/>
                </a:cubicBezTo>
                <a:lnTo>
                  <a:pt x="5013" y="40"/>
                </a:lnTo>
                <a:cubicBezTo>
                  <a:pt x="6615" y="40"/>
                  <a:pt x="6615" y="40"/>
                  <a:pt x="6615" y="40"/>
                </a:cubicBezTo>
                <a:lnTo>
                  <a:pt x="6615" y="40"/>
                </a:lnTo>
                <a:cubicBezTo>
                  <a:pt x="6615" y="31"/>
                  <a:pt x="6615" y="11"/>
                  <a:pt x="6615" y="0"/>
                </a:cubicBezTo>
                <a:lnTo>
                  <a:pt x="7835" y="0"/>
                </a:lnTo>
                <a:lnTo>
                  <a:pt x="7835" y="0"/>
                </a:lnTo>
                <a:cubicBezTo>
                  <a:pt x="7109" y="0"/>
                  <a:pt x="7109" y="0"/>
                  <a:pt x="7109" y="0"/>
                </a:cubicBezTo>
                <a:cubicBezTo>
                  <a:pt x="7109" y="11"/>
                  <a:pt x="7109" y="31"/>
                  <a:pt x="7109" y="40"/>
                </a:cubicBezTo>
                <a:lnTo>
                  <a:pt x="7109" y="40"/>
                </a:lnTo>
                <a:cubicBezTo>
                  <a:pt x="7835" y="40"/>
                  <a:pt x="7835" y="40"/>
                  <a:pt x="7835" y="40"/>
                </a:cubicBezTo>
                <a:lnTo>
                  <a:pt x="7835" y="40"/>
                </a:lnTo>
                <a:cubicBezTo>
                  <a:pt x="7835" y="31"/>
                  <a:pt x="7835" y="11"/>
                  <a:pt x="7835" y="0"/>
                </a:cubicBezTo>
                <a:lnTo>
                  <a:pt x="1392" y="0"/>
                </a:lnTo>
              </a:path>
            </a:pathLst>
          </a:custGeom>
          <a:solidFill>
            <a:schemeClr val="bg1">
              <a:lumMod val="75000"/>
            </a:schemeClr>
          </a:solidFill>
          <a:ln>
            <a:noFill/>
          </a:ln>
          <a:effectLst/>
        </p:spPr>
        <p:txBody>
          <a:bodyPr wrap="none" anchor="ctr"/>
          <a:lstStyle/>
          <a:p>
            <a:endParaRPr lang="en-US" sz="24800" dirty="0">
              <a:latin typeface="微软雅黑" panose="020B0503020204020204" charset="-122"/>
            </a:endParaRPr>
          </a:p>
        </p:txBody>
      </p:sp>
      <p:sp>
        <p:nvSpPr>
          <p:cNvPr id="208" name="Freeform 2230"/>
          <p:cNvSpPr>
            <a:spLocks noChangeArrowheads="1"/>
          </p:cNvSpPr>
          <p:nvPr/>
        </p:nvSpPr>
        <p:spPr bwMode="auto">
          <a:xfrm>
            <a:off x="3670687" y="2173623"/>
            <a:ext cx="4726" cy="1304626"/>
          </a:xfrm>
          <a:custGeom>
            <a:avLst/>
            <a:gdLst>
              <a:gd name="T0" fmla="*/ 9 w 10"/>
              <a:gd name="T1" fmla="*/ 0 h 1220"/>
              <a:gd name="T2" fmla="*/ 9 w 10"/>
              <a:gd name="T3" fmla="*/ 0 h 1220"/>
              <a:gd name="T4" fmla="*/ 0 w 10"/>
              <a:gd name="T5" fmla="*/ 0 h 1220"/>
              <a:gd name="T6" fmla="*/ 0 w 10"/>
              <a:gd name="T7" fmla="*/ 1219 h 1220"/>
              <a:gd name="T8" fmla="*/ 9 w 10"/>
              <a:gd name="T9" fmla="*/ 1219 h 1220"/>
              <a:gd name="T10" fmla="*/ 9 w 10"/>
              <a:gd name="T11" fmla="*/ 1219 h 1220"/>
              <a:gd name="T12" fmla="*/ 9 w 10"/>
              <a:gd name="T13" fmla="*/ 0 h 1220"/>
            </a:gdLst>
            <a:ahLst/>
            <a:cxnLst>
              <a:cxn ang="0">
                <a:pos x="T0" y="T1"/>
              </a:cxn>
              <a:cxn ang="0">
                <a:pos x="T2" y="T3"/>
              </a:cxn>
              <a:cxn ang="0">
                <a:pos x="T4" y="T5"/>
              </a:cxn>
              <a:cxn ang="0">
                <a:pos x="T6" y="T7"/>
              </a:cxn>
              <a:cxn ang="0">
                <a:pos x="T8" y="T9"/>
              </a:cxn>
              <a:cxn ang="0">
                <a:pos x="T10" y="T11"/>
              </a:cxn>
              <a:cxn ang="0">
                <a:pos x="T12" y="T13"/>
              </a:cxn>
            </a:cxnLst>
            <a:rect l="0" t="0" r="r" b="b"/>
            <a:pathLst>
              <a:path w="10" h="1220">
                <a:moveTo>
                  <a:pt x="9" y="0"/>
                </a:moveTo>
                <a:lnTo>
                  <a:pt x="9" y="0"/>
                </a:lnTo>
                <a:cubicBezTo>
                  <a:pt x="0" y="0"/>
                  <a:pt x="0" y="0"/>
                  <a:pt x="0" y="0"/>
                </a:cubicBezTo>
                <a:cubicBezTo>
                  <a:pt x="0" y="1219"/>
                  <a:pt x="0" y="1219"/>
                  <a:pt x="0" y="1219"/>
                </a:cubicBezTo>
                <a:cubicBezTo>
                  <a:pt x="0" y="1219"/>
                  <a:pt x="0" y="1219"/>
                  <a:pt x="9" y="1219"/>
                </a:cubicBezTo>
                <a:lnTo>
                  <a:pt x="9" y="1219"/>
                </a:lnTo>
                <a:cubicBezTo>
                  <a:pt x="9" y="0"/>
                  <a:pt x="9" y="0"/>
                  <a:pt x="9" y="0"/>
                </a:cubicBezTo>
              </a:path>
            </a:pathLst>
          </a:custGeom>
          <a:solidFill>
            <a:schemeClr val="bg1">
              <a:lumMod val="85000"/>
            </a:schemeClr>
          </a:solidFill>
          <a:ln w="9525" cap="flat">
            <a:solidFill>
              <a:srgbClr val="808080"/>
            </a:solidFill>
            <a:bevel/>
          </a:ln>
          <a:effectLst/>
        </p:spPr>
        <p:txBody>
          <a:bodyPr wrap="none" anchor="ctr"/>
          <a:lstStyle/>
          <a:p>
            <a:endParaRPr lang="en-US" sz="24800" dirty="0">
              <a:latin typeface="微软雅黑" panose="020B0503020204020204" charset="-122"/>
            </a:endParaRPr>
          </a:p>
        </p:txBody>
      </p:sp>
      <p:sp>
        <p:nvSpPr>
          <p:cNvPr id="209" name="Freeform 2231"/>
          <p:cNvSpPr>
            <a:spLocks noChangeArrowheads="1"/>
          </p:cNvSpPr>
          <p:nvPr/>
        </p:nvSpPr>
        <p:spPr bwMode="auto">
          <a:xfrm>
            <a:off x="5098120" y="5189389"/>
            <a:ext cx="0" cy="0"/>
          </a:xfrm>
          <a:custGeom>
            <a:avLst/>
            <a:gdLst>
              <a:gd name="T0" fmla="*/ 0 w 1"/>
              <a:gd name="T1" fmla="*/ 0 h 1"/>
              <a:gd name="T2" fmla="*/ 0 w 1"/>
              <a:gd name="T3" fmla="*/ 0 h 1"/>
            </a:gdLst>
            <a:ahLst/>
            <a:cxnLst>
              <a:cxn ang="0">
                <a:pos x="T0" y="T1"/>
              </a:cxn>
              <a:cxn ang="0">
                <a:pos x="T2" y="T3"/>
              </a:cxn>
            </a:cxnLst>
            <a:rect l="0" t="0" r="r" b="b"/>
            <a:pathLst>
              <a:path w="1" h="1">
                <a:moveTo>
                  <a:pt x="0" y="0"/>
                </a:moveTo>
                <a:lnTo>
                  <a:pt x="0" y="0"/>
                </a:lnTo>
              </a:path>
            </a:pathLst>
          </a:custGeom>
          <a:solidFill>
            <a:srgbClr val="D1CFCF"/>
          </a:solidFill>
          <a:ln>
            <a:noFill/>
          </a:ln>
          <a:effectLst/>
        </p:spPr>
        <p:txBody>
          <a:bodyPr wrap="none" anchor="ctr"/>
          <a:lstStyle/>
          <a:p>
            <a:endParaRPr lang="en-US" sz="24800" dirty="0">
              <a:latin typeface="微软雅黑" panose="020B0503020204020204" charset="-122"/>
            </a:endParaRPr>
          </a:p>
        </p:txBody>
      </p:sp>
      <p:sp>
        <p:nvSpPr>
          <p:cNvPr id="210" name="Freeform 2232"/>
          <p:cNvSpPr>
            <a:spLocks noChangeArrowheads="1"/>
          </p:cNvSpPr>
          <p:nvPr/>
        </p:nvSpPr>
        <p:spPr bwMode="auto">
          <a:xfrm>
            <a:off x="5225120" y="5316389"/>
            <a:ext cx="0" cy="0"/>
          </a:xfrm>
          <a:custGeom>
            <a:avLst/>
            <a:gdLst>
              <a:gd name="T0" fmla="*/ 0 w 1"/>
              <a:gd name="T1" fmla="*/ 0 h 1"/>
              <a:gd name="T2" fmla="*/ 0 w 1"/>
              <a:gd name="T3" fmla="*/ 0 h 1"/>
            </a:gdLst>
            <a:ahLst/>
            <a:cxnLst>
              <a:cxn ang="0">
                <a:pos x="T0" y="T1"/>
              </a:cxn>
              <a:cxn ang="0">
                <a:pos x="T2" y="T3"/>
              </a:cxn>
            </a:cxnLst>
            <a:rect l="0" t="0" r="r" b="b"/>
            <a:pathLst>
              <a:path w="1" h="1">
                <a:moveTo>
                  <a:pt x="0" y="0"/>
                </a:moveTo>
                <a:lnTo>
                  <a:pt x="0" y="0"/>
                </a:lnTo>
              </a:path>
            </a:pathLst>
          </a:custGeom>
          <a:solidFill>
            <a:srgbClr val="D1CFCF"/>
          </a:solidFill>
          <a:ln>
            <a:noFill/>
          </a:ln>
          <a:effectLst/>
        </p:spPr>
        <p:txBody>
          <a:bodyPr wrap="none" anchor="ctr"/>
          <a:lstStyle/>
          <a:p>
            <a:endParaRPr lang="en-US" sz="24800" dirty="0">
              <a:latin typeface="微软雅黑" panose="020B0503020204020204" charset="-122"/>
            </a:endParaRPr>
          </a:p>
        </p:txBody>
      </p:sp>
      <p:sp>
        <p:nvSpPr>
          <p:cNvPr id="211" name="Freeform 2233"/>
          <p:cNvSpPr>
            <a:spLocks noChangeArrowheads="1"/>
          </p:cNvSpPr>
          <p:nvPr/>
        </p:nvSpPr>
        <p:spPr bwMode="auto">
          <a:xfrm>
            <a:off x="5088666" y="4021841"/>
            <a:ext cx="4726" cy="1162819"/>
          </a:xfrm>
          <a:custGeom>
            <a:avLst/>
            <a:gdLst>
              <a:gd name="T0" fmla="*/ 10 w 11"/>
              <a:gd name="T1" fmla="*/ 0 h 1089"/>
              <a:gd name="T2" fmla="*/ 10 w 11"/>
              <a:gd name="T3" fmla="*/ 0 h 1089"/>
              <a:gd name="T4" fmla="*/ 10 w 11"/>
              <a:gd name="T5" fmla="*/ 0 h 1089"/>
              <a:gd name="T6" fmla="*/ 0 w 11"/>
              <a:gd name="T7" fmla="*/ 0 h 1089"/>
              <a:gd name="T8" fmla="*/ 0 w 11"/>
              <a:gd name="T9" fmla="*/ 1088 h 1089"/>
              <a:gd name="T10" fmla="*/ 10 w 11"/>
              <a:gd name="T11" fmla="*/ 1088 h 1089"/>
              <a:gd name="T12" fmla="*/ 10 w 11"/>
              <a:gd name="T13" fmla="*/ 1088 h 1089"/>
              <a:gd name="T14" fmla="*/ 10 w 11"/>
              <a:gd name="T15" fmla="*/ 0 h 10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1089">
                <a:moveTo>
                  <a:pt x="10" y="0"/>
                </a:moveTo>
                <a:lnTo>
                  <a:pt x="10" y="0"/>
                </a:lnTo>
                <a:lnTo>
                  <a:pt x="10" y="0"/>
                </a:lnTo>
                <a:lnTo>
                  <a:pt x="0" y="0"/>
                </a:lnTo>
                <a:cubicBezTo>
                  <a:pt x="0" y="1088"/>
                  <a:pt x="0" y="1088"/>
                  <a:pt x="0" y="1088"/>
                </a:cubicBezTo>
                <a:cubicBezTo>
                  <a:pt x="10" y="1088"/>
                  <a:pt x="10" y="1088"/>
                  <a:pt x="10" y="1088"/>
                </a:cubicBezTo>
                <a:lnTo>
                  <a:pt x="10" y="1088"/>
                </a:lnTo>
                <a:cubicBezTo>
                  <a:pt x="10" y="0"/>
                  <a:pt x="10" y="0"/>
                  <a:pt x="10" y="0"/>
                </a:cubicBezTo>
              </a:path>
            </a:pathLst>
          </a:custGeom>
          <a:solidFill>
            <a:schemeClr val="bg1">
              <a:lumMod val="85000"/>
            </a:schemeClr>
          </a:solidFill>
          <a:ln w="9525" cap="flat">
            <a:solidFill>
              <a:srgbClr val="808080"/>
            </a:solidFill>
            <a:bevel/>
          </a:ln>
          <a:effectLst/>
        </p:spPr>
        <p:txBody>
          <a:bodyPr wrap="none" anchor="ctr"/>
          <a:lstStyle/>
          <a:p>
            <a:endParaRPr lang="en-US" sz="24800" dirty="0">
              <a:latin typeface="微软雅黑" panose="020B0503020204020204" charset="-122"/>
            </a:endParaRPr>
          </a:p>
        </p:txBody>
      </p:sp>
      <p:sp>
        <p:nvSpPr>
          <p:cNvPr id="212" name="Freeform 2234"/>
          <p:cNvSpPr>
            <a:spLocks noChangeArrowheads="1"/>
          </p:cNvSpPr>
          <p:nvPr/>
        </p:nvSpPr>
        <p:spPr bwMode="auto">
          <a:xfrm>
            <a:off x="7021848" y="2173623"/>
            <a:ext cx="4726" cy="1304626"/>
          </a:xfrm>
          <a:custGeom>
            <a:avLst/>
            <a:gdLst>
              <a:gd name="T0" fmla="*/ 10 w 11"/>
              <a:gd name="T1" fmla="*/ 0 h 1220"/>
              <a:gd name="T2" fmla="*/ 10 w 11"/>
              <a:gd name="T3" fmla="*/ 0 h 1220"/>
              <a:gd name="T4" fmla="*/ 0 w 11"/>
              <a:gd name="T5" fmla="*/ 0 h 1220"/>
              <a:gd name="T6" fmla="*/ 0 w 11"/>
              <a:gd name="T7" fmla="*/ 1219 h 1220"/>
              <a:gd name="T8" fmla="*/ 0 w 11"/>
              <a:gd name="T9" fmla="*/ 1219 h 1220"/>
              <a:gd name="T10" fmla="*/ 10 w 11"/>
              <a:gd name="T11" fmla="*/ 1219 h 1220"/>
              <a:gd name="T12" fmla="*/ 10 w 11"/>
              <a:gd name="T13" fmla="*/ 0 h 1220"/>
            </a:gdLst>
            <a:ahLst/>
            <a:cxnLst>
              <a:cxn ang="0">
                <a:pos x="T0" y="T1"/>
              </a:cxn>
              <a:cxn ang="0">
                <a:pos x="T2" y="T3"/>
              </a:cxn>
              <a:cxn ang="0">
                <a:pos x="T4" y="T5"/>
              </a:cxn>
              <a:cxn ang="0">
                <a:pos x="T6" y="T7"/>
              </a:cxn>
              <a:cxn ang="0">
                <a:pos x="T8" y="T9"/>
              </a:cxn>
              <a:cxn ang="0">
                <a:pos x="T10" y="T11"/>
              </a:cxn>
              <a:cxn ang="0">
                <a:pos x="T12" y="T13"/>
              </a:cxn>
            </a:cxnLst>
            <a:rect l="0" t="0" r="r" b="b"/>
            <a:pathLst>
              <a:path w="11" h="1220">
                <a:moveTo>
                  <a:pt x="10" y="0"/>
                </a:moveTo>
                <a:lnTo>
                  <a:pt x="10" y="0"/>
                </a:lnTo>
                <a:cubicBezTo>
                  <a:pt x="0" y="0"/>
                  <a:pt x="0" y="0"/>
                  <a:pt x="0" y="0"/>
                </a:cubicBezTo>
                <a:cubicBezTo>
                  <a:pt x="0" y="1219"/>
                  <a:pt x="0" y="1219"/>
                  <a:pt x="0" y="1219"/>
                </a:cubicBezTo>
                <a:lnTo>
                  <a:pt x="0" y="1219"/>
                </a:lnTo>
                <a:lnTo>
                  <a:pt x="10" y="1219"/>
                </a:lnTo>
                <a:cubicBezTo>
                  <a:pt x="10" y="0"/>
                  <a:pt x="10" y="0"/>
                  <a:pt x="10" y="0"/>
                </a:cubicBezTo>
              </a:path>
            </a:pathLst>
          </a:custGeom>
          <a:solidFill>
            <a:schemeClr val="bg1">
              <a:lumMod val="85000"/>
            </a:schemeClr>
          </a:solidFill>
          <a:ln w="9525" cap="flat">
            <a:solidFill>
              <a:srgbClr val="808080"/>
            </a:solidFill>
            <a:bevel/>
          </a:ln>
          <a:effectLst/>
        </p:spPr>
        <p:txBody>
          <a:bodyPr wrap="none" anchor="ctr"/>
          <a:lstStyle/>
          <a:p>
            <a:endParaRPr lang="en-US" sz="24800" dirty="0">
              <a:latin typeface="微软雅黑" panose="020B0503020204020204" charset="-122"/>
            </a:endParaRPr>
          </a:p>
        </p:txBody>
      </p:sp>
      <p:sp>
        <p:nvSpPr>
          <p:cNvPr id="213" name="Freeform 2235"/>
          <p:cNvSpPr>
            <a:spLocks noChangeArrowheads="1"/>
          </p:cNvSpPr>
          <p:nvPr/>
        </p:nvSpPr>
        <p:spPr bwMode="auto">
          <a:xfrm>
            <a:off x="9281160" y="5189389"/>
            <a:ext cx="0" cy="0"/>
          </a:xfrm>
          <a:custGeom>
            <a:avLst/>
            <a:gdLst>
              <a:gd name="T0" fmla="*/ 0 w 1"/>
              <a:gd name="T1" fmla="*/ 0 h 1"/>
              <a:gd name="T2" fmla="*/ 0 w 1"/>
              <a:gd name="T3" fmla="*/ 0 h 1"/>
            </a:gdLst>
            <a:ahLst/>
            <a:cxnLst>
              <a:cxn ang="0">
                <a:pos x="T0" y="T1"/>
              </a:cxn>
              <a:cxn ang="0">
                <a:pos x="T2" y="T3"/>
              </a:cxn>
            </a:cxnLst>
            <a:rect l="0" t="0" r="r" b="b"/>
            <a:pathLst>
              <a:path w="1" h="1">
                <a:moveTo>
                  <a:pt x="0" y="0"/>
                </a:moveTo>
                <a:lnTo>
                  <a:pt x="0" y="0"/>
                </a:lnTo>
              </a:path>
            </a:pathLst>
          </a:custGeom>
          <a:solidFill>
            <a:srgbClr val="D1CFCF"/>
          </a:solidFill>
          <a:ln>
            <a:noFill/>
          </a:ln>
          <a:effectLst/>
        </p:spPr>
        <p:txBody>
          <a:bodyPr wrap="none" anchor="ctr"/>
          <a:lstStyle/>
          <a:p>
            <a:endParaRPr lang="en-US" sz="24800" dirty="0">
              <a:latin typeface="微软雅黑" panose="020B0503020204020204" charset="-122"/>
            </a:endParaRPr>
          </a:p>
        </p:txBody>
      </p:sp>
      <p:sp>
        <p:nvSpPr>
          <p:cNvPr id="214" name="Freeform 2236"/>
          <p:cNvSpPr>
            <a:spLocks noChangeArrowheads="1"/>
          </p:cNvSpPr>
          <p:nvPr/>
        </p:nvSpPr>
        <p:spPr bwMode="auto">
          <a:xfrm>
            <a:off x="9408160" y="5316389"/>
            <a:ext cx="0" cy="0"/>
          </a:xfrm>
          <a:custGeom>
            <a:avLst/>
            <a:gdLst>
              <a:gd name="T0" fmla="*/ 0 w 1"/>
              <a:gd name="T1" fmla="*/ 0 h 1"/>
              <a:gd name="T2" fmla="*/ 0 w 1"/>
              <a:gd name="T3" fmla="*/ 0 h 1"/>
            </a:gdLst>
            <a:ahLst/>
            <a:cxnLst>
              <a:cxn ang="0">
                <a:pos x="T0" y="T1"/>
              </a:cxn>
              <a:cxn ang="0">
                <a:pos x="T2" y="T3"/>
              </a:cxn>
            </a:cxnLst>
            <a:rect l="0" t="0" r="r" b="b"/>
            <a:pathLst>
              <a:path w="1" h="1">
                <a:moveTo>
                  <a:pt x="0" y="0"/>
                </a:moveTo>
                <a:lnTo>
                  <a:pt x="0" y="0"/>
                </a:lnTo>
              </a:path>
            </a:pathLst>
          </a:custGeom>
          <a:solidFill>
            <a:srgbClr val="D1CFCF"/>
          </a:solidFill>
          <a:ln>
            <a:noFill/>
          </a:ln>
          <a:effectLst/>
        </p:spPr>
        <p:txBody>
          <a:bodyPr wrap="none" anchor="ctr"/>
          <a:lstStyle/>
          <a:p>
            <a:endParaRPr lang="en-US" sz="24800" dirty="0">
              <a:latin typeface="微软雅黑" panose="020B0503020204020204" charset="-122"/>
            </a:endParaRPr>
          </a:p>
        </p:txBody>
      </p:sp>
      <p:sp>
        <p:nvSpPr>
          <p:cNvPr id="215" name="Freeform 2237"/>
          <p:cNvSpPr>
            <a:spLocks noChangeArrowheads="1"/>
          </p:cNvSpPr>
          <p:nvPr/>
        </p:nvSpPr>
        <p:spPr bwMode="auto">
          <a:xfrm>
            <a:off x="9271709" y="4021841"/>
            <a:ext cx="4726" cy="1162819"/>
          </a:xfrm>
          <a:custGeom>
            <a:avLst/>
            <a:gdLst>
              <a:gd name="T0" fmla="*/ 0 w 10"/>
              <a:gd name="T1" fmla="*/ 0 h 1089"/>
              <a:gd name="T2" fmla="*/ 0 w 10"/>
              <a:gd name="T3" fmla="*/ 0 h 1089"/>
              <a:gd name="T4" fmla="*/ 0 w 10"/>
              <a:gd name="T5" fmla="*/ 1088 h 1089"/>
              <a:gd name="T6" fmla="*/ 9 w 10"/>
              <a:gd name="T7" fmla="*/ 1088 h 1089"/>
              <a:gd name="T8" fmla="*/ 9 w 10"/>
              <a:gd name="T9" fmla="*/ 1088 h 1089"/>
              <a:gd name="T10" fmla="*/ 9 w 10"/>
              <a:gd name="T11" fmla="*/ 0 h 1089"/>
              <a:gd name="T12" fmla="*/ 9 w 10"/>
              <a:gd name="T13" fmla="*/ 0 h 1089"/>
              <a:gd name="T14" fmla="*/ 0 w 10"/>
              <a:gd name="T15" fmla="*/ 0 h 10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1089">
                <a:moveTo>
                  <a:pt x="0" y="0"/>
                </a:moveTo>
                <a:lnTo>
                  <a:pt x="0" y="0"/>
                </a:lnTo>
                <a:cubicBezTo>
                  <a:pt x="0" y="1088"/>
                  <a:pt x="0" y="1088"/>
                  <a:pt x="0" y="1088"/>
                </a:cubicBezTo>
                <a:cubicBezTo>
                  <a:pt x="9" y="1088"/>
                  <a:pt x="9" y="1088"/>
                  <a:pt x="9" y="1088"/>
                </a:cubicBezTo>
                <a:lnTo>
                  <a:pt x="9" y="1088"/>
                </a:lnTo>
                <a:cubicBezTo>
                  <a:pt x="9" y="0"/>
                  <a:pt x="9" y="0"/>
                  <a:pt x="9" y="0"/>
                </a:cubicBezTo>
                <a:lnTo>
                  <a:pt x="9" y="0"/>
                </a:lnTo>
                <a:cubicBezTo>
                  <a:pt x="0" y="0"/>
                  <a:pt x="0" y="0"/>
                  <a:pt x="0" y="0"/>
                </a:cubicBezTo>
              </a:path>
            </a:pathLst>
          </a:custGeom>
          <a:solidFill>
            <a:schemeClr val="bg1">
              <a:lumMod val="85000"/>
            </a:schemeClr>
          </a:solidFill>
          <a:ln w="9525" cap="flat">
            <a:solidFill>
              <a:srgbClr val="808080"/>
            </a:solidFill>
            <a:bevel/>
          </a:ln>
          <a:effectLst/>
        </p:spPr>
        <p:txBody>
          <a:bodyPr wrap="none" anchor="ctr"/>
          <a:lstStyle/>
          <a:p>
            <a:endParaRPr lang="en-US" sz="24800" dirty="0">
              <a:latin typeface="微软雅黑" panose="020B0503020204020204" charset="-122"/>
            </a:endParaRPr>
          </a:p>
        </p:txBody>
      </p:sp>
      <p:sp>
        <p:nvSpPr>
          <p:cNvPr id="216" name="Freeform 2238"/>
          <p:cNvSpPr>
            <a:spLocks noChangeArrowheads="1"/>
          </p:cNvSpPr>
          <p:nvPr/>
        </p:nvSpPr>
        <p:spPr bwMode="auto">
          <a:xfrm>
            <a:off x="3410726" y="3482974"/>
            <a:ext cx="524653" cy="538868"/>
          </a:xfrm>
          <a:custGeom>
            <a:avLst/>
            <a:gdLst>
              <a:gd name="T0" fmla="*/ 252 w 495"/>
              <a:gd name="T1" fmla="*/ 0 h 506"/>
              <a:gd name="T2" fmla="*/ 252 w 495"/>
              <a:gd name="T3" fmla="*/ 0 h 506"/>
              <a:gd name="T4" fmla="*/ 243 w 495"/>
              <a:gd name="T5" fmla="*/ 0 h 506"/>
              <a:gd name="T6" fmla="*/ 0 w 495"/>
              <a:gd name="T7" fmla="*/ 213 h 506"/>
              <a:gd name="T8" fmla="*/ 0 w 495"/>
              <a:gd name="T9" fmla="*/ 253 h 506"/>
              <a:gd name="T10" fmla="*/ 0 w 495"/>
              <a:gd name="T11" fmla="*/ 253 h 506"/>
              <a:gd name="T12" fmla="*/ 252 w 495"/>
              <a:gd name="T13" fmla="*/ 505 h 506"/>
              <a:gd name="T14" fmla="*/ 494 w 495"/>
              <a:gd name="T15" fmla="*/ 253 h 506"/>
              <a:gd name="T16" fmla="*/ 494 w 495"/>
              <a:gd name="T17" fmla="*/ 253 h 506"/>
              <a:gd name="T18" fmla="*/ 494 w 495"/>
              <a:gd name="T19" fmla="*/ 213 h 506"/>
              <a:gd name="T20" fmla="*/ 252 w 495"/>
              <a:gd name="T21" fmla="*/ 0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95" h="506">
                <a:moveTo>
                  <a:pt x="252" y="0"/>
                </a:moveTo>
                <a:lnTo>
                  <a:pt x="252" y="0"/>
                </a:lnTo>
                <a:cubicBezTo>
                  <a:pt x="243" y="0"/>
                  <a:pt x="243" y="0"/>
                  <a:pt x="243" y="0"/>
                </a:cubicBezTo>
                <a:cubicBezTo>
                  <a:pt x="122" y="0"/>
                  <a:pt x="20" y="92"/>
                  <a:pt x="0" y="213"/>
                </a:cubicBezTo>
                <a:cubicBezTo>
                  <a:pt x="0" y="224"/>
                  <a:pt x="0" y="244"/>
                  <a:pt x="0" y="253"/>
                </a:cubicBezTo>
                <a:lnTo>
                  <a:pt x="0" y="253"/>
                </a:lnTo>
                <a:cubicBezTo>
                  <a:pt x="0" y="394"/>
                  <a:pt x="111" y="505"/>
                  <a:pt x="252" y="505"/>
                </a:cubicBezTo>
                <a:cubicBezTo>
                  <a:pt x="384" y="505"/>
                  <a:pt x="494" y="394"/>
                  <a:pt x="494" y="253"/>
                </a:cubicBezTo>
                <a:lnTo>
                  <a:pt x="494" y="253"/>
                </a:lnTo>
                <a:cubicBezTo>
                  <a:pt x="494" y="244"/>
                  <a:pt x="494" y="224"/>
                  <a:pt x="494" y="213"/>
                </a:cubicBezTo>
                <a:cubicBezTo>
                  <a:pt x="473" y="92"/>
                  <a:pt x="373" y="0"/>
                  <a:pt x="252" y="0"/>
                </a:cubicBezTo>
              </a:path>
            </a:pathLst>
          </a:custGeom>
          <a:solidFill>
            <a:schemeClr val="accent3"/>
          </a:solidFill>
          <a:ln>
            <a:noFill/>
          </a:ln>
          <a:effectLst/>
        </p:spPr>
        <p:txBody>
          <a:bodyPr wrap="none" anchor="ctr"/>
          <a:lstStyle/>
          <a:p>
            <a:endParaRPr lang="en-US" sz="24800" dirty="0">
              <a:latin typeface="微软雅黑" panose="020B0503020204020204" charset="-122"/>
            </a:endParaRPr>
          </a:p>
        </p:txBody>
      </p:sp>
      <p:sp>
        <p:nvSpPr>
          <p:cNvPr id="217" name="Freeform 2239"/>
          <p:cNvSpPr>
            <a:spLocks noChangeArrowheads="1"/>
          </p:cNvSpPr>
          <p:nvPr/>
        </p:nvSpPr>
        <p:spPr bwMode="auto">
          <a:xfrm>
            <a:off x="4828706" y="3482974"/>
            <a:ext cx="538832" cy="538868"/>
          </a:xfrm>
          <a:custGeom>
            <a:avLst/>
            <a:gdLst>
              <a:gd name="T0" fmla="*/ 253 w 506"/>
              <a:gd name="T1" fmla="*/ 0 h 506"/>
              <a:gd name="T2" fmla="*/ 253 w 506"/>
              <a:gd name="T3" fmla="*/ 0 h 506"/>
              <a:gd name="T4" fmla="*/ 0 w 506"/>
              <a:gd name="T5" fmla="*/ 213 h 506"/>
              <a:gd name="T6" fmla="*/ 0 w 506"/>
              <a:gd name="T7" fmla="*/ 253 h 506"/>
              <a:gd name="T8" fmla="*/ 0 w 506"/>
              <a:gd name="T9" fmla="*/ 253 h 506"/>
              <a:gd name="T10" fmla="*/ 243 w 506"/>
              <a:gd name="T11" fmla="*/ 505 h 506"/>
              <a:gd name="T12" fmla="*/ 253 w 506"/>
              <a:gd name="T13" fmla="*/ 505 h 506"/>
              <a:gd name="T14" fmla="*/ 253 w 506"/>
              <a:gd name="T15" fmla="*/ 505 h 506"/>
              <a:gd name="T16" fmla="*/ 505 w 506"/>
              <a:gd name="T17" fmla="*/ 253 h 506"/>
              <a:gd name="T18" fmla="*/ 505 w 506"/>
              <a:gd name="T19" fmla="*/ 253 h 506"/>
              <a:gd name="T20" fmla="*/ 496 w 506"/>
              <a:gd name="T21" fmla="*/ 213 h 506"/>
              <a:gd name="T22" fmla="*/ 253 w 506"/>
              <a:gd name="T23" fmla="*/ 0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06" h="506">
                <a:moveTo>
                  <a:pt x="253" y="0"/>
                </a:moveTo>
                <a:lnTo>
                  <a:pt x="253" y="0"/>
                </a:lnTo>
                <a:cubicBezTo>
                  <a:pt x="123" y="0"/>
                  <a:pt x="22" y="92"/>
                  <a:pt x="0" y="213"/>
                </a:cubicBezTo>
                <a:cubicBezTo>
                  <a:pt x="0" y="224"/>
                  <a:pt x="0" y="244"/>
                  <a:pt x="0" y="253"/>
                </a:cubicBezTo>
                <a:lnTo>
                  <a:pt x="0" y="253"/>
                </a:lnTo>
                <a:cubicBezTo>
                  <a:pt x="0" y="394"/>
                  <a:pt x="112" y="505"/>
                  <a:pt x="243" y="505"/>
                </a:cubicBezTo>
                <a:lnTo>
                  <a:pt x="253" y="505"/>
                </a:lnTo>
                <a:lnTo>
                  <a:pt x="253" y="505"/>
                </a:lnTo>
                <a:cubicBezTo>
                  <a:pt x="384" y="505"/>
                  <a:pt x="496" y="394"/>
                  <a:pt x="505" y="253"/>
                </a:cubicBezTo>
                <a:lnTo>
                  <a:pt x="505" y="253"/>
                </a:lnTo>
                <a:cubicBezTo>
                  <a:pt x="505" y="244"/>
                  <a:pt x="496" y="224"/>
                  <a:pt x="496" y="213"/>
                </a:cubicBezTo>
                <a:cubicBezTo>
                  <a:pt x="476" y="92"/>
                  <a:pt x="375" y="0"/>
                  <a:pt x="253" y="0"/>
                </a:cubicBezTo>
              </a:path>
            </a:pathLst>
          </a:custGeom>
          <a:solidFill>
            <a:schemeClr val="accent3"/>
          </a:solidFill>
          <a:ln>
            <a:noFill/>
          </a:ln>
          <a:effectLst/>
        </p:spPr>
        <p:txBody>
          <a:bodyPr wrap="none" anchor="ctr"/>
          <a:lstStyle/>
          <a:p>
            <a:endParaRPr lang="en-US" sz="24800" dirty="0">
              <a:latin typeface="微软雅黑" panose="020B0503020204020204" charset="-122"/>
            </a:endParaRPr>
          </a:p>
        </p:txBody>
      </p:sp>
      <p:sp>
        <p:nvSpPr>
          <p:cNvPr id="218" name="Freeform 2240"/>
          <p:cNvSpPr>
            <a:spLocks noChangeArrowheads="1"/>
          </p:cNvSpPr>
          <p:nvPr/>
        </p:nvSpPr>
        <p:spPr bwMode="auto">
          <a:xfrm>
            <a:off x="6761884" y="3482974"/>
            <a:ext cx="529378" cy="538868"/>
          </a:xfrm>
          <a:custGeom>
            <a:avLst/>
            <a:gdLst>
              <a:gd name="T0" fmla="*/ 243 w 497"/>
              <a:gd name="T1" fmla="*/ 0 h 506"/>
              <a:gd name="T2" fmla="*/ 243 w 497"/>
              <a:gd name="T3" fmla="*/ 0 h 506"/>
              <a:gd name="T4" fmla="*/ 243 w 497"/>
              <a:gd name="T5" fmla="*/ 0 h 506"/>
              <a:gd name="T6" fmla="*/ 0 w 497"/>
              <a:gd name="T7" fmla="*/ 213 h 506"/>
              <a:gd name="T8" fmla="*/ 0 w 497"/>
              <a:gd name="T9" fmla="*/ 253 h 506"/>
              <a:gd name="T10" fmla="*/ 0 w 497"/>
              <a:gd name="T11" fmla="*/ 253 h 506"/>
              <a:gd name="T12" fmla="*/ 243 w 497"/>
              <a:gd name="T13" fmla="*/ 505 h 506"/>
              <a:gd name="T14" fmla="*/ 496 w 497"/>
              <a:gd name="T15" fmla="*/ 253 h 506"/>
              <a:gd name="T16" fmla="*/ 496 w 497"/>
              <a:gd name="T17" fmla="*/ 253 h 506"/>
              <a:gd name="T18" fmla="*/ 496 w 497"/>
              <a:gd name="T19" fmla="*/ 213 h 506"/>
              <a:gd name="T20" fmla="*/ 253 w 497"/>
              <a:gd name="T21" fmla="*/ 0 h 506"/>
              <a:gd name="T22" fmla="*/ 243 w 497"/>
              <a:gd name="T23" fmla="*/ 0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97" h="506">
                <a:moveTo>
                  <a:pt x="243" y="0"/>
                </a:moveTo>
                <a:lnTo>
                  <a:pt x="243" y="0"/>
                </a:lnTo>
                <a:lnTo>
                  <a:pt x="243" y="0"/>
                </a:lnTo>
                <a:cubicBezTo>
                  <a:pt x="123" y="0"/>
                  <a:pt x="22" y="92"/>
                  <a:pt x="0" y="213"/>
                </a:cubicBezTo>
                <a:cubicBezTo>
                  <a:pt x="0" y="224"/>
                  <a:pt x="0" y="244"/>
                  <a:pt x="0" y="253"/>
                </a:cubicBezTo>
                <a:lnTo>
                  <a:pt x="0" y="253"/>
                </a:lnTo>
                <a:cubicBezTo>
                  <a:pt x="0" y="394"/>
                  <a:pt x="112" y="505"/>
                  <a:pt x="243" y="505"/>
                </a:cubicBezTo>
                <a:cubicBezTo>
                  <a:pt x="384" y="505"/>
                  <a:pt x="496" y="394"/>
                  <a:pt x="496" y="253"/>
                </a:cubicBezTo>
                <a:lnTo>
                  <a:pt x="496" y="253"/>
                </a:lnTo>
                <a:cubicBezTo>
                  <a:pt x="496" y="244"/>
                  <a:pt x="496" y="224"/>
                  <a:pt x="496" y="213"/>
                </a:cubicBezTo>
                <a:cubicBezTo>
                  <a:pt x="476" y="92"/>
                  <a:pt x="373" y="0"/>
                  <a:pt x="253" y="0"/>
                </a:cubicBezTo>
                <a:lnTo>
                  <a:pt x="243" y="0"/>
                </a:lnTo>
              </a:path>
            </a:pathLst>
          </a:custGeom>
          <a:solidFill>
            <a:schemeClr val="accent3"/>
          </a:solidFill>
          <a:ln>
            <a:noFill/>
          </a:ln>
          <a:effectLst/>
        </p:spPr>
        <p:txBody>
          <a:bodyPr wrap="none" anchor="ctr"/>
          <a:lstStyle/>
          <a:p>
            <a:endParaRPr lang="en-US" sz="24800" dirty="0">
              <a:latin typeface="微软雅黑" panose="020B0503020204020204" charset="-122"/>
            </a:endParaRPr>
          </a:p>
        </p:txBody>
      </p:sp>
      <p:sp>
        <p:nvSpPr>
          <p:cNvPr id="219" name="Freeform 2241"/>
          <p:cNvSpPr>
            <a:spLocks noChangeArrowheads="1"/>
          </p:cNvSpPr>
          <p:nvPr/>
        </p:nvSpPr>
        <p:spPr bwMode="auto">
          <a:xfrm>
            <a:off x="9011746" y="3482974"/>
            <a:ext cx="524653" cy="538868"/>
          </a:xfrm>
          <a:custGeom>
            <a:avLst/>
            <a:gdLst>
              <a:gd name="T0" fmla="*/ 252 w 495"/>
              <a:gd name="T1" fmla="*/ 0 h 506"/>
              <a:gd name="T2" fmla="*/ 252 w 495"/>
              <a:gd name="T3" fmla="*/ 0 h 506"/>
              <a:gd name="T4" fmla="*/ 0 w 495"/>
              <a:gd name="T5" fmla="*/ 213 h 506"/>
              <a:gd name="T6" fmla="*/ 0 w 495"/>
              <a:gd name="T7" fmla="*/ 253 h 506"/>
              <a:gd name="T8" fmla="*/ 0 w 495"/>
              <a:gd name="T9" fmla="*/ 253 h 506"/>
              <a:gd name="T10" fmla="*/ 243 w 495"/>
              <a:gd name="T11" fmla="*/ 505 h 506"/>
              <a:gd name="T12" fmla="*/ 252 w 495"/>
              <a:gd name="T13" fmla="*/ 505 h 506"/>
              <a:gd name="T14" fmla="*/ 252 w 495"/>
              <a:gd name="T15" fmla="*/ 505 h 506"/>
              <a:gd name="T16" fmla="*/ 494 w 495"/>
              <a:gd name="T17" fmla="*/ 253 h 506"/>
              <a:gd name="T18" fmla="*/ 494 w 495"/>
              <a:gd name="T19" fmla="*/ 253 h 506"/>
              <a:gd name="T20" fmla="*/ 494 w 495"/>
              <a:gd name="T21" fmla="*/ 213 h 506"/>
              <a:gd name="T22" fmla="*/ 252 w 495"/>
              <a:gd name="T23" fmla="*/ 0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95" h="506">
                <a:moveTo>
                  <a:pt x="252" y="0"/>
                </a:moveTo>
                <a:lnTo>
                  <a:pt x="252" y="0"/>
                </a:lnTo>
                <a:cubicBezTo>
                  <a:pt x="120" y="0"/>
                  <a:pt x="20" y="92"/>
                  <a:pt x="0" y="213"/>
                </a:cubicBezTo>
                <a:cubicBezTo>
                  <a:pt x="0" y="224"/>
                  <a:pt x="0" y="244"/>
                  <a:pt x="0" y="253"/>
                </a:cubicBezTo>
                <a:lnTo>
                  <a:pt x="0" y="253"/>
                </a:lnTo>
                <a:cubicBezTo>
                  <a:pt x="0" y="394"/>
                  <a:pt x="111" y="505"/>
                  <a:pt x="243" y="505"/>
                </a:cubicBezTo>
                <a:cubicBezTo>
                  <a:pt x="243" y="505"/>
                  <a:pt x="243" y="505"/>
                  <a:pt x="252" y="505"/>
                </a:cubicBezTo>
                <a:lnTo>
                  <a:pt x="252" y="505"/>
                </a:lnTo>
                <a:cubicBezTo>
                  <a:pt x="384" y="505"/>
                  <a:pt x="494" y="394"/>
                  <a:pt x="494" y="253"/>
                </a:cubicBezTo>
                <a:lnTo>
                  <a:pt x="494" y="253"/>
                </a:lnTo>
                <a:cubicBezTo>
                  <a:pt x="494" y="244"/>
                  <a:pt x="494" y="224"/>
                  <a:pt x="494" y="213"/>
                </a:cubicBezTo>
                <a:cubicBezTo>
                  <a:pt x="473" y="92"/>
                  <a:pt x="373" y="0"/>
                  <a:pt x="252" y="0"/>
                </a:cubicBezTo>
              </a:path>
            </a:pathLst>
          </a:custGeom>
          <a:solidFill>
            <a:schemeClr val="accent3"/>
          </a:solidFill>
          <a:ln>
            <a:noFill/>
          </a:ln>
          <a:effectLst/>
        </p:spPr>
        <p:txBody>
          <a:bodyPr wrap="none" anchor="ctr"/>
          <a:lstStyle/>
          <a:p>
            <a:endParaRPr lang="en-US" sz="24800" dirty="0">
              <a:latin typeface="微软雅黑" panose="020B0503020204020204" charset="-122"/>
            </a:endParaRPr>
          </a:p>
        </p:txBody>
      </p:sp>
      <p:sp>
        <p:nvSpPr>
          <p:cNvPr id="220" name="Freeform 2242"/>
          <p:cNvSpPr>
            <a:spLocks noChangeArrowheads="1"/>
          </p:cNvSpPr>
          <p:nvPr/>
        </p:nvSpPr>
        <p:spPr bwMode="auto">
          <a:xfrm>
            <a:off x="10316286" y="3482974"/>
            <a:ext cx="524653" cy="538868"/>
          </a:xfrm>
          <a:custGeom>
            <a:avLst/>
            <a:gdLst>
              <a:gd name="T0" fmla="*/ 252 w 496"/>
              <a:gd name="T1" fmla="*/ 0 h 506"/>
              <a:gd name="T2" fmla="*/ 252 w 496"/>
              <a:gd name="T3" fmla="*/ 0 h 506"/>
              <a:gd name="T4" fmla="*/ 0 w 496"/>
              <a:gd name="T5" fmla="*/ 213 h 506"/>
              <a:gd name="T6" fmla="*/ 0 w 496"/>
              <a:gd name="T7" fmla="*/ 253 h 506"/>
              <a:gd name="T8" fmla="*/ 0 w 496"/>
              <a:gd name="T9" fmla="*/ 253 h 506"/>
              <a:gd name="T10" fmla="*/ 252 w 496"/>
              <a:gd name="T11" fmla="*/ 505 h 506"/>
              <a:gd name="T12" fmla="*/ 495 w 496"/>
              <a:gd name="T13" fmla="*/ 253 h 506"/>
              <a:gd name="T14" fmla="*/ 252 w 496"/>
              <a:gd name="T15" fmla="*/ 0 h 5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6" h="506">
                <a:moveTo>
                  <a:pt x="252" y="0"/>
                </a:moveTo>
                <a:lnTo>
                  <a:pt x="252" y="0"/>
                </a:lnTo>
                <a:cubicBezTo>
                  <a:pt x="122" y="0"/>
                  <a:pt x="22" y="92"/>
                  <a:pt x="0" y="213"/>
                </a:cubicBezTo>
                <a:cubicBezTo>
                  <a:pt x="0" y="224"/>
                  <a:pt x="0" y="244"/>
                  <a:pt x="0" y="253"/>
                </a:cubicBezTo>
                <a:lnTo>
                  <a:pt x="0" y="253"/>
                </a:lnTo>
                <a:cubicBezTo>
                  <a:pt x="0" y="394"/>
                  <a:pt x="111" y="505"/>
                  <a:pt x="252" y="505"/>
                </a:cubicBezTo>
                <a:cubicBezTo>
                  <a:pt x="384" y="505"/>
                  <a:pt x="495" y="394"/>
                  <a:pt x="495" y="253"/>
                </a:cubicBezTo>
                <a:cubicBezTo>
                  <a:pt x="495" y="112"/>
                  <a:pt x="384" y="0"/>
                  <a:pt x="252" y="0"/>
                </a:cubicBezTo>
              </a:path>
            </a:pathLst>
          </a:custGeom>
          <a:solidFill>
            <a:schemeClr val="accent3"/>
          </a:solidFill>
          <a:ln>
            <a:noFill/>
          </a:ln>
          <a:effectLst/>
        </p:spPr>
        <p:txBody>
          <a:bodyPr wrap="none" anchor="ctr"/>
          <a:lstStyle/>
          <a:p>
            <a:endParaRPr lang="en-US" sz="24800" dirty="0">
              <a:latin typeface="微软雅黑" panose="020B0503020204020204" charset="-122"/>
            </a:endParaRPr>
          </a:p>
        </p:txBody>
      </p:sp>
      <p:sp>
        <p:nvSpPr>
          <p:cNvPr id="221" name="Freeform 2243"/>
          <p:cNvSpPr>
            <a:spLocks noChangeArrowheads="1"/>
          </p:cNvSpPr>
          <p:nvPr/>
        </p:nvSpPr>
        <p:spPr bwMode="auto">
          <a:xfrm>
            <a:off x="1392467" y="3482974"/>
            <a:ext cx="524653" cy="538868"/>
          </a:xfrm>
          <a:custGeom>
            <a:avLst/>
            <a:gdLst>
              <a:gd name="T0" fmla="*/ 253 w 495"/>
              <a:gd name="T1" fmla="*/ 0 h 506"/>
              <a:gd name="T2" fmla="*/ 253 w 495"/>
              <a:gd name="T3" fmla="*/ 0 h 506"/>
              <a:gd name="T4" fmla="*/ 0 w 495"/>
              <a:gd name="T5" fmla="*/ 253 h 506"/>
              <a:gd name="T6" fmla="*/ 253 w 495"/>
              <a:gd name="T7" fmla="*/ 505 h 506"/>
              <a:gd name="T8" fmla="*/ 494 w 495"/>
              <a:gd name="T9" fmla="*/ 253 h 506"/>
              <a:gd name="T10" fmla="*/ 494 w 495"/>
              <a:gd name="T11" fmla="*/ 253 h 506"/>
              <a:gd name="T12" fmla="*/ 494 w 495"/>
              <a:gd name="T13" fmla="*/ 213 h 506"/>
              <a:gd name="T14" fmla="*/ 253 w 495"/>
              <a:gd name="T15" fmla="*/ 0 h 5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5" h="506">
                <a:moveTo>
                  <a:pt x="253" y="0"/>
                </a:moveTo>
                <a:lnTo>
                  <a:pt x="253" y="0"/>
                </a:lnTo>
                <a:cubicBezTo>
                  <a:pt x="112" y="0"/>
                  <a:pt x="0" y="112"/>
                  <a:pt x="0" y="253"/>
                </a:cubicBezTo>
                <a:cubicBezTo>
                  <a:pt x="0" y="394"/>
                  <a:pt x="112" y="505"/>
                  <a:pt x="253" y="505"/>
                </a:cubicBezTo>
                <a:cubicBezTo>
                  <a:pt x="384" y="505"/>
                  <a:pt x="494" y="394"/>
                  <a:pt x="494" y="253"/>
                </a:cubicBezTo>
                <a:lnTo>
                  <a:pt x="494" y="253"/>
                </a:lnTo>
                <a:cubicBezTo>
                  <a:pt x="494" y="244"/>
                  <a:pt x="494" y="224"/>
                  <a:pt x="494" y="213"/>
                </a:cubicBezTo>
                <a:cubicBezTo>
                  <a:pt x="474" y="92"/>
                  <a:pt x="373" y="0"/>
                  <a:pt x="253" y="0"/>
                </a:cubicBezTo>
              </a:path>
            </a:pathLst>
          </a:custGeom>
          <a:solidFill>
            <a:schemeClr val="accent3"/>
          </a:solidFill>
          <a:ln>
            <a:noFill/>
          </a:ln>
          <a:effectLst/>
        </p:spPr>
        <p:txBody>
          <a:bodyPr wrap="none" anchor="ctr"/>
          <a:lstStyle/>
          <a:p>
            <a:endParaRPr lang="en-US" sz="24800" dirty="0">
              <a:latin typeface="微软雅黑" panose="020B0503020204020204" charset="-122"/>
            </a:endParaRPr>
          </a:p>
        </p:txBody>
      </p:sp>
      <p:sp>
        <p:nvSpPr>
          <p:cNvPr id="222" name="Freeform 2244"/>
          <p:cNvSpPr>
            <a:spLocks noChangeArrowheads="1"/>
          </p:cNvSpPr>
          <p:nvPr/>
        </p:nvSpPr>
        <p:spPr bwMode="auto">
          <a:xfrm>
            <a:off x="3164943" y="1658389"/>
            <a:ext cx="1020947" cy="1035191"/>
          </a:xfrm>
          <a:custGeom>
            <a:avLst/>
            <a:gdLst>
              <a:gd name="T0" fmla="*/ 958 w 959"/>
              <a:gd name="T1" fmla="*/ 483 h 968"/>
              <a:gd name="T2" fmla="*/ 958 w 959"/>
              <a:gd name="T3" fmla="*/ 483 h 968"/>
              <a:gd name="T4" fmla="*/ 484 w 959"/>
              <a:gd name="T5" fmla="*/ 967 h 968"/>
              <a:gd name="T6" fmla="*/ 0 w 959"/>
              <a:gd name="T7" fmla="*/ 483 h 968"/>
              <a:gd name="T8" fmla="*/ 484 w 959"/>
              <a:gd name="T9" fmla="*/ 0 h 968"/>
              <a:gd name="T10" fmla="*/ 958 w 959"/>
              <a:gd name="T11" fmla="*/ 483 h 968"/>
            </a:gdLst>
            <a:ahLst/>
            <a:cxnLst>
              <a:cxn ang="0">
                <a:pos x="T0" y="T1"/>
              </a:cxn>
              <a:cxn ang="0">
                <a:pos x="T2" y="T3"/>
              </a:cxn>
              <a:cxn ang="0">
                <a:pos x="T4" y="T5"/>
              </a:cxn>
              <a:cxn ang="0">
                <a:pos x="T6" y="T7"/>
              </a:cxn>
              <a:cxn ang="0">
                <a:pos x="T8" y="T9"/>
              </a:cxn>
              <a:cxn ang="0">
                <a:pos x="T10" y="T11"/>
              </a:cxn>
            </a:cxnLst>
            <a:rect l="0" t="0" r="r" b="b"/>
            <a:pathLst>
              <a:path w="959" h="968">
                <a:moveTo>
                  <a:pt x="958" y="483"/>
                </a:moveTo>
                <a:lnTo>
                  <a:pt x="958" y="483"/>
                </a:lnTo>
                <a:cubicBezTo>
                  <a:pt x="958" y="746"/>
                  <a:pt x="746" y="967"/>
                  <a:pt x="484" y="967"/>
                </a:cubicBezTo>
                <a:cubicBezTo>
                  <a:pt x="212" y="967"/>
                  <a:pt x="0" y="746"/>
                  <a:pt x="0" y="483"/>
                </a:cubicBezTo>
                <a:cubicBezTo>
                  <a:pt x="0" y="221"/>
                  <a:pt x="212" y="0"/>
                  <a:pt x="484" y="0"/>
                </a:cubicBezTo>
                <a:cubicBezTo>
                  <a:pt x="746" y="0"/>
                  <a:pt x="958" y="221"/>
                  <a:pt x="958" y="483"/>
                </a:cubicBezTo>
              </a:path>
            </a:pathLst>
          </a:custGeom>
          <a:solidFill>
            <a:schemeClr val="accent2"/>
          </a:solidFill>
          <a:ln>
            <a:noFill/>
          </a:ln>
          <a:effectLst/>
        </p:spPr>
        <p:txBody>
          <a:bodyPr wrap="none" anchor="ctr"/>
          <a:lstStyle/>
          <a:p>
            <a:endParaRPr lang="en-US" sz="24800" dirty="0">
              <a:latin typeface="微软雅黑" panose="020B0503020204020204" charset="-122"/>
            </a:endParaRPr>
          </a:p>
        </p:txBody>
      </p:sp>
      <p:sp>
        <p:nvSpPr>
          <p:cNvPr id="223" name="Freeform 2245"/>
          <p:cNvSpPr>
            <a:spLocks noChangeArrowheads="1"/>
          </p:cNvSpPr>
          <p:nvPr/>
        </p:nvSpPr>
        <p:spPr bwMode="auto">
          <a:xfrm>
            <a:off x="4578196" y="4683608"/>
            <a:ext cx="1020947" cy="1021012"/>
          </a:xfrm>
          <a:custGeom>
            <a:avLst/>
            <a:gdLst>
              <a:gd name="T0" fmla="*/ 956 w 957"/>
              <a:gd name="T1" fmla="*/ 473 h 959"/>
              <a:gd name="T2" fmla="*/ 956 w 957"/>
              <a:gd name="T3" fmla="*/ 473 h 959"/>
              <a:gd name="T4" fmla="*/ 483 w 957"/>
              <a:gd name="T5" fmla="*/ 958 h 959"/>
              <a:gd name="T6" fmla="*/ 0 w 957"/>
              <a:gd name="T7" fmla="*/ 473 h 959"/>
              <a:gd name="T8" fmla="*/ 483 w 957"/>
              <a:gd name="T9" fmla="*/ 0 h 959"/>
              <a:gd name="T10" fmla="*/ 956 w 957"/>
              <a:gd name="T11" fmla="*/ 473 h 959"/>
            </a:gdLst>
            <a:ahLst/>
            <a:cxnLst>
              <a:cxn ang="0">
                <a:pos x="T0" y="T1"/>
              </a:cxn>
              <a:cxn ang="0">
                <a:pos x="T2" y="T3"/>
              </a:cxn>
              <a:cxn ang="0">
                <a:pos x="T4" y="T5"/>
              </a:cxn>
              <a:cxn ang="0">
                <a:pos x="T6" y="T7"/>
              </a:cxn>
              <a:cxn ang="0">
                <a:pos x="T8" y="T9"/>
              </a:cxn>
              <a:cxn ang="0">
                <a:pos x="T10" y="T11"/>
              </a:cxn>
            </a:cxnLst>
            <a:rect l="0" t="0" r="r" b="b"/>
            <a:pathLst>
              <a:path w="957" h="959">
                <a:moveTo>
                  <a:pt x="956" y="473"/>
                </a:moveTo>
                <a:lnTo>
                  <a:pt x="956" y="473"/>
                </a:lnTo>
                <a:cubicBezTo>
                  <a:pt x="956" y="746"/>
                  <a:pt x="746" y="958"/>
                  <a:pt x="483" y="958"/>
                </a:cubicBezTo>
                <a:cubicBezTo>
                  <a:pt x="212" y="958"/>
                  <a:pt x="0" y="746"/>
                  <a:pt x="0" y="473"/>
                </a:cubicBezTo>
                <a:cubicBezTo>
                  <a:pt x="0" y="212"/>
                  <a:pt x="212" y="0"/>
                  <a:pt x="483" y="0"/>
                </a:cubicBezTo>
                <a:cubicBezTo>
                  <a:pt x="746" y="0"/>
                  <a:pt x="956" y="212"/>
                  <a:pt x="956" y="473"/>
                </a:cubicBezTo>
              </a:path>
            </a:pathLst>
          </a:custGeom>
          <a:solidFill>
            <a:schemeClr val="accent4"/>
          </a:solidFill>
          <a:ln>
            <a:noFill/>
          </a:ln>
          <a:effectLst/>
        </p:spPr>
        <p:txBody>
          <a:bodyPr wrap="none" anchor="ctr"/>
          <a:lstStyle/>
          <a:p>
            <a:endParaRPr lang="en-US" sz="24800" dirty="0">
              <a:latin typeface="微软雅黑" panose="020B0503020204020204" charset="-122"/>
            </a:endParaRPr>
          </a:p>
        </p:txBody>
      </p:sp>
      <p:sp>
        <p:nvSpPr>
          <p:cNvPr id="224" name="Freeform 2246"/>
          <p:cNvSpPr>
            <a:spLocks noChangeArrowheads="1"/>
          </p:cNvSpPr>
          <p:nvPr/>
        </p:nvSpPr>
        <p:spPr bwMode="auto">
          <a:xfrm>
            <a:off x="6516100" y="1686750"/>
            <a:ext cx="1020947" cy="1021012"/>
          </a:xfrm>
          <a:custGeom>
            <a:avLst/>
            <a:gdLst>
              <a:gd name="T0" fmla="*/ 956 w 957"/>
              <a:gd name="T1" fmla="*/ 474 h 959"/>
              <a:gd name="T2" fmla="*/ 956 w 957"/>
              <a:gd name="T3" fmla="*/ 474 h 959"/>
              <a:gd name="T4" fmla="*/ 473 w 957"/>
              <a:gd name="T5" fmla="*/ 958 h 959"/>
              <a:gd name="T6" fmla="*/ 0 w 957"/>
              <a:gd name="T7" fmla="*/ 474 h 959"/>
              <a:gd name="T8" fmla="*/ 473 w 957"/>
              <a:gd name="T9" fmla="*/ 0 h 959"/>
              <a:gd name="T10" fmla="*/ 956 w 957"/>
              <a:gd name="T11" fmla="*/ 474 h 959"/>
            </a:gdLst>
            <a:ahLst/>
            <a:cxnLst>
              <a:cxn ang="0">
                <a:pos x="T0" y="T1"/>
              </a:cxn>
              <a:cxn ang="0">
                <a:pos x="T2" y="T3"/>
              </a:cxn>
              <a:cxn ang="0">
                <a:pos x="T4" y="T5"/>
              </a:cxn>
              <a:cxn ang="0">
                <a:pos x="T6" y="T7"/>
              </a:cxn>
              <a:cxn ang="0">
                <a:pos x="T8" y="T9"/>
              </a:cxn>
              <a:cxn ang="0">
                <a:pos x="T10" y="T11"/>
              </a:cxn>
            </a:cxnLst>
            <a:rect l="0" t="0" r="r" b="b"/>
            <a:pathLst>
              <a:path w="957" h="959">
                <a:moveTo>
                  <a:pt x="956" y="474"/>
                </a:moveTo>
                <a:lnTo>
                  <a:pt x="956" y="474"/>
                </a:lnTo>
                <a:cubicBezTo>
                  <a:pt x="956" y="746"/>
                  <a:pt x="746" y="958"/>
                  <a:pt x="473" y="958"/>
                </a:cubicBezTo>
                <a:cubicBezTo>
                  <a:pt x="212" y="958"/>
                  <a:pt x="0" y="746"/>
                  <a:pt x="0" y="474"/>
                </a:cubicBezTo>
                <a:cubicBezTo>
                  <a:pt x="0" y="212"/>
                  <a:pt x="212" y="0"/>
                  <a:pt x="473" y="0"/>
                </a:cubicBezTo>
                <a:cubicBezTo>
                  <a:pt x="746" y="0"/>
                  <a:pt x="956" y="212"/>
                  <a:pt x="956" y="474"/>
                </a:cubicBezTo>
              </a:path>
            </a:pathLst>
          </a:custGeom>
          <a:solidFill>
            <a:schemeClr val="accent1"/>
          </a:solidFill>
          <a:ln>
            <a:noFill/>
          </a:ln>
          <a:effectLst/>
        </p:spPr>
        <p:txBody>
          <a:bodyPr wrap="none" anchor="ctr"/>
          <a:lstStyle/>
          <a:p>
            <a:endParaRPr lang="en-US" sz="24800" dirty="0">
              <a:latin typeface="微软雅黑" panose="020B0503020204020204" charset="-122"/>
            </a:endParaRPr>
          </a:p>
        </p:txBody>
      </p:sp>
      <p:sp>
        <p:nvSpPr>
          <p:cNvPr id="225" name="Freeform 2247"/>
          <p:cNvSpPr>
            <a:spLocks noChangeArrowheads="1"/>
          </p:cNvSpPr>
          <p:nvPr/>
        </p:nvSpPr>
        <p:spPr bwMode="auto">
          <a:xfrm>
            <a:off x="8761236" y="4768693"/>
            <a:ext cx="1020947" cy="1021012"/>
          </a:xfrm>
          <a:custGeom>
            <a:avLst/>
            <a:gdLst>
              <a:gd name="T0" fmla="*/ 958 w 959"/>
              <a:gd name="T1" fmla="*/ 485 h 959"/>
              <a:gd name="T2" fmla="*/ 958 w 959"/>
              <a:gd name="T3" fmla="*/ 485 h 959"/>
              <a:gd name="T4" fmla="*/ 484 w 959"/>
              <a:gd name="T5" fmla="*/ 958 h 959"/>
              <a:gd name="T6" fmla="*/ 0 w 959"/>
              <a:gd name="T7" fmla="*/ 485 h 959"/>
              <a:gd name="T8" fmla="*/ 484 w 959"/>
              <a:gd name="T9" fmla="*/ 0 h 959"/>
              <a:gd name="T10" fmla="*/ 958 w 959"/>
              <a:gd name="T11" fmla="*/ 485 h 959"/>
            </a:gdLst>
            <a:ahLst/>
            <a:cxnLst>
              <a:cxn ang="0">
                <a:pos x="T0" y="T1"/>
              </a:cxn>
              <a:cxn ang="0">
                <a:pos x="T2" y="T3"/>
              </a:cxn>
              <a:cxn ang="0">
                <a:pos x="T4" y="T5"/>
              </a:cxn>
              <a:cxn ang="0">
                <a:pos x="T6" y="T7"/>
              </a:cxn>
              <a:cxn ang="0">
                <a:pos x="T8" y="T9"/>
              </a:cxn>
              <a:cxn ang="0">
                <a:pos x="T10" y="T11"/>
              </a:cxn>
            </a:cxnLst>
            <a:rect l="0" t="0" r="r" b="b"/>
            <a:pathLst>
              <a:path w="959" h="959">
                <a:moveTo>
                  <a:pt x="958" y="485"/>
                </a:moveTo>
                <a:lnTo>
                  <a:pt x="958" y="485"/>
                </a:lnTo>
                <a:cubicBezTo>
                  <a:pt x="958" y="746"/>
                  <a:pt x="748" y="958"/>
                  <a:pt x="484" y="958"/>
                </a:cubicBezTo>
                <a:cubicBezTo>
                  <a:pt x="212" y="958"/>
                  <a:pt x="0" y="746"/>
                  <a:pt x="0" y="485"/>
                </a:cubicBezTo>
                <a:cubicBezTo>
                  <a:pt x="0" y="212"/>
                  <a:pt x="212" y="0"/>
                  <a:pt x="484" y="0"/>
                </a:cubicBezTo>
                <a:cubicBezTo>
                  <a:pt x="748" y="0"/>
                  <a:pt x="958" y="212"/>
                  <a:pt x="958" y="485"/>
                </a:cubicBezTo>
              </a:path>
            </a:pathLst>
          </a:custGeom>
          <a:solidFill>
            <a:schemeClr val="accent5"/>
          </a:solidFill>
          <a:ln>
            <a:noFill/>
          </a:ln>
          <a:effectLst/>
        </p:spPr>
        <p:txBody>
          <a:bodyPr wrap="none" anchor="ctr"/>
          <a:lstStyle/>
          <a:p>
            <a:endParaRPr lang="en-US" sz="24800" dirty="0">
              <a:latin typeface="微软雅黑" panose="020B0503020204020204" charset="-122"/>
            </a:endParaRPr>
          </a:p>
        </p:txBody>
      </p:sp>
      <p:sp>
        <p:nvSpPr>
          <p:cNvPr id="226" name="Text Box 2248"/>
          <p:cNvSpPr txBox="1">
            <a:spLocks noChangeArrowheads="1"/>
          </p:cNvSpPr>
          <p:nvPr/>
        </p:nvSpPr>
        <p:spPr bwMode="auto">
          <a:xfrm>
            <a:off x="3347496" y="1803598"/>
            <a:ext cx="626110" cy="65214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4000" b="1" dirty="0">
                <a:solidFill>
                  <a:schemeClr val="bg1"/>
                </a:solidFill>
                <a:latin typeface="微软雅黑" panose="020B0503020204020204" charset="-122"/>
                <a:cs typeface="Aparajita" panose="020B0604020202020204" pitchFamily="34" charset="0"/>
              </a:rPr>
              <a:t>01</a:t>
            </a:r>
          </a:p>
        </p:txBody>
      </p:sp>
      <p:sp>
        <p:nvSpPr>
          <p:cNvPr id="227" name="Text Box 2249"/>
          <p:cNvSpPr txBox="1">
            <a:spLocks noChangeArrowheads="1"/>
          </p:cNvSpPr>
          <p:nvPr/>
        </p:nvSpPr>
        <p:spPr bwMode="auto">
          <a:xfrm>
            <a:off x="6721953" y="1844452"/>
            <a:ext cx="626110" cy="65214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4000" b="1" dirty="0">
                <a:solidFill>
                  <a:schemeClr val="bg1"/>
                </a:solidFill>
                <a:latin typeface="微软雅黑" panose="020B0503020204020204" charset="-122"/>
                <a:cs typeface="Aparajita" panose="020B0604020202020204" pitchFamily="34" charset="0"/>
              </a:rPr>
              <a:t>03</a:t>
            </a:r>
          </a:p>
        </p:txBody>
      </p:sp>
      <p:sp>
        <p:nvSpPr>
          <p:cNvPr id="228" name="Text Box 2250"/>
          <p:cNvSpPr txBox="1">
            <a:spLocks noChangeArrowheads="1"/>
          </p:cNvSpPr>
          <p:nvPr/>
        </p:nvSpPr>
        <p:spPr bwMode="auto">
          <a:xfrm>
            <a:off x="4774593" y="4828817"/>
            <a:ext cx="626110" cy="65214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4000" b="1" dirty="0">
                <a:solidFill>
                  <a:schemeClr val="bg1"/>
                </a:solidFill>
                <a:latin typeface="微软雅黑" panose="020B0503020204020204" charset="-122"/>
                <a:cs typeface="Aparajita" panose="020B0604020202020204" pitchFamily="34" charset="0"/>
              </a:rPr>
              <a:t>02</a:t>
            </a:r>
          </a:p>
        </p:txBody>
      </p:sp>
      <p:sp>
        <p:nvSpPr>
          <p:cNvPr id="229" name="Text Box 2251"/>
          <p:cNvSpPr txBox="1">
            <a:spLocks noChangeArrowheads="1"/>
          </p:cNvSpPr>
          <p:nvPr/>
        </p:nvSpPr>
        <p:spPr bwMode="auto">
          <a:xfrm>
            <a:off x="8936233" y="4902761"/>
            <a:ext cx="626110" cy="65214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4000" b="1" dirty="0">
                <a:solidFill>
                  <a:schemeClr val="bg1"/>
                </a:solidFill>
                <a:latin typeface="微软雅黑" panose="020B0503020204020204" charset="-122"/>
                <a:cs typeface="Aparajita" panose="020B0604020202020204" pitchFamily="34" charset="0"/>
              </a:rPr>
              <a:t>04</a:t>
            </a:r>
          </a:p>
        </p:txBody>
      </p:sp>
      <p:sp>
        <p:nvSpPr>
          <p:cNvPr id="269" name="Freeform 109"/>
          <p:cNvSpPr>
            <a:spLocks noChangeArrowheads="1"/>
          </p:cNvSpPr>
          <p:nvPr/>
        </p:nvSpPr>
        <p:spPr bwMode="auto">
          <a:xfrm>
            <a:off x="1468741" y="3564590"/>
            <a:ext cx="366088" cy="366183"/>
          </a:xfrm>
          <a:custGeom>
            <a:avLst/>
            <a:gdLst>
              <a:gd name="T0" fmla="*/ 324 w 634"/>
              <a:gd name="T1" fmla="*/ 0 h 634"/>
              <a:gd name="T2" fmla="*/ 324 w 634"/>
              <a:gd name="T3" fmla="*/ 633 h 634"/>
              <a:gd name="T4" fmla="*/ 324 w 634"/>
              <a:gd name="T5" fmla="*/ 0 h 634"/>
              <a:gd name="T6" fmla="*/ 545 w 634"/>
              <a:gd name="T7" fmla="*/ 162 h 634"/>
              <a:gd name="T8" fmla="*/ 442 w 634"/>
              <a:gd name="T9" fmla="*/ 294 h 634"/>
              <a:gd name="T10" fmla="*/ 545 w 634"/>
              <a:gd name="T11" fmla="*/ 162 h 634"/>
              <a:gd name="T12" fmla="*/ 516 w 634"/>
              <a:gd name="T13" fmla="*/ 133 h 634"/>
              <a:gd name="T14" fmla="*/ 383 w 634"/>
              <a:gd name="T15" fmla="*/ 59 h 634"/>
              <a:gd name="T16" fmla="*/ 236 w 634"/>
              <a:gd name="T17" fmla="*/ 294 h 634"/>
              <a:gd name="T18" fmla="*/ 251 w 634"/>
              <a:gd name="T19" fmla="*/ 192 h 634"/>
              <a:gd name="T20" fmla="*/ 383 w 634"/>
              <a:gd name="T21" fmla="*/ 192 h 634"/>
              <a:gd name="T22" fmla="*/ 236 w 634"/>
              <a:gd name="T23" fmla="*/ 294 h 634"/>
              <a:gd name="T24" fmla="*/ 398 w 634"/>
              <a:gd name="T25" fmla="*/ 339 h 634"/>
              <a:gd name="T26" fmla="*/ 324 w 634"/>
              <a:gd name="T27" fmla="*/ 442 h 634"/>
              <a:gd name="T28" fmla="*/ 236 w 634"/>
              <a:gd name="T29" fmla="*/ 339 h 634"/>
              <a:gd name="T30" fmla="*/ 295 w 634"/>
              <a:gd name="T31" fmla="*/ 44 h 634"/>
              <a:gd name="T32" fmla="*/ 324 w 634"/>
              <a:gd name="T33" fmla="*/ 44 h 634"/>
              <a:gd name="T34" fmla="*/ 383 w 634"/>
              <a:gd name="T35" fmla="*/ 162 h 634"/>
              <a:gd name="T36" fmla="*/ 265 w 634"/>
              <a:gd name="T37" fmla="*/ 162 h 634"/>
              <a:gd name="T38" fmla="*/ 251 w 634"/>
              <a:gd name="T39" fmla="*/ 59 h 634"/>
              <a:gd name="T40" fmla="*/ 221 w 634"/>
              <a:gd name="T41" fmla="*/ 147 h 634"/>
              <a:gd name="T42" fmla="*/ 251 w 634"/>
              <a:gd name="T43" fmla="*/ 59 h 634"/>
              <a:gd name="T44" fmla="*/ 89 w 634"/>
              <a:gd name="T45" fmla="*/ 162 h 634"/>
              <a:gd name="T46" fmla="*/ 207 w 634"/>
              <a:gd name="T47" fmla="*/ 294 h 634"/>
              <a:gd name="T48" fmla="*/ 89 w 634"/>
              <a:gd name="T49" fmla="*/ 162 h 634"/>
              <a:gd name="T50" fmla="*/ 89 w 634"/>
              <a:gd name="T51" fmla="*/ 471 h 634"/>
              <a:gd name="T52" fmla="*/ 207 w 634"/>
              <a:gd name="T53" fmla="*/ 339 h 634"/>
              <a:gd name="T54" fmla="*/ 89 w 634"/>
              <a:gd name="T55" fmla="*/ 471 h 634"/>
              <a:gd name="T56" fmla="*/ 118 w 634"/>
              <a:gd name="T57" fmla="*/ 501 h 634"/>
              <a:gd name="T58" fmla="*/ 251 w 634"/>
              <a:gd name="T59" fmla="*/ 589 h 634"/>
              <a:gd name="T60" fmla="*/ 339 w 634"/>
              <a:gd name="T61" fmla="*/ 589 h 634"/>
              <a:gd name="T62" fmla="*/ 324 w 634"/>
              <a:gd name="T63" fmla="*/ 589 h 634"/>
              <a:gd name="T64" fmla="*/ 265 w 634"/>
              <a:gd name="T65" fmla="*/ 471 h 634"/>
              <a:gd name="T66" fmla="*/ 383 w 634"/>
              <a:gd name="T67" fmla="*/ 471 h 634"/>
              <a:gd name="T68" fmla="*/ 383 w 634"/>
              <a:gd name="T69" fmla="*/ 589 h 634"/>
              <a:gd name="T70" fmla="*/ 412 w 634"/>
              <a:gd name="T71" fmla="*/ 486 h 634"/>
              <a:gd name="T72" fmla="*/ 383 w 634"/>
              <a:gd name="T73" fmla="*/ 589 h 634"/>
              <a:gd name="T74" fmla="*/ 545 w 634"/>
              <a:gd name="T75" fmla="*/ 471 h 634"/>
              <a:gd name="T76" fmla="*/ 442 w 634"/>
              <a:gd name="T77" fmla="*/ 339 h 634"/>
              <a:gd name="T78" fmla="*/ 545 w 634"/>
              <a:gd name="T79" fmla="*/ 471 h 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34" h="634">
                <a:moveTo>
                  <a:pt x="324" y="0"/>
                </a:moveTo>
                <a:lnTo>
                  <a:pt x="324" y="0"/>
                </a:lnTo>
                <a:cubicBezTo>
                  <a:pt x="148" y="0"/>
                  <a:pt x="0" y="147"/>
                  <a:pt x="0" y="324"/>
                </a:cubicBezTo>
                <a:cubicBezTo>
                  <a:pt x="0" y="486"/>
                  <a:pt x="148" y="633"/>
                  <a:pt x="324" y="633"/>
                </a:cubicBezTo>
                <a:cubicBezTo>
                  <a:pt x="486" y="633"/>
                  <a:pt x="633" y="486"/>
                  <a:pt x="633" y="324"/>
                </a:cubicBezTo>
                <a:cubicBezTo>
                  <a:pt x="633" y="147"/>
                  <a:pt x="486" y="0"/>
                  <a:pt x="324" y="0"/>
                </a:cubicBezTo>
                <a:close/>
                <a:moveTo>
                  <a:pt x="545" y="162"/>
                </a:moveTo>
                <a:lnTo>
                  <a:pt x="545" y="162"/>
                </a:lnTo>
                <a:cubicBezTo>
                  <a:pt x="574" y="206"/>
                  <a:pt x="589" y="251"/>
                  <a:pt x="589" y="294"/>
                </a:cubicBezTo>
                <a:cubicBezTo>
                  <a:pt x="442" y="294"/>
                  <a:pt x="442" y="294"/>
                  <a:pt x="442" y="294"/>
                </a:cubicBezTo>
                <a:cubicBezTo>
                  <a:pt x="442" y="265"/>
                  <a:pt x="427" y="221"/>
                  <a:pt x="427" y="192"/>
                </a:cubicBezTo>
                <a:cubicBezTo>
                  <a:pt x="471" y="192"/>
                  <a:pt x="516" y="177"/>
                  <a:pt x="545" y="162"/>
                </a:cubicBezTo>
                <a:close/>
                <a:moveTo>
                  <a:pt x="516" y="133"/>
                </a:moveTo>
                <a:lnTo>
                  <a:pt x="516" y="133"/>
                </a:lnTo>
                <a:cubicBezTo>
                  <a:pt x="486" y="147"/>
                  <a:pt x="457" y="147"/>
                  <a:pt x="412" y="147"/>
                </a:cubicBezTo>
                <a:cubicBezTo>
                  <a:pt x="412" y="118"/>
                  <a:pt x="398" y="89"/>
                  <a:pt x="383" y="59"/>
                </a:cubicBezTo>
                <a:cubicBezTo>
                  <a:pt x="442" y="59"/>
                  <a:pt x="486" y="89"/>
                  <a:pt x="516" y="133"/>
                </a:cubicBezTo>
                <a:close/>
                <a:moveTo>
                  <a:pt x="236" y="294"/>
                </a:moveTo>
                <a:lnTo>
                  <a:pt x="236" y="294"/>
                </a:lnTo>
                <a:cubicBezTo>
                  <a:pt x="236" y="265"/>
                  <a:pt x="251" y="236"/>
                  <a:pt x="251" y="192"/>
                </a:cubicBezTo>
                <a:cubicBezTo>
                  <a:pt x="280" y="206"/>
                  <a:pt x="295" y="206"/>
                  <a:pt x="324" y="206"/>
                </a:cubicBezTo>
                <a:cubicBezTo>
                  <a:pt x="339" y="206"/>
                  <a:pt x="369" y="206"/>
                  <a:pt x="383" y="192"/>
                </a:cubicBezTo>
                <a:cubicBezTo>
                  <a:pt x="398" y="236"/>
                  <a:pt x="398" y="265"/>
                  <a:pt x="398" y="294"/>
                </a:cubicBezTo>
                <a:lnTo>
                  <a:pt x="236" y="294"/>
                </a:lnTo>
                <a:close/>
                <a:moveTo>
                  <a:pt x="398" y="339"/>
                </a:moveTo>
                <a:lnTo>
                  <a:pt x="398" y="339"/>
                </a:lnTo>
                <a:cubicBezTo>
                  <a:pt x="398" y="368"/>
                  <a:pt x="398" y="412"/>
                  <a:pt x="383" y="442"/>
                </a:cubicBezTo>
                <a:cubicBezTo>
                  <a:pt x="369" y="442"/>
                  <a:pt x="339" y="442"/>
                  <a:pt x="324" y="442"/>
                </a:cubicBezTo>
                <a:cubicBezTo>
                  <a:pt x="295" y="442"/>
                  <a:pt x="280" y="442"/>
                  <a:pt x="251" y="442"/>
                </a:cubicBezTo>
                <a:cubicBezTo>
                  <a:pt x="251" y="412"/>
                  <a:pt x="236" y="368"/>
                  <a:pt x="236" y="339"/>
                </a:cubicBezTo>
                <a:lnTo>
                  <a:pt x="398" y="339"/>
                </a:lnTo>
                <a:close/>
                <a:moveTo>
                  <a:pt x="295" y="44"/>
                </a:moveTo>
                <a:lnTo>
                  <a:pt x="295" y="44"/>
                </a:lnTo>
                <a:cubicBezTo>
                  <a:pt x="310" y="44"/>
                  <a:pt x="310" y="44"/>
                  <a:pt x="324" y="44"/>
                </a:cubicBezTo>
                <a:lnTo>
                  <a:pt x="339" y="44"/>
                </a:lnTo>
                <a:cubicBezTo>
                  <a:pt x="354" y="74"/>
                  <a:pt x="369" y="118"/>
                  <a:pt x="383" y="162"/>
                </a:cubicBezTo>
                <a:cubicBezTo>
                  <a:pt x="354" y="162"/>
                  <a:pt x="339" y="162"/>
                  <a:pt x="324" y="162"/>
                </a:cubicBezTo>
                <a:cubicBezTo>
                  <a:pt x="295" y="162"/>
                  <a:pt x="280" y="162"/>
                  <a:pt x="265" y="162"/>
                </a:cubicBezTo>
                <a:cubicBezTo>
                  <a:pt x="265" y="118"/>
                  <a:pt x="280" y="74"/>
                  <a:pt x="295" y="44"/>
                </a:cubicBezTo>
                <a:close/>
                <a:moveTo>
                  <a:pt x="251" y="59"/>
                </a:moveTo>
                <a:lnTo>
                  <a:pt x="251" y="59"/>
                </a:lnTo>
                <a:cubicBezTo>
                  <a:pt x="236" y="89"/>
                  <a:pt x="221" y="118"/>
                  <a:pt x="221" y="147"/>
                </a:cubicBezTo>
                <a:cubicBezTo>
                  <a:pt x="192" y="147"/>
                  <a:pt x="148" y="147"/>
                  <a:pt x="118" y="133"/>
                </a:cubicBezTo>
                <a:cubicBezTo>
                  <a:pt x="148" y="89"/>
                  <a:pt x="207" y="59"/>
                  <a:pt x="251" y="59"/>
                </a:cubicBezTo>
                <a:close/>
                <a:moveTo>
                  <a:pt x="89" y="162"/>
                </a:moveTo>
                <a:lnTo>
                  <a:pt x="89" y="162"/>
                </a:lnTo>
                <a:cubicBezTo>
                  <a:pt x="133" y="177"/>
                  <a:pt x="177" y="192"/>
                  <a:pt x="207" y="192"/>
                </a:cubicBezTo>
                <a:cubicBezTo>
                  <a:pt x="207" y="221"/>
                  <a:pt x="207" y="265"/>
                  <a:pt x="207" y="294"/>
                </a:cubicBezTo>
                <a:cubicBezTo>
                  <a:pt x="44" y="294"/>
                  <a:pt x="44" y="294"/>
                  <a:pt x="44" y="294"/>
                </a:cubicBezTo>
                <a:cubicBezTo>
                  <a:pt x="44" y="251"/>
                  <a:pt x="59" y="206"/>
                  <a:pt x="89" y="162"/>
                </a:cubicBezTo>
                <a:close/>
                <a:moveTo>
                  <a:pt x="89" y="471"/>
                </a:moveTo>
                <a:lnTo>
                  <a:pt x="89" y="471"/>
                </a:lnTo>
                <a:cubicBezTo>
                  <a:pt x="59" y="427"/>
                  <a:pt x="44" y="383"/>
                  <a:pt x="44" y="339"/>
                </a:cubicBezTo>
                <a:cubicBezTo>
                  <a:pt x="207" y="339"/>
                  <a:pt x="207" y="339"/>
                  <a:pt x="207" y="339"/>
                </a:cubicBezTo>
                <a:cubicBezTo>
                  <a:pt x="207" y="368"/>
                  <a:pt x="207" y="412"/>
                  <a:pt x="207" y="442"/>
                </a:cubicBezTo>
                <a:cubicBezTo>
                  <a:pt x="177" y="457"/>
                  <a:pt x="133" y="457"/>
                  <a:pt x="89" y="471"/>
                </a:cubicBezTo>
                <a:close/>
                <a:moveTo>
                  <a:pt x="118" y="501"/>
                </a:moveTo>
                <a:lnTo>
                  <a:pt x="118" y="501"/>
                </a:lnTo>
                <a:cubicBezTo>
                  <a:pt x="148" y="501"/>
                  <a:pt x="192" y="486"/>
                  <a:pt x="221" y="486"/>
                </a:cubicBezTo>
                <a:cubicBezTo>
                  <a:pt x="221" y="515"/>
                  <a:pt x="236" y="560"/>
                  <a:pt x="251" y="589"/>
                </a:cubicBezTo>
                <a:cubicBezTo>
                  <a:pt x="207" y="574"/>
                  <a:pt x="148" y="545"/>
                  <a:pt x="118" y="501"/>
                </a:cubicBezTo>
                <a:close/>
                <a:moveTo>
                  <a:pt x="339" y="589"/>
                </a:moveTo>
                <a:lnTo>
                  <a:pt x="339" y="589"/>
                </a:lnTo>
                <a:lnTo>
                  <a:pt x="324" y="589"/>
                </a:lnTo>
                <a:cubicBezTo>
                  <a:pt x="310" y="589"/>
                  <a:pt x="310" y="589"/>
                  <a:pt x="295" y="589"/>
                </a:cubicBezTo>
                <a:cubicBezTo>
                  <a:pt x="280" y="560"/>
                  <a:pt x="265" y="515"/>
                  <a:pt x="265" y="471"/>
                </a:cubicBezTo>
                <a:cubicBezTo>
                  <a:pt x="280" y="471"/>
                  <a:pt x="295" y="471"/>
                  <a:pt x="324" y="471"/>
                </a:cubicBezTo>
                <a:cubicBezTo>
                  <a:pt x="339" y="471"/>
                  <a:pt x="354" y="471"/>
                  <a:pt x="383" y="471"/>
                </a:cubicBezTo>
                <a:cubicBezTo>
                  <a:pt x="369" y="515"/>
                  <a:pt x="354" y="560"/>
                  <a:pt x="339" y="589"/>
                </a:cubicBezTo>
                <a:close/>
                <a:moveTo>
                  <a:pt x="383" y="589"/>
                </a:moveTo>
                <a:lnTo>
                  <a:pt x="383" y="589"/>
                </a:lnTo>
                <a:cubicBezTo>
                  <a:pt x="398" y="560"/>
                  <a:pt x="412" y="515"/>
                  <a:pt x="412" y="486"/>
                </a:cubicBezTo>
                <a:cubicBezTo>
                  <a:pt x="457" y="486"/>
                  <a:pt x="486" y="501"/>
                  <a:pt x="516" y="501"/>
                </a:cubicBezTo>
                <a:cubicBezTo>
                  <a:pt x="486" y="545"/>
                  <a:pt x="442" y="574"/>
                  <a:pt x="383" y="589"/>
                </a:cubicBezTo>
                <a:close/>
                <a:moveTo>
                  <a:pt x="545" y="471"/>
                </a:moveTo>
                <a:lnTo>
                  <a:pt x="545" y="471"/>
                </a:lnTo>
                <a:cubicBezTo>
                  <a:pt x="516" y="457"/>
                  <a:pt x="471" y="457"/>
                  <a:pt x="427" y="442"/>
                </a:cubicBezTo>
                <a:cubicBezTo>
                  <a:pt x="427" y="412"/>
                  <a:pt x="442" y="368"/>
                  <a:pt x="442" y="339"/>
                </a:cubicBezTo>
                <a:cubicBezTo>
                  <a:pt x="589" y="339"/>
                  <a:pt x="589" y="339"/>
                  <a:pt x="589" y="339"/>
                </a:cubicBezTo>
                <a:cubicBezTo>
                  <a:pt x="589" y="383"/>
                  <a:pt x="574" y="427"/>
                  <a:pt x="545" y="471"/>
                </a:cubicBezTo>
                <a:close/>
              </a:path>
            </a:pathLst>
          </a:custGeom>
          <a:solidFill>
            <a:schemeClr val="bg1"/>
          </a:solidFill>
          <a:ln>
            <a:noFill/>
          </a:ln>
          <a:effectLst/>
        </p:spPr>
        <p:txBody>
          <a:bodyPr wrap="none" lIns="121898" tIns="60949" rIns="121898" bIns="60949" anchor="ctr"/>
          <a:lstStyle/>
          <a:p>
            <a:pPr>
              <a:defRPr/>
            </a:pPr>
            <a:endParaRPr lang="en-US" sz="1800" dirty="0">
              <a:latin typeface="微软雅黑" panose="020B0503020204020204" charset="-122"/>
              <a:ea typeface="+mn-ea"/>
              <a:cs typeface="+mn-cs"/>
            </a:endParaRPr>
          </a:p>
        </p:txBody>
      </p:sp>
      <p:sp>
        <p:nvSpPr>
          <p:cNvPr id="270" name="Freeform 136"/>
          <p:cNvSpPr>
            <a:spLocks noChangeArrowheads="1"/>
          </p:cNvSpPr>
          <p:nvPr/>
        </p:nvSpPr>
        <p:spPr bwMode="auto">
          <a:xfrm>
            <a:off x="4915076" y="3526774"/>
            <a:ext cx="366088" cy="366183"/>
          </a:xfrm>
          <a:custGeom>
            <a:avLst/>
            <a:gdLst>
              <a:gd name="T0" fmla="*/ 501 w 634"/>
              <a:gd name="T1" fmla="*/ 235 h 634"/>
              <a:gd name="T2" fmla="*/ 501 w 634"/>
              <a:gd name="T3" fmla="*/ 353 h 634"/>
              <a:gd name="T4" fmla="*/ 501 w 634"/>
              <a:gd name="T5" fmla="*/ 235 h 634"/>
              <a:gd name="T6" fmla="*/ 516 w 634"/>
              <a:gd name="T7" fmla="*/ 324 h 634"/>
              <a:gd name="T8" fmla="*/ 471 w 634"/>
              <a:gd name="T9" fmla="*/ 280 h 634"/>
              <a:gd name="T10" fmla="*/ 516 w 634"/>
              <a:gd name="T11" fmla="*/ 324 h 634"/>
              <a:gd name="T12" fmla="*/ 530 w 634"/>
              <a:gd name="T13" fmla="*/ 515 h 634"/>
              <a:gd name="T14" fmla="*/ 442 w 634"/>
              <a:gd name="T15" fmla="*/ 530 h 634"/>
              <a:gd name="T16" fmla="*/ 530 w 634"/>
              <a:gd name="T17" fmla="*/ 560 h 634"/>
              <a:gd name="T18" fmla="*/ 530 w 634"/>
              <a:gd name="T19" fmla="*/ 515 h 634"/>
              <a:gd name="T20" fmla="*/ 354 w 634"/>
              <a:gd name="T21" fmla="*/ 235 h 634"/>
              <a:gd name="T22" fmla="*/ 89 w 634"/>
              <a:gd name="T23" fmla="*/ 280 h 634"/>
              <a:gd name="T24" fmla="*/ 118 w 634"/>
              <a:gd name="T25" fmla="*/ 560 h 634"/>
              <a:gd name="T26" fmla="*/ 398 w 634"/>
              <a:gd name="T27" fmla="*/ 515 h 634"/>
              <a:gd name="T28" fmla="*/ 354 w 634"/>
              <a:gd name="T29" fmla="*/ 235 h 634"/>
              <a:gd name="T30" fmla="*/ 354 w 634"/>
              <a:gd name="T31" fmla="*/ 501 h 634"/>
              <a:gd name="T32" fmla="*/ 148 w 634"/>
              <a:gd name="T33" fmla="*/ 515 h 634"/>
              <a:gd name="T34" fmla="*/ 118 w 634"/>
              <a:gd name="T35" fmla="*/ 294 h 634"/>
              <a:gd name="T36" fmla="*/ 339 w 634"/>
              <a:gd name="T37" fmla="*/ 280 h 634"/>
              <a:gd name="T38" fmla="*/ 354 w 634"/>
              <a:gd name="T39" fmla="*/ 501 h 634"/>
              <a:gd name="T40" fmla="*/ 530 w 634"/>
              <a:gd name="T41" fmla="*/ 456 h 634"/>
              <a:gd name="T42" fmla="*/ 442 w 634"/>
              <a:gd name="T43" fmla="*/ 471 h 634"/>
              <a:gd name="T44" fmla="*/ 530 w 634"/>
              <a:gd name="T45" fmla="*/ 501 h 634"/>
              <a:gd name="T46" fmla="*/ 530 w 634"/>
              <a:gd name="T47" fmla="*/ 456 h 634"/>
              <a:gd name="T48" fmla="*/ 560 w 634"/>
              <a:gd name="T49" fmla="*/ 162 h 634"/>
              <a:gd name="T50" fmla="*/ 545 w 634"/>
              <a:gd name="T51" fmla="*/ 44 h 634"/>
              <a:gd name="T52" fmla="*/ 530 w 634"/>
              <a:gd name="T53" fmla="*/ 15 h 634"/>
              <a:gd name="T54" fmla="*/ 118 w 634"/>
              <a:gd name="T55" fmla="*/ 15 h 634"/>
              <a:gd name="T56" fmla="*/ 89 w 634"/>
              <a:gd name="T57" fmla="*/ 44 h 634"/>
              <a:gd name="T58" fmla="*/ 89 w 634"/>
              <a:gd name="T59" fmla="*/ 162 h 634"/>
              <a:gd name="T60" fmla="*/ 0 w 634"/>
              <a:gd name="T61" fmla="*/ 560 h 634"/>
              <a:gd name="T62" fmla="*/ 560 w 634"/>
              <a:gd name="T63" fmla="*/ 633 h 634"/>
              <a:gd name="T64" fmla="*/ 633 w 634"/>
              <a:gd name="T65" fmla="*/ 235 h 634"/>
              <a:gd name="T66" fmla="*/ 589 w 634"/>
              <a:gd name="T67" fmla="*/ 560 h 634"/>
              <a:gd name="T68" fmla="*/ 560 w 634"/>
              <a:gd name="T69" fmla="*/ 589 h 634"/>
              <a:gd name="T70" fmla="*/ 45 w 634"/>
              <a:gd name="T71" fmla="*/ 560 h 634"/>
              <a:gd name="T72" fmla="*/ 89 w 634"/>
              <a:gd name="T73" fmla="*/ 206 h 634"/>
              <a:gd name="T74" fmla="*/ 589 w 634"/>
              <a:gd name="T75" fmla="*/ 235 h 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34" h="634">
                <a:moveTo>
                  <a:pt x="501" y="235"/>
                </a:moveTo>
                <a:lnTo>
                  <a:pt x="501" y="235"/>
                </a:lnTo>
                <a:cubicBezTo>
                  <a:pt x="457" y="235"/>
                  <a:pt x="442" y="265"/>
                  <a:pt x="442" y="294"/>
                </a:cubicBezTo>
                <a:cubicBezTo>
                  <a:pt x="442" y="339"/>
                  <a:pt x="457" y="353"/>
                  <a:pt x="501" y="353"/>
                </a:cubicBezTo>
                <a:cubicBezTo>
                  <a:pt x="530" y="353"/>
                  <a:pt x="560" y="339"/>
                  <a:pt x="560" y="294"/>
                </a:cubicBezTo>
                <a:cubicBezTo>
                  <a:pt x="560" y="265"/>
                  <a:pt x="530" y="235"/>
                  <a:pt x="501" y="235"/>
                </a:cubicBezTo>
                <a:close/>
                <a:moveTo>
                  <a:pt x="516" y="324"/>
                </a:moveTo>
                <a:lnTo>
                  <a:pt x="516" y="324"/>
                </a:lnTo>
                <a:cubicBezTo>
                  <a:pt x="471" y="324"/>
                  <a:pt x="471" y="324"/>
                  <a:pt x="471" y="324"/>
                </a:cubicBezTo>
                <a:cubicBezTo>
                  <a:pt x="471" y="280"/>
                  <a:pt x="471" y="280"/>
                  <a:pt x="471" y="280"/>
                </a:cubicBezTo>
                <a:cubicBezTo>
                  <a:pt x="516" y="280"/>
                  <a:pt x="516" y="280"/>
                  <a:pt x="516" y="280"/>
                </a:cubicBezTo>
                <a:lnTo>
                  <a:pt x="516" y="324"/>
                </a:lnTo>
                <a:close/>
                <a:moveTo>
                  <a:pt x="530" y="515"/>
                </a:moveTo>
                <a:lnTo>
                  <a:pt x="530" y="515"/>
                </a:lnTo>
                <a:cubicBezTo>
                  <a:pt x="457" y="515"/>
                  <a:pt x="457" y="515"/>
                  <a:pt x="457" y="515"/>
                </a:cubicBezTo>
                <a:cubicBezTo>
                  <a:pt x="442" y="515"/>
                  <a:pt x="442" y="530"/>
                  <a:pt x="442" y="530"/>
                </a:cubicBezTo>
                <a:cubicBezTo>
                  <a:pt x="442" y="545"/>
                  <a:pt x="442" y="560"/>
                  <a:pt x="457" y="560"/>
                </a:cubicBezTo>
                <a:cubicBezTo>
                  <a:pt x="530" y="560"/>
                  <a:pt x="530" y="560"/>
                  <a:pt x="530" y="560"/>
                </a:cubicBezTo>
                <a:cubicBezTo>
                  <a:pt x="545" y="560"/>
                  <a:pt x="560" y="545"/>
                  <a:pt x="560" y="530"/>
                </a:cubicBezTo>
                <a:cubicBezTo>
                  <a:pt x="560" y="530"/>
                  <a:pt x="545" y="515"/>
                  <a:pt x="530" y="515"/>
                </a:cubicBezTo>
                <a:close/>
                <a:moveTo>
                  <a:pt x="354" y="235"/>
                </a:moveTo>
                <a:lnTo>
                  <a:pt x="354" y="235"/>
                </a:lnTo>
                <a:cubicBezTo>
                  <a:pt x="118" y="235"/>
                  <a:pt x="118" y="235"/>
                  <a:pt x="118" y="235"/>
                </a:cubicBezTo>
                <a:cubicBezTo>
                  <a:pt x="103" y="235"/>
                  <a:pt x="89" y="265"/>
                  <a:pt x="89" y="280"/>
                </a:cubicBezTo>
                <a:cubicBezTo>
                  <a:pt x="89" y="515"/>
                  <a:pt x="89" y="515"/>
                  <a:pt x="89" y="515"/>
                </a:cubicBezTo>
                <a:cubicBezTo>
                  <a:pt x="89" y="530"/>
                  <a:pt x="103" y="560"/>
                  <a:pt x="118" y="560"/>
                </a:cubicBezTo>
                <a:cubicBezTo>
                  <a:pt x="354" y="560"/>
                  <a:pt x="354" y="560"/>
                  <a:pt x="354" y="560"/>
                </a:cubicBezTo>
                <a:cubicBezTo>
                  <a:pt x="383" y="560"/>
                  <a:pt x="398" y="530"/>
                  <a:pt x="398" y="515"/>
                </a:cubicBezTo>
                <a:cubicBezTo>
                  <a:pt x="398" y="280"/>
                  <a:pt x="398" y="280"/>
                  <a:pt x="398" y="280"/>
                </a:cubicBezTo>
                <a:cubicBezTo>
                  <a:pt x="398" y="265"/>
                  <a:pt x="383" y="235"/>
                  <a:pt x="354" y="235"/>
                </a:cubicBezTo>
                <a:close/>
                <a:moveTo>
                  <a:pt x="354" y="501"/>
                </a:moveTo>
                <a:lnTo>
                  <a:pt x="354" y="501"/>
                </a:lnTo>
                <a:cubicBezTo>
                  <a:pt x="354" y="501"/>
                  <a:pt x="354" y="515"/>
                  <a:pt x="339" y="515"/>
                </a:cubicBezTo>
                <a:cubicBezTo>
                  <a:pt x="148" y="515"/>
                  <a:pt x="148" y="515"/>
                  <a:pt x="148" y="515"/>
                </a:cubicBezTo>
                <a:cubicBezTo>
                  <a:pt x="133" y="515"/>
                  <a:pt x="118" y="501"/>
                  <a:pt x="118" y="501"/>
                </a:cubicBezTo>
                <a:cubicBezTo>
                  <a:pt x="118" y="294"/>
                  <a:pt x="118" y="294"/>
                  <a:pt x="118" y="294"/>
                </a:cubicBezTo>
                <a:cubicBezTo>
                  <a:pt x="118" y="294"/>
                  <a:pt x="133" y="280"/>
                  <a:pt x="148" y="280"/>
                </a:cubicBezTo>
                <a:cubicBezTo>
                  <a:pt x="339" y="280"/>
                  <a:pt x="339" y="280"/>
                  <a:pt x="339" y="280"/>
                </a:cubicBezTo>
                <a:cubicBezTo>
                  <a:pt x="354" y="280"/>
                  <a:pt x="354" y="294"/>
                  <a:pt x="354" y="294"/>
                </a:cubicBezTo>
                <a:lnTo>
                  <a:pt x="354" y="501"/>
                </a:lnTo>
                <a:close/>
                <a:moveTo>
                  <a:pt x="530" y="456"/>
                </a:moveTo>
                <a:lnTo>
                  <a:pt x="530" y="456"/>
                </a:lnTo>
                <a:cubicBezTo>
                  <a:pt x="457" y="456"/>
                  <a:pt x="457" y="456"/>
                  <a:pt x="457" y="456"/>
                </a:cubicBezTo>
                <a:cubicBezTo>
                  <a:pt x="442" y="456"/>
                  <a:pt x="442" y="471"/>
                  <a:pt x="442" y="471"/>
                </a:cubicBezTo>
                <a:cubicBezTo>
                  <a:pt x="442" y="486"/>
                  <a:pt x="442" y="501"/>
                  <a:pt x="457" y="501"/>
                </a:cubicBezTo>
                <a:cubicBezTo>
                  <a:pt x="530" y="501"/>
                  <a:pt x="530" y="501"/>
                  <a:pt x="530" y="501"/>
                </a:cubicBezTo>
                <a:cubicBezTo>
                  <a:pt x="545" y="501"/>
                  <a:pt x="560" y="486"/>
                  <a:pt x="560" y="471"/>
                </a:cubicBezTo>
                <a:cubicBezTo>
                  <a:pt x="560" y="471"/>
                  <a:pt x="545" y="456"/>
                  <a:pt x="530" y="456"/>
                </a:cubicBezTo>
                <a:close/>
                <a:moveTo>
                  <a:pt x="560" y="162"/>
                </a:moveTo>
                <a:lnTo>
                  <a:pt x="560" y="162"/>
                </a:lnTo>
                <a:cubicBezTo>
                  <a:pt x="369" y="162"/>
                  <a:pt x="369" y="162"/>
                  <a:pt x="369" y="162"/>
                </a:cubicBezTo>
                <a:cubicBezTo>
                  <a:pt x="545" y="44"/>
                  <a:pt x="545" y="44"/>
                  <a:pt x="545" y="44"/>
                </a:cubicBezTo>
                <a:cubicBezTo>
                  <a:pt x="560" y="44"/>
                  <a:pt x="560" y="30"/>
                  <a:pt x="545" y="15"/>
                </a:cubicBezTo>
                <a:cubicBezTo>
                  <a:pt x="545" y="0"/>
                  <a:pt x="530" y="0"/>
                  <a:pt x="530" y="15"/>
                </a:cubicBezTo>
                <a:cubicBezTo>
                  <a:pt x="530" y="15"/>
                  <a:pt x="339" y="133"/>
                  <a:pt x="324" y="147"/>
                </a:cubicBezTo>
                <a:cubicBezTo>
                  <a:pt x="118" y="15"/>
                  <a:pt x="118" y="15"/>
                  <a:pt x="118" y="15"/>
                </a:cubicBezTo>
                <a:cubicBezTo>
                  <a:pt x="103" y="0"/>
                  <a:pt x="89" y="0"/>
                  <a:pt x="89" y="15"/>
                </a:cubicBezTo>
                <a:cubicBezTo>
                  <a:pt x="89" y="30"/>
                  <a:pt x="89" y="44"/>
                  <a:pt x="89" y="44"/>
                </a:cubicBezTo>
                <a:cubicBezTo>
                  <a:pt x="265" y="162"/>
                  <a:pt x="265" y="162"/>
                  <a:pt x="265" y="162"/>
                </a:cubicBezTo>
                <a:cubicBezTo>
                  <a:pt x="89" y="162"/>
                  <a:pt x="89" y="162"/>
                  <a:pt x="89" y="162"/>
                </a:cubicBezTo>
                <a:cubicBezTo>
                  <a:pt x="45" y="162"/>
                  <a:pt x="0" y="192"/>
                  <a:pt x="0" y="235"/>
                </a:cubicBezTo>
                <a:cubicBezTo>
                  <a:pt x="0" y="560"/>
                  <a:pt x="0" y="560"/>
                  <a:pt x="0" y="560"/>
                </a:cubicBezTo>
                <a:cubicBezTo>
                  <a:pt x="0" y="604"/>
                  <a:pt x="45" y="633"/>
                  <a:pt x="89" y="633"/>
                </a:cubicBezTo>
                <a:cubicBezTo>
                  <a:pt x="560" y="633"/>
                  <a:pt x="560" y="633"/>
                  <a:pt x="560" y="633"/>
                </a:cubicBezTo>
                <a:cubicBezTo>
                  <a:pt x="604" y="633"/>
                  <a:pt x="633" y="604"/>
                  <a:pt x="633" y="560"/>
                </a:cubicBezTo>
                <a:cubicBezTo>
                  <a:pt x="633" y="235"/>
                  <a:pt x="633" y="235"/>
                  <a:pt x="633" y="235"/>
                </a:cubicBezTo>
                <a:cubicBezTo>
                  <a:pt x="633" y="192"/>
                  <a:pt x="604" y="162"/>
                  <a:pt x="560" y="162"/>
                </a:cubicBezTo>
                <a:close/>
                <a:moveTo>
                  <a:pt x="589" y="560"/>
                </a:moveTo>
                <a:lnTo>
                  <a:pt x="589" y="560"/>
                </a:lnTo>
                <a:cubicBezTo>
                  <a:pt x="589" y="574"/>
                  <a:pt x="575" y="589"/>
                  <a:pt x="560" y="589"/>
                </a:cubicBezTo>
                <a:cubicBezTo>
                  <a:pt x="89" y="589"/>
                  <a:pt x="89" y="589"/>
                  <a:pt x="89" y="589"/>
                </a:cubicBezTo>
                <a:cubicBezTo>
                  <a:pt x="59" y="589"/>
                  <a:pt x="45" y="574"/>
                  <a:pt x="45" y="560"/>
                </a:cubicBezTo>
                <a:cubicBezTo>
                  <a:pt x="45" y="235"/>
                  <a:pt x="45" y="235"/>
                  <a:pt x="45" y="235"/>
                </a:cubicBezTo>
                <a:cubicBezTo>
                  <a:pt x="45" y="221"/>
                  <a:pt x="59" y="206"/>
                  <a:pt x="89" y="206"/>
                </a:cubicBezTo>
                <a:cubicBezTo>
                  <a:pt x="560" y="206"/>
                  <a:pt x="560" y="206"/>
                  <a:pt x="560" y="206"/>
                </a:cubicBezTo>
                <a:cubicBezTo>
                  <a:pt x="575" y="206"/>
                  <a:pt x="589" y="221"/>
                  <a:pt x="589" y="235"/>
                </a:cubicBezTo>
                <a:lnTo>
                  <a:pt x="589" y="560"/>
                </a:lnTo>
                <a:close/>
              </a:path>
            </a:pathLst>
          </a:custGeom>
          <a:solidFill>
            <a:schemeClr val="bg1"/>
          </a:solidFill>
          <a:ln>
            <a:noFill/>
          </a:ln>
          <a:effectLst/>
        </p:spPr>
        <p:txBody>
          <a:bodyPr wrap="none" lIns="121898" tIns="60949" rIns="121898" bIns="60949" anchor="ctr"/>
          <a:lstStyle/>
          <a:p>
            <a:pPr>
              <a:defRPr/>
            </a:pPr>
            <a:endParaRPr lang="en-US" sz="1800" dirty="0">
              <a:latin typeface="微软雅黑" panose="020B0503020204020204" charset="-122"/>
              <a:ea typeface="+mn-ea"/>
              <a:cs typeface="+mn-cs"/>
            </a:endParaRPr>
          </a:p>
        </p:txBody>
      </p:sp>
      <p:sp>
        <p:nvSpPr>
          <p:cNvPr id="271" name="Freeform 157"/>
          <p:cNvSpPr>
            <a:spLocks noChangeArrowheads="1"/>
          </p:cNvSpPr>
          <p:nvPr/>
        </p:nvSpPr>
        <p:spPr bwMode="auto">
          <a:xfrm>
            <a:off x="6847847" y="3564590"/>
            <a:ext cx="366088" cy="355600"/>
          </a:xfrm>
          <a:custGeom>
            <a:avLst/>
            <a:gdLst>
              <a:gd name="T0" fmla="*/ 309 w 634"/>
              <a:gd name="T1" fmla="*/ 88 h 619"/>
              <a:gd name="T2" fmla="*/ 309 w 634"/>
              <a:gd name="T3" fmla="*/ 88 h 619"/>
              <a:gd name="T4" fmla="*/ 176 w 634"/>
              <a:gd name="T5" fmla="*/ 235 h 619"/>
              <a:gd name="T6" fmla="*/ 309 w 634"/>
              <a:gd name="T7" fmla="*/ 367 h 619"/>
              <a:gd name="T8" fmla="*/ 456 w 634"/>
              <a:gd name="T9" fmla="*/ 235 h 619"/>
              <a:gd name="T10" fmla="*/ 309 w 634"/>
              <a:gd name="T11" fmla="*/ 88 h 619"/>
              <a:gd name="T12" fmla="*/ 309 w 634"/>
              <a:gd name="T13" fmla="*/ 323 h 619"/>
              <a:gd name="T14" fmla="*/ 309 w 634"/>
              <a:gd name="T15" fmla="*/ 323 h 619"/>
              <a:gd name="T16" fmla="*/ 221 w 634"/>
              <a:gd name="T17" fmla="*/ 235 h 619"/>
              <a:gd name="T18" fmla="*/ 309 w 634"/>
              <a:gd name="T19" fmla="*/ 132 h 619"/>
              <a:gd name="T20" fmla="*/ 412 w 634"/>
              <a:gd name="T21" fmla="*/ 235 h 619"/>
              <a:gd name="T22" fmla="*/ 309 w 634"/>
              <a:gd name="T23" fmla="*/ 323 h 619"/>
              <a:gd name="T24" fmla="*/ 530 w 634"/>
              <a:gd name="T25" fmla="*/ 338 h 619"/>
              <a:gd name="T26" fmla="*/ 530 w 634"/>
              <a:gd name="T27" fmla="*/ 338 h 619"/>
              <a:gd name="T28" fmla="*/ 559 w 634"/>
              <a:gd name="T29" fmla="*/ 235 h 619"/>
              <a:gd name="T30" fmla="*/ 309 w 634"/>
              <a:gd name="T31" fmla="*/ 0 h 619"/>
              <a:gd name="T32" fmla="*/ 73 w 634"/>
              <a:gd name="T33" fmla="*/ 235 h 619"/>
              <a:gd name="T34" fmla="*/ 103 w 634"/>
              <a:gd name="T35" fmla="*/ 338 h 619"/>
              <a:gd name="T36" fmla="*/ 0 w 634"/>
              <a:gd name="T37" fmla="*/ 500 h 619"/>
              <a:gd name="T38" fmla="*/ 117 w 634"/>
              <a:gd name="T39" fmla="*/ 530 h 619"/>
              <a:gd name="T40" fmla="*/ 206 w 634"/>
              <a:gd name="T41" fmla="*/ 618 h 619"/>
              <a:gd name="T42" fmla="*/ 294 w 634"/>
              <a:gd name="T43" fmla="*/ 471 h 619"/>
              <a:gd name="T44" fmla="*/ 309 w 634"/>
              <a:gd name="T45" fmla="*/ 471 h 619"/>
              <a:gd name="T46" fmla="*/ 324 w 634"/>
              <a:gd name="T47" fmla="*/ 471 h 619"/>
              <a:gd name="T48" fmla="*/ 412 w 634"/>
              <a:gd name="T49" fmla="*/ 618 h 619"/>
              <a:gd name="T50" fmla="*/ 500 w 634"/>
              <a:gd name="T51" fmla="*/ 530 h 619"/>
              <a:gd name="T52" fmla="*/ 633 w 634"/>
              <a:gd name="T53" fmla="*/ 500 h 619"/>
              <a:gd name="T54" fmla="*/ 530 w 634"/>
              <a:gd name="T55" fmla="*/ 338 h 619"/>
              <a:gd name="T56" fmla="*/ 206 w 634"/>
              <a:gd name="T57" fmla="*/ 544 h 619"/>
              <a:gd name="T58" fmla="*/ 206 w 634"/>
              <a:gd name="T59" fmla="*/ 544 h 619"/>
              <a:gd name="T60" fmla="*/ 147 w 634"/>
              <a:gd name="T61" fmla="*/ 500 h 619"/>
              <a:gd name="T62" fmla="*/ 58 w 634"/>
              <a:gd name="T63" fmla="*/ 471 h 619"/>
              <a:gd name="T64" fmla="*/ 117 w 634"/>
              <a:gd name="T65" fmla="*/ 382 h 619"/>
              <a:gd name="T66" fmla="*/ 250 w 634"/>
              <a:gd name="T67" fmla="*/ 456 h 619"/>
              <a:gd name="T68" fmla="*/ 206 w 634"/>
              <a:gd name="T69" fmla="*/ 544 h 619"/>
              <a:gd name="T70" fmla="*/ 309 w 634"/>
              <a:gd name="T71" fmla="*/ 426 h 619"/>
              <a:gd name="T72" fmla="*/ 309 w 634"/>
              <a:gd name="T73" fmla="*/ 426 h 619"/>
              <a:gd name="T74" fmla="*/ 117 w 634"/>
              <a:gd name="T75" fmla="*/ 235 h 619"/>
              <a:gd name="T76" fmla="*/ 309 w 634"/>
              <a:gd name="T77" fmla="*/ 29 h 619"/>
              <a:gd name="T78" fmla="*/ 515 w 634"/>
              <a:gd name="T79" fmla="*/ 235 h 619"/>
              <a:gd name="T80" fmla="*/ 309 w 634"/>
              <a:gd name="T81" fmla="*/ 426 h 619"/>
              <a:gd name="T82" fmla="*/ 485 w 634"/>
              <a:gd name="T83" fmla="*/ 500 h 619"/>
              <a:gd name="T84" fmla="*/ 485 w 634"/>
              <a:gd name="T85" fmla="*/ 500 h 619"/>
              <a:gd name="T86" fmla="*/ 426 w 634"/>
              <a:gd name="T87" fmla="*/ 544 h 619"/>
              <a:gd name="T88" fmla="*/ 368 w 634"/>
              <a:gd name="T89" fmla="*/ 456 h 619"/>
              <a:gd name="T90" fmla="*/ 500 w 634"/>
              <a:gd name="T91" fmla="*/ 382 h 619"/>
              <a:gd name="T92" fmla="*/ 559 w 634"/>
              <a:gd name="T93" fmla="*/ 471 h 619"/>
              <a:gd name="T94" fmla="*/ 485 w 634"/>
              <a:gd name="T95" fmla="*/ 500 h 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34" h="619">
                <a:moveTo>
                  <a:pt x="309" y="88"/>
                </a:moveTo>
                <a:lnTo>
                  <a:pt x="309" y="88"/>
                </a:lnTo>
                <a:cubicBezTo>
                  <a:pt x="235" y="88"/>
                  <a:pt x="176" y="162"/>
                  <a:pt x="176" y="235"/>
                </a:cubicBezTo>
                <a:cubicBezTo>
                  <a:pt x="176" y="309"/>
                  <a:pt x="235" y="367"/>
                  <a:pt x="309" y="367"/>
                </a:cubicBezTo>
                <a:cubicBezTo>
                  <a:pt x="383" y="367"/>
                  <a:pt x="456" y="309"/>
                  <a:pt x="456" y="235"/>
                </a:cubicBezTo>
                <a:cubicBezTo>
                  <a:pt x="456" y="162"/>
                  <a:pt x="383" y="88"/>
                  <a:pt x="309" y="88"/>
                </a:cubicBezTo>
                <a:close/>
                <a:moveTo>
                  <a:pt x="309" y="323"/>
                </a:moveTo>
                <a:lnTo>
                  <a:pt x="309" y="323"/>
                </a:lnTo>
                <a:cubicBezTo>
                  <a:pt x="265" y="323"/>
                  <a:pt x="221" y="279"/>
                  <a:pt x="221" y="235"/>
                </a:cubicBezTo>
                <a:cubicBezTo>
                  <a:pt x="221" y="176"/>
                  <a:pt x="265" y="132"/>
                  <a:pt x="309" y="132"/>
                </a:cubicBezTo>
                <a:cubicBezTo>
                  <a:pt x="368" y="132"/>
                  <a:pt x="412" y="176"/>
                  <a:pt x="412" y="235"/>
                </a:cubicBezTo>
                <a:cubicBezTo>
                  <a:pt x="412" y="279"/>
                  <a:pt x="368" y="323"/>
                  <a:pt x="309" y="323"/>
                </a:cubicBezTo>
                <a:close/>
                <a:moveTo>
                  <a:pt x="530" y="338"/>
                </a:moveTo>
                <a:lnTo>
                  <a:pt x="530" y="338"/>
                </a:lnTo>
                <a:cubicBezTo>
                  <a:pt x="544" y="309"/>
                  <a:pt x="559" y="264"/>
                  <a:pt x="559" y="235"/>
                </a:cubicBezTo>
                <a:cubicBezTo>
                  <a:pt x="559" y="103"/>
                  <a:pt x="441" y="0"/>
                  <a:pt x="309" y="0"/>
                </a:cubicBezTo>
                <a:cubicBezTo>
                  <a:pt x="176" y="0"/>
                  <a:pt x="73" y="103"/>
                  <a:pt x="73" y="235"/>
                </a:cubicBezTo>
                <a:cubicBezTo>
                  <a:pt x="73" y="264"/>
                  <a:pt x="88" y="309"/>
                  <a:pt x="103" y="338"/>
                </a:cubicBezTo>
                <a:cubicBezTo>
                  <a:pt x="0" y="500"/>
                  <a:pt x="0" y="500"/>
                  <a:pt x="0" y="500"/>
                </a:cubicBezTo>
                <a:cubicBezTo>
                  <a:pt x="0" y="500"/>
                  <a:pt x="58" y="515"/>
                  <a:pt x="117" y="530"/>
                </a:cubicBezTo>
                <a:cubicBezTo>
                  <a:pt x="162" y="574"/>
                  <a:pt x="206" y="618"/>
                  <a:pt x="206" y="618"/>
                </a:cubicBezTo>
                <a:cubicBezTo>
                  <a:pt x="294" y="471"/>
                  <a:pt x="294" y="471"/>
                  <a:pt x="294" y="471"/>
                </a:cubicBezTo>
                <a:cubicBezTo>
                  <a:pt x="309" y="471"/>
                  <a:pt x="309" y="471"/>
                  <a:pt x="309" y="471"/>
                </a:cubicBezTo>
                <a:cubicBezTo>
                  <a:pt x="324" y="471"/>
                  <a:pt x="324" y="471"/>
                  <a:pt x="324" y="471"/>
                </a:cubicBezTo>
                <a:cubicBezTo>
                  <a:pt x="412" y="618"/>
                  <a:pt x="412" y="618"/>
                  <a:pt x="412" y="618"/>
                </a:cubicBezTo>
                <a:cubicBezTo>
                  <a:pt x="412" y="618"/>
                  <a:pt x="456" y="574"/>
                  <a:pt x="500" y="530"/>
                </a:cubicBezTo>
                <a:cubicBezTo>
                  <a:pt x="559" y="515"/>
                  <a:pt x="633" y="500"/>
                  <a:pt x="633" y="500"/>
                </a:cubicBezTo>
                <a:lnTo>
                  <a:pt x="530" y="338"/>
                </a:lnTo>
                <a:close/>
                <a:moveTo>
                  <a:pt x="206" y="544"/>
                </a:moveTo>
                <a:lnTo>
                  <a:pt x="206" y="544"/>
                </a:lnTo>
                <a:cubicBezTo>
                  <a:pt x="206" y="544"/>
                  <a:pt x="176" y="530"/>
                  <a:pt x="147" y="500"/>
                </a:cubicBezTo>
                <a:cubicBezTo>
                  <a:pt x="103" y="485"/>
                  <a:pt x="58" y="471"/>
                  <a:pt x="58" y="471"/>
                </a:cubicBezTo>
                <a:cubicBezTo>
                  <a:pt x="117" y="382"/>
                  <a:pt x="117" y="382"/>
                  <a:pt x="117" y="382"/>
                </a:cubicBezTo>
                <a:cubicBezTo>
                  <a:pt x="147" y="412"/>
                  <a:pt x="206" y="456"/>
                  <a:pt x="250" y="456"/>
                </a:cubicBezTo>
                <a:lnTo>
                  <a:pt x="206" y="544"/>
                </a:lnTo>
                <a:close/>
                <a:moveTo>
                  <a:pt x="309" y="426"/>
                </a:moveTo>
                <a:lnTo>
                  <a:pt x="309" y="426"/>
                </a:lnTo>
                <a:cubicBezTo>
                  <a:pt x="206" y="426"/>
                  <a:pt x="117" y="338"/>
                  <a:pt x="117" y="235"/>
                </a:cubicBezTo>
                <a:cubicBezTo>
                  <a:pt x="117" y="117"/>
                  <a:pt x="206" y="29"/>
                  <a:pt x="309" y="29"/>
                </a:cubicBezTo>
                <a:cubicBezTo>
                  <a:pt x="426" y="29"/>
                  <a:pt x="515" y="117"/>
                  <a:pt x="515" y="235"/>
                </a:cubicBezTo>
                <a:cubicBezTo>
                  <a:pt x="515" y="338"/>
                  <a:pt x="426" y="426"/>
                  <a:pt x="309" y="426"/>
                </a:cubicBezTo>
                <a:close/>
                <a:moveTo>
                  <a:pt x="485" y="500"/>
                </a:moveTo>
                <a:lnTo>
                  <a:pt x="485" y="500"/>
                </a:lnTo>
                <a:cubicBezTo>
                  <a:pt x="456" y="530"/>
                  <a:pt x="426" y="544"/>
                  <a:pt x="426" y="544"/>
                </a:cubicBezTo>
                <a:cubicBezTo>
                  <a:pt x="368" y="456"/>
                  <a:pt x="368" y="456"/>
                  <a:pt x="368" y="456"/>
                </a:cubicBezTo>
                <a:cubicBezTo>
                  <a:pt x="426" y="456"/>
                  <a:pt x="471" y="412"/>
                  <a:pt x="500" y="382"/>
                </a:cubicBezTo>
                <a:cubicBezTo>
                  <a:pt x="559" y="471"/>
                  <a:pt x="559" y="471"/>
                  <a:pt x="559" y="471"/>
                </a:cubicBezTo>
                <a:cubicBezTo>
                  <a:pt x="559" y="471"/>
                  <a:pt x="530" y="485"/>
                  <a:pt x="485" y="500"/>
                </a:cubicBezTo>
                <a:close/>
              </a:path>
            </a:pathLst>
          </a:custGeom>
          <a:solidFill>
            <a:schemeClr val="bg1"/>
          </a:solidFill>
          <a:ln>
            <a:noFill/>
          </a:ln>
          <a:effectLst/>
        </p:spPr>
        <p:txBody>
          <a:bodyPr wrap="none" lIns="121898" tIns="60949" rIns="121898" bIns="60949" anchor="ctr"/>
          <a:lstStyle/>
          <a:p>
            <a:pPr>
              <a:defRPr/>
            </a:pPr>
            <a:endParaRPr lang="en-US" sz="1800" dirty="0">
              <a:latin typeface="微软雅黑" panose="020B0503020204020204" charset="-122"/>
              <a:ea typeface="+mn-ea"/>
              <a:cs typeface="+mn-cs"/>
            </a:endParaRPr>
          </a:p>
        </p:txBody>
      </p:sp>
      <p:sp>
        <p:nvSpPr>
          <p:cNvPr id="272" name="Freeform 158"/>
          <p:cNvSpPr>
            <a:spLocks noChangeArrowheads="1"/>
          </p:cNvSpPr>
          <p:nvPr/>
        </p:nvSpPr>
        <p:spPr bwMode="auto">
          <a:xfrm>
            <a:off x="3495609" y="3601696"/>
            <a:ext cx="372437" cy="340784"/>
          </a:xfrm>
          <a:custGeom>
            <a:avLst/>
            <a:gdLst>
              <a:gd name="T0" fmla="*/ 515 w 649"/>
              <a:gd name="T1" fmla="*/ 74 h 590"/>
              <a:gd name="T2" fmla="*/ 515 w 649"/>
              <a:gd name="T3" fmla="*/ 74 h 590"/>
              <a:gd name="T4" fmla="*/ 442 w 649"/>
              <a:gd name="T5" fmla="*/ 0 h 590"/>
              <a:gd name="T6" fmla="*/ 206 w 649"/>
              <a:gd name="T7" fmla="*/ 0 h 590"/>
              <a:gd name="T8" fmla="*/ 133 w 649"/>
              <a:gd name="T9" fmla="*/ 74 h 590"/>
              <a:gd name="T10" fmla="*/ 15 w 649"/>
              <a:gd name="T11" fmla="*/ 162 h 590"/>
              <a:gd name="T12" fmla="*/ 133 w 649"/>
              <a:gd name="T13" fmla="*/ 280 h 590"/>
              <a:gd name="T14" fmla="*/ 147 w 649"/>
              <a:gd name="T15" fmla="*/ 280 h 590"/>
              <a:gd name="T16" fmla="*/ 309 w 649"/>
              <a:gd name="T17" fmla="*/ 427 h 590"/>
              <a:gd name="T18" fmla="*/ 309 w 649"/>
              <a:gd name="T19" fmla="*/ 545 h 590"/>
              <a:gd name="T20" fmla="*/ 250 w 649"/>
              <a:gd name="T21" fmla="*/ 545 h 590"/>
              <a:gd name="T22" fmla="*/ 221 w 649"/>
              <a:gd name="T23" fmla="*/ 574 h 590"/>
              <a:gd name="T24" fmla="*/ 250 w 649"/>
              <a:gd name="T25" fmla="*/ 589 h 590"/>
              <a:gd name="T26" fmla="*/ 397 w 649"/>
              <a:gd name="T27" fmla="*/ 589 h 590"/>
              <a:gd name="T28" fmla="*/ 427 w 649"/>
              <a:gd name="T29" fmla="*/ 574 h 590"/>
              <a:gd name="T30" fmla="*/ 397 w 649"/>
              <a:gd name="T31" fmla="*/ 545 h 590"/>
              <a:gd name="T32" fmla="*/ 339 w 649"/>
              <a:gd name="T33" fmla="*/ 545 h 590"/>
              <a:gd name="T34" fmla="*/ 339 w 649"/>
              <a:gd name="T35" fmla="*/ 427 h 590"/>
              <a:gd name="T36" fmla="*/ 501 w 649"/>
              <a:gd name="T37" fmla="*/ 280 h 590"/>
              <a:gd name="T38" fmla="*/ 515 w 649"/>
              <a:gd name="T39" fmla="*/ 280 h 590"/>
              <a:gd name="T40" fmla="*/ 633 w 649"/>
              <a:gd name="T41" fmla="*/ 162 h 590"/>
              <a:gd name="T42" fmla="*/ 515 w 649"/>
              <a:gd name="T43" fmla="*/ 74 h 590"/>
              <a:gd name="T44" fmla="*/ 133 w 649"/>
              <a:gd name="T45" fmla="*/ 236 h 590"/>
              <a:gd name="T46" fmla="*/ 133 w 649"/>
              <a:gd name="T47" fmla="*/ 236 h 590"/>
              <a:gd name="T48" fmla="*/ 44 w 649"/>
              <a:gd name="T49" fmla="*/ 162 h 590"/>
              <a:gd name="T50" fmla="*/ 133 w 649"/>
              <a:gd name="T51" fmla="*/ 118 h 590"/>
              <a:gd name="T52" fmla="*/ 133 w 649"/>
              <a:gd name="T53" fmla="*/ 236 h 590"/>
              <a:gd name="T54" fmla="*/ 486 w 649"/>
              <a:gd name="T55" fmla="*/ 191 h 590"/>
              <a:gd name="T56" fmla="*/ 486 w 649"/>
              <a:gd name="T57" fmla="*/ 191 h 590"/>
              <a:gd name="T58" fmla="*/ 324 w 649"/>
              <a:gd name="T59" fmla="*/ 398 h 590"/>
              <a:gd name="T60" fmla="*/ 162 w 649"/>
              <a:gd name="T61" fmla="*/ 191 h 590"/>
              <a:gd name="T62" fmla="*/ 162 w 649"/>
              <a:gd name="T63" fmla="*/ 74 h 590"/>
              <a:gd name="T64" fmla="*/ 206 w 649"/>
              <a:gd name="T65" fmla="*/ 44 h 590"/>
              <a:gd name="T66" fmla="*/ 442 w 649"/>
              <a:gd name="T67" fmla="*/ 44 h 590"/>
              <a:gd name="T68" fmla="*/ 486 w 649"/>
              <a:gd name="T69" fmla="*/ 74 h 590"/>
              <a:gd name="T70" fmla="*/ 486 w 649"/>
              <a:gd name="T71" fmla="*/ 191 h 590"/>
              <a:gd name="T72" fmla="*/ 515 w 649"/>
              <a:gd name="T73" fmla="*/ 236 h 590"/>
              <a:gd name="T74" fmla="*/ 515 w 649"/>
              <a:gd name="T75" fmla="*/ 236 h 590"/>
              <a:gd name="T76" fmla="*/ 515 w 649"/>
              <a:gd name="T77" fmla="*/ 118 h 590"/>
              <a:gd name="T78" fmla="*/ 604 w 649"/>
              <a:gd name="T79" fmla="*/ 162 h 590"/>
              <a:gd name="T80" fmla="*/ 515 w 649"/>
              <a:gd name="T81" fmla="*/ 236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49" h="590">
                <a:moveTo>
                  <a:pt x="515" y="74"/>
                </a:moveTo>
                <a:lnTo>
                  <a:pt x="515" y="74"/>
                </a:lnTo>
                <a:cubicBezTo>
                  <a:pt x="515" y="30"/>
                  <a:pt x="486" y="0"/>
                  <a:pt x="442" y="0"/>
                </a:cubicBezTo>
                <a:cubicBezTo>
                  <a:pt x="206" y="0"/>
                  <a:pt x="206" y="0"/>
                  <a:pt x="206" y="0"/>
                </a:cubicBezTo>
                <a:cubicBezTo>
                  <a:pt x="162" y="0"/>
                  <a:pt x="133" y="30"/>
                  <a:pt x="133" y="74"/>
                </a:cubicBezTo>
                <a:cubicBezTo>
                  <a:pt x="0" y="74"/>
                  <a:pt x="15" y="74"/>
                  <a:pt x="15" y="162"/>
                </a:cubicBezTo>
                <a:cubicBezTo>
                  <a:pt x="15" y="221"/>
                  <a:pt x="59" y="280"/>
                  <a:pt x="133" y="280"/>
                </a:cubicBezTo>
                <a:cubicBezTo>
                  <a:pt x="133" y="280"/>
                  <a:pt x="133" y="280"/>
                  <a:pt x="147" y="280"/>
                </a:cubicBezTo>
                <a:cubicBezTo>
                  <a:pt x="162" y="353"/>
                  <a:pt x="236" y="427"/>
                  <a:pt x="309" y="427"/>
                </a:cubicBezTo>
                <a:cubicBezTo>
                  <a:pt x="309" y="545"/>
                  <a:pt x="309" y="545"/>
                  <a:pt x="309" y="545"/>
                </a:cubicBezTo>
                <a:cubicBezTo>
                  <a:pt x="250" y="545"/>
                  <a:pt x="250" y="545"/>
                  <a:pt x="250" y="545"/>
                </a:cubicBezTo>
                <a:cubicBezTo>
                  <a:pt x="236" y="545"/>
                  <a:pt x="221" y="560"/>
                  <a:pt x="221" y="574"/>
                </a:cubicBezTo>
                <a:cubicBezTo>
                  <a:pt x="221" y="574"/>
                  <a:pt x="236" y="589"/>
                  <a:pt x="250" y="589"/>
                </a:cubicBezTo>
                <a:cubicBezTo>
                  <a:pt x="397" y="589"/>
                  <a:pt x="397" y="589"/>
                  <a:pt x="397" y="589"/>
                </a:cubicBezTo>
                <a:cubicBezTo>
                  <a:pt x="413" y="589"/>
                  <a:pt x="427" y="574"/>
                  <a:pt x="427" y="574"/>
                </a:cubicBezTo>
                <a:cubicBezTo>
                  <a:pt x="427" y="560"/>
                  <a:pt x="413" y="545"/>
                  <a:pt x="397" y="545"/>
                </a:cubicBezTo>
                <a:cubicBezTo>
                  <a:pt x="339" y="545"/>
                  <a:pt x="339" y="545"/>
                  <a:pt x="339" y="545"/>
                </a:cubicBezTo>
                <a:cubicBezTo>
                  <a:pt x="339" y="427"/>
                  <a:pt x="339" y="427"/>
                  <a:pt x="339" y="427"/>
                </a:cubicBezTo>
                <a:cubicBezTo>
                  <a:pt x="413" y="427"/>
                  <a:pt x="486" y="353"/>
                  <a:pt x="501" y="280"/>
                </a:cubicBezTo>
                <a:cubicBezTo>
                  <a:pt x="515" y="280"/>
                  <a:pt x="515" y="280"/>
                  <a:pt x="515" y="280"/>
                </a:cubicBezTo>
                <a:cubicBezTo>
                  <a:pt x="589" y="280"/>
                  <a:pt x="633" y="221"/>
                  <a:pt x="633" y="162"/>
                </a:cubicBezTo>
                <a:cubicBezTo>
                  <a:pt x="633" y="74"/>
                  <a:pt x="648" y="74"/>
                  <a:pt x="515" y="74"/>
                </a:cubicBezTo>
                <a:close/>
                <a:moveTo>
                  <a:pt x="133" y="236"/>
                </a:moveTo>
                <a:lnTo>
                  <a:pt x="133" y="236"/>
                </a:lnTo>
                <a:cubicBezTo>
                  <a:pt x="88" y="236"/>
                  <a:pt x="44" y="206"/>
                  <a:pt x="44" y="162"/>
                </a:cubicBezTo>
                <a:cubicBezTo>
                  <a:pt x="44" y="118"/>
                  <a:pt x="44" y="118"/>
                  <a:pt x="133" y="118"/>
                </a:cubicBezTo>
                <a:lnTo>
                  <a:pt x="133" y="236"/>
                </a:lnTo>
                <a:close/>
                <a:moveTo>
                  <a:pt x="486" y="191"/>
                </a:moveTo>
                <a:lnTo>
                  <a:pt x="486" y="191"/>
                </a:lnTo>
                <a:cubicBezTo>
                  <a:pt x="486" y="280"/>
                  <a:pt x="413" y="398"/>
                  <a:pt x="324" y="398"/>
                </a:cubicBezTo>
                <a:cubicBezTo>
                  <a:pt x="236" y="398"/>
                  <a:pt x="162" y="280"/>
                  <a:pt x="162" y="191"/>
                </a:cubicBezTo>
                <a:cubicBezTo>
                  <a:pt x="162" y="74"/>
                  <a:pt x="162" y="74"/>
                  <a:pt x="162" y="74"/>
                </a:cubicBezTo>
                <a:cubicBezTo>
                  <a:pt x="162" y="59"/>
                  <a:pt x="192" y="44"/>
                  <a:pt x="206" y="44"/>
                </a:cubicBezTo>
                <a:cubicBezTo>
                  <a:pt x="442" y="44"/>
                  <a:pt x="442" y="44"/>
                  <a:pt x="442" y="44"/>
                </a:cubicBezTo>
                <a:cubicBezTo>
                  <a:pt x="456" y="44"/>
                  <a:pt x="486" y="59"/>
                  <a:pt x="486" y="74"/>
                </a:cubicBezTo>
                <a:lnTo>
                  <a:pt x="486" y="191"/>
                </a:lnTo>
                <a:close/>
                <a:moveTo>
                  <a:pt x="515" y="236"/>
                </a:moveTo>
                <a:lnTo>
                  <a:pt x="515" y="236"/>
                </a:lnTo>
                <a:cubicBezTo>
                  <a:pt x="515" y="118"/>
                  <a:pt x="515" y="118"/>
                  <a:pt x="515" y="118"/>
                </a:cubicBezTo>
                <a:cubicBezTo>
                  <a:pt x="604" y="118"/>
                  <a:pt x="604" y="118"/>
                  <a:pt x="604" y="162"/>
                </a:cubicBezTo>
                <a:cubicBezTo>
                  <a:pt x="604" y="206"/>
                  <a:pt x="560" y="236"/>
                  <a:pt x="515" y="236"/>
                </a:cubicBezTo>
                <a:close/>
              </a:path>
            </a:pathLst>
          </a:custGeom>
          <a:solidFill>
            <a:schemeClr val="bg1"/>
          </a:solidFill>
          <a:ln>
            <a:noFill/>
          </a:ln>
          <a:effectLst/>
        </p:spPr>
        <p:txBody>
          <a:bodyPr wrap="none" lIns="121898" tIns="60949" rIns="121898" bIns="60949" anchor="ctr"/>
          <a:lstStyle/>
          <a:p>
            <a:pPr>
              <a:defRPr/>
            </a:pPr>
            <a:endParaRPr lang="en-US" sz="1800" dirty="0">
              <a:latin typeface="微软雅黑" panose="020B0503020204020204" charset="-122"/>
              <a:ea typeface="+mn-ea"/>
              <a:cs typeface="+mn-cs"/>
            </a:endParaRPr>
          </a:p>
        </p:txBody>
      </p:sp>
      <p:sp>
        <p:nvSpPr>
          <p:cNvPr id="273" name="Freeform 165"/>
          <p:cNvSpPr>
            <a:spLocks noChangeArrowheads="1"/>
          </p:cNvSpPr>
          <p:nvPr/>
        </p:nvSpPr>
        <p:spPr bwMode="auto">
          <a:xfrm>
            <a:off x="10383811" y="3555962"/>
            <a:ext cx="386007" cy="397659"/>
          </a:xfrm>
          <a:custGeom>
            <a:avLst/>
            <a:gdLst>
              <a:gd name="T0" fmla="*/ 294 w 619"/>
              <a:gd name="T1" fmla="*/ 559 h 634"/>
              <a:gd name="T2" fmla="*/ 294 w 619"/>
              <a:gd name="T3" fmla="*/ 559 h 634"/>
              <a:gd name="T4" fmla="*/ 324 w 619"/>
              <a:gd name="T5" fmla="*/ 559 h 634"/>
              <a:gd name="T6" fmla="*/ 324 w 619"/>
              <a:gd name="T7" fmla="*/ 515 h 634"/>
              <a:gd name="T8" fmla="*/ 294 w 619"/>
              <a:gd name="T9" fmla="*/ 515 h 634"/>
              <a:gd name="T10" fmla="*/ 294 w 619"/>
              <a:gd name="T11" fmla="*/ 559 h 634"/>
              <a:gd name="T12" fmla="*/ 132 w 619"/>
              <a:gd name="T13" fmla="*/ 456 h 634"/>
              <a:gd name="T14" fmla="*/ 132 w 619"/>
              <a:gd name="T15" fmla="*/ 456 h 634"/>
              <a:gd name="T16" fmla="*/ 147 w 619"/>
              <a:gd name="T17" fmla="*/ 486 h 634"/>
              <a:gd name="T18" fmla="*/ 177 w 619"/>
              <a:gd name="T19" fmla="*/ 456 h 634"/>
              <a:gd name="T20" fmla="*/ 147 w 619"/>
              <a:gd name="T21" fmla="*/ 427 h 634"/>
              <a:gd name="T22" fmla="*/ 132 w 619"/>
              <a:gd name="T23" fmla="*/ 456 h 634"/>
              <a:gd name="T24" fmla="*/ 191 w 619"/>
              <a:gd name="T25" fmla="*/ 162 h 634"/>
              <a:gd name="T26" fmla="*/ 191 w 619"/>
              <a:gd name="T27" fmla="*/ 162 h 634"/>
              <a:gd name="T28" fmla="*/ 162 w 619"/>
              <a:gd name="T29" fmla="*/ 147 h 634"/>
              <a:gd name="T30" fmla="*/ 132 w 619"/>
              <a:gd name="T31" fmla="*/ 162 h 634"/>
              <a:gd name="T32" fmla="*/ 162 w 619"/>
              <a:gd name="T33" fmla="*/ 192 h 634"/>
              <a:gd name="T34" fmla="*/ 191 w 619"/>
              <a:gd name="T35" fmla="*/ 162 h 634"/>
              <a:gd name="T36" fmla="*/ 309 w 619"/>
              <a:gd name="T37" fmla="*/ 88 h 634"/>
              <a:gd name="T38" fmla="*/ 309 w 619"/>
              <a:gd name="T39" fmla="*/ 88 h 634"/>
              <a:gd name="T40" fmla="*/ 294 w 619"/>
              <a:gd name="T41" fmla="*/ 103 h 634"/>
              <a:gd name="T42" fmla="*/ 294 w 619"/>
              <a:gd name="T43" fmla="*/ 294 h 634"/>
              <a:gd name="T44" fmla="*/ 132 w 619"/>
              <a:gd name="T45" fmla="*/ 294 h 634"/>
              <a:gd name="T46" fmla="*/ 118 w 619"/>
              <a:gd name="T47" fmla="*/ 324 h 634"/>
              <a:gd name="T48" fmla="*/ 132 w 619"/>
              <a:gd name="T49" fmla="*/ 338 h 634"/>
              <a:gd name="T50" fmla="*/ 309 w 619"/>
              <a:gd name="T51" fmla="*/ 338 h 634"/>
              <a:gd name="T52" fmla="*/ 324 w 619"/>
              <a:gd name="T53" fmla="*/ 324 h 634"/>
              <a:gd name="T54" fmla="*/ 324 w 619"/>
              <a:gd name="T55" fmla="*/ 103 h 634"/>
              <a:gd name="T56" fmla="*/ 309 w 619"/>
              <a:gd name="T57" fmla="*/ 88 h 634"/>
              <a:gd name="T58" fmla="*/ 427 w 619"/>
              <a:gd name="T59" fmla="*/ 456 h 634"/>
              <a:gd name="T60" fmla="*/ 427 w 619"/>
              <a:gd name="T61" fmla="*/ 456 h 634"/>
              <a:gd name="T62" fmla="*/ 456 w 619"/>
              <a:gd name="T63" fmla="*/ 486 h 634"/>
              <a:gd name="T64" fmla="*/ 471 w 619"/>
              <a:gd name="T65" fmla="*/ 456 h 634"/>
              <a:gd name="T66" fmla="*/ 456 w 619"/>
              <a:gd name="T67" fmla="*/ 427 h 634"/>
              <a:gd name="T68" fmla="*/ 427 w 619"/>
              <a:gd name="T69" fmla="*/ 456 h 634"/>
              <a:gd name="T70" fmla="*/ 427 w 619"/>
              <a:gd name="T71" fmla="*/ 162 h 634"/>
              <a:gd name="T72" fmla="*/ 427 w 619"/>
              <a:gd name="T73" fmla="*/ 162 h 634"/>
              <a:gd name="T74" fmla="*/ 456 w 619"/>
              <a:gd name="T75" fmla="*/ 192 h 634"/>
              <a:gd name="T76" fmla="*/ 486 w 619"/>
              <a:gd name="T77" fmla="*/ 162 h 634"/>
              <a:gd name="T78" fmla="*/ 456 w 619"/>
              <a:gd name="T79" fmla="*/ 147 h 634"/>
              <a:gd name="T80" fmla="*/ 427 w 619"/>
              <a:gd name="T81" fmla="*/ 162 h 634"/>
              <a:gd name="T82" fmla="*/ 309 w 619"/>
              <a:gd name="T83" fmla="*/ 0 h 634"/>
              <a:gd name="T84" fmla="*/ 309 w 619"/>
              <a:gd name="T85" fmla="*/ 0 h 634"/>
              <a:gd name="T86" fmla="*/ 0 w 619"/>
              <a:gd name="T87" fmla="*/ 324 h 634"/>
              <a:gd name="T88" fmla="*/ 309 w 619"/>
              <a:gd name="T89" fmla="*/ 633 h 634"/>
              <a:gd name="T90" fmla="*/ 618 w 619"/>
              <a:gd name="T91" fmla="*/ 324 h 634"/>
              <a:gd name="T92" fmla="*/ 309 w 619"/>
              <a:gd name="T93" fmla="*/ 0 h 634"/>
              <a:gd name="T94" fmla="*/ 309 w 619"/>
              <a:gd name="T95" fmla="*/ 589 h 634"/>
              <a:gd name="T96" fmla="*/ 309 w 619"/>
              <a:gd name="T97" fmla="*/ 589 h 634"/>
              <a:gd name="T98" fmla="*/ 29 w 619"/>
              <a:gd name="T99" fmla="*/ 324 h 634"/>
              <a:gd name="T100" fmla="*/ 309 w 619"/>
              <a:gd name="T101" fmla="*/ 44 h 634"/>
              <a:gd name="T102" fmla="*/ 589 w 619"/>
              <a:gd name="T103" fmla="*/ 324 h 634"/>
              <a:gd name="T104" fmla="*/ 309 w 619"/>
              <a:gd name="T105" fmla="*/ 589 h 634"/>
              <a:gd name="T106" fmla="*/ 500 w 619"/>
              <a:gd name="T107" fmla="*/ 294 h 634"/>
              <a:gd name="T108" fmla="*/ 500 w 619"/>
              <a:gd name="T109" fmla="*/ 294 h 634"/>
              <a:gd name="T110" fmla="*/ 500 w 619"/>
              <a:gd name="T111" fmla="*/ 338 h 634"/>
              <a:gd name="T112" fmla="*/ 545 w 619"/>
              <a:gd name="T113" fmla="*/ 338 h 634"/>
              <a:gd name="T114" fmla="*/ 545 w 619"/>
              <a:gd name="T115" fmla="*/ 294 h 634"/>
              <a:gd name="T116" fmla="*/ 500 w 619"/>
              <a:gd name="T117" fmla="*/ 294 h 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619" h="634">
                <a:moveTo>
                  <a:pt x="294" y="559"/>
                </a:moveTo>
                <a:lnTo>
                  <a:pt x="294" y="559"/>
                </a:lnTo>
                <a:cubicBezTo>
                  <a:pt x="324" y="559"/>
                  <a:pt x="324" y="559"/>
                  <a:pt x="324" y="559"/>
                </a:cubicBezTo>
                <a:cubicBezTo>
                  <a:pt x="324" y="515"/>
                  <a:pt x="324" y="515"/>
                  <a:pt x="324" y="515"/>
                </a:cubicBezTo>
                <a:cubicBezTo>
                  <a:pt x="294" y="515"/>
                  <a:pt x="294" y="515"/>
                  <a:pt x="294" y="515"/>
                </a:cubicBezTo>
                <a:lnTo>
                  <a:pt x="294" y="559"/>
                </a:lnTo>
                <a:close/>
                <a:moveTo>
                  <a:pt x="132" y="456"/>
                </a:moveTo>
                <a:lnTo>
                  <a:pt x="132" y="456"/>
                </a:lnTo>
                <a:cubicBezTo>
                  <a:pt x="147" y="486"/>
                  <a:pt x="147" y="486"/>
                  <a:pt x="147" y="486"/>
                </a:cubicBezTo>
                <a:cubicBezTo>
                  <a:pt x="177" y="456"/>
                  <a:pt x="177" y="456"/>
                  <a:pt x="177" y="456"/>
                </a:cubicBezTo>
                <a:cubicBezTo>
                  <a:pt x="147" y="427"/>
                  <a:pt x="147" y="427"/>
                  <a:pt x="147" y="427"/>
                </a:cubicBezTo>
                <a:lnTo>
                  <a:pt x="132" y="456"/>
                </a:lnTo>
                <a:close/>
                <a:moveTo>
                  <a:pt x="191" y="162"/>
                </a:moveTo>
                <a:lnTo>
                  <a:pt x="191" y="162"/>
                </a:lnTo>
                <a:cubicBezTo>
                  <a:pt x="162" y="147"/>
                  <a:pt x="162" y="147"/>
                  <a:pt x="162" y="147"/>
                </a:cubicBezTo>
                <a:cubicBezTo>
                  <a:pt x="132" y="162"/>
                  <a:pt x="132" y="162"/>
                  <a:pt x="132" y="162"/>
                </a:cubicBezTo>
                <a:cubicBezTo>
                  <a:pt x="162" y="192"/>
                  <a:pt x="162" y="192"/>
                  <a:pt x="162" y="192"/>
                </a:cubicBezTo>
                <a:lnTo>
                  <a:pt x="191" y="162"/>
                </a:lnTo>
                <a:close/>
                <a:moveTo>
                  <a:pt x="309" y="88"/>
                </a:moveTo>
                <a:lnTo>
                  <a:pt x="309" y="88"/>
                </a:lnTo>
                <a:cubicBezTo>
                  <a:pt x="294" y="88"/>
                  <a:pt x="294" y="88"/>
                  <a:pt x="294" y="103"/>
                </a:cubicBezTo>
                <a:cubicBezTo>
                  <a:pt x="294" y="294"/>
                  <a:pt x="294" y="294"/>
                  <a:pt x="294" y="294"/>
                </a:cubicBezTo>
                <a:cubicBezTo>
                  <a:pt x="132" y="294"/>
                  <a:pt x="132" y="294"/>
                  <a:pt x="132" y="294"/>
                </a:cubicBezTo>
                <a:cubicBezTo>
                  <a:pt x="118" y="294"/>
                  <a:pt x="118" y="309"/>
                  <a:pt x="118" y="324"/>
                </a:cubicBezTo>
                <a:cubicBezTo>
                  <a:pt x="118" y="324"/>
                  <a:pt x="118" y="338"/>
                  <a:pt x="132" y="338"/>
                </a:cubicBezTo>
                <a:cubicBezTo>
                  <a:pt x="309" y="338"/>
                  <a:pt x="309" y="338"/>
                  <a:pt x="309" y="338"/>
                </a:cubicBezTo>
                <a:cubicBezTo>
                  <a:pt x="324" y="338"/>
                  <a:pt x="324" y="324"/>
                  <a:pt x="324" y="324"/>
                </a:cubicBezTo>
                <a:cubicBezTo>
                  <a:pt x="324" y="103"/>
                  <a:pt x="324" y="103"/>
                  <a:pt x="324" y="103"/>
                </a:cubicBezTo>
                <a:cubicBezTo>
                  <a:pt x="324" y="88"/>
                  <a:pt x="324" y="88"/>
                  <a:pt x="309" y="88"/>
                </a:cubicBezTo>
                <a:close/>
                <a:moveTo>
                  <a:pt x="427" y="456"/>
                </a:moveTo>
                <a:lnTo>
                  <a:pt x="427" y="456"/>
                </a:lnTo>
                <a:cubicBezTo>
                  <a:pt x="456" y="486"/>
                  <a:pt x="456" y="486"/>
                  <a:pt x="456" y="486"/>
                </a:cubicBezTo>
                <a:cubicBezTo>
                  <a:pt x="471" y="456"/>
                  <a:pt x="471" y="456"/>
                  <a:pt x="471" y="456"/>
                </a:cubicBezTo>
                <a:cubicBezTo>
                  <a:pt x="456" y="427"/>
                  <a:pt x="456" y="427"/>
                  <a:pt x="456" y="427"/>
                </a:cubicBezTo>
                <a:lnTo>
                  <a:pt x="427" y="456"/>
                </a:lnTo>
                <a:close/>
                <a:moveTo>
                  <a:pt x="427" y="162"/>
                </a:moveTo>
                <a:lnTo>
                  <a:pt x="427" y="162"/>
                </a:lnTo>
                <a:cubicBezTo>
                  <a:pt x="456" y="192"/>
                  <a:pt x="456" y="192"/>
                  <a:pt x="456" y="192"/>
                </a:cubicBezTo>
                <a:cubicBezTo>
                  <a:pt x="486" y="162"/>
                  <a:pt x="486" y="162"/>
                  <a:pt x="486" y="162"/>
                </a:cubicBezTo>
                <a:cubicBezTo>
                  <a:pt x="456" y="147"/>
                  <a:pt x="456" y="147"/>
                  <a:pt x="456" y="147"/>
                </a:cubicBezTo>
                <a:lnTo>
                  <a:pt x="427" y="162"/>
                </a:lnTo>
                <a:close/>
                <a:moveTo>
                  <a:pt x="309" y="0"/>
                </a:moveTo>
                <a:lnTo>
                  <a:pt x="309" y="0"/>
                </a:lnTo>
                <a:cubicBezTo>
                  <a:pt x="132" y="0"/>
                  <a:pt x="0" y="147"/>
                  <a:pt x="0" y="324"/>
                </a:cubicBezTo>
                <a:cubicBezTo>
                  <a:pt x="0" y="486"/>
                  <a:pt x="132" y="633"/>
                  <a:pt x="309" y="633"/>
                </a:cubicBezTo>
                <a:cubicBezTo>
                  <a:pt x="486" y="633"/>
                  <a:pt x="618" y="486"/>
                  <a:pt x="618" y="324"/>
                </a:cubicBezTo>
                <a:cubicBezTo>
                  <a:pt x="618" y="147"/>
                  <a:pt x="486" y="0"/>
                  <a:pt x="309" y="0"/>
                </a:cubicBezTo>
                <a:close/>
                <a:moveTo>
                  <a:pt x="309" y="589"/>
                </a:moveTo>
                <a:lnTo>
                  <a:pt x="309" y="589"/>
                </a:lnTo>
                <a:cubicBezTo>
                  <a:pt x="162" y="589"/>
                  <a:pt x="29" y="471"/>
                  <a:pt x="29" y="324"/>
                </a:cubicBezTo>
                <a:cubicBezTo>
                  <a:pt x="29" y="162"/>
                  <a:pt x="162" y="44"/>
                  <a:pt x="309" y="44"/>
                </a:cubicBezTo>
                <a:cubicBezTo>
                  <a:pt x="456" y="44"/>
                  <a:pt x="589" y="162"/>
                  <a:pt x="589" y="324"/>
                </a:cubicBezTo>
                <a:cubicBezTo>
                  <a:pt x="589" y="471"/>
                  <a:pt x="456" y="589"/>
                  <a:pt x="309" y="589"/>
                </a:cubicBezTo>
                <a:close/>
                <a:moveTo>
                  <a:pt x="500" y="294"/>
                </a:moveTo>
                <a:lnTo>
                  <a:pt x="500" y="294"/>
                </a:lnTo>
                <a:cubicBezTo>
                  <a:pt x="500" y="338"/>
                  <a:pt x="500" y="338"/>
                  <a:pt x="500" y="338"/>
                </a:cubicBezTo>
                <a:cubicBezTo>
                  <a:pt x="545" y="338"/>
                  <a:pt x="545" y="338"/>
                  <a:pt x="545" y="338"/>
                </a:cubicBezTo>
                <a:cubicBezTo>
                  <a:pt x="545" y="294"/>
                  <a:pt x="545" y="294"/>
                  <a:pt x="545" y="294"/>
                </a:cubicBezTo>
                <a:lnTo>
                  <a:pt x="500" y="294"/>
                </a:lnTo>
                <a:close/>
              </a:path>
            </a:pathLst>
          </a:custGeom>
          <a:solidFill>
            <a:schemeClr val="bg1"/>
          </a:solidFill>
          <a:ln>
            <a:noFill/>
          </a:ln>
          <a:effectLst/>
        </p:spPr>
        <p:txBody>
          <a:bodyPr wrap="none" lIns="45715" tIns="22858" rIns="45715" bIns="22858" anchor="ctr"/>
          <a:lstStyle/>
          <a:p>
            <a:pPr>
              <a:defRPr/>
            </a:pPr>
            <a:endParaRPr lang="en-US" sz="1800" dirty="0">
              <a:latin typeface="微软雅黑" panose="020B0503020204020204" charset="-122"/>
              <a:ea typeface="+mn-ea"/>
              <a:cs typeface="+mn-cs"/>
            </a:endParaRPr>
          </a:p>
        </p:txBody>
      </p:sp>
      <p:sp>
        <p:nvSpPr>
          <p:cNvPr id="274" name="Freeform 171"/>
          <p:cNvSpPr>
            <a:spLocks noChangeArrowheads="1"/>
          </p:cNvSpPr>
          <p:nvPr/>
        </p:nvSpPr>
        <p:spPr bwMode="auto">
          <a:xfrm>
            <a:off x="9100713" y="3572872"/>
            <a:ext cx="369513" cy="369609"/>
          </a:xfrm>
          <a:custGeom>
            <a:avLst/>
            <a:gdLst>
              <a:gd name="T0" fmla="*/ 294 w 589"/>
              <a:gd name="T1" fmla="*/ 192 h 590"/>
              <a:gd name="T2" fmla="*/ 294 w 589"/>
              <a:gd name="T3" fmla="*/ 383 h 590"/>
              <a:gd name="T4" fmla="*/ 294 w 589"/>
              <a:gd name="T5" fmla="*/ 192 h 590"/>
              <a:gd name="T6" fmla="*/ 294 w 589"/>
              <a:gd name="T7" fmla="*/ 354 h 590"/>
              <a:gd name="T8" fmla="*/ 294 w 589"/>
              <a:gd name="T9" fmla="*/ 236 h 590"/>
              <a:gd name="T10" fmla="*/ 294 w 589"/>
              <a:gd name="T11" fmla="*/ 354 h 590"/>
              <a:gd name="T12" fmla="*/ 574 w 589"/>
              <a:gd name="T13" fmla="*/ 354 h 590"/>
              <a:gd name="T14" fmla="*/ 529 w 589"/>
              <a:gd name="T15" fmla="*/ 295 h 590"/>
              <a:gd name="T16" fmla="*/ 574 w 589"/>
              <a:gd name="T17" fmla="*/ 221 h 590"/>
              <a:gd name="T18" fmla="*/ 544 w 589"/>
              <a:gd name="T19" fmla="*/ 104 h 590"/>
              <a:gd name="T20" fmla="*/ 441 w 589"/>
              <a:gd name="T21" fmla="*/ 118 h 590"/>
              <a:gd name="T22" fmla="*/ 367 w 589"/>
              <a:gd name="T23" fmla="*/ 30 h 590"/>
              <a:gd name="T24" fmla="*/ 250 w 589"/>
              <a:gd name="T25" fmla="*/ 0 h 590"/>
              <a:gd name="T26" fmla="*/ 220 w 589"/>
              <a:gd name="T27" fmla="*/ 74 h 590"/>
              <a:gd name="T28" fmla="*/ 103 w 589"/>
              <a:gd name="T29" fmla="*/ 89 h 590"/>
              <a:gd name="T30" fmla="*/ 0 w 589"/>
              <a:gd name="T31" fmla="*/ 163 h 590"/>
              <a:gd name="T32" fmla="*/ 58 w 589"/>
              <a:gd name="T33" fmla="*/ 251 h 590"/>
              <a:gd name="T34" fmla="*/ 58 w 589"/>
              <a:gd name="T35" fmla="*/ 339 h 590"/>
              <a:gd name="T36" fmla="*/ 0 w 589"/>
              <a:gd name="T37" fmla="*/ 413 h 590"/>
              <a:gd name="T38" fmla="*/ 103 w 589"/>
              <a:gd name="T39" fmla="*/ 501 h 590"/>
              <a:gd name="T40" fmla="*/ 220 w 589"/>
              <a:gd name="T41" fmla="*/ 516 h 590"/>
              <a:gd name="T42" fmla="*/ 250 w 589"/>
              <a:gd name="T43" fmla="*/ 589 h 590"/>
              <a:gd name="T44" fmla="*/ 367 w 589"/>
              <a:gd name="T45" fmla="*/ 545 h 590"/>
              <a:gd name="T46" fmla="*/ 441 w 589"/>
              <a:gd name="T47" fmla="*/ 472 h 590"/>
              <a:gd name="T48" fmla="*/ 544 w 589"/>
              <a:gd name="T49" fmla="*/ 486 h 590"/>
              <a:gd name="T50" fmla="*/ 574 w 589"/>
              <a:gd name="T51" fmla="*/ 354 h 590"/>
              <a:gd name="T52" fmla="*/ 544 w 589"/>
              <a:gd name="T53" fmla="*/ 413 h 590"/>
              <a:gd name="T54" fmla="*/ 500 w 589"/>
              <a:gd name="T55" fmla="*/ 457 h 590"/>
              <a:gd name="T56" fmla="*/ 338 w 589"/>
              <a:gd name="T57" fmla="*/ 486 h 590"/>
              <a:gd name="T58" fmla="*/ 309 w 589"/>
              <a:gd name="T59" fmla="*/ 545 h 590"/>
              <a:gd name="T60" fmla="*/ 250 w 589"/>
              <a:gd name="T61" fmla="*/ 530 h 590"/>
              <a:gd name="T62" fmla="*/ 147 w 589"/>
              <a:gd name="T63" fmla="*/ 427 h 590"/>
              <a:gd name="T64" fmla="*/ 73 w 589"/>
              <a:gd name="T65" fmla="*/ 442 h 590"/>
              <a:gd name="T66" fmla="*/ 58 w 589"/>
              <a:gd name="T67" fmla="*/ 383 h 590"/>
              <a:gd name="T68" fmla="*/ 103 w 589"/>
              <a:gd name="T69" fmla="*/ 295 h 590"/>
              <a:gd name="T70" fmla="*/ 58 w 589"/>
              <a:gd name="T71" fmla="*/ 192 h 590"/>
              <a:gd name="T72" fmla="*/ 73 w 589"/>
              <a:gd name="T73" fmla="*/ 133 h 590"/>
              <a:gd name="T74" fmla="*/ 147 w 589"/>
              <a:gd name="T75" fmla="*/ 163 h 590"/>
              <a:gd name="T76" fmla="*/ 250 w 589"/>
              <a:gd name="T77" fmla="*/ 59 h 590"/>
              <a:gd name="T78" fmla="*/ 309 w 589"/>
              <a:gd name="T79" fmla="*/ 30 h 590"/>
              <a:gd name="T80" fmla="*/ 338 w 589"/>
              <a:gd name="T81" fmla="*/ 104 h 590"/>
              <a:gd name="T82" fmla="*/ 500 w 589"/>
              <a:gd name="T83" fmla="*/ 133 h 590"/>
              <a:gd name="T84" fmla="*/ 544 w 589"/>
              <a:gd name="T85" fmla="*/ 163 h 590"/>
              <a:gd name="T86" fmla="*/ 485 w 589"/>
              <a:gd name="T87" fmla="*/ 221 h 590"/>
              <a:gd name="T88" fmla="*/ 485 w 589"/>
              <a:gd name="T89" fmla="*/ 354 h 590"/>
              <a:gd name="T90" fmla="*/ 544 w 589"/>
              <a:gd name="T91" fmla="*/ 413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89" h="590">
                <a:moveTo>
                  <a:pt x="294" y="192"/>
                </a:moveTo>
                <a:lnTo>
                  <a:pt x="294" y="192"/>
                </a:lnTo>
                <a:cubicBezTo>
                  <a:pt x="235" y="192"/>
                  <a:pt x="191" y="236"/>
                  <a:pt x="191" y="295"/>
                </a:cubicBezTo>
                <a:cubicBezTo>
                  <a:pt x="191" y="339"/>
                  <a:pt x="235" y="383"/>
                  <a:pt x="294" y="383"/>
                </a:cubicBezTo>
                <a:cubicBezTo>
                  <a:pt x="353" y="383"/>
                  <a:pt x="397" y="339"/>
                  <a:pt x="397" y="295"/>
                </a:cubicBezTo>
                <a:cubicBezTo>
                  <a:pt x="397" y="236"/>
                  <a:pt x="353" y="192"/>
                  <a:pt x="294" y="192"/>
                </a:cubicBezTo>
                <a:close/>
                <a:moveTo>
                  <a:pt x="294" y="354"/>
                </a:moveTo>
                <a:lnTo>
                  <a:pt x="294" y="354"/>
                </a:lnTo>
                <a:cubicBezTo>
                  <a:pt x="265" y="354"/>
                  <a:pt x="235" y="324"/>
                  <a:pt x="235" y="295"/>
                </a:cubicBezTo>
                <a:cubicBezTo>
                  <a:pt x="235" y="251"/>
                  <a:pt x="265" y="236"/>
                  <a:pt x="294" y="236"/>
                </a:cubicBezTo>
                <a:cubicBezTo>
                  <a:pt x="324" y="236"/>
                  <a:pt x="353" y="251"/>
                  <a:pt x="353" y="295"/>
                </a:cubicBezTo>
                <a:cubicBezTo>
                  <a:pt x="353" y="324"/>
                  <a:pt x="324" y="354"/>
                  <a:pt x="294" y="354"/>
                </a:cubicBezTo>
                <a:close/>
                <a:moveTo>
                  <a:pt x="574" y="354"/>
                </a:moveTo>
                <a:lnTo>
                  <a:pt x="574" y="354"/>
                </a:lnTo>
                <a:cubicBezTo>
                  <a:pt x="529" y="339"/>
                  <a:pt x="529" y="339"/>
                  <a:pt x="529" y="339"/>
                </a:cubicBezTo>
                <a:cubicBezTo>
                  <a:pt x="529" y="324"/>
                  <a:pt x="529" y="309"/>
                  <a:pt x="529" y="295"/>
                </a:cubicBezTo>
                <a:cubicBezTo>
                  <a:pt x="529" y="280"/>
                  <a:pt x="529" y="265"/>
                  <a:pt x="529" y="251"/>
                </a:cubicBezTo>
                <a:cubicBezTo>
                  <a:pt x="574" y="221"/>
                  <a:pt x="574" y="221"/>
                  <a:pt x="574" y="221"/>
                </a:cubicBezTo>
                <a:cubicBezTo>
                  <a:pt x="588" y="206"/>
                  <a:pt x="588" y="192"/>
                  <a:pt x="588" y="163"/>
                </a:cubicBezTo>
                <a:cubicBezTo>
                  <a:pt x="544" y="104"/>
                  <a:pt x="544" y="104"/>
                  <a:pt x="544" y="104"/>
                </a:cubicBezTo>
                <a:cubicBezTo>
                  <a:pt x="529" y="74"/>
                  <a:pt x="515" y="74"/>
                  <a:pt x="485" y="89"/>
                </a:cubicBezTo>
                <a:cubicBezTo>
                  <a:pt x="441" y="118"/>
                  <a:pt x="441" y="118"/>
                  <a:pt x="441" y="118"/>
                </a:cubicBezTo>
                <a:cubicBezTo>
                  <a:pt x="426" y="89"/>
                  <a:pt x="397" y="74"/>
                  <a:pt x="367" y="74"/>
                </a:cubicBezTo>
                <a:cubicBezTo>
                  <a:pt x="367" y="30"/>
                  <a:pt x="367" y="30"/>
                  <a:pt x="367" y="30"/>
                </a:cubicBezTo>
                <a:cubicBezTo>
                  <a:pt x="367" y="15"/>
                  <a:pt x="353" y="0"/>
                  <a:pt x="338" y="0"/>
                </a:cubicBezTo>
                <a:cubicBezTo>
                  <a:pt x="250" y="0"/>
                  <a:pt x="250" y="0"/>
                  <a:pt x="250" y="0"/>
                </a:cubicBezTo>
                <a:cubicBezTo>
                  <a:pt x="235" y="0"/>
                  <a:pt x="220" y="15"/>
                  <a:pt x="220" y="30"/>
                </a:cubicBezTo>
                <a:cubicBezTo>
                  <a:pt x="220" y="74"/>
                  <a:pt x="220" y="74"/>
                  <a:pt x="220" y="74"/>
                </a:cubicBezTo>
                <a:cubicBezTo>
                  <a:pt x="191" y="74"/>
                  <a:pt x="162" y="89"/>
                  <a:pt x="147" y="118"/>
                </a:cubicBezTo>
                <a:cubicBezTo>
                  <a:pt x="103" y="89"/>
                  <a:pt x="103" y="89"/>
                  <a:pt x="103" y="89"/>
                </a:cubicBezTo>
                <a:cubicBezTo>
                  <a:pt x="73" y="74"/>
                  <a:pt x="58" y="74"/>
                  <a:pt x="44" y="104"/>
                </a:cubicBezTo>
                <a:cubicBezTo>
                  <a:pt x="0" y="163"/>
                  <a:pt x="0" y="163"/>
                  <a:pt x="0" y="163"/>
                </a:cubicBezTo>
                <a:cubicBezTo>
                  <a:pt x="0" y="192"/>
                  <a:pt x="0" y="206"/>
                  <a:pt x="14" y="221"/>
                </a:cubicBezTo>
                <a:cubicBezTo>
                  <a:pt x="58" y="251"/>
                  <a:pt x="58" y="251"/>
                  <a:pt x="58" y="251"/>
                </a:cubicBezTo>
                <a:cubicBezTo>
                  <a:pt x="58" y="265"/>
                  <a:pt x="58" y="280"/>
                  <a:pt x="58" y="295"/>
                </a:cubicBezTo>
                <a:cubicBezTo>
                  <a:pt x="58" y="309"/>
                  <a:pt x="58" y="324"/>
                  <a:pt x="58" y="339"/>
                </a:cubicBezTo>
                <a:cubicBezTo>
                  <a:pt x="14" y="354"/>
                  <a:pt x="14" y="354"/>
                  <a:pt x="14" y="354"/>
                </a:cubicBezTo>
                <a:cubicBezTo>
                  <a:pt x="0" y="368"/>
                  <a:pt x="0" y="398"/>
                  <a:pt x="0" y="413"/>
                </a:cubicBezTo>
                <a:cubicBezTo>
                  <a:pt x="44" y="486"/>
                  <a:pt x="44" y="486"/>
                  <a:pt x="44" y="486"/>
                </a:cubicBezTo>
                <a:cubicBezTo>
                  <a:pt x="58" y="501"/>
                  <a:pt x="73" y="501"/>
                  <a:pt x="103" y="501"/>
                </a:cubicBezTo>
                <a:cubicBezTo>
                  <a:pt x="147" y="472"/>
                  <a:pt x="147" y="472"/>
                  <a:pt x="147" y="472"/>
                </a:cubicBezTo>
                <a:cubicBezTo>
                  <a:pt x="162" y="486"/>
                  <a:pt x="191" y="501"/>
                  <a:pt x="220" y="516"/>
                </a:cubicBezTo>
                <a:cubicBezTo>
                  <a:pt x="220" y="545"/>
                  <a:pt x="220" y="545"/>
                  <a:pt x="220" y="545"/>
                </a:cubicBezTo>
                <a:cubicBezTo>
                  <a:pt x="220" y="560"/>
                  <a:pt x="235" y="589"/>
                  <a:pt x="250" y="589"/>
                </a:cubicBezTo>
                <a:cubicBezTo>
                  <a:pt x="338" y="589"/>
                  <a:pt x="338" y="589"/>
                  <a:pt x="338" y="589"/>
                </a:cubicBezTo>
                <a:cubicBezTo>
                  <a:pt x="353" y="589"/>
                  <a:pt x="367" y="560"/>
                  <a:pt x="367" y="545"/>
                </a:cubicBezTo>
                <a:cubicBezTo>
                  <a:pt x="367" y="516"/>
                  <a:pt x="367" y="516"/>
                  <a:pt x="367" y="516"/>
                </a:cubicBezTo>
                <a:cubicBezTo>
                  <a:pt x="397" y="501"/>
                  <a:pt x="426" y="486"/>
                  <a:pt x="441" y="472"/>
                </a:cubicBezTo>
                <a:cubicBezTo>
                  <a:pt x="485" y="501"/>
                  <a:pt x="485" y="501"/>
                  <a:pt x="485" y="501"/>
                </a:cubicBezTo>
                <a:cubicBezTo>
                  <a:pt x="515" y="501"/>
                  <a:pt x="529" y="501"/>
                  <a:pt x="544" y="486"/>
                </a:cubicBezTo>
                <a:cubicBezTo>
                  <a:pt x="588" y="413"/>
                  <a:pt x="588" y="413"/>
                  <a:pt x="588" y="413"/>
                </a:cubicBezTo>
                <a:cubicBezTo>
                  <a:pt x="588" y="398"/>
                  <a:pt x="588" y="368"/>
                  <a:pt x="574" y="354"/>
                </a:cubicBezTo>
                <a:close/>
                <a:moveTo>
                  <a:pt x="544" y="413"/>
                </a:moveTo>
                <a:lnTo>
                  <a:pt x="544" y="413"/>
                </a:lnTo>
                <a:cubicBezTo>
                  <a:pt x="515" y="442"/>
                  <a:pt x="515" y="442"/>
                  <a:pt x="515" y="442"/>
                </a:cubicBezTo>
                <a:cubicBezTo>
                  <a:pt x="515" y="457"/>
                  <a:pt x="500" y="457"/>
                  <a:pt x="500" y="457"/>
                </a:cubicBezTo>
                <a:cubicBezTo>
                  <a:pt x="441" y="427"/>
                  <a:pt x="441" y="427"/>
                  <a:pt x="441" y="427"/>
                </a:cubicBezTo>
                <a:cubicBezTo>
                  <a:pt x="412" y="457"/>
                  <a:pt x="382" y="472"/>
                  <a:pt x="338" y="486"/>
                </a:cubicBezTo>
                <a:cubicBezTo>
                  <a:pt x="338" y="530"/>
                  <a:pt x="338" y="530"/>
                  <a:pt x="338" y="530"/>
                </a:cubicBezTo>
                <a:cubicBezTo>
                  <a:pt x="338" y="530"/>
                  <a:pt x="324" y="545"/>
                  <a:pt x="309" y="545"/>
                </a:cubicBezTo>
                <a:cubicBezTo>
                  <a:pt x="279" y="545"/>
                  <a:pt x="279" y="545"/>
                  <a:pt x="279" y="545"/>
                </a:cubicBezTo>
                <a:cubicBezTo>
                  <a:pt x="265" y="545"/>
                  <a:pt x="250" y="530"/>
                  <a:pt x="250" y="530"/>
                </a:cubicBezTo>
                <a:cubicBezTo>
                  <a:pt x="250" y="486"/>
                  <a:pt x="250" y="486"/>
                  <a:pt x="250" y="486"/>
                </a:cubicBezTo>
                <a:cubicBezTo>
                  <a:pt x="206" y="472"/>
                  <a:pt x="176" y="457"/>
                  <a:pt x="147" y="427"/>
                </a:cubicBezTo>
                <a:cubicBezTo>
                  <a:pt x="88" y="457"/>
                  <a:pt x="88" y="457"/>
                  <a:pt x="88" y="457"/>
                </a:cubicBezTo>
                <a:cubicBezTo>
                  <a:pt x="88" y="457"/>
                  <a:pt x="73" y="457"/>
                  <a:pt x="73" y="442"/>
                </a:cubicBezTo>
                <a:cubicBezTo>
                  <a:pt x="44" y="413"/>
                  <a:pt x="44" y="413"/>
                  <a:pt x="44" y="413"/>
                </a:cubicBezTo>
                <a:cubicBezTo>
                  <a:pt x="44" y="398"/>
                  <a:pt x="44" y="383"/>
                  <a:pt x="58" y="383"/>
                </a:cubicBezTo>
                <a:cubicBezTo>
                  <a:pt x="103" y="354"/>
                  <a:pt x="103" y="354"/>
                  <a:pt x="103" y="354"/>
                </a:cubicBezTo>
                <a:cubicBezTo>
                  <a:pt x="103" y="339"/>
                  <a:pt x="103" y="309"/>
                  <a:pt x="103" y="295"/>
                </a:cubicBezTo>
                <a:cubicBezTo>
                  <a:pt x="103" y="265"/>
                  <a:pt x="103" y="251"/>
                  <a:pt x="103" y="221"/>
                </a:cubicBezTo>
                <a:cubicBezTo>
                  <a:pt x="58" y="192"/>
                  <a:pt x="58" y="192"/>
                  <a:pt x="58" y="192"/>
                </a:cubicBezTo>
                <a:cubicBezTo>
                  <a:pt x="44" y="192"/>
                  <a:pt x="44" y="177"/>
                  <a:pt x="44" y="163"/>
                </a:cubicBezTo>
                <a:cubicBezTo>
                  <a:pt x="73" y="133"/>
                  <a:pt x="73" y="133"/>
                  <a:pt x="73" y="133"/>
                </a:cubicBezTo>
                <a:cubicBezTo>
                  <a:pt x="73" y="133"/>
                  <a:pt x="88" y="118"/>
                  <a:pt x="88" y="133"/>
                </a:cubicBezTo>
                <a:cubicBezTo>
                  <a:pt x="147" y="163"/>
                  <a:pt x="147" y="163"/>
                  <a:pt x="147" y="163"/>
                </a:cubicBezTo>
                <a:cubicBezTo>
                  <a:pt x="176" y="133"/>
                  <a:pt x="206" y="104"/>
                  <a:pt x="250" y="104"/>
                </a:cubicBezTo>
                <a:cubicBezTo>
                  <a:pt x="250" y="59"/>
                  <a:pt x="250" y="59"/>
                  <a:pt x="250" y="59"/>
                </a:cubicBezTo>
                <a:cubicBezTo>
                  <a:pt x="250" y="45"/>
                  <a:pt x="265" y="30"/>
                  <a:pt x="279" y="30"/>
                </a:cubicBezTo>
                <a:cubicBezTo>
                  <a:pt x="309" y="30"/>
                  <a:pt x="309" y="30"/>
                  <a:pt x="309" y="30"/>
                </a:cubicBezTo>
                <a:cubicBezTo>
                  <a:pt x="324" y="30"/>
                  <a:pt x="338" y="45"/>
                  <a:pt x="338" y="59"/>
                </a:cubicBezTo>
                <a:cubicBezTo>
                  <a:pt x="338" y="104"/>
                  <a:pt x="338" y="104"/>
                  <a:pt x="338" y="104"/>
                </a:cubicBezTo>
                <a:cubicBezTo>
                  <a:pt x="382" y="104"/>
                  <a:pt x="412" y="133"/>
                  <a:pt x="441" y="163"/>
                </a:cubicBezTo>
                <a:cubicBezTo>
                  <a:pt x="500" y="133"/>
                  <a:pt x="500" y="133"/>
                  <a:pt x="500" y="133"/>
                </a:cubicBezTo>
                <a:cubicBezTo>
                  <a:pt x="500" y="118"/>
                  <a:pt x="515" y="133"/>
                  <a:pt x="515" y="133"/>
                </a:cubicBezTo>
                <a:cubicBezTo>
                  <a:pt x="544" y="163"/>
                  <a:pt x="544" y="163"/>
                  <a:pt x="544" y="163"/>
                </a:cubicBezTo>
                <a:cubicBezTo>
                  <a:pt x="544" y="177"/>
                  <a:pt x="544" y="192"/>
                  <a:pt x="529" y="192"/>
                </a:cubicBezTo>
                <a:cubicBezTo>
                  <a:pt x="485" y="221"/>
                  <a:pt x="485" y="221"/>
                  <a:pt x="485" y="221"/>
                </a:cubicBezTo>
                <a:cubicBezTo>
                  <a:pt x="485" y="251"/>
                  <a:pt x="485" y="265"/>
                  <a:pt x="485" y="295"/>
                </a:cubicBezTo>
                <a:cubicBezTo>
                  <a:pt x="485" y="309"/>
                  <a:pt x="485" y="339"/>
                  <a:pt x="485" y="354"/>
                </a:cubicBezTo>
                <a:cubicBezTo>
                  <a:pt x="529" y="383"/>
                  <a:pt x="529" y="383"/>
                  <a:pt x="529" y="383"/>
                </a:cubicBezTo>
                <a:cubicBezTo>
                  <a:pt x="544" y="383"/>
                  <a:pt x="544" y="398"/>
                  <a:pt x="544" y="413"/>
                </a:cubicBezTo>
                <a:close/>
              </a:path>
            </a:pathLst>
          </a:custGeom>
          <a:solidFill>
            <a:schemeClr val="bg1"/>
          </a:solidFill>
          <a:ln>
            <a:noFill/>
          </a:ln>
          <a:effectLst/>
        </p:spPr>
        <p:txBody>
          <a:bodyPr wrap="none" lIns="45715" tIns="22858" rIns="45715" bIns="22858" anchor="ctr"/>
          <a:lstStyle/>
          <a:p>
            <a:pPr>
              <a:defRPr/>
            </a:pPr>
            <a:endParaRPr lang="en-US" sz="1800" dirty="0">
              <a:latin typeface="微软雅黑" panose="020B0503020204020204" charset="-122"/>
              <a:ea typeface="+mn-ea"/>
              <a:cs typeface="+mn-cs"/>
            </a:endParaRPr>
          </a:p>
        </p:txBody>
      </p:sp>
      <p:sp>
        <p:nvSpPr>
          <p:cNvPr id="277" name="TextBox 276"/>
          <p:cNvSpPr txBox="1"/>
          <p:nvPr/>
        </p:nvSpPr>
        <p:spPr>
          <a:xfrm>
            <a:off x="4199041" y="1951297"/>
            <a:ext cx="1817370" cy="577850"/>
          </a:xfrm>
          <a:prstGeom prst="rect">
            <a:avLst/>
          </a:prstGeom>
          <a:noFill/>
        </p:spPr>
        <p:txBody>
          <a:bodyPr wrap="none" lIns="91421" tIns="45711" rIns="91421" bIns="45711" rtlCol="0">
            <a:spAutoFit/>
          </a:bodyPr>
          <a:lstStyle/>
          <a:p>
            <a:pPr algn="l"/>
            <a:r>
              <a:rPr lang="id-ID" sz="1600" b="1" dirty="0">
                <a:latin typeface="微软雅黑" panose="020B0503020204020204" charset="-122"/>
              </a:rPr>
              <a:t>请在此粘贴或者</a:t>
            </a:r>
          </a:p>
          <a:p>
            <a:pPr algn="l"/>
            <a:r>
              <a:rPr lang="id-ID" sz="1600" b="1" dirty="0">
                <a:latin typeface="微软雅黑" panose="020B0503020204020204" charset="-122"/>
              </a:rPr>
              <a:t>输入您的文字内容</a:t>
            </a:r>
          </a:p>
        </p:txBody>
      </p:sp>
      <p:sp>
        <p:nvSpPr>
          <p:cNvPr id="278" name="TextBox 277"/>
          <p:cNvSpPr txBox="1"/>
          <p:nvPr/>
        </p:nvSpPr>
        <p:spPr>
          <a:xfrm>
            <a:off x="5592058" y="4989343"/>
            <a:ext cx="1817370" cy="577850"/>
          </a:xfrm>
          <a:prstGeom prst="rect">
            <a:avLst/>
          </a:prstGeom>
          <a:noFill/>
        </p:spPr>
        <p:txBody>
          <a:bodyPr wrap="none" lIns="91421" tIns="45711" rIns="91421" bIns="45711" rtlCol="0">
            <a:spAutoFit/>
          </a:bodyPr>
          <a:lstStyle/>
          <a:p>
            <a:pPr algn="l"/>
            <a:r>
              <a:rPr lang="id-ID" sz="1600" b="1" dirty="0">
                <a:latin typeface="微软雅黑" panose="020B0503020204020204" charset="-122"/>
              </a:rPr>
              <a:t>请在此粘贴或者</a:t>
            </a:r>
          </a:p>
          <a:p>
            <a:pPr algn="l"/>
            <a:r>
              <a:rPr lang="id-ID" sz="1600" b="1" dirty="0">
                <a:latin typeface="微软雅黑" panose="020B0503020204020204" charset="-122"/>
              </a:rPr>
              <a:t>输入您的文字内容</a:t>
            </a:r>
          </a:p>
        </p:txBody>
      </p:sp>
      <p:sp>
        <p:nvSpPr>
          <p:cNvPr id="279" name="TextBox 278"/>
          <p:cNvSpPr txBox="1"/>
          <p:nvPr/>
        </p:nvSpPr>
        <p:spPr>
          <a:xfrm>
            <a:off x="7537047" y="1926740"/>
            <a:ext cx="1817370" cy="577850"/>
          </a:xfrm>
          <a:prstGeom prst="rect">
            <a:avLst/>
          </a:prstGeom>
          <a:noFill/>
        </p:spPr>
        <p:txBody>
          <a:bodyPr wrap="none" lIns="91421" tIns="45711" rIns="91421" bIns="45711" rtlCol="0">
            <a:spAutoFit/>
          </a:bodyPr>
          <a:lstStyle/>
          <a:p>
            <a:pPr algn="l"/>
            <a:r>
              <a:rPr lang="id-ID" sz="1600" b="1" dirty="0">
                <a:latin typeface="微软雅黑" panose="020B0503020204020204" charset="-122"/>
              </a:rPr>
              <a:t>请在此粘贴或者</a:t>
            </a:r>
          </a:p>
          <a:p>
            <a:pPr algn="l"/>
            <a:r>
              <a:rPr lang="id-ID" sz="1600" b="1" dirty="0">
                <a:latin typeface="微软雅黑" panose="020B0503020204020204" charset="-122"/>
              </a:rPr>
              <a:t>输入您的文字内容</a:t>
            </a:r>
          </a:p>
        </p:txBody>
      </p:sp>
      <p:sp>
        <p:nvSpPr>
          <p:cNvPr id="280" name="TextBox 279"/>
          <p:cNvSpPr txBox="1"/>
          <p:nvPr/>
        </p:nvSpPr>
        <p:spPr>
          <a:xfrm>
            <a:off x="9782183" y="5044279"/>
            <a:ext cx="1817370" cy="577850"/>
          </a:xfrm>
          <a:prstGeom prst="rect">
            <a:avLst/>
          </a:prstGeom>
          <a:noFill/>
        </p:spPr>
        <p:txBody>
          <a:bodyPr wrap="none" lIns="91421" tIns="45711" rIns="91421" bIns="45711" rtlCol="0">
            <a:spAutoFit/>
          </a:bodyPr>
          <a:lstStyle/>
          <a:p>
            <a:pPr algn="l"/>
            <a:r>
              <a:rPr lang="id-ID" sz="1600" b="1" dirty="0">
                <a:latin typeface="微软雅黑" panose="020B0503020204020204" charset="-122"/>
              </a:rPr>
              <a:t>请在此粘贴或者</a:t>
            </a:r>
          </a:p>
          <a:p>
            <a:pPr algn="l"/>
            <a:r>
              <a:rPr lang="id-ID" sz="1600" b="1" dirty="0">
                <a:latin typeface="微软雅黑" panose="020B0503020204020204" charset="-122"/>
              </a:rPr>
              <a:t>输入您的文字内容</a:t>
            </a:r>
          </a:p>
        </p:txBody>
      </p:sp>
      <p:sp>
        <p:nvSpPr>
          <p:cNvPr id="281" name="TextBox 280"/>
          <p:cNvSpPr txBox="1"/>
          <p:nvPr/>
        </p:nvSpPr>
        <p:spPr>
          <a:xfrm>
            <a:off x="9669173" y="4047128"/>
            <a:ext cx="1817370" cy="577850"/>
          </a:xfrm>
          <a:prstGeom prst="rect">
            <a:avLst/>
          </a:prstGeom>
          <a:noFill/>
        </p:spPr>
        <p:txBody>
          <a:bodyPr wrap="none" lIns="91421" tIns="45711" rIns="91421" bIns="45711" rtlCol="0">
            <a:spAutoFit/>
          </a:bodyPr>
          <a:lstStyle/>
          <a:p>
            <a:pPr algn="ctr"/>
            <a:r>
              <a:rPr lang="id-ID" sz="1600" b="1" dirty="0">
                <a:latin typeface="微软雅黑" panose="020B0503020204020204" charset="-122"/>
              </a:rPr>
              <a:t>请在此粘贴或者</a:t>
            </a:r>
          </a:p>
          <a:p>
            <a:pPr algn="ctr"/>
            <a:r>
              <a:rPr lang="id-ID" sz="1600" b="1" dirty="0">
                <a:latin typeface="微软雅黑" panose="020B0503020204020204" charset="-122"/>
              </a:rPr>
              <a:t>输入您的文字内容</a:t>
            </a:r>
          </a:p>
        </p:txBody>
      </p:sp>
      <p:sp>
        <p:nvSpPr>
          <p:cNvPr id="283" name="TextBox 282"/>
          <p:cNvSpPr txBox="1"/>
          <p:nvPr/>
        </p:nvSpPr>
        <p:spPr>
          <a:xfrm>
            <a:off x="745832" y="4047128"/>
            <a:ext cx="1817370" cy="577850"/>
          </a:xfrm>
          <a:prstGeom prst="rect">
            <a:avLst/>
          </a:prstGeom>
          <a:noFill/>
        </p:spPr>
        <p:txBody>
          <a:bodyPr wrap="none" lIns="91421" tIns="45711" rIns="91421" bIns="45711" rtlCol="0">
            <a:spAutoFit/>
          </a:bodyPr>
          <a:lstStyle/>
          <a:p>
            <a:pPr algn="ctr"/>
            <a:r>
              <a:rPr lang="id-ID" sz="1600" b="1" dirty="0">
                <a:latin typeface="微软雅黑" panose="020B0503020204020204" charset="-122"/>
              </a:rPr>
              <a:t>请在此粘贴或者</a:t>
            </a:r>
          </a:p>
          <a:p>
            <a:pPr algn="ctr"/>
            <a:r>
              <a:rPr lang="id-ID" sz="1600" b="1" dirty="0">
                <a:latin typeface="微软雅黑" panose="020B0503020204020204" charset="-122"/>
              </a:rPr>
              <a:t>输入您的文字内容</a:t>
            </a:r>
          </a:p>
        </p:txBody>
      </p:sp>
    </p:spTree>
  </p:cSld>
  <p:clrMapOvr>
    <a:masterClrMapping/>
  </p:clrMapOvr>
  <p:transition advTm="2106">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par>
                                <p:cTn id="12" presetID="2" presetClass="entr" presetSubtype="8" fill="hold" nodeType="withEffect">
                                  <p:stCondLst>
                                    <p:cond delay="25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0-#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par>
                          <p:cTn id="20" fill="hold">
                            <p:stCondLst>
                              <p:cond delay="850"/>
                            </p:stCondLst>
                            <p:childTnLst>
                              <p:par>
                                <p:cTn id="21" presetID="53" presetClass="entr" presetSubtype="16" fill="hold" grpId="0" nodeType="afterEffect">
                                  <p:stCondLst>
                                    <p:cond delay="0"/>
                                  </p:stCondLst>
                                  <p:childTnLst>
                                    <p:set>
                                      <p:cBhvr>
                                        <p:cTn id="22" dur="1" fill="hold">
                                          <p:stCondLst>
                                            <p:cond delay="0"/>
                                          </p:stCondLst>
                                        </p:cTn>
                                        <p:tgtEl>
                                          <p:spTgt spid="207"/>
                                        </p:tgtEl>
                                        <p:attrNameLst>
                                          <p:attrName>style.visibility</p:attrName>
                                        </p:attrNameLst>
                                      </p:cBhvr>
                                      <p:to>
                                        <p:strVal val="visible"/>
                                      </p:to>
                                    </p:set>
                                    <p:anim calcmode="lin" valueType="num">
                                      <p:cBhvr>
                                        <p:cTn id="23" dur="500" fill="hold"/>
                                        <p:tgtEl>
                                          <p:spTgt spid="207"/>
                                        </p:tgtEl>
                                        <p:attrNameLst>
                                          <p:attrName>ppt_w</p:attrName>
                                        </p:attrNameLst>
                                      </p:cBhvr>
                                      <p:tavLst>
                                        <p:tav tm="0">
                                          <p:val>
                                            <p:fltVal val="0"/>
                                          </p:val>
                                        </p:tav>
                                        <p:tav tm="100000">
                                          <p:val>
                                            <p:strVal val="#ppt_w"/>
                                          </p:val>
                                        </p:tav>
                                      </p:tavLst>
                                    </p:anim>
                                    <p:anim calcmode="lin" valueType="num">
                                      <p:cBhvr>
                                        <p:cTn id="24" dur="500" fill="hold"/>
                                        <p:tgtEl>
                                          <p:spTgt spid="207"/>
                                        </p:tgtEl>
                                        <p:attrNameLst>
                                          <p:attrName>ppt_h</p:attrName>
                                        </p:attrNameLst>
                                      </p:cBhvr>
                                      <p:tavLst>
                                        <p:tav tm="0">
                                          <p:val>
                                            <p:fltVal val="0"/>
                                          </p:val>
                                        </p:tav>
                                        <p:tav tm="100000">
                                          <p:val>
                                            <p:strVal val="#ppt_h"/>
                                          </p:val>
                                        </p:tav>
                                      </p:tavLst>
                                    </p:anim>
                                    <p:animEffect transition="in" filter="fade">
                                      <p:cBhvr>
                                        <p:cTn id="25" dur="500"/>
                                        <p:tgtEl>
                                          <p:spTgt spid="207"/>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208"/>
                                        </p:tgtEl>
                                        <p:attrNameLst>
                                          <p:attrName>style.visibility</p:attrName>
                                        </p:attrNameLst>
                                      </p:cBhvr>
                                      <p:to>
                                        <p:strVal val="visible"/>
                                      </p:to>
                                    </p:set>
                                    <p:anim calcmode="lin" valueType="num">
                                      <p:cBhvr>
                                        <p:cTn id="28" dur="500" fill="hold"/>
                                        <p:tgtEl>
                                          <p:spTgt spid="208"/>
                                        </p:tgtEl>
                                        <p:attrNameLst>
                                          <p:attrName>ppt_w</p:attrName>
                                        </p:attrNameLst>
                                      </p:cBhvr>
                                      <p:tavLst>
                                        <p:tav tm="0">
                                          <p:val>
                                            <p:fltVal val="0"/>
                                          </p:val>
                                        </p:tav>
                                        <p:tav tm="100000">
                                          <p:val>
                                            <p:strVal val="#ppt_w"/>
                                          </p:val>
                                        </p:tav>
                                      </p:tavLst>
                                    </p:anim>
                                    <p:anim calcmode="lin" valueType="num">
                                      <p:cBhvr>
                                        <p:cTn id="29" dur="500" fill="hold"/>
                                        <p:tgtEl>
                                          <p:spTgt spid="208"/>
                                        </p:tgtEl>
                                        <p:attrNameLst>
                                          <p:attrName>ppt_h</p:attrName>
                                        </p:attrNameLst>
                                      </p:cBhvr>
                                      <p:tavLst>
                                        <p:tav tm="0">
                                          <p:val>
                                            <p:fltVal val="0"/>
                                          </p:val>
                                        </p:tav>
                                        <p:tav tm="100000">
                                          <p:val>
                                            <p:strVal val="#ppt_h"/>
                                          </p:val>
                                        </p:tav>
                                      </p:tavLst>
                                    </p:anim>
                                    <p:animEffect transition="in" filter="fade">
                                      <p:cBhvr>
                                        <p:cTn id="30" dur="500"/>
                                        <p:tgtEl>
                                          <p:spTgt spid="208"/>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209"/>
                                        </p:tgtEl>
                                        <p:attrNameLst>
                                          <p:attrName>style.visibility</p:attrName>
                                        </p:attrNameLst>
                                      </p:cBhvr>
                                      <p:to>
                                        <p:strVal val="visible"/>
                                      </p:to>
                                    </p:set>
                                    <p:anim calcmode="lin" valueType="num">
                                      <p:cBhvr>
                                        <p:cTn id="33" dur="500" fill="hold"/>
                                        <p:tgtEl>
                                          <p:spTgt spid="209"/>
                                        </p:tgtEl>
                                        <p:attrNameLst>
                                          <p:attrName>ppt_w</p:attrName>
                                        </p:attrNameLst>
                                      </p:cBhvr>
                                      <p:tavLst>
                                        <p:tav tm="0">
                                          <p:val>
                                            <p:fltVal val="0"/>
                                          </p:val>
                                        </p:tav>
                                        <p:tav tm="100000">
                                          <p:val>
                                            <p:strVal val="#ppt_w"/>
                                          </p:val>
                                        </p:tav>
                                      </p:tavLst>
                                    </p:anim>
                                    <p:anim calcmode="lin" valueType="num">
                                      <p:cBhvr>
                                        <p:cTn id="34" dur="500" fill="hold"/>
                                        <p:tgtEl>
                                          <p:spTgt spid="209"/>
                                        </p:tgtEl>
                                        <p:attrNameLst>
                                          <p:attrName>ppt_h</p:attrName>
                                        </p:attrNameLst>
                                      </p:cBhvr>
                                      <p:tavLst>
                                        <p:tav tm="0">
                                          <p:val>
                                            <p:fltVal val="0"/>
                                          </p:val>
                                        </p:tav>
                                        <p:tav tm="100000">
                                          <p:val>
                                            <p:strVal val="#ppt_h"/>
                                          </p:val>
                                        </p:tav>
                                      </p:tavLst>
                                    </p:anim>
                                    <p:animEffect transition="in" filter="fade">
                                      <p:cBhvr>
                                        <p:cTn id="35" dur="500"/>
                                        <p:tgtEl>
                                          <p:spTgt spid="209"/>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210"/>
                                        </p:tgtEl>
                                        <p:attrNameLst>
                                          <p:attrName>style.visibility</p:attrName>
                                        </p:attrNameLst>
                                      </p:cBhvr>
                                      <p:to>
                                        <p:strVal val="visible"/>
                                      </p:to>
                                    </p:set>
                                    <p:anim calcmode="lin" valueType="num">
                                      <p:cBhvr>
                                        <p:cTn id="38" dur="500" fill="hold"/>
                                        <p:tgtEl>
                                          <p:spTgt spid="210"/>
                                        </p:tgtEl>
                                        <p:attrNameLst>
                                          <p:attrName>ppt_w</p:attrName>
                                        </p:attrNameLst>
                                      </p:cBhvr>
                                      <p:tavLst>
                                        <p:tav tm="0">
                                          <p:val>
                                            <p:fltVal val="0"/>
                                          </p:val>
                                        </p:tav>
                                        <p:tav tm="100000">
                                          <p:val>
                                            <p:strVal val="#ppt_w"/>
                                          </p:val>
                                        </p:tav>
                                      </p:tavLst>
                                    </p:anim>
                                    <p:anim calcmode="lin" valueType="num">
                                      <p:cBhvr>
                                        <p:cTn id="39" dur="500" fill="hold"/>
                                        <p:tgtEl>
                                          <p:spTgt spid="210"/>
                                        </p:tgtEl>
                                        <p:attrNameLst>
                                          <p:attrName>ppt_h</p:attrName>
                                        </p:attrNameLst>
                                      </p:cBhvr>
                                      <p:tavLst>
                                        <p:tav tm="0">
                                          <p:val>
                                            <p:fltVal val="0"/>
                                          </p:val>
                                        </p:tav>
                                        <p:tav tm="100000">
                                          <p:val>
                                            <p:strVal val="#ppt_h"/>
                                          </p:val>
                                        </p:tav>
                                      </p:tavLst>
                                    </p:anim>
                                    <p:animEffect transition="in" filter="fade">
                                      <p:cBhvr>
                                        <p:cTn id="40" dur="500"/>
                                        <p:tgtEl>
                                          <p:spTgt spid="210"/>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211"/>
                                        </p:tgtEl>
                                        <p:attrNameLst>
                                          <p:attrName>style.visibility</p:attrName>
                                        </p:attrNameLst>
                                      </p:cBhvr>
                                      <p:to>
                                        <p:strVal val="visible"/>
                                      </p:to>
                                    </p:set>
                                    <p:anim calcmode="lin" valueType="num">
                                      <p:cBhvr>
                                        <p:cTn id="43" dur="500" fill="hold"/>
                                        <p:tgtEl>
                                          <p:spTgt spid="211"/>
                                        </p:tgtEl>
                                        <p:attrNameLst>
                                          <p:attrName>ppt_w</p:attrName>
                                        </p:attrNameLst>
                                      </p:cBhvr>
                                      <p:tavLst>
                                        <p:tav tm="0">
                                          <p:val>
                                            <p:fltVal val="0"/>
                                          </p:val>
                                        </p:tav>
                                        <p:tav tm="100000">
                                          <p:val>
                                            <p:strVal val="#ppt_w"/>
                                          </p:val>
                                        </p:tav>
                                      </p:tavLst>
                                    </p:anim>
                                    <p:anim calcmode="lin" valueType="num">
                                      <p:cBhvr>
                                        <p:cTn id="44" dur="500" fill="hold"/>
                                        <p:tgtEl>
                                          <p:spTgt spid="211"/>
                                        </p:tgtEl>
                                        <p:attrNameLst>
                                          <p:attrName>ppt_h</p:attrName>
                                        </p:attrNameLst>
                                      </p:cBhvr>
                                      <p:tavLst>
                                        <p:tav tm="0">
                                          <p:val>
                                            <p:fltVal val="0"/>
                                          </p:val>
                                        </p:tav>
                                        <p:tav tm="100000">
                                          <p:val>
                                            <p:strVal val="#ppt_h"/>
                                          </p:val>
                                        </p:tav>
                                      </p:tavLst>
                                    </p:anim>
                                    <p:animEffect transition="in" filter="fade">
                                      <p:cBhvr>
                                        <p:cTn id="45" dur="500"/>
                                        <p:tgtEl>
                                          <p:spTgt spid="211"/>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212"/>
                                        </p:tgtEl>
                                        <p:attrNameLst>
                                          <p:attrName>style.visibility</p:attrName>
                                        </p:attrNameLst>
                                      </p:cBhvr>
                                      <p:to>
                                        <p:strVal val="visible"/>
                                      </p:to>
                                    </p:set>
                                    <p:anim calcmode="lin" valueType="num">
                                      <p:cBhvr>
                                        <p:cTn id="48" dur="500" fill="hold"/>
                                        <p:tgtEl>
                                          <p:spTgt spid="212"/>
                                        </p:tgtEl>
                                        <p:attrNameLst>
                                          <p:attrName>ppt_w</p:attrName>
                                        </p:attrNameLst>
                                      </p:cBhvr>
                                      <p:tavLst>
                                        <p:tav tm="0">
                                          <p:val>
                                            <p:fltVal val="0"/>
                                          </p:val>
                                        </p:tav>
                                        <p:tav tm="100000">
                                          <p:val>
                                            <p:strVal val="#ppt_w"/>
                                          </p:val>
                                        </p:tav>
                                      </p:tavLst>
                                    </p:anim>
                                    <p:anim calcmode="lin" valueType="num">
                                      <p:cBhvr>
                                        <p:cTn id="49" dur="500" fill="hold"/>
                                        <p:tgtEl>
                                          <p:spTgt spid="212"/>
                                        </p:tgtEl>
                                        <p:attrNameLst>
                                          <p:attrName>ppt_h</p:attrName>
                                        </p:attrNameLst>
                                      </p:cBhvr>
                                      <p:tavLst>
                                        <p:tav tm="0">
                                          <p:val>
                                            <p:fltVal val="0"/>
                                          </p:val>
                                        </p:tav>
                                        <p:tav tm="100000">
                                          <p:val>
                                            <p:strVal val="#ppt_h"/>
                                          </p:val>
                                        </p:tav>
                                      </p:tavLst>
                                    </p:anim>
                                    <p:animEffect transition="in" filter="fade">
                                      <p:cBhvr>
                                        <p:cTn id="50" dur="500"/>
                                        <p:tgtEl>
                                          <p:spTgt spid="212"/>
                                        </p:tgtEl>
                                      </p:cBhvr>
                                    </p:animEffect>
                                  </p:childTnLst>
                                </p:cTn>
                              </p:par>
                              <p:par>
                                <p:cTn id="51" presetID="53" presetClass="entr" presetSubtype="16" fill="hold" grpId="0" nodeType="withEffect">
                                  <p:stCondLst>
                                    <p:cond delay="0"/>
                                  </p:stCondLst>
                                  <p:childTnLst>
                                    <p:set>
                                      <p:cBhvr>
                                        <p:cTn id="52" dur="1" fill="hold">
                                          <p:stCondLst>
                                            <p:cond delay="0"/>
                                          </p:stCondLst>
                                        </p:cTn>
                                        <p:tgtEl>
                                          <p:spTgt spid="213"/>
                                        </p:tgtEl>
                                        <p:attrNameLst>
                                          <p:attrName>style.visibility</p:attrName>
                                        </p:attrNameLst>
                                      </p:cBhvr>
                                      <p:to>
                                        <p:strVal val="visible"/>
                                      </p:to>
                                    </p:set>
                                    <p:anim calcmode="lin" valueType="num">
                                      <p:cBhvr>
                                        <p:cTn id="53" dur="500" fill="hold"/>
                                        <p:tgtEl>
                                          <p:spTgt spid="213"/>
                                        </p:tgtEl>
                                        <p:attrNameLst>
                                          <p:attrName>ppt_w</p:attrName>
                                        </p:attrNameLst>
                                      </p:cBhvr>
                                      <p:tavLst>
                                        <p:tav tm="0">
                                          <p:val>
                                            <p:fltVal val="0"/>
                                          </p:val>
                                        </p:tav>
                                        <p:tav tm="100000">
                                          <p:val>
                                            <p:strVal val="#ppt_w"/>
                                          </p:val>
                                        </p:tav>
                                      </p:tavLst>
                                    </p:anim>
                                    <p:anim calcmode="lin" valueType="num">
                                      <p:cBhvr>
                                        <p:cTn id="54" dur="500" fill="hold"/>
                                        <p:tgtEl>
                                          <p:spTgt spid="213"/>
                                        </p:tgtEl>
                                        <p:attrNameLst>
                                          <p:attrName>ppt_h</p:attrName>
                                        </p:attrNameLst>
                                      </p:cBhvr>
                                      <p:tavLst>
                                        <p:tav tm="0">
                                          <p:val>
                                            <p:fltVal val="0"/>
                                          </p:val>
                                        </p:tav>
                                        <p:tav tm="100000">
                                          <p:val>
                                            <p:strVal val="#ppt_h"/>
                                          </p:val>
                                        </p:tav>
                                      </p:tavLst>
                                    </p:anim>
                                    <p:animEffect transition="in" filter="fade">
                                      <p:cBhvr>
                                        <p:cTn id="55" dur="500"/>
                                        <p:tgtEl>
                                          <p:spTgt spid="213"/>
                                        </p:tgtEl>
                                      </p:cBhvr>
                                    </p:animEffect>
                                  </p:childTnLst>
                                </p:cTn>
                              </p:par>
                              <p:par>
                                <p:cTn id="56" presetID="53" presetClass="entr" presetSubtype="16" fill="hold" grpId="0" nodeType="withEffect">
                                  <p:stCondLst>
                                    <p:cond delay="0"/>
                                  </p:stCondLst>
                                  <p:childTnLst>
                                    <p:set>
                                      <p:cBhvr>
                                        <p:cTn id="57" dur="1" fill="hold">
                                          <p:stCondLst>
                                            <p:cond delay="0"/>
                                          </p:stCondLst>
                                        </p:cTn>
                                        <p:tgtEl>
                                          <p:spTgt spid="214"/>
                                        </p:tgtEl>
                                        <p:attrNameLst>
                                          <p:attrName>style.visibility</p:attrName>
                                        </p:attrNameLst>
                                      </p:cBhvr>
                                      <p:to>
                                        <p:strVal val="visible"/>
                                      </p:to>
                                    </p:set>
                                    <p:anim calcmode="lin" valueType="num">
                                      <p:cBhvr>
                                        <p:cTn id="58" dur="500" fill="hold"/>
                                        <p:tgtEl>
                                          <p:spTgt spid="214"/>
                                        </p:tgtEl>
                                        <p:attrNameLst>
                                          <p:attrName>ppt_w</p:attrName>
                                        </p:attrNameLst>
                                      </p:cBhvr>
                                      <p:tavLst>
                                        <p:tav tm="0">
                                          <p:val>
                                            <p:fltVal val="0"/>
                                          </p:val>
                                        </p:tav>
                                        <p:tav tm="100000">
                                          <p:val>
                                            <p:strVal val="#ppt_w"/>
                                          </p:val>
                                        </p:tav>
                                      </p:tavLst>
                                    </p:anim>
                                    <p:anim calcmode="lin" valueType="num">
                                      <p:cBhvr>
                                        <p:cTn id="59" dur="500" fill="hold"/>
                                        <p:tgtEl>
                                          <p:spTgt spid="214"/>
                                        </p:tgtEl>
                                        <p:attrNameLst>
                                          <p:attrName>ppt_h</p:attrName>
                                        </p:attrNameLst>
                                      </p:cBhvr>
                                      <p:tavLst>
                                        <p:tav tm="0">
                                          <p:val>
                                            <p:fltVal val="0"/>
                                          </p:val>
                                        </p:tav>
                                        <p:tav tm="100000">
                                          <p:val>
                                            <p:strVal val="#ppt_h"/>
                                          </p:val>
                                        </p:tav>
                                      </p:tavLst>
                                    </p:anim>
                                    <p:animEffect transition="in" filter="fade">
                                      <p:cBhvr>
                                        <p:cTn id="60" dur="500"/>
                                        <p:tgtEl>
                                          <p:spTgt spid="214"/>
                                        </p:tgtEl>
                                      </p:cBhvr>
                                    </p:animEffect>
                                  </p:childTnLst>
                                </p:cTn>
                              </p:par>
                              <p:par>
                                <p:cTn id="61" presetID="53" presetClass="entr" presetSubtype="16" fill="hold" grpId="0" nodeType="withEffect">
                                  <p:stCondLst>
                                    <p:cond delay="0"/>
                                  </p:stCondLst>
                                  <p:childTnLst>
                                    <p:set>
                                      <p:cBhvr>
                                        <p:cTn id="62" dur="1" fill="hold">
                                          <p:stCondLst>
                                            <p:cond delay="0"/>
                                          </p:stCondLst>
                                        </p:cTn>
                                        <p:tgtEl>
                                          <p:spTgt spid="215"/>
                                        </p:tgtEl>
                                        <p:attrNameLst>
                                          <p:attrName>style.visibility</p:attrName>
                                        </p:attrNameLst>
                                      </p:cBhvr>
                                      <p:to>
                                        <p:strVal val="visible"/>
                                      </p:to>
                                    </p:set>
                                    <p:anim calcmode="lin" valueType="num">
                                      <p:cBhvr>
                                        <p:cTn id="63" dur="500" fill="hold"/>
                                        <p:tgtEl>
                                          <p:spTgt spid="215"/>
                                        </p:tgtEl>
                                        <p:attrNameLst>
                                          <p:attrName>ppt_w</p:attrName>
                                        </p:attrNameLst>
                                      </p:cBhvr>
                                      <p:tavLst>
                                        <p:tav tm="0">
                                          <p:val>
                                            <p:fltVal val="0"/>
                                          </p:val>
                                        </p:tav>
                                        <p:tav tm="100000">
                                          <p:val>
                                            <p:strVal val="#ppt_w"/>
                                          </p:val>
                                        </p:tav>
                                      </p:tavLst>
                                    </p:anim>
                                    <p:anim calcmode="lin" valueType="num">
                                      <p:cBhvr>
                                        <p:cTn id="64" dur="500" fill="hold"/>
                                        <p:tgtEl>
                                          <p:spTgt spid="215"/>
                                        </p:tgtEl>
                                        <p:attrNameLst>
                                          <p:attrName>ppt_h</p:attrName>
                                        </p:attrNameLst>
                                      </p:cBhvr>
                                      <p:tavLst>
                                        <p:tav tm="0">
                                          <p:val>
                                            <p:fltVal val="0"/>
                                          </p:val>
                                        </p:tav>
                                        <p:tav tm="100000">
                                          <p:val>
                                            <p:strVal val="#ppt_h"/>
                                          </p:val>
                                        </p:tav>
                                      </p:tavLst>
                                    </p:anim>
                                    <p:animEffect transition="in" filter="fade">
                                      <p:cBhvr>
                                        <p:cTn id="65" dur="500"/>
                                        <p:tgtEl>
                                          <p:spTgt spid="215"/>
                                        </p:tgtEl>
                                      </p:cBhvr>
                                    </p:animEffect>
                                  </p:childTnLst>
                                </p:cTn>
                              </p:par>
                              <p:par>
                                <p:cTn id="66" presetID="53" presetClass="entr" presetSubtype="16" fill="hold" grpId="0" nodeType="withEffect">
                                  <p:stCondLst>
                                    <p:cond delay="0"/>
                                  </p:stCondLst>
                                  <p:childTnLst>
                                    <p:set>
                                      <p:cBhvr>
                                        <p:cTn id="67" dur="1" fill="hold">
                                          <p:stCondLst>
                                            <p:cond delay="0"/>
                                          </p:stCondLst>
                                        </p:cTn>
                                        <p:tgtEl>
                                          <p:spTgt spid="216"/>
                                        </p:tgtEl>
                                        <p:attrNameLst>
                                          <p:attrName>style.visibility</p:attrName>
                                        </p:attrNameLst>
                                      </p:cBhvr>
                                      <p:to>
                                        <p:strVal val="visible"/>
                                      </p:to>
                                    </p:set>
                                    <p:anim calcmode="lin" valueType="num">
                                      <p:cBhvr>
                                        <p:cTn id="68" dur="500" fill="hold"/>
                                        <p:tgtEl>
                                          <p:spTgt spid="216"/>
                                        </p:tgtEl>
                                        <p:attrNameLst>
                                          <p:attrName>ppt_w</p:attrName>
                                        </p:attrNameLst>
                                      </p:cBhvr>
                                      <p:tavLst>
                                        <p:tav tm="0">
                                          <p:val>
                                            <p:fltVal val="0"/>
                                          </p:val>
                                        </p:tav>
                                        <p:tav tm="100000">
                                          <p:val>
                                            <p:strVal val="#ppt_w"/>
                                          </p:val>
                                        </p:tav>
                                      </p:tavLst>
                                    </p:anim>
                                    <p:anim calcmode="lin" valueType="num">
                                      <p:cBhvr>
                                        <p:cTn id="69" dur="500" fill="hold"/>
                                        <p:tgtEl>
                                          <p:spTgt spid="216"/>
                                        </p:tgtEl>
                                        <p:attrNameLst>
                                          <p:attrName>ppt_h</p:attrName>
                                        </p:attrNameLst>
                                      </p:cBhvr>
                                      <p:tavLst>
                                        <p:tav tm="0">
                                          <p:val>
                                            <p:fltVal val="0"/>
                                          </p:val>
                                        </p:tav>
                                        <p:tav tm="100000">
                                          <p:val>
                                            <p:strVal val="#ppt_h"/>
                                          </p:val>
                                        </p:tav>
                                      </p:tavLst>
                                    </p:anim>
                                    <p:animEffect transition="in" filter="fade">
                                      <p:cBhvr>
                                        <p:cTn id="70" dur="500"/>
                                        <p:tgtEl>
                                          <p:spTgt spid="216"/>
                                        </p:tgtEl>
                                      </p:cBhvr>
                                    </p:animEffect>
                                  </p:childTnLst>
                                </p:cTn>
                              </p:par>
                              <p:par>
                                <p:cTn id="71" presetID="53" presetClass="entr" presetSubtype="16" fill="hold" grpId="0" nodeType="withEffect">
                                  <p:stCondLst>
                                    <p:cond delay="0"/>
                                  </p:stCondLst>
                                  <p:childTnLst>
                                    <p:set>
                                      <p:cBhvr>
                                        <p:cTn id="72" dur="1" fill="hold">
                                          <p:stCondLst>
                                            <p:cond delay="0"/>
                                          </p:stCondLst>
                                        </p:cTn>
                                        <p:tgtEl>
                                          <p:spTgt spid="217"/>
                                        </p:tgtEl>
                                        <p:attrNameLst>
                                          <p:attrName>style.visibility</p:attrName>
                                        </p:attrNameLst>
                                      </p:cBhvr>
                                      <p:to>
                                        <p:strVal val="visible"/>
                                      </p:to>
                                    </p:set>
                                    <p:anim calcmode="lin" valueType="num">
                                      <p:cBhvr>
                                        <p:cTn id="73" dur="500" fill="hold"/>
                                        <p:tgtEl>
                                          <p:spTgt spid="217"/>
                                        </p:tgtEl>
                                        <p:attrNameLst>
                                          <p:attrName>ppt_w</p:attrName>
                                        </p:attrNameLst>
                                      </p:cBhvr>
                                      <p:tavLst>
                                        <p:tav tm="0">
                                          <p:val>
                                            <p:fltVal val="0"/>
                                          </p:val>
                                        </p:tav>
                                        <p:tav tm="100000">
                                          <p:val>
                                            <p:strVal val="#ppt_w"/>
                                          </p:val>
                                        </p:tav>
                                      </p:tavLst>
                                    </p:anim>
                                    <p:anim calcmode="lin" valueType="num">
                                      <p:cBhvr>
                                        <p:cTn id="74" dur="500" fill="hold"/>
                                        <p:tgtEl>
                                          <p:spTgt spid="217"/>
                                        </p:tgtEl>
                                        <p:attrNameLst>
                                          <p:attrName>ppt_h</p:attrName>
                                        </p:attrNameLst>
                                      </p:cBhvr>
                                      <p:tavLst>
                                        <p:tav tm="0">
                                          <p:val>
                                            <p:fltVal val="0"/>
                                          </p:val>
                                        </p:tav>
                                        <p:tav tm="100000">
                                          <p:val>
                                            <p:strVal val="#ppt_h"/>
                                          </p:val>
                                        </p:tav>
                                      </p:tavLst>
                                    </p:anim>
                                    <p:animEffect transition="in" filter="fade">
                                      <p:cBhvr>
                                        <p:cTn id="75" dur="500"/>
                                        <p:tgtEl>
                                          <p:spTgt spid="217"/>
                                        </p:tgtEl>
                                      </p:cBhvr>
                                    </p:animEffect>
                                  </p:childTnLst>
                                </p:cTn>
                              </p:par>
                              <p:par>
                                <p:cTn id="76" presetID="53" presetClass="entr" presetSubtype="16" fill="hold" grpId="0" nodeType="withEffect">
                                  <p:stCondLst>
                                    <p:cond delay="0"/>
                                  </p:stCondLst>
                                  <p:childTnLst>
                                    <p:set>
                                      <p:cBhvr>
                                        <p:cTn id="77" dur="1" fill="hold">
                                          <p:stCondLst>
                                            <p:cond delay="0"/>
                                          </p:stCondLst>
                                        </p:cTn>
                                        <p:tgtEl>
                                          <p:spTgt spid="218"/>
                                        </p:tgtEl>
                                        <p:attrNameLst>
                                          <p:attrName>style.visibility</p:attrName>
                                        </p:attrNameLst>
                                      </p:cBhvr>
                                      <p:to>
                                        <p:strVal val="visible"/>
                                      </p:to>
                                    </p:set>
                                    <p:anim calcmode="lin" valueType="num">
                                      <p:cBhvr>
                                        <p:cTn id="78" dur="500" fill="hold"/>
                                        <p:tgtEl>
                                          <p:spTgt spid="218"/>
                                        </p:tgtEl>
                                        <p:attrNameLst>
                                          <p:attrName>ppt_w</p:attrName>
                                        </p:attrNameLst>
                                      </p:cBhvr>
                                      <p:tavLst>
                                        <p:tav tm="0">
                                          <p:val>
                                            <p:fltVal val="0"/>
                                          </p:val>
                                        </p:tav>
                                        <p:tav tm="100000">
                                          <p:val>
                                            <p:strVal val="#ppt_w"/>
                                          </p:val>
                                        </p:tav>
                                      </p:tavLst>
                                    </p:anim>
                                    <p:anim calcmode="lin" valueType="num">
                                      <p:cBhvr>
                                        <p:cTn id="79" dur="500" fill="hold"/>
                                        <p:tgtEl>
                                          <p:spTgt spid="218"/>
                                        </p:tgtEl>
                                        <p:attrNameLst>
                                          <p:attrName>ppt_h</p:attrName>
                                        </p:attrNameLst>
                                      </p:cBhvr>
                                      <p:tavLst>
                                        <p:tav tm="0">
                                          <p:val>
                                            <p:fltVal val="0"/>
                                          </p:val>
                                        </p:tav>
                                        <p:tav tm="100000">
                                          <p:val>
                                            <p:strVal val="#ppt_h"/>
                                          </p:val>
                                        </p:tav>
                                      </p:tavLst>
                                    </p:anim>
                                    <p:animEffect transition="in" filter="fade">
                                      <p:cBhvr>
                                        <p:cTn id="80" dur="500"/>
                                        <p:tgtEl>
                                          <p:spTgt spid="218"/>
                                        </p:tgtEl>
                                      </p:cBhvr>
                                    </p:animEffect>
                                  </p:childTnLst>
                                </p:cTn>
                              </p:par>
                              <p:par>
                                <p:cTn id="81" presetID="53" presetClass="entr" presetSubtype="16" fill="hold" grpId="0" nodeType="withEffect">
                                  <p:stCondLst>
                                    <p:cond delay="0"/>
                                  </p:stCondLst>
                                  <p:childTnLst>
                                    <p:set>
                                      <p:cBhvr>
                                        <p:cTn id="82" dur="1" fill="hold">
                                          <p:stCondLst>
                                            <p:cond delay="0"/>
                                          </p:stCondLst>
                                        </p:cTn>
                                        <p:tgtEl>
                                          <p:spTgt spid="219"/>
                                        </p:tgtEl>
                                        <p:attrNameLst>
                                          <p:attrName>style.visibility</p:attrName>
                                        </p:attrNameLst>
                                      </p:cBhvr>
                                      <p:to>
                                        <p:strVal val="visible"/>
                                      </p:to>
                                    </p:set>
                                    <p:anim calcmode="lin" valueType="num">
                                      <p:cBhvr>
                                        <p:cTn id="83" dur="500" fill="hold"/>
                                        <p:tgtEl>
                                          <p:spTgt spid="219"/>
                                        </p:tgtEl>
                                        <p:attrNameLst>
                                          <p:attrName>ppt_w</p:attrName>
                                        </p:attrNameLst>
                                      </p:cBhvr>
                                      <p:tavLst>
                                        <p:tav tm="0">
                                          <p:val>
                                            <p:fltVal val="0"/>
                                          </p:val>
                                        </p:tav>
                                        <p:tav tm="100000">
                                          <p:val>
                                            <p:strVal val="#ppt_w"/>
                                          </p:val>
                                        </p:tav>
                                      </p:tavLst>
                                    </p:anim>
                                    <p:anim calcmode="lin" valueType="num">
                                      <p:cBhvr>
                                        <p:cTn id="84" dur="500" fill="hold"/>
                                        <p:tgtEl>
                                          <p:spTgt spid="219"/>
                                        </p:tgtEl>
                                        <p:attrNameLst>
                                          <p:attrName>ppt_h</p:attrName>
                                        </p:attrNameLst>
                                      </p:cBhvr>
                                      <p:tavLst>
                                        <p:tav tm="0">
                                          <p:val>
                                            <p:fltVal val="0"/>
                                          </p:val>
                                        </p:tav>
                                        <p:tav tm="100000">
                                          <p:val>
                                            <p:strVal val="#ppt_h"/>
                                          </p:val>
                                        </p:tav>
                                      </p:tavLst>
                                    </p:anim>
                                    <p:animEffect transition="in" filter="fade">
                                      <p:cBhvr>
                                        <p:cTn id="85" dur="500"/>
                                        <p:tgtEl>
                                          <p:spTgt spid="219"/>
                                        </p:tgtEl>
                                      </p:cBhvr>
                                    </p:animEffect>
                                  </p:childTnLst>
                                </p:cTn>
                              </p:par>
                              <p:par>
                                <p:cTn id="86" presetID="53" presetClass="entr" presetSubtype="16" fill="hold" grpId="0" nodeType="withEffect">
                                  <p:stCondLst>
                                    <p:cond delay="0"/>
                                  </p:stCondLst>
                                  <p:childTnLst>
                                    <p:set>
                                      <p:cBhvr>
                                        <p:cTn id="87" dur="1" fill="hold">
                                          <p:stCondLst>
                                            <p:cond delay="0"/>
                                          </p:stCondLst>
                                        </p:cTn>
                                        <p:tgtEl>
                                          <p:spTgt spid="220"/>
                                        </p:tgtEl>
                                        <p:attrNameLst>
                                          <p:attrName>style.visibility</p:attrName>
                                        </p:attrNameLst>
                                      </p:cBhvr>
                                      <p:to>
                                        <p:strVal val="visible"/>
                                      </p:to>
                                    </p:set>
                                    <p:anim calcmode="lin" valueType="num">
                                      <p:cBhvr>
                                        <p:cTn id="88" dur="500" fill="hold"/>
                                        <p:tgtEl>
                                          <p:spTgt spid="220"/>
                                        </p:tgtEl>
                                        <p:attrNameLst>
                                          <p:attrName>ppt_w</p:attrName>
                                        </p:attrNameLst>
                                      </p:cBhvr>
                                      <p:tavLst>
                                        <p:tav tm="0">
                                          <p:val>
                                            <p:fltVal val="0"/>
                                          </p:val>
                                        </p:tav>
                                        <p:tav tm="100000">
                                          <p:val>
                                            <p:strVal val="#ppt_w"/>
                                          </p:val>
                                        </p:tav>
                                      </p:tavLst>
                                    </p:anim>
                                    <p:anim calcmode="lin" valueType="num">
                                      <p:cBhvr>
                                        <p:cTn id="89" dur="500" fill="hold"/>
                                        <p:tgtEl>
                                          <p:spTgt spid="220"/>
                                        </p:tgtEl>
                                        <p:attrNameLst>
                                          <p:attrName>ppt_h</p:attrName>
                                        </p:attrNameLst>
                                      </p:cBhvr>
                                      <p:tavLst>
                                        <p:tav tm="0">
                                          <p:val>
                                            <p:fltVal val="0"/>
                                          </p:val>
                                        </p:tav>
                                        <p:tav tm="100000">
                                          <p:val>
                                            <p:strVal val="#ppt_h"/>
                                          </p:val>
                                        </p:tav>
                                      </p:tavLst>
                                    </p:anim>
                                    <p:animEffect transition="in" filter="fade">
                                      <p:cBhvr>
                                        <p:cTn id="90" dur="500"/>
                                        <p:tgtEl>
                                          <p:spTgt spid="220"/>
                                        </p:tgtEl>
                                      </p:cBhvr>
                                    </p:animEffect>
                                  </p:childTnLst>
                                </p:cTn>
                              </p:par>
                              <p:par>
                                <p:cTn id="91" presetID="53" presetClass="entr" presetSubtype="16" fill="hold" grpId="0" nodeType="withEffect">
                                  <p:stCondLst>
                                    <p:cond delay="0"/>
                                  </p:stCondLst>
                                  <p:childTnLst>
                                    <p:set>
                                      <p:cBhvr>
                                        <p:cTn id="92" dur="1" fill="hold">
                                          <p:stCondLst>
                                            <p:cond delay="0"/>
                                          </p:stCondLst>
                                        </p:cTn>
                                        <p:tgtEl>
                                          <p:spTgt spid="221"/>
                                        </p:tgtEl>
                                        <p:attrNameLst>
                                          <p:attrName>style.visibility</p:attrName>
                                        </p:attrNameLst>
                                      </p:cBhvr>
                                      <p:to>
                                        <p:strVal val="visible"/>
                                      </p:to>
                                    </p:set>
                                    <p:anim calcmode="lin" valueType="num">
                                      <p:cBhvr>
                                        <p:cTn id="93" dur="500" fill="hold"/>
                                        <p:tgtEl>
                                          <p:spTgt spid="221"/>
                                        </p:tgtEl>
                                        <p:attrNameLst>
                                          <p:attrName>ppt_w</p:attrName>
                                        </p:attrNameLst>
                                      </p:cBhvr>
                                      <p:tavLst>
                                        <p:tav tm="0">
                                          <p:val>
                                            <p:fltVal val="0"/>
                                          </p:val>
                                        </p:tav>
                                        <p:tav tm="100000">
                                          <p:val>
                                            <p:strVal val="#ppt_w"/>
                                          </p:val>
                                        </p:tav>
                                      </p:tavLst>
                                    </p:anim>
                                    <p:anim calcmode="lin" valueType="num">
                                      <p:cBhvr>
                                        <p:cTn id="94" dur="500" fill="hold"/>
                                        <p:tgtEl>
                                          <p:spTgt spid="221"/>
                                        </p:tgtEl>
                                        <p:attrNameLst>
                                          <p:attrName>ppt_h</p:attrName>
                                        </p:attrNameLst>
                                      </p:cBhvr>
                                      <p:tavLst>
                                        <p:tav tm="0">
                                          <p:val>
                                            <p:fltVal val="0"/>
                                          </p:val>
                                        </p:tav>
                                        <p:tav tm="100000">
                                          <p:val>
                                            <p:strVal val="#ppt_h"/>
                                          </p:val>
                                        </p:tav>
                                      </p:tavLst>
                                    </p:anim>
                                    <p:animEffect transition="in" filter="fade">
                                      <p:cBhvr>
                                        <p:cTn id="95" dur="500"/>
                                        <p:tgtEl>
                                          <p:spTgt spid="221"/>
                                        </p:tgtEl>
                                      </p:cBhvr>
                                    </p:animEffect>
                                  </p:childTnLst>
                                </p:cTn>
                              </p:par>
                              <p:par>
                                <p:cTn id="96" presetID="53" presetClass="entr" presetSubtype="16" fill="hold" grpId="0" nodeType="withEffect">
                                  <p:stCondLst>
                                    <p:cond delay="0"/>
                                  </p:stCondLst>
                                  <p:childTnLst>
                                    <p:set>
                                      <p:cBhvr>
                                        <p:cTn id="97" dur="1" fill="hold">
                                          <p:stCondLst>
                                            <p:cond delay="0"/>
                                          </p:stCondLst>
                                        </p:cTn>
                                        <p:tgtEl>
                                          <p:spTgt spid="222"/>
                                        </p:tgtEl>
                                        <p:attrNameLst>
                                          <p:attrName>style.visibility</p:attrName>
                                        </p:attrNameLst>
                                      </p:cBhvr>
                                      <p:to>
                                        <p:strVal val="visible"/>
                                      </p:to>
                                    </p:set>
                                    <p:anim calcmode="lin" valueType="num">
                                      <p:cBhvr>
                                        <p:cTn id="98" dur="500" fill="hold"/>
                                        <p:tgtEl>
                                          <p:spTgt spid="222"/>
                                        </p:tgtEl>
                                        <p:attrNameLst>
                                          <p:attrName>ppt_w</p:attrName>
                                        </p:attrNameLst>
                                      </p:cBhvr>
                                      <p:tavLst>
                                        <p:tav tm="0">
                                          <p:val>
                                            <p:fltVal val="0"/>
                                          </p:val>
                                        </p:tav>
                                        <p:tav tm="100000">
                                          <p:val>
                                            <p:strVal val="#ppt_w"/>
                                          </p:val>
                                        </p:tav>
                                      </p:tavLst>
                                    </p:anim>
                                    <p:anim calcmode="lin" valueType="num">
                                      <p:cBhvr>
                                        <p:cTn id="99" dur="500" fill="hold"/>
                                        <p:tgtEl>
                                          <p:spTgt spid="222"/>
                                        </p:tgtEl>
                                        <p:attrNameLst>
                                          <p:attrName>ppt_h</p:attrName>
                                        </p:attrNameLst>
                                      </p:cBhvr>
                                      <p:tavLst>
                                        <p:tav tm="0">
                                          <p:val>
                                            <p:fltVal val="0"/>
                                          </p:val>
                                        </p:tav>
                                        <p:tav tm="100000">
                                          <p:val>
                                            <p:strVal val="#ppt_h"/>
                                          </p:val>
                                        </p:tav>
                                      </p:tavLst>
                                    </p:anim>
                                    <p:animEffect transition="in" filter="fade">
                                      <p:cBhvr>
                                        <p:cTn id="100" dur="500"/>
                                        <p:tgtEl>
                                          <p:spTgt spid="222"/>
                                        </p:tgtEl>
                                      </p:cBhvr>
                                    </p:animEffect>
                                  </p:childTnLst>
                                </p:cTn>
                              </p:par>
                              <p:par>
                                <p:cTn id="101" presetID="53" presetClass="entr" presetSubtype="16" fill="hold" grpId="0" nodeType="withEffect">
                                  <p:stCondLst>
                                    <p:cond delay="0"/>
                                  </p:stCondLst>
                                  <p:childTnLst>
                                    <p:set>
                                      <p:cBhvr>
                                        <p:cTn id="102" dur="1" fill="hold">
                                          <p:stCondLst>
                                            <p:cond delay="0"/>
                                          </p:stCondLst>
                                        </p:cTn>
                                        <p:tgtEl>
                                          <p:spTgt spid="223"/>
                                        </p:tgtEl>
                                        <p:attrNameLst>
                                          <p:attrName>style.visibility</p:attrName>
                                        </p:attrNameLst>
                                      </p:cBhvr>
                                      <p:to>
                                        <p:strVal val="visible"/>
                                      </p:to>
                                    </p:set>
                                    <p:anim calcmode="lin" valueType="num">
                                      <p:cBhvr>
                                        <p:cTn id="103" dur="500" fill="hold"/>
                                        <p:tgtEl>
                                          <p:spTgt spid="223"/>
                                        </p:tgtEl>
                                        <p:attrNameLst>
                                          <p:attrName>ppt_w</p:attrName>
                                        </p:attrNameLst>
                                      </p:cBhvr>
                                      <p:tavLst>
                                        <p:tav tm="0">
                                          <p:val>
                                            <p:fltVal val="0"/>
                                          </p:val>
                                        </p:tav>
                                        <p:tav tm="100000">
                                          <p:val>
                                            <p:strVal val="#ppt_w"/>
                                          </p:val>
                                        </p:tav>
                                      </p:tavLst>
                                    </p:anim>
                                    <p:anim calcmode="lin" valueType="num">
                                      <p:cBhvr>
                                        <p:cTn id="104" dur="500" fill="hold"/>
                                        <p:tgtEl>
                                          <p:spTgt spid="223"/>
                                        </p:tgtEl>
                                        <p:attrNameLst>
                                          <p:attrName>ppt_h</p:attrName>
                                        </p:attrNameLst>
                                      </p:cBhvr>
                                      <p:tavLst>
                                        <p:tav tm="0">
                                          <p:val>
                                            <p:fltVal val="0"/>
                                          </p:val>
                                        </p:tav>
                                        <p:tav tm="100000">
                                          <p:val>
                                            <p:strVal val="#ppt_h"/>
                                          </p:val>
                                        </p:tav>
                                      </p:tavLst>
                                    </p:anim>
                                    <p:animEffect transition="in" filter="fade">
                                      <p:cBhvr>
                                        <p:cTn id="105" dur="500"/>
                                        <p:tgtEl>
                                          <p:spTgt spid="223"/>
                                        </p:tgtEl>
                                      </p:cBhvr>
                                    </p:animEffect>
                                  </p:childTnLst>
                                </p:cTn>
                              </p:par>
                              <p:par>
                                <p:cTn id="106" presetID="53" presetClass="entr" presetSubtype="16" fill="hold" grpId="0" nodeType="withEffect">
                                  <p:stCondLst>
                                    <p:cond delay="0"/>
                                  </p:stCondLst>
                                  <p:childTnLst>
                                    <p:set>
                                      <p:cBhvr>
                                        <p:cTn id="107" dur="1" fill="hold">
                                          <p:stCondLst>
                                            <p:cond delay="0"/>
                                          </p:stCondLst>
                                        </p:cTn>
                                        <p:tgtEl>
                                          <p:spTgt spid="224"/>
                                        </p:tgtEl>
                                        <p:attrNameLst>
                                          <p:attrName>style.visibility</p:attrName>
                                        </p:attrNameLst>
                                      </p:cBhvr>
                                      <p:to>
                                        <p:strVal val="visible"/>
                                      </p:to>
                                    </p:set>
                                    <p:anim calcmode="lin" valueType="num">
                                      <p:cBhvr>
                                        <p:cTn id="108" dur="500" fill="hold"/>
                                        <p:tgtEl>
                                          <p:spTgt spid="224"/>
                                        </p:tgtEl>
                                        <p:attrNameLst>
                                          <p:attrName>ppt_w</p:attrName>
                                        </p:attrNameLst>
                                      </p:cBhvr>
                                      <p:tavLst>
                                        <p:tav tm="0">
                                          <p:val>
                                            <p:fltVal val="0"/>
                                          </p:val>
                                        </p:tav>
                                        <p:tav tm="100000">
                                          <p:val>
                                            <p:strVal val="#ppt_w"/>
                                          </p:val>
                                        </p:tav>
                                      </p:tavLst>
                                    </p:anim>
                                    <p:anim calcmode="lin" valueType="num">
                                      <p:cBhvr>
                                        <p:cTn id="109" dur="500" fill="hold"/>
                                        <p:tgtEl>
                                          <p:spTgt spid="224"/>
                                        </p:tgtEl>
                                        <p:attrNameLst>
                                          <p:attrName>ppt_h</p:attrName>
                                        </p:attrNameLst>
                                      </p:cBhvr>
                                      <p:tavLst>
                                        <p:tav tm="0">
                                          <p:val>
                                            <p:fltVal val="0"/>
                                          </p:val>
                                        </p:tav>
                                        <p:tav tm="100000">
                                          <p:val>
                                            <p:strVal val="#ppt_h"/>
                                          </p:val>
                                        </p:tav>
                                      </p:tavLst>
                                    </p:anim>
                                    <p:animEffect transition="in" filter="fade">
                                      <p:cBhvr>
                                        <p:cTn id="110" dur="500"/>
                                        <p:tgtEl>
                                          <p:spTgt spid="224"/>
                                        </p:tgtEl>
                                      </p:cBhvr>
                                    </p:animEffect>
                                  </p:childTnLst>
                                </p:cTn>
                              </p:par>
                              <p:par>
                                <p:cTn id="111" presetID="53" presetClass="entr" presetSubtype="16" fill="hold" grpId="0" nodeType="withEffect">
                                  <p:stCondLst>
                                    <p:cond delay="0"/>
                                  </p:stCondLst>
                                  <p:childTnLst>
                                    <p:set>
                                      <p:cBhvr>
                                        <p:cTn id="112" dur="1" fill="hold">
                                          <p:stCondLst>
                                            <p:cond delay="0"/>
                                          </p:stCondLst>
                                        </p:cTn>
                                        <p:tgtEl>
                                          <p:spTgt spid="225"/>
                                        </p:tgtEl>
                                        <p:attrNameLst>
                                          <p:attrName>style.visibility</p:attrName>
                                        </p:attrNameLst>
                                      </p:cBhvr>
                                      <p:to>
                                        <p:strVal val="visible"/>
                                      </p:to>
                                    </p:set>
                                    <p:anim calcmode="lin" valueType="num">
                                      <p:cBhvr>
                                        <p:cTn id="113" dur="500" fill="hold"/>
                                        <p:tgtEl>
                                          <p:spTgt spid="225"/>
                                        </p:tgtEl>
                                        <p:attrNameLst>
                                          <p:attrName>ppt_w</p:attrName>
                                        </p:attrNameLst>
                                      </p:cBhvr>
                                      <p:tavLst>
                                        <p:tav tm="0">
                                          <p:val>
                                            <p:fltVal val="0"/>
                                          </p:val>
                                        </p:tav>
                                        <p:tav tm="100000">
                                          <p:val>
                                            <p:strVal val="#ppt_w"/>
                                          </p:val>
                                        </p:tav>
                                      </p:tavLst>
                                    </p:anim>
                                    <p:anim calcmode="lin" valueType="num">
                                      <p:cBhvr>
                                        <p:cTn id="114" dur="500" fill="hold"/>
                                        <p:tgtEl>
                                          <p:spTgt spid="225"/>
                                        </p:tgtEl>
                                        <p:attrNameLst>
                                          <p:attrName>ppt_h</p:attrName>
                                        </p:attrNameLst>
                                      </p:cBhvr>
                                      <p:tavLst>
                                        <p:tav tm="0">
                                          <p:val>
                                            <p:fltVal val="0"/>
                                          </p:val>
                                        </p:tav>
                                        <p:tav tm="100000">
                                          <p:val>
                                            <p:strVal val="#ppt_h"/>
                                          </p:val>
                                        </p:tav>
                                      </p:tavLst>
                                    </p:anim>
                                    <p:animEffect transition="in" filter="fade">
                                      <p:cBhvr>
                                        <p:cTn id="115" dur="500"/>
                                        <p:tgtEl>
                                          <p:spTgt spid="225"/>
                                        </p:tgtEl>
                                      </p:cBhvr>
                                    </p:animEffect>
                                  </p:childTnLst>
                                </p:cTn>
                              </p:par>
                              <p:par>
                                <p:cTn id="116" presetID="53" presetClass="entr" presetSubtype="16" fill="hold" grpId="0" nodeType="withEffect">
                                  <p:stCondLst>
                                    <p:cond delay="0"/>
                                  </p:stCondLst>
                                  <p:childTnLst>
                                    <p:set>
                                      <p:cBhvr>
                                        <p:cTn id="117" dur="1" fill="hold">
                                          <p:stCondLst>
                                            <p:cond delay="0"/>
                                          </p:stCondLst>
                                        </p:cTn>
                                        <p:tgtEl>
                                          <p:spTgt spid="226"/>
                                        </p:tgtEl>
                                        <p:attrNameLst>
                                          <p:attrName>style.visibility</p:attrName>
                                        </p:attrNameLst>
                                      </p:cBhvr>
                                      <p:to>
                                        <p:strVal val="visible"/>
                                      </p:to>
                                    </p:set>
                                    <p:anim calcmode="lin" valueType="num">
                                      <p:cBhvr>
                                        <p:cTn id="118" dur="500" fill="hold"/>
                                        <p:tgtEl>
                                          <p:spTgt spid="226"/>
                                        </p:tgtEl>
                                        <p:attrNameLst>
                                          <p:attrName>ppt_w</p:attrName>
                                        </p:attrNameLst>
                                      </p:cBhvr>
                                      <p:tavLst>
                                        <p:tav tm="0">
                                          <p:val>
                                            <p:fltVal val="0"/>
                                          </p:val>
                                        </p:tav>
                                        <p:tav tm="100000">
                                          <p:val>
                                            <p:strVal val="#ppt_w"/>
                                          </p:val>
                                        </p:tav>
                                      </p:tavLst>
                                    </p:anim>
                                    <p:anim calcmode="lin" valueType="num">
                                      <p:cBhvr>
                                        <p:cTn id="119" dur="500" fill="hold"/>
                                        <p:tgtEl>
                                          <p:spTgt spid="226"/>
                                        </p:tgtEl>
                                        <p:attrNameLst>
                                          <p:attrName>ppt_h</p:attrName>
                                        </p:attrNameLst>
                                      </p:cBhvr>
                                      <p:tavLst>
                                        <p:tav tm="0">
                                          <p:val>
                                            <p:fltVal val="0"/>
                                          </p:val>
                                        </p:tav>
                                        <p:tav tm="100000">
                                          <p:val>
                                            <p:strVal val="#ppt_h"/>
                                          </p:val>
                                        </p:tav>
                                      </p:tavLst>
                                    </p:anim>
                                    <p:animEffect transition="in" filter="fade">
                                      <p:cBhvr>
                                        <p:cTn id="120" dur="500"/>
                                        <p:tgtEl>
                                          <p:spTgt spid="226"/>
                                        </p:tgtEl>
                                      </p:cBhvr>
                                    </p:animEffect>
                                  </p:childTnLst>
                                </p:cTn>
                              </p:par>
                              <p:par>
                                <p:cTn id="121" presetID="53" presetClass="entr" presetSubtype="16" fill="hold" grpId="0" nodeType="withEffect">
                                  <p:stCondLst>
                                    <p:cond delay="0"/>
                                  </p:stCondLst>
                                  <p:childTnLst>
                                    <p:set>
                                      <p:cBhvr>
                                        <p:cTn id="122" dur="1" fill="hold">
                                          <p:stCondLst>
                                            <p:cond delay="0"/>
                                          </p:stCondLst>
                                        </p:cTn>
                                        <p:tgtEl>
                                          <p:spTgt spid="227"/>
                                        </p:tgtEl>
                                        <p:attrNameLst>
                                          <p:attrName>style.visibility</p:attrName>
                                        </p:attrNameLst>
                                      </p:cBhvr>
                                      <p:to>
                                        <p:strVal val="visible"/>
                                      </p:to>
                                    </p:set>
                                    <p:anim calcmode="lin" valueType="num">
                                      <p:cBhvr>
                                        <p:cTn id="123" dur="500" fill="hold"/>
                                        <p:tgtEl>
                                          <p:spTgt spid="227"/>
                                        </p:tgtEl>
                                        <p:attrNameLst>
                                          <p:attrName>ppt_w</p:attrName>
                                        </p:attrNameLst>
                                      </p:cBhvr>
                                      <p:tavLst>
                                        <p:tav tm="0">
                                          <p:val>
                                            <p:fltVal val="0"/>
                                          </p:val>
                                        </p:tav>
                                        <p:tav tm="100000">
                                          <p:val>
                                            <p:strVal val="#ppt_w"/>
                                          </p:val>
                                        </p:tav>
                                      </p:tavLst>
                                    </p:anim>
                                    <p:anim calcmode="lin" valueType="num">
                                      <p:cBhvr>
                                        <p:cTn id="124" dur="500" fill="hold"/>
                                        <p:tgtEl>
                                          <p:spTgt spid="227"/>
                                        </p:tgtEl>
                                        <p:attrNameLst>
                                          <p:attrName>ppt_h</p:attrName>
                                        </p:attrNameLst>
                                      </p:cBhvr>
                                      <p:tavLst>
                                        <p:tav tm="0">
                                          <p:val>
                                            <p:fltVal val="0"/>
                                          </p:val>
                                        </p:tav>
                                        <p:tav tm="100000">
                                          <p:val>
                                            <p:strVal val="#ppt_h"/>
                                          </p:val>
                                        </p:tav>
                                      </p:tavLst>
                                    </p:anim>
                                    <p:animEffect transition="in" filter="fade">
                                      <p:cBhvr>
                                        <p:cTn id="125" dur="500"/>
                                        <p:tgtEl>
                                          <p:spTgt spid="227"/>
                                        </p:tgtEl>
                                      </p:cBhvr>
                                    </p:animEffect>
                                  </p:childTnLst>
                                </p:cTn>
                              </p:par>
                              <p:par>
                                <p:cTn id="126" presetID="53" presetClass="entr" presetSubtype="16" fill="hold" grpId="0" nodeType="withEffect">
                                  <p:stCondLst>
                                    <p:cond delay="0"/>
                                  </p:stCondLst>
                                  <p:childTnLst>
                                    <p:set>
                                      <p:cBhvr>
                                        <p:cTn id="127" dur="1" fill="hold">
                                          <p:stCondLst>
                                            <p:cond delay="0"/>
                                          </p:stCondLst>
                                        </p:cTn>
                                        <p:tgtEl>
                                          <p:spTgt spid="228"/>
                                        </p:tgtEl>
                                        <p:attrNameLst>
                                          <p:attrName>style.visibility</p:attrName>
                                        </p:attrNameLst>
                                      </p:cBhvr>
                                      <p:to>
                                        <p:strVal val="visible"/>
                                      </p:to>
                                    </p:set>
                                    <p:anim calcmode="lin" valueType="num">
                                      <p:cBhvr>
                                        <p:cTn id="128" dur="500" fill="hold"/>
                                        <p:tgtEl>
                                          <p:spTgt spid="228"/>
                                        </p:tgtEl>
                                        <p:attrNameLst>
                                          <p:attrName>ppt_w</p:attrName>
                                        </p:attrNameLst>
                                      </p:cBhvr>
                                      <p:tavLst>
                                        <p:tav tm="0">
                                          <p:val>
                                            <p:fltVal val="0"/>
                                          </p:val>
                                        </p:tav>
                                        <p:tav tm="100000">
                                          <p:val>
                                            <p:strVal val="#ppt_w"/>
                                          </p:val>
                                        </p:tav>
                                      </p:tavLst>
                                    </p:anim>
                                    <p:anim calcmode="lin" valueType="num">
                                      <p:cBhvr>
                                        <p:cTn id="129" dur="500" fill="hold"/>
                                        <p:tgtEl>
                                          <p:spTgt spid="228"/>
                                        </p:tgtEl>
                                        <p:attrNameLst>
                                          <p:attrName>ppt_h</p:attrName>
                                        </p:attrNameLst>
                                      </p:cBhvr>
                                      <p:tavLst>
                                        <p:tav tm="0">
                                          <p:val>
                                            <p:fltVal val="0"/>
                                          </p:val>
                                        </p:tav>
                                        <p:tav tm="100000">
                                          <p:val>
                                            <p:strVal val="#ppt_h"/>
                                          </p:val>
                                        </p:tav>
                                      </p:tavLst>
                                    </p:anim>
                                    <p:animEffect transition="in" filter="fade">
                                      <p:cBhvr>
                                        <p:cTn id="130" dur="500"/>
                                        <p:tgtEl>
                                          <p:spTgt spid="228"/>
                                        </p:tgtEl>
                                      </p:cBhvr>
                                    </p:animEffect>
                                  </p:childTnLst>
                                </p:cTn>
                              </p:par>
                              <p:par>
                                <p:cTn id="131" presetID="53" presetClass="entr" presetSubtype="16" fill="hold" grpId="0" nodeType="withEffect">
                                  <p:stCondLst>
                                    <p:cond delay="0"/>
                                  </p:stCondLst>
                                  <p:childTnLst>
                                    <p:set>
                                      <p:cBhvr>
                                        <p:cTn id="132" dur="1" fill="hold">
                                          <p:stCondLst>
                                            <p:cond delay="0"/>
                                          </p:stCondLst>
                                        </p:cTn>
                                        <p:tgtEl>
                                          <p:spTgt spid="229"/>
                                        </p:tgtEl>
                                        <p:attrNameLst>
                                          <p:attrName>style.visibility</p:attrName>
                                        </p:attrNameLst>
                                      </p:cBhvr>
                                      <p:to>
                                        <p:strVal val="visible"/>
                                      </p:to>
                                    </p:set>
                                    <p:anim calcmode="lin" valueType="num">
                                      <p:cBhvr>
                                        <p:cTn id="133" dur="500" fill="hold"/>
                                        <p:tgtEl>
                                          <p:spTgt spid="229"/>
                                        </p:tgtEl>
                                        <p:attrNameLst>
                                          <p:attrName>ppt_w</p:attrName>
                                        </p:attrNameLst>
                                      </p:cBhvr>
                                      <p:tavLst>
                                        <p:tav tm="0">
                                          <p:val>
                                            <p:fltVal val="0"/>
                                          </p:val>
                                        </p:tav>
                                        <p:tav tm="100000">
                                          <p:val>
                                            <p:strVal val="#ppt_w"/>
                                          </p:val>
                                        </p:tav>
                                      </p:tavLst>
                                    </p:anim>
                                    <p:anim calcmode="lin" valueType="num">
                                      <p:cBhvr>
                                        <p:cTn id="134" dur="500" fill="hold"/>
                                        <p:tgtEl>
                                          <p:spTgt spid="229"/>
                                        </p:tgtEl>
                                        <p:attrNameLst>
                                          <p:attrName>ppt_h</p:attrName>
                                        </p:attrNameLst>
                                      </p:cBhvr>
                                      <p:tavLst>
                                        <p:tav tm="0">
                                          <p:val>
                                            <p:fltVal val="0"/>
                                          </p:val>
                                        </p:tav>
                                        <p:tav tm="100000">
                                          <p:val>
                                            <p:strVal val="#ppt_h"/>
                                          </p:val>
                                        </p:tav>
                                      </p:tavLst>
                                    </p:anim>
                                    <p:animEffect transition="in" filter="fade">
                                      <p:cBhvr>
                                        <p:cTn id="135" dur="500"/>
                                        <p:tgtEl>
                                          <p:spTgt spid="229"/>
                                        </p:tgtEl>
                                      </p:cBhvr>
                                    </p:animEffect>
                                  </p:childTnLst>
                                </p:cTn>
                              </p:par>
                              <p:par>
                                <p:cTn id="136" presetID="53" presetClass="entr" presetSubtype="16" fill="hold" grpId="0" nodeType="withEffect">
                                  <p:stCondLst>
                                    <p:cond delay="0"/>
                                  </p:stCondLst>
                                  <p:childTnLst>
                                    <p:set>
                                      <p:cBhvr>
                                        <p:cTn id="137" dur="1" fill="hold">
                                          <p:stCondLst>
                                            <p:cond delay="0"/>
                                          </p:stCondLst>
                                        </p:cTn>
                                        <p:tgtEl>
                                          <p:spTgt spid="269"/>
                                        </p:tgtEl>
                                        <p:attrNameLst>
                                          <p:attrName>style.visibility</p:attrName>
                                        </p:attrNameLst>
                                      </p:cBhvr>
                                      <p:to>
                                        <p:strVal val="visible"/>
                                      </p:to>
                                    </p:set>
                                    <p:anim calcmode="lin" valueType="num">
                                      <p:cBhvr>
                                        <p:cTn id="138" dur="500" fill="hold"/>
                                        <p:tgtEl>
                                          <p:spTgt spid="269"/>
                                        </p:tgtEl>
                                        <p:attrNameLst>
                                          <p:attrName>ppt_w</p:attrName>
                                        </p:attrNameLst>
                                      </p:cBhvr>
                                      <p:tavLst>
                                        <p:tav tm="0">
                                          <p:val>
                                            <p:fltVal val="0"/>
                                          </p:val>
                                        </p:tav>
                                        <p:tav tm="100000">
                                          <p:val>
                                            <p:strVal val="#ppt_w"/>
                                          </p:val>
                                        </p:tav>
                                      </p:tavLst>
                                    </p:anim>
                                    <p:anim calcmode="lin" valueType="num">
                                      <p:cBhvr>
                                        <p:cTn id="139" dur="500" fill="hold"/>
                                        <p:tgtEl>
                                          <p:spTgt spid="269"/>
                                        </p:tgtEl>
                                        <p:attrNameLst>
                                          <p:attrName>ppt_h</p:attrName>
                                        </p:attrNameLst>
                                      </p:cBhvr>
                                      <p:tavLst>
                                        <p:tav tm="0">
                                          <p:val>
                                            <p:fltVal val="0"/>
                                          </p:val>
                                        </p:tav>
                                        <p:tav tm="100000">
                                          <p:val>
                                            <p:strVal val="#ppt_h"/>
                                          </p:val>
                                        </p:tav>
                                      </p:tavLst>
                                    </p:anim>
                                    <p:animEffect transition="in" filter="fade">
                                      <p:cBhvr>
                                        <p:cTn id="140" dur="500"/>
                                        <p:tgtEl>
                                          <p:spTgt spid="269"/>
                                        </p:tgtEl>
                                      </p:cBhvr>
                                    </p:animEffect>
                                  </p:childTnLst>
                                </p:cTn>
                              </p:par>
                              <p:par>
                                <p:cTn id="141" presetID="53" presetClass="entr" presetSubtype="16" fill="hold" grpId="0" nodeType="withEffect">
                                  <p:stCondLst>
                                    <p:cond delay="0"/>
                                  </p:stCondLst>
                                  <p:childTnLst>
                                    <p:set>
                                      <p:cBhvr>
                                        <p:cTn id="142" dur="1" fill="hold">
                                          <p:stCondLst>
                                            <p:cond delay="0"/>
                                          </p:stCondLst>
                                        </p:cTn>
                                        <p:tgtEl>
                                          <p:spTgt spid="270"/>
                                        </p:tgtEl>
                                        <p:attrNameLst>
                                          <p:attrName>style.visibility</p:attrName>
                                        </p:attrNameLst>
                                      </p:cBhvr>
                                      <p:to>
                                        <p:strVal val="visible"/>
                                      </p:to>
                                    </p:set>
                                    <p:anim calcmode="lin" valueType="num">
                                      <p:cBhvr>
                                        <p:cTn id="143" dur="500" fill="hold"/>
                                        <p:tgtEl>
                                          <p:spTgt spid="270"/>
                                        </p:tgtEl>
                                        <p:attrNameLst>
                                          <p:attrName>ppt_w</p:attrName>
                                        </p:attrNameLst>
                                      </p:cBhvr>
                                      <p:tavLst>
                                        <p:tav tm="0">
                                          <p:val>
                                            <p:fltVal val="0"/>
                                          </p:val>
                                        </p:tav>
                                        <p:tav tm="100000">
                                          <p:val>
                                            <p:strVal val="#ppt_w"/>
                                          </p:val>
                                        </p:tav>
                                      </p:tavLst>
                                    </p:anim>
                                    <p:anim calcmode="lin" valueType="num">
                                      <p:cBhvr>
                                        <p:cTn id="144" dur="500" fill="hold"/>
                                        <p:tgtEl>
                                          <p:spTgt spid="270"/>
                                        </p:tgtEl>
                                        <p:attrNameLst>
                                          <p:attrName>ppt_h</p:attrName>
                                        </p:attrNameLst>
                                      </p:cBhvr>
                                      <p:tavLst>
                                        <p:tav tm="0">
                                          <p:val>
                                            <p:fltVal val="0"/>
                                          </p:val>
                                        </p:tav>
                                        <p:tav tm="100000">
                                          <p:val>
                                            <p:strVal val="#ppt_h"/>
                                          </p:val>
                                        </p:tav>
                                      </p:tavLst>
                                    </p:anim>
                                    <p:animEffect transition="in" filter="fade">
                                      <p:cBhvr>
                                        <p:cTn id="145" dur="500"/>
                                        <p:tgtEl>
                                          <p:spTgt spid="270"/>
                                        </p:tgtEl>
                                      </p:cBhvr>
                                    </p:animEffect>
                                  </p:childTnLst>
                                </p:cTn>
                              </p:par>
                              <p:par>
                                <p:cTn id="146" presetID="53" presetClass="entr" presetSubtype="16" fill="hold" grpId="0" nodeType="withEffect">
                                  <p:stCondLst>
                                    <p:cond delay="0"/>
                                  </p:stCondLst>
                                  <p:childTnLst>
                                    <p:set>
                                      <p:cBhvr>
                                        <p:cTn id="147" dur="1" fill="hold">
                                          <p:stCondLst>
                                            <p:cond delay="0"/>
                                          </p:stCondLst>
                                        </p:cTn>
                                        <p:tgtEl>
                                          <p:spTgt spid="271"/>
                                        </p:tgtEl>
                                        <p:attrNameLst>
                                          <p:attrName>style.visibility</p:attrName>
                                        </p:attrNameLst>
                                      </p:cBhvr>
                                      <p:to>
                                        <p:strVal val="visible"/>
                                      </p:to>
                                    </p:set>
                                    <p:anim calcmode="lin" valueType="num">
                                      <p:cBhvr>
                                        <p:cTn id="148" dur="500" fill="hold"/>
                                        <p:tgtEl>
                                          <p:spTgt spid="271"/>
                                        </p:tgtEl>
                                        <p:attrNameLst>
                                          <p:attrName>ppt_w</p:attrName>
                                        </p:attrNameLst>
                                      </p:cBhvr>
                                      <p:tavLst>
                                        <p:tav tm="0">
                                          <p:val>
                                            <p:fltVal val="0"/>
                                          </p:val>
                                        </p:tav>
                                        <p:tav tm="100000">
                                          <p:val>
                                            <p:strVal val="#ppt_w"/>
                                          </p:val>
                                        </p:tav>
                                      </p:tavLst>
                                    </p:anim>
                                    <p:anim calcmode="lin" valueType="num">
                                      <p:cBhvr>
                                        <p:cTn id="149" dur="500" fill="hold"/>
                                        <p:tgtEl>
                                          <p:spTgt spid="271"/>
                                        </p:tgtEl>
                                        <p:attrNameLst>
                                          <p:attrName>ppt_h</p:attrName>
                                        </p:attrNameLst>
                                      </p:cBhvr>
                                      <p:tavLst>
                                        <p:tav tm="0">
                                          <p:val>
                                            <p:fltVal val="0"/>
                                          </p:val>
                                        </p:tav>
                                        <p:tav tm="100000">
                                          <p:val>
                                            <p:strVal val="#ppt_h"/>
                                          </p:val>
                                        </p:tav>
                                      </p:tavLst>
                                    </p:anim>
                                    <p:animEffect transition="in" filter="fade">
                                      <p:cBhvr>
                                        <p:cTn id="150" dur="500"/>
                                        <p:tgtEl>
                                          <p:spTgt spid="271"/>
                                        </p:tgtEl>
                                      </p:cBhvr>
                                    </p:animEffect>
                                  </p:childTnLst>
                                </p:cTn>
                              </p:par>
                              <p:par>
                                <p:cTn id="151" presetID="53" presetClass="entr" presetSubtype="16" fill="hold" grpId="0" nodeType="withEffect">
                                  <p:stCondLst>
                                    <p:cond delay="0"/>
                                  </p:stCondLst>
                                  <p:childTnLst>
                                    <p:set>
                                      <p:cBhvr>
                                        <p:cTn id="152" dur="1" fill="hold">
                                          <p:stCondLst>
                                            <p:cond delay="0"/>
                                          </p:stCondLst>
                                        </p:cTn>
                                        <p:tgtEl>
                                          <p:spTgt spid="272"/>
                                        </p:tgtEl>
                                        <p:attrNameLst>
                                          <p:attrName>style.visibility</p:attrName>
                                        </p:attrNameLst>
                                      </p:cBhvr>
                                      <p:to>
                                        <p:strVal val="visible"/>
                                      </p:to>
                                    </p:set>
                                    <p:anim calcmode="lin" valueType="num">
                                      <p:cBhvr>
                                        <p:cTn id="153" dur="500" fill="hold"/>
                                        <p:tgtEl>
                                          <p:spTgt spid="272"/>
                                        </p:tgtEl>
                                        <p:attrNameLst>
                                          <p:attrName>ppt_w</p:attrName>
                                        </p:attrNameLst>
                                      </p:cBhvr>
                                      <p:tavLst>
                                        <p:tav tm="0">
                                          <p:val>
                                            <p:fltVal val="0"/>
                                          </p:val>
                                        </p:tav>
                                        <p:tav tm="100000">
                                          <p:val>
                                            <p:strVal val="#ppt_w"/>
                                          </p:val>
                                        </p:tav>
                                      </p:tavLst>
                                    </p:anim>
                                    <p:anim calcmode="lin" valueType="num">
                                      <p:cBhvr>
                                        <p:cTn id="154" dur="500" fill="hold"/>
                                        <p:tgtEl>
                                          <p:spTgt spid="272"/>
                                        </p:tgtEl>
                                        <p:attrNameLst>
                                          <p:attrName>ppt_h</p:attrName>
                                        </p:attrNameLst>
                                      </p:cBhvr>
                                      <p:tavLst>
                                        <p:tav tm="0">
                                          <p:val>
                                            <p:fltVal val="0"/>
                                          </p:val>
                                        </p:tav>
                                        <p:tav tm="100000">
                                          <p:val>
                                            <p:strVal val="#ppt_h"/>
                                          </p:val>
                                        </p:tav>
                                      </p:tavLst>
                                    </p:anim>
                                    <p:animEffect transition="in" filter="fade">
                                      <p:cBhvr>
                                        <p:cTn id="155" dur="500"/>
                                        <p:tgtEl>
                                          <p:spTgt spid="272"/>
                                        </p:tgtEl>
                                      </p:cBhvr>
                                    </p:animEffect>
                                  </p:childTnLst>
                                </p:cTn>
                              </p:par>
                              <p:par>
                                <p:cTn id="156" presetID="53" presetClass="entr" presetSubtype="16" fill="hold" grpId="0" nodeType="withEffect">
                                  <p:stCondLst>
                                    <p:cond delay="0"/>
                                  </p:stCondLst>
                                  <p:childTnLst>
                                    <p:set>
                                      <p:cBhvr>
                                        <p:cTn id="157" dur="1" fill="hold">
                                          <p:stCondLst>
                                            <p:cond delay="0"/>
                                          </p:stCondLst>
                                        </p:cTn>
                                        <p:tgtEl>
                                          <p:spTgt spid="273"/>
                                        </p:tgtEl>
                                        <p:attrNameLst>
                                          <p:attrName>style.visibility</p:attrName>
                                        </p:attrNameLst>
                                      </p:cBhvr>
                                      <p:to>
                                        <p:strVal val="visible"/>
                                      </p:to>
                                    </p:set>
                                    <p:anim calcmode="lin" valueType="num">
                                      <p:cBhvr>
                                        <p:cTn id="158" dur="500" fill="hold"/>
                                        <p:tgtEl>
                                          <p:spTgt spid="273"/>
                                        </p:tgtEl>
                                        <p:attrNameLst>
                                          <p:attrName>ppt_w</p:attrName>
                                        </p:attrNameLst>
                                      </p:cBhvr>
                                      <p:tavLst>
                                        <p:tav tm="0">
                                          <p:val>
                                            <p:fltVal val="0"/>
                                          </p:val>
                                        </p:tav>
                                        <p:tav tm="100000">
                                          <p:val>
                                            <p:strVal val="#ppt_w"/>
                                          </p:val>
                                        </p:tav>
                                      </p:tavLst>
                                    </p:anim>
                                    <p:anim calcmode="lin" valueType="num">
                                      <p:cBhvr>
                                        <p:cTn id="159" dur="500" fill="hold"/>
                                        <p:tgtEl>
                                          <p:spTgt spid="273"/>
                                        </p:tgtEl>
                                        <p:attrNameLst>
                                          <p:attrName>ppt_h</p:attrName>
                                        </p:attrNameLst>
                                      </p:cBhvr>
                                      <p:tavLst>
                                        <p:tav tm="0">
                                          <p:val>
                                            <p:fltVal val="0"/>
                                          </p:val>
                                        </p:tav>
                                        <p:tav tm="100000">
                                          <p:val>
                                            <p:strVal val="#ppt_h"/>
                                          </p:val>
                                        </p:tav>
                                      </p:tavLst>
                                    </p:anim>
                                    <p:animEffect transition="in" filter="fade">
                                      <p:cBhvr>
                                        <p:cTn id="160" dur="500"/>
                                        <p:tgtEl>
                                          <p:spTgt spid="273"/>
                                        </p:tgtEl>
                                      </p:cBhvr>
                                    </p:animEffect>
                                  </p:childTnLst>
                                </p:cTn>
                              </p:par>
                              <p:par>
                                <p:cTn id="161" presetID="53" presetClass="entr" presetSubtype="16" fill="hold" grpId="0" nodeType="withEffect">
                                  <p:stCondLst>
                                    <p:cond delay="0"/>
                                  </p:stCondLst>
                                  <p:childTnLst>
                                    <p:set>
                                      <p:cBhvr>
                                        <p:cTn id="162" dur="1" fill="hold">
                                          <p:stCondLst>
                                            <p:cond delay="0"/>
                                          </p:stCondLst>
                                        </p:cTn>
                                        <p:tgtEl>
                                          <p:spTgt spid="274"/>
                                        </p:tgtEl>
                                        <p:attrNameLst>
                                          <p:attrName>style.visibility</p:attrName>
                                        </p:attrNameLst>
                                      </p:cBhvr>
                                      <p:to>
                                        <p:strVal val="visible"/>
                                      </p:to>
                                    </p:set>
                                    <p:anim calcmode="lin" valueType="num">
                                      <p:cBhvr>
                                        <p:cTn id="163" dur="500" fill="hold"/>
                                        <p:tgtEl>
                                          <p:spTgt spid="274"/>
                                        </p:tgtEl>
                                        <p:attrNameLst>
                                          <p:attrName>ppt_w</p:attrName>
                                        </p:attrNameLst>
                                      </p:cBhvr>
                                      <p:tavLst>
                                        <p:tav tm="0">
                                          <p:val>
                                            <p:fltVal val="0"/>
                                          </p:val>
                                        </p:tav>
                                        <p:tav tm="100000">
                                          <p:val>
                                            <p:strVal val="#ppt_w"/>
                                          </p:val>
                                        </p:tav>
                                      </p:tavLst>
                                    </p:anim>
                                    <p:anim calcmode="lin" valueType="num">
                                      <p:cBhvr>
                                        <p:cTn id="164" dur="500" fill="hold"/>
                                        <p:tgtEl>
                                          <p:spTgt spid="274"/>
                                        </p:tgtEl>
                                        <p:attrNameLst>
                                          <p:attrName>ppt_h</p:attrName>
                                        </p:attrNameLst>
                                      </p:cBhvr>
                                      <p:tavLst>
                                        <p:tav tm="0">
                                          <p:val>
                                            <p:fltVal val="0"/>
                                          </p:val>
                                        </p:tav>
                                        <p:tav tm="100000">
                                          <p:val>
                                            <p:strVal val="#ppt_h"/>
                                          </p:val>
                                        </p:tav>
                                      </p:tavLst>
                                    </p:anim>
                                    <p:animEffect transition="in" filter="fade">
                                      <p:cBhvr>
                                        <p:cTn id="165" dur="500"/>
                                        <p:tgtEl>
                                          <p:spTgt spid="274"/>
                                        </p:tgtEl>
                                      </p:cBhvr>
                                    </p:animEffect>
                                  </p:childTnLst>
                                </p:cTn>
                              </p:par>
                              <p:par>
                                <p:cTn id="166" presetID="53" presetClass="entr" presetSubtype="16" fill="hold" grpId="0" nodeType="withEffect">
                                  <p:stCondLst>
                                    <p:cond delay="0"/>
                                  </p:stCondLst>
                                  <p:childTnLst>
                                    <p:set>
                                      <p:cBhvr>
                                        <p:cTn id="167" dur="1" fill="hold">
                                          <p:stCondLst>
                                            <p:cond delay="0"/>
                                          </p:stCondLst>
                                        </p:cTn>
                                        <p:tgtEl>
                                          <p:spTgt spid="277"/>
                                        </p:tgtEl>
                                        <p:attrNameLst>
                                          <p:attrName>style.visibility</p:attrName>
                                        </p:attrNameLst>
                                      </p:cBhvr>
                                      <p:to>
                                        <p:strVal val="visible"/>
                                      </p:to>
                                    </p:set>
                                    <p:anim calcmode="lin" valueType="num">
                                      <p:cBhvr>
                                        <p:cTn id="168" dur="500" fill="hold"/>
                                        <p:tgtEl>
                                          <p:spTgt spid="277"/>
                                        </p:tgtEl>
                                        <p:attrNameLst>
                                          <p:attrName>ppt_w</p:attrName>
                                        </p:attrNameLst>
                                      </p:cBhvr>
                                      <p:tavLst>
                                        <p:tav tm="0">
                                          <p:val>
                                            <p:fltVal val="0"/>
                                          </p:val>
                                        </p:tav>
                                        <p:tav tm="100000">
                                          <p:val>
                                            <p:strVal val="#ppt_w"/>
                                          </p:val>
                                        </p:tav>
                                      </p:tavLst>
                                    </p:anim>
                                    <p:anim calcmode="lin" valueType="num">
                                      <p:cBhvr>
                                        <p:cTn id="169" dur="500" fill="hold"/>
                                        <p:tgtEl>
                                          <p:spTgt spid="277"/>
                                        </p:tgtEl>
                                        <p:attrNameLst>
                                          <p:attrName>ppt_h</p:attrName>
                                        </p:attrNameLst>
                                      </p:cBhvr>
                                      <p:tavLst>
                                        <p:tav tm="0">
                                          <p:val>
                                            <p:fltVal val="0"/>
                                          </p:val>
                                        </p:tav>
                                        <p:tav tm="100000">
                                          <p:val>
                                            <p:strVal val="#ppt_h"/>
                                          </p:val>
                                        </p:tav>
                                      </p:tavLst>
                                    </p:anim>
                                    <p:animEffect transition="in" filter="fade">
                                      <p:cBhvr>
                                        <p:cTn id="170" dur="500"/>
                                        <p:tgtEl>
                                          <p:spTgt spid="277"/>
                                        </p:tgtEl>
                                      </p:cBhvr>
                                    </p:animEffect>
                                  </p:childTnLst>
                                </p:cTn>
                              </p:par>
                              <p:par>
                                <p:cTn id="171" presetID="53" presetClass="entr" presetSubtype="16" fill="hold" grpId="0" nodeType="withEffect">
                                  <p:stCondLst>
                                    <p:cond delay="0"/>
                                  </p:stCondLst>
                                  <p:childTnLst>
                                    <p:set>
                                      <p:cBhvr>
                                        <p:cTn id="172" dur="1" fill="hold">
                                          <p:stCondLst>
                                            <p:cond delay="0"/>
                                          </p:stCondLst>
                                        </p:cTn>
                                        <p:tgtEl>
                                          <p:spTgt spid="278"/>
                                        </p:tgtEl>
                                        <p:attrNameLst>
                                          <p:attrName>style.visibility</p:attrName>
                                        </p:attrNameLst>
                                      </p:cBhvr>
                                      <p:to>
                                        <p:strVal val="visible"/>
                                      </p:to>
                                    </p:set>
                                    <p:anim calcmode="lin" valueType="num">
                                      <p:cBhvr>
                                        <p:cTn id="173" dur="500" fill="hold"/>
                                        <p:tgtEl>
                                          <p:spTgt spid="278"/>
                                        </p:tgtEl>
                                        <p:attrNameLst>
                                          <p:attrName>ppt_w</p:attrName>
                                        </p:attrNameLst>
                                      </p:cBhvr>
                                      <p:tavLst>
                                        <p:tav tm="0">
                                          <p:val>
                                            <p:fltVal val="0"/>
                                          </p:val>
                                        </p:tav>
                                        <p:tav tm="100000">
                                          <p:val>
                                            <p:strVal val="#ppt_w"/>
                                          </p:val>
                                        </p:tav>
                                      </p:tavLst>
                                    </p:anim>
                                    <p:anim calcmode="lin" valueType="num">
                                      <p:cBhvr>
                                        <p:cTn id="174" dur="500" fill="hold"/>
                                        <p:tgtEl>
                                          <p:spTgt spid="278"/>
                                        </p:tgtEl>
                                        <p:attrNameLst>
                                          <p:attrName>ppt_h</p:attrName>
                                        </p:attrNameLst>
                                      </p:cBhvr>
                                      <p:tavLst>
                                        <p:tav tm="0">
                                          <p:val>
                                            <p:fltVal val="0"/>
                                          </p:val>
                                        </p:tav>
                                        <p:tav tm="100000">
                                          <p:val>
                                            <p:strVal val="#ppt_h"/>
                                          </p:val>
                                        </p:tav>
                                      </p:tavLst>
                                    </p:anim>
                                    <p:animEffect transition="in" filter="fade">
                                      <p:cBhvr>
                                        <p:cTn id="175" dur="500"/>
                                        <p:tgtEl>
                                          <p:spTgt spid="278"/>
                                        </p:tgtEl>
                                      </p:cBhvr>
                                    </p:animEffect>
                                  </p:childTnLst>
                                </p:cTn>
                              </p:par>
                              <p:par>
                                <p:cTn id="176" presetID="53" presetClass="entr" presetSubtype="16" fill="hold" grpId="0" nodeType="withEffect">
                                  <p:stCondLst>
                                    <p:cond delay="0"/>
                                  </p:stCondLst>
                                  <p:childTnLst>
                                    <p:set>
                                      <p:cBhvr>
                                        <p:cTn id="177" dur="1" fill="hold">
                                          <p:stCondLst>
                                            <p:cond delay="0"/>
                                          </p:stCondLst>
                                        </p:cTn>
                                        <p:tgtEl>
                                          <p:spTgt spid="279"/>
                                        </p:tgtEl>
                                        <p:attrNameLst>
                                          <p:attrName>style.visibility</p:attrName>
                                        </p:attrNameLst>
                                      </p:cBhvr>
                                      <p:to>
                                        <p:strVal val="visible"/>
                                      </p:to>
                                    </p:set>
                                    <p:anim calcmode="lin" valueType="num">
                                      <p:cBhvr>
                                        <p:cTn id="178" dur="500" fill="hold"/>
                                        <p:tgtEl>
                                          <p:spTgt spid="279"/>
                                        </p:tgtEl>
                                        <p:attrNameLst>
                                          <p:attrName>ppt_w</p:attrName>
                                        </p:attrNameLst>
                                      </p:cBhvr>
                                      <p:tavLst>
                                        <p:tav tm="0">
                                          <p:val>
                                            <p:fltVal val="0"/>
                                          </p:val>
                                        </p:tav>
                                        <p:tav tm="100000">
                                          <p:val>
                                            <p:strVal val="#ppt_w"/>
                                          </p:val>
                                        </p:tav>
                                      </p:tavLst>
                                    </p:anim>
                                    <p:anim calcmode="lin" valueType="num">
                                      <p:cBhvr>
                                        <p:cTn id="179" dur="500" fill="hold"/>
                                        <p:tgtEl>
                                          <p:spTgt spid="279"/>
                                        </p:tgtEl>
                                        <p:attrNameLst>
                                          <p:attrName>ppt_h</p:attrName>
                                        </p:attrNameLst>
                                      </p:cBhvr>
                                      <p:tavLst>
                                        <p:tav tm="0">
                                          <p:val>
                                            <p:fltVal val="0"/>
                                          </p:val>
                                        </p:tav>
                                        <p:tav tm="100000">
                                          <p:val>
                                            <p:strVal val="#ppt_h"/>
                                          </p:val>
                                        </p:tav>
                                      </p:tavLst>
                                    </p:anim>
                                    <p:animEffect transition="in" filter="fade">
                                      <p:cBhvr>
                                        <p:cTn id="180" dur="500"/>
                                        <p:tgtEl>
                                          <p:spTgt spid="279"/>
                                        </p:tgtEl>
                                      </p:cBhvr>
                                    </p:animEffect>
                                  </p:childTnLst>
                                </p:cTn>
                              </p:par>
                              <p:par>
                                <p:cTn id="181" presetID="53" presetClass="entr" presetSubtype="16" fill="hold" grpId="0" nodeType="withEffect">
                                  <p:stCondLst>
                                    <p:cond delay="0"/>
                                  </p:stCondLst>
                                  <p:childTnLst>
                                    <p:set>
                                      <p:cBhvr>
                                        <p:cTn id="182" dur="1" fill="hold">
                                          <p:stCondLst>
                                            <p:cond delay="0"/>
                                          </p:stCondLst>
                                        </p:cTn>
                                        <p:tgtEl>
                                          <p:spTgt spid="280"/>
                                        </p:tgtEl>
                                        <p:attrNameLst>
                                          <p:attrName>style.visibility</p:attrName>
                                        </p:attrNameLst>
                                      </p:cBhvr>
                                      <p:to>
                                        <p:strVal val="visible"/>
                                      </p:to>
                                    </p:set>
                                    <p:anim calcmode="lin" valueType="num">
                                      <p:cBhvr>
                                        <p:cTn id="183" dur="500" fill="hold"/>
                                        <p:tgtEl>
                                          <p:spTgt spid="280"/>
                                        </p:tgtEl>
                                        <p:attrNameLst>
                                          <p:attrName>ppt_w</p:attrName>
                                        </p:attrNameLst>
                                      </p:cBhvr>
                                      <p:tavLst>
                                        <p:tav tm="0">
                                          <p:val>
                                            <p:fltVal val="0"/>
                                          </p:val>
                                        </p:tav>
                                        <p:tav tm="100000">
                                          <p:val>
                                            <p:strVal val="#ppt_w"/>
                                          </p:val>
                                        </p:tav>
                                      </p:tavLst>
                                    </p:anim>
                                    <p:anim calcmode="lin" valueType="num">
                                      <p:cBhvr>
                                        <p:cTn id="184" dur="500" fill="hold"/>
                                        <p:tgtEl>
                                          <p:spTgt spid="280"/>
                                        </p:tgtEl>
                                        <p:attrNameLst>
                                          <p:attrName>ppt_h</p:attrName>
                                        </p:attrNameLst>
                                      </p:cBhvr>
                                      <p:tavLst>
                                        <p:tav tm="0">
                                          <p:val>
                                            <p:fltVal val="0"/>
                                          </p:val>
                                        </p:tav>
                                        <p:tav tm="100000">
                                          <p:val>
                                            <p:strVal val="#ppt_h"/>
                                          </p:val>
                                        </p:tav>
                                      </p:tavLst>
                                    </p:anim>
                                    <p:animEffect transition="in" filter="fade">
                                      <p:cBhvr>
                                        <p:cTn id="185" dur="500"/>
                                        <p:tgtEl>
                                          <p:spTgt spid="280"/>
                                        </p:tgtEl>
                                      </p:cBhvr>
                                    </p:animEffect>
                                  </p:childTnLst>
                                </p:cTn>
                              </p:par>
                              <p:par>
                                <p:cTn id="186" presetID="53" presetClass="entr" presetSubtype="16" fill="hold" grpId="0" nodeType="withEffect">
                                  <p:stCondLst>
                                    <p:cond delay="0"/>
                                  </p:stCondLst>
                                  <p:childTnLst>
                                    <p:set>
                                      <p:cBhvr>
                                        <p:cTn id="187" dur="1" fill="hold">
                                          <p:stCondLst>
                                            <p:cond delay="0"/>
                                          </p:stCondLst>
                                        </p:cTn>
                                        <p:tgtEl>
                                          <p:spTgt spid="281"/>
                                        </p:tgtEl>
                                        <p:attrNameLst>
                                          <p:attrName>style.visibility</p:attrName>
                                        </p:attrNameLst>
                                      </p:cBhvr>
                                      <p:to>
                                        <p:strVal val="visible"/>
                                      </p:to>
                                    </p:set>
                                    <p:anim calcmode="lin" valueType="num">
                                      <p:cBhvr>
                                        <p:cTn id="188" dur="500" fill="hold"/>
                                        <p:tgtEl>
                                          <p:spTgt spid="281"/>
                                        </p:tgtEl>
                                        <p:attrNameLst>
                                          <p:attrName>ppt_w</p:attrName>
                                        </p:attrNameLst>
                                      </p:cBhvr>
                                      <p:tavLst>
                                        <p:tav tm="0">
                                          <p:val>
                                            <p:fltVal val="0"/>
                                          </p:val>
                                        </p:tav>
                                        <p:tav tm="100000">
                                          <p:val>
                                            <p:strVal val="#ppt_w"/>
                                          </p:val>
                                        </p:tav>
                                      </p:tavLst>
                                    </p:anim>
                                    <p:anim calcmode="lin" valueType="num">
                                      <p:cBhvr>
                                        <p:cTn id="189" dur="500" fill="hold"/>
                                        <p:tgtEl>
                                          <p:spTgt spid="281"/>
                                        </p:tgtEl>
                                        <p:attrNameLst>
                                          <p:attrName>ppt_h</p:attrName>
                                        </p:attrNameLst>
                                      </p:cBhvr>
                                      <p:tavLst>
                                        <p:tav tm="0">
                                          <p:val>
                                            <p:fltVal val="0"/>
                                          </p:val>
                                        </p:tav>
                                        <p:tav tm="100000">
                                          <p:val>
                                            <p:strVal val="#ppt_h"/>
                                          </p:val>
                                        </p:tav>
                                      </p:tavLst>
                                    </p:anim>
                                    <p:animEffect transition="in" filter="fade">
                                      <p:cBhvr>
                                        <p:cTn id="190" dur="500"/>
                                        <p:tgtEl>
                                          <p:spTgt spid="281"/>
                                        </p:tgtEl>
                                      </p:cBhvr>
                                    </p:animEffect>
                                  </p:childTnLst>
                                </p:cTn>
                              </p:par>
                              <p:par>
                                <p:cTn id="191" presetID="53" presetClass="entr" presetSubtype="16" fill="hold" grpId="0" nodeType="withEffect">
                                  <p:stCondLst>
                                    <p:cond delay="0"/>
                                  </p:stCondLst>
                                  <p:childTnLst>
                                    <p:set>
                                      <p:cBhvr>
                                        <p:cTn id="192" dur="1" fill="hold">
                                          <p:stCondLst>
                                            <p:cond delay="0"/>
                                          </p:stCondLst>
                                        </p:cTn>
                                        <p:tgtEl>
                                          <p:spTgt spid="283"/>
                                        </p:tgtEl>
                                        <p:attrNameLst>
                                          <p:attrName>style.visibility</p:attrName>
                                        </p:attrNameLst>
                                      </p:cBhvr>
                                      <p:to>
                                        <p:strVal val="visible"/>
                                      </p:to>
                                    </p:set>
                                    <p:anim calcmode="lin" valueType="num">
                                      <p:cBhvr>
                                        <p:cTn id="193" dur="500" fill="hold"/>
                                        <p:tgtEl>
                                          <p:spTgt spid="283"/>
                                        </p:tgtEl>
                                        <p:attrNameLst>
                                          <p:attrName>ppt_w</p:attrName>
                                        </p:attrNameLst>
                                      </p:cBhvr>
                                      <p:tavLst>
                                        <p:tav tm="0">
                                          <p:val>
                                            <p:fltVal val="0"/>
                                          </p:val>
                                        </p:tav>
                                        <p:tav tm="100000">
                                          <p:val>
                                            <p:strVal val="#ppt_w"/>
                                          </p:val>
                                        </p:tav>
                                      </p:tavLst>
                                    </p:anim>
                                    <p:anim calcmode="lin" valueType="num">
                                      <p:cBhvr>
                                        <p:cTn id="194" dur="500" fill="hold"/>
                                        <p:tgtEl>
                                          <p:spTgt spid="283"/>
                                        </p:tgtEl>
                                        <p:attrNameLst>
                                          <p:attrName>ppt_h</p:attrName>
                                        </p:attrNameLst>
                                      </p:cBhvr>
                                      <p:tavLst>
                                        <p:tav tm="0">
                                          <p:val>
                                            <p:fltVal val="0"/>
                                          </p:val>
                                        </p:tav>
                                        <p:tav tm="100000">
                                          <p:val>
                                            <p:strVal val="#ppt_h"/>
                                          </p:val>
                                        </p:tav>
                                      </p:tavLst>
                                    </p:anim>
                                    <p:animEffect transition="in" filter="fade">
                                      <p:cBhvr>
                                        <p:cTn id="195" dur="500"/>
                                        <p:tgtEl>
                                          <p:spTgt spid="2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07" grpId="0" animBg="1"/>
      <p:bldP spid="208" grpId="0" animBg="1"/>
      <p:bldP spid="209" grpId="0" animBg="1"/>
      <p:bldP spid="210" grpId="0" animBg="1"/>
      <p:bldP spid="211" grpId="0" animBg="1"/>
      <p:bldP spid="212" grpId="0" animBg="1"/>
      <p:bldP spid="213" grpId="0" animBg="1"/>
      <p:bldP spid="214" grpId="0" animBg="1"/>
      <p:bldP spid="215" grpId="0" animBg="1"/>
      <p:bldP spid="216" grpId="0" animBg="1"/>
      <p:bldP spid="217" grpId="0" animBg="1"/>
      <p:bldP spid="218" grpId="0" animBg="1"/>
      <p:bldP spid="219" grpId="0" animBg="1"/>
      <p:bldP spid="220" grpId="0" animBg="1"/>
      <p:bldP spid="221" grpId="0" animBg="1"/>
      <p:bldP spid="222" grpId="0" animBg="1"/>
      <p:bldP spid="223" grpId="0" animBg="1"/>
      <p:bldP spid="224" grpId="0" animBg="1"/>
      <p:bldP spid="225" grpId="0" animBg="1"/>
      <p:bldP spid="226" grpId="0" animBg="1"/>
      <p:bldP spid="227" grpId="0" animBg="1"/>
      <p:bldP spid="228" grpId="0" animBg="1"/>
      <p:bldP spid="229" grpId="0" animBg="1"/>
      <p:bldP spid="269" grpId="0" animBg="1"/>
      <p:bldP spid="270" grpId="0" animBg="1"/>
      <p:bldP spid="271" grpId="0" animBg="1"/>
      <p:bldP spid="272" grpId="0" animBg="1"/>
      <p:bldP spid="273" grpId="0" animBg="1"/>
      <p:bldP spid="274" grpId="0" animBg="1"/>
      <p:bldP spid="277" grpId="0"/>
      <p:bldP spid="278" grpId="0"/>
      <p:bldP spid="279" grpId="0"/>
      <p:bldP spid="280" grpId="0"/>
      <p:bldP spid="281" grpId="0"/>
      <p:bldP spid="28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769876" y="189165"/>
            <a:ext cx="2622658" cy="483235"/>
          </a:xfrm>
          <a:prstGeom prst="rect">
            <a:avLst/>
          </a:prstGeom>
          <a:noFill/>
        </p:spPr>
        <p:txBody>
          <a:bodyPr wrap="square" rtlCol="0">
            <a:spAutoFit/>
          </a:bodyPr>
          <a:lstStyle/>
          <a:p>
            <a:pPr algn="ctr"/>
            <a:r>
              <a:rPr lang="zh-CN" altLang="en-US" sz="2400" b="1" dirty="0">
                <a:solidFill>
                  <a:schemeClr val="tx1">
                    <a:lumMod val="75000"/>
                    <a:lumOff val="25000"/>
                  </a:schemeClr>
                </a:solidFill>
                <a:latin typeface="微软雅黑" panose="020B0503020204020204" charset="-122"/>
                <a:ea typeface="微软雅黑" panose="020B0503020204020204" charset="-122"/>
              </a:rPr>
              <a:t>单击此处添加标题</a:t>
            </a:r>
          </a:p>
        </p:txBody>
      </p:sp>
      <p:cxnSp>
        <p:nvCxnSpPr>
          <p:cNvPr id="6" name="直接连接符 5"/>
          <p:cNvCxnSpPr/>
          <p:nvPr/>
        </p:nvCxnSpPr>
        <p:spPr>
          <a:xfrm>
            <a:off x="7392534" y="477150"/>
            <a:ext cx="4463773"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36892" y="481504"/>
            <a:ext cx="439177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5" name="Text Box 2323"/>
          <p:cNvSpPr txBox="1">
            <a:spLocks noChangeArrowheads="1"/>
          </p:cNvSpPr>
          <p:nvPr/>
        </p:nvSpPr>
        <p:spPr bwMode="auto">
          <a:xfrm>
            <a:off x="6746206" y="5223673"/>
            <a:ext cx="14859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1000" dirty="0">
                <a:solidFill>
                  <a:schemeClr val="tx1"/>
                </a:solidFill>
                <a:latin typeface="微软雅黑" panose="020B0503020204020204" charset="-122"/>
                <a:cs typeface="Aparajita" panose="020B0604020202020204" pitchFamily="34" charset="0"/>
              </a:rPr>
              <a:t>10</a:t>
            </a:r>
          </a:p>
        </p:txBody>
      </p:sp>
      <p:sp>
        <p:nvSpPr>
          <p:cNvPr id="46" name="Text Box 2324"/>
          <p:cNvSpPr txBox="1">
            <a:spLocks noChangeArrowheads="1"/>
          </p:cNvSpPr>
          <p:nvPr/>
        </p:nvSpPr>
        <p:spPr bwMode="auto">
          <a:xfrm>
            <a:off x="6746206" y="4964187"/>
            <a:ext cx="14859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1000" dirty="0">
                <a:solidFill>
                  <a:schemeClr val="tx1"/>
                </a:solidFill>
                <a:latin typeface="微软雅黑" panose="020B0503020204020204" charset="-122"/>
                <a:cs typeface="Aparajita" panose="020B0604020202020204" pitchFamily="34" charset="0"/>
              </a:rPr>
              <a:t>20</a:t>
            </a:r>
          </a:p>
        </p:txBody>
      </p:sp>
      <p:sp>
        <p:nvSpPr>
          <p:cNvPr id="47" name="Text Box 2325"/>
          <p:cNvSpPr txBox="1">
            <a:spLocks noChangeArrowheads="1"/>
          </p:cNvSpPr>
          <p:nvPr/>
        </p:nvSpPr>
        <p:spPr bwMode="auto">
          <a:xfrm>
            <a:off x="6746206" y="4704701"/>
            <a:ext cx="14859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1000" dirty="0">
                <a:solidFill>
                  <a:schemeClr val="tx1"/>
                </a:solidFill>
                <a:latin typeface="微软雅黑" panose="020B0503020204020204" charset="-122"/>
                <a:cs typeface="Aparajita" panose="020B0604020202020204" pitchFamily="34" charset="0"/>
              </a:rPr>
              <a:t>30</a:t>
            </a:r>
          </a:p>
        </p:txBody>
      </p:sp>
      <p:sp>
        <p:nvSpPr>
          <p:cNvPr id="48" name="Text Box 2326"/>
          <p:cNvSpPr txBox="1">
            <a:spLocks noChangeArrowheads="1"/>
          </p:cNvSpPr>
          <p:nvPr/>
        </p:nvSpPr>
        <p:spPr bwMode="auto">
          <a:xfrm>
            <a:off x="6746206" y="4445215"/>
            <a:ext cx="14859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1000" dirty="0">
                <a:solidFill>
                  <a:schemeClr val="tx1"/>
                </a:solidFill>
                <a:latin typeface="微软雅黑" panose="020B0503020204020204" charset="-122"/>
                <a:cs typeface="Aparajita" panose="020B0604020202020204" pitchFamily="34" charset="0"/>
              </a:rPr>
              <a:t>40</a:t>
            </a:r>
          </a:p>
        </p:txBody>
      </p:sp>
      <p:sp>
        <p:nvSpPr>
          <p:cNvPr id="49" name="Text Box 2327"/>
          <p:cNvSpPr txBox="1">
            <a:spLocks noChangeArrowheads="1"/>
          </p:cNvSpPr>
          <p:nvPr/>
        </p:nvSpPr>
        <p:spPr bwMode="auto">
          <a:xfrm>
            <a:off x="6746206" y="4185730"/>
            <a:ext cx="14859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1000" dirty="0">
                <a:solidFill>
                  <a:schemeClr val="tx1"/>
                </a:solidFill>
                <a:latin typeface="微软雅黑" panose="020B0503020204020204" charset="-122"/>
                <a:cs typeface="Aparajita" panose="020B0604020202020204" pitchFamily="34" charset="0"/>
              </a:rPr>
              <a:t>50</a:t>
            </a:r>
          </a:p>
        </p:txBody>
      </p:sp>
      <p:sp>
        <p:nvSpPr>
          <p:cNvPr id="50" name="Text Box 2328"/>
          <p:cNvSpPr txBox="1">
            <a:spLocks noChangeArrowheads="1"/>
          </p:cNvSpPr>
          <p:nvPr/>
        </p:nvSpPr>
        <p:spPr bwMode="auto">
          <a:xfrm>
            <a:off x="6746206" y="3926244"/>
            <a:ext cx="14859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1000" dirty="0">
                <a:solidFill>
                  <a:schemeClr val="tx1"/>
                </a:solidFill>
                <a:latin typeface="微软雅黑" panose="020B0503020204020204" charset="-122"/>
                <a:cs typeface="Aparajita" panose="020B0604020202020204" pitchFamily="34" charset="0"/>
              </a:rPr>
              <a:t>60</a:t>
            </a:r>
          </a:p>
        </p:txBody>
      </p:sp>
      <p:sp>
        <p:nvSpPr>
          <p:cNvPr id="51" name="Text Box 2329"/>
          <p:cNvSpPr txBox="1">
            <a:spLocks noChangeArrowheads="1"/>
          </p:cNvSpPr>
          <p:nvPr/>
        </p:nvSpPr>
        <p:spPr bwMode="auto">
          <a:xfrm>
            <a:off x="6746206" y="3664956"/>
            <a:ext cx="14859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1000" dirty="0">
                <a:solidFill>
                  <a:schemeClr val="tx1"/>
                </a:solidFill>
                <a:latin typeface="微软雅黑" panose="020B0503020204020204" charset="-122"/>
                <a:cs typeface="Aparajita" panose="020B0604020202020204" pitchFamily="34" charset="0"/>
              </a:rPr>
              <a:t>70</a:t>
            </a:r>
          </a:p>
        </p:txBody>
      </p:sp>
      <p:sp>
        <p:nvSpPr>
          <p:cNvPr id="52" name="Text Box 2330"/>
          <p:cNvSpPr txBox="1">
            <a:spLocks noChangeArrowheads="1"/>
          </p:cNvSpPr>
          <p:nvPr/>
        </p:nvSpPr>
        <p:spPr bwMode="auto">
          <a:xfrm>
            <a:off x="6746206" y="3407272"/>
            <a:ext cx="14859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1000" dirty="0">
                <a:solidFill>
                  <a:schemeClr val="tx1"/>
                </a:solidFill>
                <a:latin typeface="微软雅黑" panose="020B0503020204020204" charset="-122"/>
                <a:cs typeface="Aparajita" panose="020B0604020202020204" pitchFamily="34" charset="0"/>
              </a:rPr>
              <a:t>80</a:t>
            </a:r>
          </a:p>
        </p:txBody>
      </p:sp>
      <p:sp>
        <p:nvSpPr>
          <p:cNvPr id="53" name="Text Box 2331"/>
          <p:cNvSpPr txBox="1">
            <a:spLocks noChangeArrowheads="1"/>
          </p:cNvSpPr>
          <p:nvPr/>
        </p:nvSpPr>
        <p:spPr bwMode="auto">
          <a:xfrm>
            <a:off x="6746206" y="3147787"/>
            <a:ext cx="14859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1000" dirty="0">
                <a:solidFill>
                  <a:schemeClr val="tx1"/>
                </a:solidFill>
                <a:latin typeface="微软雅黑" panose="020B0503020204020204" charset="-122"/>
                <a:cs typeface="Aparajita" panose="020B0604020202020204" pitchFamily="34" charset="0"/>
              </a:rPr>
              <a:t>90</a:t>
            </a:r>
          </a:p>
        </p:txBody>
      </p:sp>
      <p:sp>
        <p:nvSpPr>
          <p:cNvPr id="54" name="Text Box 2332"/>
          <p:cNvSpPr txBox="1">
            <a:spLocks noChangeArrowheads="1"/>
          </p:cNvSpPr>
          <p:nvPr/>
        </p:nvSpPr>
        <p:spPr bwMode="auto">
          <a:xfrm>
            <a:off x="6655903" y="2884697"/>
            <a:ext cx="222885"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1000" dirty="0">
                <a:solidFill>
                  <a:schemeClr val="tx1"/>
                </a:solidFill>
                <a:latin typeface="微软雅黑" panose="020B0503020204020204" charset="-122"/>
                <a:cs typeface="Aparajita" panose="020B0604020202020204" pitchFamily="34" charset="0"/>
              </a:rPr>
              <a:t>100</a:t>
            </a:r>
          </a:p>
        </p:txBody>
      </p:sp>
      <p:sp>
        <p:nvSpPr>
          <p:cNvPr id="55" name="Freeform 2333"/>
          <p:cNvSpPr>
            <a:spLocks noChangeArrowheads="1"/>
          </p:cNvSpPr>
          <p:nvPr/>
        </p:nvSpPr>
        <p:spPr bwMode="auto">
          <a:xfrm rot="10800000" flipH="1" flipV="1">
            <a:off x="7113148" y="5393385"/>
            <a:ext cx="3756169" cy="22860"/>
          </a:xfrm>
          <a:custGeom>
            <a:avLst/>
            <a:gdLst>
              <a:gd name="T0" fmla="*/ 0 w 10"/>
              <a:gd name="T1" fmla="*/ 5998 h 5999"/>
              <a:gd name="T2" fmla="*/ 9 w 10"/>
              <a:gd name="T3" fmla="*/ 5998 h 5999"/>
              <a:gd name="T4" fmla="*/ 9 w 10"/>
              <a:gd name="T5" fmla="*/ 0 h 5999"/>
              <a:gd name="T6" fmla="*/ 0 w 10"/>
              <a:gd name="T7" fmla="*/ 0 h 5999"/>
              <a:gd name="T8" fmla="*/ 0 w 10"/>
              <a:gd name="T9" fmla="*/ 5998 h 5999"/>
            </a:gdLst>
            <a:ahLst/>
            <a:cxnLst>
              <a:cxn ang="0">
                <a:pos x="T0" y="T1"/>
              </a:cxn>
              <a:cxn ang="0">
                <a:pos x="T2" y="T3"/>
              </a:cxn>
              <a:cxn ang="0">
                <a:pos x="T4" y="T5"/>
              </a:cxn>
              <a:cxn ang="0">
                <a:pos x="T6" y="T7"/>
              </a:cxn>
              <a:cxn ang="0">
                <a:pos x="T8" y="T9"/>
              </a:cxn>
            </a:cxnLst>
            <a:rect l="0" t="0" r="r" b="b"/>
            <a:pathLst>
              <a:path w="10" h="5999">
                <a:moveTo>
                  <a:pt x="0" y="5998"/>
                </a:moveTo>
                <a:lnTo>
                  <a:pt x="9" y="5998"/>
                </a:lnTo>
                <a:lnTo>
                  <a:pt x="9" y="0"/>
                </a:lnTo>
                <a:lnTo>
                  <a:pt x="0" y="0"/>
                </a:lnTo>
                <a:lnTo>
                  <a:pt x="0" y="5998"/>
                </a:lnTo>
              </a:path>
            </a:pathLst>
          </a:custGeom>
          <a:solidFill>
            <a:schemeClr val="bg1">
              <a:lumMod val="75000"/>
            </a:schemeClr>
          </a:solidFill>
          <a:ln w="9525" cap="flat">
            <a:noFill/>
            <a:bevel/>
          </a:ln>
          <a:effectLst/>
        </p:spPr>
        <p:txBody>
          <a:bodyPr wrap="none" anchor="ctr"/>
          <a:lstStyle/>
          <a:p>
            <a:endParaRPr lang="en-US" sz="4800" dirty="0">
              <a:solidFill>
                <a:schemeClr val="tx1"/>
              </a:solidFill>
              <a:latin typeface="微软雅黑" panose="020B0503020204020204" charset="-122"/>
            </a:endParaRPr>
          </a:p>
        </p:txBody>
      </p:sp>
      <p:sp>
        <p:nvSpPr>
          <p:cNvPr id="56" name="Freeform 2334"/>
          <p:cNvSpPr>
            <a:spLocks noChangeArrowheads="1"/>
          </p:cNvSpPr>
          <p:nvPr/>
        </p:nvSpPr>
        <p:spPr bwMode="auto">
          <a:xfrm>
            <a:off x="7471876" y="2933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57" name="Freeform 2335"/>
          <p:cNvSpPr>
            <a:spLocks noChangeArrowheads="1"/>
          </p:cNvSpPr>
          <p:nvPr/>
        </p:nvSpPr>
        <p:spPr bwMode="auto">
          <a:xfrm>
            <a:off x="7598876" y="3060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58" name="Freeform 2336"/>
          <p:cNvSpPr>
            <a:spLocks noChangeArrowheads="1"/>
          </p:cNvSpPr>
          <p:nvPr/>
        </p:nvSpPr>
        <p:spPr bwMode="auto">
          <a:xfrm>
            <a:off x="7769184" y="2933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59" name="Freeform 2337"/>
          <p:cNvSpPr>
            <a:spLocks noChangeArrowheads="1"/>
          </p:cNvSpPr>
          <p:nvPr/>
        </p:nvSpPr>
        <p:spPr bwMode="auto">
          <a:xfrm>
            <a:off x="7896184" y="3060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60" name="Freeform 2338"/>
          <p:cNvSpPr>
            <a:spLocks noChangeArrowheads="1"/>
          </p:cNvSpPr>
          <p:nvPr/>
        </p:nvSpPr>
        <p:spPr bwMode="auto">
          <a:xfrm>
            <a:off x="8064690" y="2933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61" name="Freeform 2339"/>
          <p:cNvSpPr>
            <a:spLocks noChangeArrowheads="1"/>
          </p:cNvSpPr>
          <p:nvPr/>
        </p:nvSpPr>
        <p:spPr bwMode="auto">
          <a:xfrm>
            <a:off x="8191690" y="3060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64" name="Freeform 2342"/>
          <p:cNvSpPr>
            <a:spLocks noChangeArrowheads="1"/>
          </p:cNvSpPr>
          <p:nvPr/>
        </p:nvSpPr>
        <p:spPr bwMode="auto">
          <a:xfrm>
            <a:off x="8662910" y="2933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65" name="Freeform 2343"/>
          <p:cNvSpPr>
            <a:spLocks noChangeArrowheads="1"/>
          </p:cNvSpPr>
          <p:nvPr/>
        </p:nvSpPr>
        <p:spPr bwMode="auto">
          <a:xfrm>
            <a:off x="8789910" y="3060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66" name="Freeform 2344"/>
          <p:cNvSpPr>
            <a:spLocks noChangeArrowheads="1"/>
          </p:cNvSpPr>
          <p:nvPr/>
        </p:nvSpPr>
        <p:spPr bwMode="auto">
          <a:xfrm>
            <a:off x="8958416" y="2933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67" name="Freeform 2345"/>
          <p:cNvSpPr>
            <a:spLocks noChangeArrowheads="1"/>
          </p:cNvSpPr>
          <p:nvPr/>
        </p:nvSpPr>
        <p:spPr bwMode="auto">
          <a:xfrm>
            <a:off x="9085416" y="3060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68" name="Freeform 2346"/>
          <p:cNvSpPr>
            <a:spLocks noChangeArrowheads="1"/>
          </p:cNvSpPr>
          <p:nvPr/>
        </p:nvSpPr>
        <p:spPr bwMode="auto">
          <a:xfrm>
            <a:off x="9255725" y="2933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69" name="Freeform 2347"/>
          <p:cNvSpPr>
            <a:spLocks noChangeArrowheads="1"/>
          </p:cNvSpPr>
          <p:nvPr/>
        </p:nvSpPr>
        <p:spPr bwMode="auto">
          <a:xfrm>
            <a:off x="9382725" y="3060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70" name="Freeform 2348"/>
          <p:cNvSpPr>
            <a:spLocks noChangeArrowheads="1"/>
          </p:cNvSpPr>
          <p:nvPr/>
        </p:nvSpPr>
        <p:spPr bwMode="auto">
          <a:xfrm>
            <a:off x="9553033" y="2933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71" name="Freeform 2349"/>
          <p:cNvSpPr>
            <a:spLocks noChangeArrowheads="1"/>
          </p:cNvSpPr>
          <p:nvPr/>
        </p:nvSpPr>
        <p:spPr bwMode="auto">
          <a:xfrm>
            <a:off x="9680033" y="3060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74" name="Freeform 2352"/>
          <p:cNvSpPr>
            <a:spLocks noChangeArrowheads="1"/>
          </p:cNvSpPr>
          <p:nvPr/>
        </p:nvSpPr>
        <p:spPr bwMode="auto">
          <a:xfrm>
            <a:off x="10149450" y="2933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75" name="Freeform 2353"/>
          <p:cNvSpPr>
            <a:spLocks noChangeArrowheads="1"/>
          </p:cNvSpPr>
          <p:nvPr/>
        </p:nvSpPr>
        <p:spPr bwMode="auto">
          <a:xfrm>
            <a:off x="10276450" y="3060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76" name="Freeform 2354"/>
          <p:cNvSpPr>
            <a:spLocks noChangeArrowheads="1"/>
          </p:cNvSpPr>
          <p:nvPr/>
        </p:nvSpPr>
        <p:spPr bwMode="auto">
          <a:xfrm>
            <a:off x="10446759" y="2933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77" name="Freeform 2355"/>
          <p:cNvSpPr>
            <a:spLocks noChangeArrowheads="1"/>
          </p:cNvSpPr>
          <p:nvPr/>
        </p:nvSpPr>
        <p:spPr bwMode="auto">
          <a:xfrm>
            <a:off x="10573759" y="3060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78" name="Freeform 2356"/>
          <p:cNvSpPr>
            <a:spLocks noChangeArrowheads="1"/>
          </p:cNvSpPr>
          <p:nvPr/>
        </p:nvSpPr>
        <p:spPr bwMode="auto">
          <a:xfrm>
            <a:off x="7113304" y="3897412"/>
            <a:ext cx="118923" cy="1497449"/>
          </a:xfrm>
          <a:custGeom>
            <a:avLst/>
            <a:gdLst>
              <a:gd name="T0" fmla="*/ 293 w 294"/>
              <a:gd name="T1" fmla="*/ 0 h 3671"/>
              <a:gd name="T2" fmla="*/ 0 w 294"/>
              <a:gd name="T3" fmla="*/ 0 h 3671"/>
              <a:gd name="T4" fmla="*/ 0 w 294"/>
              <a:gd name="T5" fmla="*/ 3670 h 3671"/>
              <a:gd name="T6" fmla="*/ 293 w 294"/>
              <a:gd name="T7" fmla="*/ 3670 h 3671"/>
              <a:gd name="T8" fmla="*/ 293 w 294"/>
              <a:gd name="T9" fmla="*/ 0 h 3671"/>
            </a:gdLst>
            <a:ahLst/>
            <a:cxnLst>
              <a:cxn ang="0">
                <a:pos x="T0" y="T1"/>
              </a:cxn>
              <a:cxn ang="0">
                <a:pos x="T2" y="T3"/>
              </a:cxn>
              <a:cxn ang="0">
                <a:pos x="T4" y="T5"/>
              </a:cxn>
              <a:cxn ang="0">
                <a:pos x="T6" y="T7"/>
              </a:cxn>
              <a:cxn ang="0">
                <a:pos x="T8" y="T9"/>
              </a:cxn>
            </a:cxnLst>
            <a:rect l="0" t="0" r="r" b="b"/>
            <a:pathLst>
              <a:path w="294" h="3671">
                <a:moveTo>
                  <a:pt x="293" y="0"/>
                </a:moveTo>
                <a:lnTo>
                  <a:pt x="0" y="0"/>
                </a:lnTo>
                <a:lnTo>
                  <a:pt x="0" y="3670"/>
                </a:lnTo>
                <a:lnTo>
                  <a:pt x="293" y="3670"/>
                </a:lnTo>
                <a:lnTo>
                  <a:pt x="293" y="0"/>
                </a:lnTo>
              </a:path>
            </a:pathLst>
          </a:custGeom>
          <a:solidFill>
            <a:schemeClr val="accent1"/>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79" name="Freeform 2357"/>
          <p:cNvSpPr>
            <a:spLocks noChangeArrowheads="1"/>
          </p:cNvSpPr>
          <p:nvPr/>
        </p:nvSpPr>
        <p:spPr bwMode="auto">
          <a:xfrm>
            <a:off x="8007031" y="3897412"/>
            <a:ext cx="117122" cy="1497449"/>
          </a:xfrm>
          <a:custGeom>
            <a:avLst/>
            <a:gdLst>
              <a:gd name="T0" fmla="*/ 292 w 293"/>
              <a:gd name="T1" fmla="*/ 0 h 3671"/>
              <a:gd name="T2" fmla="*/ 0 w 293"/>
              <a:gd name="T3" fmla="*/ 0 h 3671"/>
              <a:gd name="T4" fmla="*/ 0 w 293"/>
              <a:gd name="T5" fmla="*/ 3670 h 3671"/>
              <a:gd name="T6" fmla="*/ 292 w 293"/>
              <a:gd name="T7" fmla="*/ 3670 h 3671"/>
              <a:gd name="T8" fmla="*/ 292 w 293"/>
              <a:gd name="T9" fmla="*/ 0 h 3671"/>
            </a:gdLst>
            <a:ahLst/>
            <a:cxnLst>
              <a:cxn ang="0">
                <a:pos x="T0" y="T1"/>
              </a:cxn>
              <a:cxn ang="0">
                <a:pos x="T2" y="T3"/>
              </a:cxn>
              <a:cxn ang="0">
                <a:pos x="T4" y="T5"/>
              </a:cxn>
              <a:cxn ang="0">
                <a:pos x="T6" y="T7"/>
              </a:cxn>
              <a:cxn ang="0">
                <a:pos x="T8" y="T9"/>
              </a:cxn>
            </a:cxnLst>
            <a:rect l="0" t="0" r="r" b="b"/>
            <a:pathLst>
              <a:path w="293" h="3671">
                <a:moveTo>
                  <a:pt x="292" y="0"/>
                </a:moveTo>
                <a:lnTo>
                  <a:pt x="0" y="0"/>
                </a:lnTo>
                <a:lnTo>
                  <a:pt x="0" y="3670"/>
                </a:lnTo>
                <a:lnTo>
                  <a:pt x="292" y="3670"/>
                </a:lnTo>
                <a:lnTo>
                  <a:pt x="292" y="0"/>
                </a:lnTo>
              </a:path>
            </a:pathLst>
          </a:custGeom>
          <a:solidFill>
            <a:schemeClr val="accent4"/>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80" name="Freeform 2358"/>
          <p:cNvSpPr>
            <a:spLocks noChangeArrowheads="1"/>
          </p:cNvSpPr>
          <p:nvPr/>
        </p:nvSpPr>
        <p:spPr bwMode="auto">
          <a:xfrm>
            <a:off x="10389099" y="4353314"/>
            <a:ext cx="113518" cy="1041547"/>
          </a:xfrm>
          <a:custGeom>
            <a:avLst/>
            <a:gdLst>
              <a:gd name="T0" fmla="*/ 282 w 283"/>
              <a:gd name="T1" fmla="*/ 0 h 2552"/>
              <a:gd name="T2" fmla="*/ 0 w 283"/>
              <a:gd name="T3" fmla="*/ 0 h 2552"/>
              <a:gd name="T4" fmla="*/ 0 w 283"/>
              <a:gd name="T5" fmla="*/ 2551 h 2552"/>
              <a:gd name="T6" fmla="*/ 282 w 283"/>
              <a:gd name="T7" fmla="*/ 2551 h 2552"/>
              <a:gd name="T8" fmla="*/ 282 w 283"/>
              <a:gd name="T9" fmla="*/ 0 h 2552"/>
            </a:gdLst>
            <a:ahLst/>
            <a:cxnLst>
              <a:cxn ang="0">
                <a:pos x="T0" y="T1"/>
              </a:cxn>
              <a:cxn ang="0">
                <a:pos x="T2" y="T3"/>
              </a:cxn>
              <a:cxn ang="0">
                <a:pos x="T4" y="T5"/>
              </a:cxn>
              <a:cxn ang="0">
                <a:pos x="T6" y="T7"/>
              </a:cxn>
              <a:cxn ang="0">
                <a:pos x="T8" y="T9"/>
              </a:cxn>
            </a:cxnLst>
            <a:rect l="0" t="0" r="r" b="b"/>
            <a:pathLst>
              <a:path w="283" h="2552">
                <a:moveTo>
                  <a:pt x="282" y="0"/>
                </a:moveTo>
                <a:lnTo>
                  <a:pt x="0" y="0"/>
                </a:lnTo>
                <a:lnTo>
                  <a:pt x="0" y="2551"/>
                </a:lnTo>
                <a:lnTo>
                  <a:pt x="282" y="2551"/>
                </a:lnTo>
                <a:lnTo>
                  <a:pt x="282" y="0"/>
                </a:lnTo>
              </a:path>
            </a:pathLst>
          </a:custGeom>
          <a:solidFill>
            <a:schemeClr val="accent6"/>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81" name="Freeform 2359"/>
          <p:cNvSpPr>
            <a:spLocks noChangeArrowheads="1"/>
          </p:cNvSpPr>
          <p:nvPr/>
        </p:nvSpPr>
        <p:spPr bwMode="auto">
          <a:xfrm>
            <a:off x="7711525" y="3538817"/>
            <a:ext cx="117122" cy="1857846"/>
          </a:xfrm>
          <a:custGeom>
            <a:avLst/>
            <a:gdLst>
              <a:gd name="T0" fmla="*/ 292 w 293"/>
              <a:gd name="T1" fmla="*/ 0 h 4549"/>
              <a:gd name="T2" fmla="*/ 0 w 293"/>
              <a:gd name="T3" fmla="*/ 0 h 4549"/>
              <a:gd name="T4" fmla="*/ 0 w 293"/>
              <a:gd name="T5" fmla="*/ 4548 h 4549"/>
              <a:gd name="T6" fmla="*/ 292 w 293"/>
              <a:gd name="T7" fmla="*/ 4548 h 4549"/>
              <a:gd name="T8" fmla="*/ 292 w 293"/>
              <a:gd name="T9" fmla="*/ 0 h 4549"/>
            </a:gdLst>
            <a:ahLst/>
            <a:cxnLst>
              <a:cxn ang="0">
                <a:pos x="T0" y="T1"/>
              </a:cxn>
              <a:cxn ang="0">
                <a:pos x="T2" y="T3"/>
              </a:cxn>
              <a:cxn ang="0">
                <a:pos x="T4" y="T5"/>
              </a:cxn>
              <a:cxn ang="0">
                <a:pos x="T6" y="T7"/>
              </a:cxn>
              <a:cxn ang="0">
                <a:pos x="T8" y="T9"/>
              </a:cxn>
            </a:cxnLst>
            <a:rect l="0" t="0" r="r" b="b"/>
            <a:pathLst>
              <a:path w="293" h="4549">
                <a:moveTo>
                  <a:pt x="292" y="0"/>
                </a:moveTo>
                <a:lnTo>
                  <a:pt x="0" y="0"/>
                </a:lnTo>
                <a:lnTo>
                  <a:pt x="0" y="4548"/>
                </a:lnTo>
                <a:lnTo>
                  <a:pt x="292" y="4548"/>
                </a:lnTo>
                <a:lnTo>
                  <a:pt x="292" y="0"/>
                </a:lnTo>
              </a:path>
            </a:pathLst>
          </a:custGeom>
          <a:solidFill>
            <a:schemeClr val="accent3"/>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82" name="Freeform 2360"/>
          <p:cNvSpPr>
            <a:spLocks noChangeArrowheads="1"/>
          </p:cNvSpPr>
          <p:nvPr/>
        </p:nvSpPr>
        <p:spPr bwMode="auto">
          <a:xfrm>
            <a:off x="8605250" y="4353314"/>
            <a:ext cx="117122" cy="1041547"/>
          </a:xfrm>
          <a:custGeom>
            <a:avLst/>
            <a:gdLst>
              <a:gd name="T0" fmla="*/ 292 w 293"/>
              <a:gd name="T1" fmla="*/ 0 h 2552"/>
              <a:gd name="T2" fmla="*/ 0 w 293"/>
              <a:gd name="T3" fmla="*/ 0 h 2552"/>
              <a:gd name="T4" fmla="*/ 0 w 293"/>
              <a:gd name="T5" fmla="*/ 2551 h 2552"/>
              <a:gd name="T6" fmla="*/ 292 w 293"/>
              <a:gd name="T7" fmla="*/ 2551 h 2552"/>
              <a:gd name="T8" fmla="*/ 292 w 293"/>
              <a:gd name="T9" fmla="*/ 0 h 2552"/>
            </a:gdLst>
            <a:ahLst/>
            <a:cxnLst>
              <a:cxn ang="0">
                <a:pos x="T0" y="T1"/>
              </a:cxn>
              <a:cxn ang="0">
                <a:pos x="T2" y="T3"/>
              </a:cxn>
              <a:cxn ang="0">
                <a:pos x="T4" y="T5"/>
              </a:cxn>
              <a:cxn ang="0">
                <a:pos x="T6" y="T7"/>
              </a:cxn>
              <a:cxn ang="0">
                <a:pos x="T8" y="T9"/>
              </a:cxn>
            </a:cxnLst>
            <a:rect l="0" t="0" r="r" b="b"/>
            <a:pathLst>
              <a:path w="293" h="2552">
                <a:moveTo>
                  <a:pt x="292" y="0"/>
                </a:moveTo>
                <a:lnTo>
                  <a:pt x="0" y="0"/>
                </a:lnTo>
                <a:lnTo>
                  <a:pt x="0" y="2551"/>
                </a:lnTo>
                <a:lnTo>
                  <a:pt x="292" y="2551"/>
                </a:lnTo>
                <a:lnTo>
                  <a:pt x="292" y="0"/>
                </a:lnTo>
              </a:path>
            </a:pathLst>
          </a:custGeom>
          <a:solidFill>
            <a:schemeClr val="accent6"/>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83" name="Freeform 2361"/>
          <p:cNvSpPr>
            <a:spLocks noChangeArrowheads="1"/>
          </p:cNvSpPr>
          <p:nvPr/>
        </p:nvSpPr>
        <p:spPr bwMode="auto">
          <a:xfrm>
            <a:off x="8313348" y="3749649"/>
            <a:ext cx="117122" cy="1647014"/>
          </a:xfrm>
          <a:custGeom>
            <a:avLst/>
            <a:gdLst>
              <a:gd name="T0" fmla="*/ 292 w 293"/>
              <a:gd name="T1" fmla="*/ 0 h 4033"/>
              <a:gd name="T2" fmla="*/ 0 w 293"/>
              <a:gd name="T3" fmla="*/ 0 h 4033"/>
              <a:gd name="T4" fmla="*/ 0 w 293"/>
              <a:gd name="T5" fmla="*/ 4032 h 4033"/>
              <a:gd name="T6" fmla="*/ 292 w 293"/>
              <a:gd name="T7" fmla="*/ 4032 h 4033"/>
              <a:gd name="T8" fmla="*/ 292 w 293"/>
              <a:gd name="T9" fmla="*/ 0 h 4033"/>
            </a:gdLst>
            <a:ahLst/>
            <a:cxnLst>
              <a:cxn ang="0">
                <a:pos x="T0" y="T1"/>
              </a:cxn>
              <a:cxn ang="0">
                <a:pos x="T2" y="T3"/>
              </a:cxn>
              <a:cxn ang="0">
                <a:pos x="T4" y="T5"/>
              </a:cxn>
              <a:cxn ang="0">
                <a:pos x="T6" y="T7"/>
              </a:cxn>
              <a:cxn ang="0">
                <a:pos x="T8" y="T9"/>
              </a:cxn>
            </a:cxnLst>
            <a:rect l="0" t="0" r="r" b="b"/>
            <a:pathLst>
              <a:path w="293" h="4033">
                <a:moveTo>
                  <a:pt x="292" y="0"/>
                </a:moveTo>
                <a:lnTo>
                  <a:pt x="0" y="0"/>
                </a:lnTo>
                <a:lnTo>
                  <a:pt x="0" y="4032"/>
                </a:lnTo>
                <a:lnTo>
                  <a:pt x="292" y="4032"/>
                </a:lnTo>
                <a:lnTo>
                  <a:pt x="292" y="0"/>
                </a:lnTo>
              </a:path>
            </a:pathLst>
          </a:custGeom>
          <a:solidFill>
            <a:schemeClr val="accent5"/>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84" name="Freeform 2362"/>
          <p:cNvSpPr>
            <a:spLocks noChangeArrowheads="1"/>
          </p:cNvSpPr>
          <p:nvPr/>
        </p:nvSpPr>
        <p:spPr bwMode="auto">
          <a:xfrm>
            <a:off x="9198065" y="3567648"/>
            <a:ext cx="117122" cy="1827212"/>
          </a:xfrm>
          <a:custGeom>
            <a:avLst/>
            <a:gdLst>
              <a:gd name="T0" fmla="*/ 292 w 293"/>
              <a:gd name="T1" fmla="*/ 0 h 4478"/>
              <a:gd name="T2" fmla="*/ 0 w 293"/>
              <a:gd name="T3" fmla="*/ 0 h 4478"/>
              <a:gd name="T4" fmla="*/ 0 w 293"/>
              <a:gd name="T5" fmla="*/ 4477 h 4478"/>
              <a:gd name="T6" fmla="*/ 292 w 293"/>
              <a:gd name="T7" fmla="*/ 4477 h 4478"/>
              <a:gd name="T8" fmla="*/ 292 w 293"/>
              <a:gd name="T9" fmla="*/ 0 h 4478"/>
            </a:gdLst>
            <a:ahLst/>
            <a:cxnLst>
              <a:cxn ang="0">
                <a:pos x="T0" y="T1"/>
              </a:cxn>
              <a:cxn ang="0">
                <a:pos x="T2" y="T3"/>
              </a:cxn>
              <a:cxn ang="0">
                <a:pos x="T4" y="T5"/>
              </a:cxn>
              <a:cxn ang="0">
                <a:pos x="T6" y="T7"/>
              </a:cxn>
              <a:cxn ang="0">
                <a:pos x="T8" y="T9"/>
              </a:cxn>
            </a:cxnLst>
            <a:rect l="0" t="0" r="r" b="b"/>
            <a:pathLst>
              <a:path w="293" h="4478">
                <a:moveTo>
                  <a:pt x="292" y="0"/>
                </a:moveTo>
                <a:lnTo>
                  <a:pt x="0" y="0"/>
                </a:lnTo>
                <a:lnTo>
                  <a:pt x="0" y="4477"/>
                </a:lnTo>
                <a:lnTo>
                  <a:pt x="292" y="4477"/>
                </a:lnTo>
                <a:lnTo>
                  <a:pt x="292" y="0"/>
                </a:lnTo>
              </a:path>
            </a:pathLst>
          </a:custGeom>
          <a:solidFill>
            <a:schemeClr val="accent2"/>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85" name="Freeform 2363"/>
          <p:cNvSpPr>
            <a:spLocks noChangeArrowheads="1"/>
          </p:cNvSpPr>
          <p:nvPr/>
        </p:nvSpPr>
        <p:spPr bwMode="auto">
          <a:xfrm>
            <a:off x="8909767" y="4176719"/>
            <a:ext cx="117122" cy="1218142"/>
          </a:xfrm>
          <a:custGeom>
            <a:avLst/>
            <a:gdLst>
              <a:gd name="T0" fmla="*/ 292 w 293"/>
              <a:gd name="T1" fmla="*/ 0 h 2985"/>
              <a:gd name="T2" fmla="*/ 0 w 293"/>
              <a:gd name="T3" fmla="*/ 0 h 2985"/>
              <a:gd name="T4" fmla="*/ 0 w 293"/>
              <a:gd name="T5" fmla="*/ 2984 h 2985"/>
              <a:gd name="T6" fmla="*/ 292 w 293"/>
              <a:gd name="T7" fmla="*/ 2984 h 2985"/>
              <a:gd name="T8" fmla="*/ 292 w 293"/>
              <a:gd name="T9" fmla="*/ 0 h 2985"/>
            </a:gdLst>
            <a:ahLst/>
            <a:cxnLst>
              <a:cxn ang="0">
                <a:pos x="T0" y="T1"/>
              </a:cxn>
              <a:cxn ang="0">
                <a:pos x="T2" y="T3"/>
              </a:cxn>
              <a:cxn ang="0">
                <a:pos x="T4" y="T5"/>
              </a:cxn>
              <a:cxn ang="0">
                <a:pos x="T6" y="T7"/>
              </a:cxn>
              <a:cxn ang="0">
                <a:pos x="T8" y="T9"/>
              </a:cxn>
            </a:cxnLst>
            <a:rect l="0" t="0" r="r" b="b"/>
            <a:pathLst>
              <a:path w="293" h="2985">
                <a:moveTo>
                  <a:pt x="292" y="0"/>
                </a:moveTo>
                <a:lnTo>
                  <a:pt x="0" y="0"/>
                </a:lnTo>
                <a:lnTo>
                  <a:pt x="0" y="2984"/>
                </a:lnTo>
                <a:lnTo>
                  <a:pt x="292" y="2984"/>
                </a:lnTo>
                <a:lnTo>
                  <a:pt x="292" y="0"/>
                </a:lnTo>
              </a:path>
            </a:pathLst>
          </a:custGeom>
          <a:solidFill>
            <a:schemeClr val="accent1"/>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86" name="Freeform 2364"/>
          <p:cNvSpPr>
            <a:spLocks noChangeArrowheads="1"/>
          </p:cNvSpPr>
          <p:nvPr/>
        </p:nvSpPr>
        <p:spPr bwMode="auto">
          <a:xfrm>
            <a:off x="7414216" y="3315371"/>
            <a:ext cx="118923" cy="2079490"/>
          </a:xfrm>
          <a:custGeom>
            <a:avLst/>
            <a:gdLst>
              <a:gd name="T0" fmla="*/ 293 w 294"/>
              <a:gd name="T1" fmla="*/ 0 h 5092"/>
              <a:gd name="T2" fmla="*/ 0 w 294"/>
              <a:gd name="T3" fmla="*/ 0 h 5092"/>
              <a:gd name="T4" fmla="*/ 0 w 294"/>
              <a:gd name="T5" fmla="*/ 5091 h 5092"/>
              <a:gd name="T6" fmla="*/ 293 w 294"/>
              <a:gd name="T7" fmla="*/ 5091 h 5092"/>
              <a:gd name="T8" fmla="*/ 293 w 294"/>
              <a:gd name="T9" fmla="*/ 0 h 5092"/>
            </a:gdLst>
            <a:ahLst/>
            <a:cxnLst>
              <a:cxn ang="0">
                <a:pos x="T0" y="T1"/>
              </a:cxn>
              <a:cxn ang="0">
                <a:pos x="T2" y="T3"/>
              </a:cxn>
              <a:cxn ang="0">
                <a:pos x="T4" y="T5"/>
              </a:cxn>
              <a:cxn ang="0">
                <a:pos x="T6" y="T7"/>
              </a:cxn>
              <a:cxn ang="0">
                <a:pos x="T8" y="T9"/>
              </a:cxn>
            </a:cxnLst>
            <a:rect l="0" t="0" r="r" b="b"/>
            <a:pathLst>
              <a:path w="294" h="5092">
                <a:moveTo>
                  <a:pt x="293" y="0"/>
                </a:moveTo>
                <a:lnTo>
                  <a:pt x="0" y="0"/>
                </a:lnTo>
                <a:lnTo>
                  <a:pt x="0" y="5091"/>
                </a:lnTo>
                <a:lnTo>
                  <a:pt x="293" y="5091"/>
                </a:lnTo>
                <a:lnTo>
                  <a:pt x="293" y="0"/>
                </a:lnTo>
              </a:path>
            </a:pathLst>
          </a:custGeom>
          <a:solidFill>
            <a:schemeClr val="accent2"/>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87" name="Freeform 2365"/>
          <p:cNvSpPr>
            <a:spLocks noChangeArrowheads="1"/>
          </p:cNvSpPr>
          <p:nvPr/>
        </p:nvSpPr>
        <p:spPr bwMode="auto">
          <a:xfrm>
            <a:off x="9799888" y="3994719"/>
            <a:ext cx="118923" cy="1400142"/>
          </a:xfrm>
          <a:custGeom>
            <a:avLst/>
            <a:gdLst>
              <a:gd name="T0" fmla="*/ 293 w 294"/>
              <a:gd name="T1" fmla="*/ 0 h 3430"/>
              <a:gd name="T2" fmla="*/ 0 w 294"/>
              <a:gd name="T3" fmla="*/ 0 h 3430"/>
              <a:gd name="T4" fmla="*/ 0 w 294"/>
              <a:gd name="T5" fmla="*/ 3429 h 3430"/>
              <a:gd name="T6" fmla="*/ 293 w 294"/>
              <a:gd name="T7" fmla="*/ 3429 h 3430"/>
              <a:gd name="T8" fmla="*/ 293 w 294"/>
              <a:gd name="T9" fmla="*/ 0 h 3430"/>
            </a:gdLst>
            <a:ahLst/>
            <a:cxnLst>
              <a:cxn ang="0">
                <a:pos x="T0" y="T1"/>
              </a:cxn>
              <a:cxn ang="0">
                <a:pos x="T2" y="T3"/>
              </a:cxn>
              <a:cxn ang="0">
                <a:pos x="T4" y="T5"/>
              </a:cxn>
              <a:cxn ang="0">
                <a:pos x="T6" y="T7"/>
              </a:cxn>
              <a:cxn ang="0">
                <a:pos x="T8" y="T9"/>
              </a:cxn>
            </a:cxnLst>
            <a:rect l="0" t="0" r="r" b="b"/>
            <a:pathLst>
              <a:path w="294" h="3430">
                <a:moveTo>
                  <a:pt x="293" y="0"/>
                </a:moveTo>
                <a:lnTo>
                  <a:pt x="0" y="0"/>
                </a:lnTo>
                <a:lnTo>
                  <a:pt x="0" y="3429"/>
                </a:lnTo>
                <a:lnTo>
                  <a:pt x="293" y="3429"/>
                </a:lnTo>
                <a:lnTo>
                  <a:pt x="293" y="0"/>
                </a:lnTo>
              </a:path>
            </a:pathLst>
          </a:custGeom>
          <a:solidFill>
            <a:schemeClr val="accent4"/>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88" name="Freeform 2366"/>
          <p:cNvSpPr>
            <a:spLocks noChangeArrowheads="1"/>
          </p:cNvSpPr>
          <p:nvPr/>
        </p:nvSpPr>
        <p:spPr bwMode="auto">
          <a:xfrm>
            <a:off x="9502580" y="3897412"/>
            <a:ext cx="118923" cy="1497449"/>
          </a:xfrm>
          <a:custGeom>
            <a:avLst/>
            <a:gdLst>
              <a:gd name="T0" fmla="*/ 293 w 294"/>
              <a:gd name="T1" fmla="*/ 0 h 3671"/>
              <a:gd name="T2" fmla="*/ 0 w 294"/>
              <a:gd name="T3" fmla="*/ 0 h 3671"/>
              <a:gd name="T4" fmla="*/ 0 w 294"/>
              <a:gd name="T5" fmla="*/ 3670 h 3671"/>
              <a:gd name="T6" fmla="*/ 293 w 294"/>
              <a:gd name="T7" fmla="*/ 3670 h 3671"/>
              <a:gd name="T8" fmla="*/ 293 w 294"/>
              <a:gd name="T9" fmla="*/ 0 h 3671"/>
            </a:gdLst>
            <a:ahLst/>
            <a:cxnLst>
              <a:cxn ang="0">
                <a:pos x="T0" y="T1"/>
              </a:cxn>
              <a:cxn ang="0">
                <a:pos x="T2" y="T3"/>
              </a:cxn>
              <a:cxn ang="0">
                <a:pos x="T4" y="T5"/>
              </a:cxn>
              <a:cxn ang="0">
                <a:pos x="T6" y="T7"/>
              </a:cxn>
              <a:cxn ang="0">
                <a:pos x="T8" y="T9"/>
              </a:cxn>
            </a:cxnLst>
            <a:rect l="0" t="0" r="r" b="b"/>
            <a:pathLst>
              <a:path w="294" h="3671">
                <a:moveTo>
                  <a:pt x="293" y="0"/>
                </a:moveTo>
                <a:lnTo>
                  <a:pt x="0" y="0"/>
                </a:lnTo>
                <a:lnTo>
                  <a:pt x="0" y="3670"/>
                </a:lnTo>
                <a:lnTo>
                  <a:pt x="293" y="3670"/>
                </a:lnTo>
                <a:lnTo>
                  <a:pt x="293" y="0"/>
                </a:lnTo>
              </a:path>
            </a:pathLst>
          </a:custGeom>
          <a:solidFill>
            <a:schemeClr val="accent3"/>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89" name="Freeform 2367"/>
          <p:cNvSpPr>
            <a:spLocks noChangeArrowheads="1"/>
          </p:cNvSpPr>
          <p:nvPr/>
        </p:nvSpPr>
        <p:spPr bwMode="auto">
          <a:xfrm>
            <a:off x="10088187" y="3538817"/>
            <a:ext cx="117122" cy="1857846"/>
          </a:xfrm>
          <a:custGeom>
            <a:avLst/>
            <a:gdLst>
              <a:gd name="T0" fmla="*/ 292 w 293"/>
              <a:gd name="T1" fmla="*/ 0 h 4549"/>
              <a:gd name="T2" fmla="*/ 0 w 293"/>
              <a:gd name="T3" fmla="*/ 0 h 4549"/>
              <a:gd name="T4" fmla="*/ 0 w 293"/>
              <a:gd name="T5" fmla="*/ 4548 h 4549"/>
              <a:gd name="T6" fmla="*/ 292 w 293"/>
              <a:gd name="T7" fmla="*/ 4548 h 4549"/>
              <a:gd name="T8" fmla="*/ 292 w 293"/>
              <a:gd name="T9" fmla="*/ 0 h 4549"/>
            </a:gdLst>
            <a:ahLst/>
            <a:cxnLst>
              <a:cxn ang="0">
                <a:pos x="T0" y="T1"/>
              </a:cxn>
              <a:cxn ang="0">
                <a:pos x="T2" y="T3"/>
              </a:cxn>
              <a:cxn ang="0">
                <a:pos x="T4" y="T5"/>
              </a:cxn>
              <a:cxn ang="0">
                <a:pos x="T6" y="T7"/>
              </a:cxn>
              <a:cxn ang="0">
                <a:pos x="T8" y="T9"/>
              </a:cxn>
            </a:cxnLst>
            <a:rect l="0" t="0" r="r" b="b"/>
            <a:pathLst>
              <a:path w="293" h="4549">
                <a:moveTo>
                  <a:pt x="292" y="0"/>
                </a:moveTo>
                <a:lnTo>
                  <a:pt x="0" y="0"/>
                </a:lnTo>
                <a:lnTo>
                  <a:pt x="0" y="4548"/>
                </a:lnTo>
                <a:lnTo>
                  <a:pt x="292" y="4548"/>
                </a:lnTo>
                <a:lnTo>
                  <a:pt x="292" y="0"/>
                </a:lnTo>
              </a:path>
            </a:pathLst>
          </a:custGeom>
          <a:solidFill>
            <a:schemeClr val="accent5"/>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29" name="TextBox 128"/>
          <p:cNvSpPr txBox="1"/>
          <p:nvPr/>
        </p:nvSpPr>
        <p:spPr>
          <a:xfrm>
            <a:off x="6294422" y="1752681"/>
            <a:ext cx="4010660" cy="394970"/>
          </a:xfrm>
          <a:prstGeom prst="rect">
            <a:avLst/>
          </a:prstGeom>
          <a:noFill/>
        </p:spPr>
        <p:txBody>
          <a:bodyPr wrap="none" lIns="91421" tIns="45711" rIns="91421" bIns="45711" rtlCol="0">
            <a:spAutoFit/>
          </a:bodyPr>
          <a:lstStyle/>
          <a:p>
            <a:pPr algn="l"/>
            <a:r>
              <a:rPr sz="2000" b="1" dirty="0">
                <a:latin typeface="微软雅黑" panose="020B0503020204020204" charset="-122"/>
              </a:rPr>
              <a:t>请在此粘贴或者输入您的文字内容</a:t>
            </a:r>
          </a:p>
        </p:txBody>
      </p:sp>
      <p:sp>
        <p:nvSpPr>
          <p:cNvPr id="130" name="TextBox 129"/>
          <p:cNvSpPr txBox="1"/>
          <p:nvPr/>
        </p:nvSpPr>
        <p:spPr>
          <a:xfrm>
            <a:off x="6292330" y="2066948"/>
            <a:ext cx="5124459" cy="491490"/>
          </a:xfrm>
          <a:prstGeom prst="rect">
            <a:avLst/>
          </a:prstGeom>
          <a:noFill/>
        </p:spPr>
        <p:txBody>
          <a:bodyPr wrap="square" lIns="91421" tIns="45711" rIns="91421" bIns="45711" rtlCol="0">
            <a:spAutoFit/>
          </a:bodyPr>
          <a:lstStyle/>
          <a:p>
            <a:pPr>
              <a:lnSpc>
                <a:spcPct val="110000"/>
              </a:lnSpc>
            </a:pPr>
            <a:r>
              <a:rPr lang="en-US" sz="1200" dirty="0">
                <a:solidFill>
                  <a:schemeClr val="tx1"/>
                </a:solidFill>
                <a:effectLst/>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a:t>
            </a:r>
          </a:p>
        </p:txBody>
      </p:sp>
      <p:sp>
        <p:nvSpPr>
          <p:cNvPr id="131" name="Text Box 2323"/>
          <p:cNvSpPr txBox="1">
            <a:spLocks noChangeArrowheads="1"/>
          </p:cNvSpPr>
          <p:nvPr/>
        </p:nvSpPr>
        <p:spPr bwMode="auto">
          <a:xfrm>
            <a:off x="1241122" y="5223673"/>
            <a:ext cx="14859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1000" dirty="0">
                <a:solidFill>
                  <a:schemeClr val="tx1"/>
                </a:solidFill>
                <a:latin typeface="微软雅黑" panose="020B0503020204020204" charset="-122"/>
                <a:cs typeface="Aparajita" panose="020B0604020202020204" pitchFamily="34" charset="0"/>
              </a:rPr>
              <a:t>10</a:t>
            </a:r>
          </a:p>
        </p:txBody>
      </p:sp>
      <p:sp>
        <p:nvSpPr>
          <p:cNvPr id="132" name="Text Box 2324"/>
          <p:cNvSpPr txBox="1">
            <a:spLocks noChangeArrowheads="1"/>
          </p:cNvSpPr>
          <p:nvPr/>
        </p:nvSpPr>
        <p:spPr bwMode="auto">
          <a:xfrm>
            <a:off x="1241122" y="4964187"/>
            <a:ext cx="14859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1000" dirty="0">
                <a:solidFill>
                  <a:schemeClr val="tx1"/>
                </a:solidFill>
                <a:latin typeface="微软雅黑" panose="020B0503020204020204" charset="-122"/>
                <a:cs typeface="Aparajita" panose="020B0604020202020204" pitchFamily="34" charset="0"/>
              </a:rPr>
              <a:t>20</a:t>
            </a:r>
          </a:p>
        </p:txBody>
      </p:sp>
      <p:sp>
        <p:nvSpPr>
          <p:cNvPr id="133" name="Text Box 2325"/>
          <p:cNvSpPr txBox="1">
            <a:spLocks noChangeArrowheads="1"/>
          </p:cNvSpPr>
          <p:nvPr/>
        </p:nvSpPr>
        <p:spPr bwMode="auto">
          <a:xfrm>
            <a:off x="1241122" y="4704701"/>
            <a:ext cx="14859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1000" dirty="0">
                <a:solidFill>
                  <a:schemeClr val="tx1"/>
                </a:solidFill>
                <a:latin typeface="微软雅黑" panose="020B0503020204020204" charset="-122"/>
                <a:cs typeface="Aparajita" panose="020B0604020202020204" pitchFamily="34" charset="0"/>
              </a:rPr>
              <a:t>30</a:t>
            </a:r>
          </a:p>
        </p:txBody>
      </p:sp>
      <p:sp>
        <p:nvSpPr>
          <p:cNvPr id="134" name="Text Box 2326"/>
          <p:cNvSpPr txBox="1">
            <a:spLocks noChangeArrowheads="1"/>
          </p:cNvSpPr>
          <p:nvPr/>
        </p:nvSpPr>
        <p:spPr bwMode="auto">
          <a:xfrm>
            <a:off x="1241122" y="4445215"/>
            <a:ext cx="14859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1000" dirty="0">
                <a:solidFill>
                  <a:schemeClr val="tx1"/>
                </a:solidFill>
                <a:latin typeface="微软雅黑" panose="020B0503020204020204" charset="-122"/>
                <a:cs typeface="Aparajita" panose="020B0604020202020204" pitchFamily="34" charset="0"/>
              </a:rPr>
              <a:t>40</a:t>
            </a:r>
          </a:p>
        </p:txBody>
      </p:sp>
      <p:sp>
        <p:nvSpPr>
          <p:cNvPr id="135" name="Text Box 2327"/>
          <p:cNvSpPr txBox="1">
            <a:spLocks noChangeArrowheads="1"/>
          </p:cNvSpPr>
          <p:nvPr/>
        </p:nvSpPr>
        <p:spPr bwMode="auto">
          <a:xfrm>
            <a:off x="1241122" y="4185730"/>
            <a:ext cx="14859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1000" dirty="0">
                <a:solidFill>
                  <a:schemeClr val="tx1"/>
                </a:solidFill>
                <a:latin typeface="微软雅黑" panose="020B0503020204020204" charset="-122"/>
                <a:cs typeface="Aparajita" panose="020B0604020202020204" pitchFamily="34" charset="0"/>
              </a:rPr>
              <a:t>50</a:t>
            </a:r>
          </a:p>
        </p:txBody>
      </p:sp>
      <p:sp>
        <p:nvSpPr>
          <p:cNvPr id="136" name="Text Box 2328"/>
          <p:cNvSpPr txBox="1">
            <a:spLocks noChangeArrowheads="1"/>
          </p:cNvSpPr>
          <p:nvPr/>
        </p:nvSpPr>
        <p:spPr bwMode="auto">
          <a:xfrm>
            <a:off x="1241122" y="3926244"/>
            <a:ext cx="14859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1000" dirty="0">
                <a:solidFill>
                  <a:schemeClr val="tx1"/>
                </a:solidFill>
                <a:latin typeface="微软雅黑" panose="020B0503020204020204" charset="-122"/>
                <a:cs typeface="Aparajita" panose="020B0604020202020204" pitchFamily="34" charset="0"/>
              </a:rPr>
              <a:t>60</a:t>
            </a:r>
          </a:p>
        </p:txBody>
      </p:sp>
      <p:sp>
        <p:nvSpPr>
          <p:cNvPr id="137" name="Text Box 2329"/>
          <p:cNvSpPr txBox="1">
            <a:spLocks noChangeArrowheads="1"/>
          </p:cNvSpPr>
          <p:nvPr/>
        </p:nvSpPr>
        <p:spPr bwMode="auto">
          <a:xfrm>
            <a:off x="1241122" y="3664956"/>
            <a:ext cx="14859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1000" dirty="0">
                <a:solidFill>
                  <a:schemeClr val="tx1"/>
                </a:solidFill>
                <a:latin typeface="微软雅黑" panose="020B0503020204020204" charset="-122"/>
                <a:cs typeface="Aparajita" panose="020B0604020202020204" pitchFamily="34" charset="0"/>
              </a:rPr>
              <a:t>70</a:t>
            </a:r>
          </a:p>
        </p:txBody>
      </p:sp>
      <p:sp>
        <p:nvSpPr>
          <p:cNvPr id="138" name="Text Box 2330"/>
          <p:cNvSpPr txBox="1">
            <a:spLocks noChangeArrowheads="1"/>
          </p:cNvSpPr>
          <p:nvPr/>
        </p:nvSpPr>
        <p:spPr bwMode="auto">
          <a:xfrm>
            <a:off x="1241122" y="3407272"/>
            <a:ext cx="14859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1000" dirty="0">
                <a:solidFill>
                  <a:schemeClr val="tx1"/>
                </a:solidFill>
                <a:latin typeface="微软雅黑" panose="020B0503020204020204" charset="-122"/>
                <a:cs typeface="Aparajita" panose="020B0604020202020204" pitchFamily="34" charset="0"/>
              </a:rPr>
              <a:t>80</a:t>
            </a:r>
          </a:p>
        </p:txBody>
      </p:sp>
      <p:sp>
        <p:nvSpPr>
          <p:cNvPr id="139" name="Text Box 2331"/>
          <p:cNvSpPr txBox="1">
            <a:spLocks noChangeArrowheads="1"/>
          </p:cNvSpPr>
          <p:nvPr/>
        </p:nvSpPr>
        <p:spPr bwMode="auto">
          <a:xfrm>
            <a:off x="1241122" y="3147787"/>
            <a:ext cx="148590"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1000" dirty="0">
                <a:solidFill>
                  <a:schemeClr val="tx1"/>
                </a:solidFill>
                <a:latin typeface="微软雅黑" panose="020B0503020204020204" charset="-122"/>
                <a:cs typeface="Aparajita" panose="020B0604020202020204" pitchFamily="34" charset="0"/>
              </a:rPr>
              <a:t>90</a:t>
            </a:r>
          </a:p>
        </p:txBody>
      </p:sp>
      <p:sp>
        <p:nvSpPr>
          <p:cNvPr id="140" name="Text Box 2332"/>
          <p:cNvSpPr txBox="1">
            <a:spLocks noChangeArrowheads="1"/>
          </p:cNvSpPr>
          <p:nvPr/>
        </p:nvSpPr>
        <p:spPr bwMode="auto">
          <a:xfrm>
            <a:off x="1150818" y="2884697"/>
            <a:ext cx="222885" cy="16319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1000" dirty="0">
                <a:solidFill>
                  <a:schemeClr val="tx1"/>
                </a:solidFill>
                <a:latin typeface="微软雅黑" panose="020B0503020204020204" charset="-122"/>
                <a:cs typeface="Aparajita" panose="020B0604020202020204" pitchFamily="34" charset="0"/>
              </a:rPr>
              <a:t>100</a:t>
            </a:r>
          </a:p>
        </p:txBody>
      </p:sp>
      <p:sp>
        <p:nvSpPr>
          <p:cNvPr id="141" name="Freeform 2333"/>
          <p:cNvSpPr>
            <a:spLocks noChangeArrowheads="1"/>
          </p:cNvSpPr>
          <p:nvPr/>
        </p:nvSpPr>
        <p:spPr bwMode="auto">
          <a:xfrm rot="10800000" flipH="1" flipV="1">
            <a:off x="1608063" y="5393385"/>
            <a:ext cx="3756169" cy="22860"/>
          </a:xfrm>
          <a:custGeom>
            <a:avLst/>
            <a:gdLst>
              <a:gd name="T0" fmla="*/ 0 w 10"/>
              <a:gd name="T1" fmla="*/ 5998 h 5999"/>
              <a:gd name="T2" fmla="*/ 9 w 10"/>
              <a:gd name="T3" fmla="*/ 5998 h 5999"/>
              <a:gd name="T4" fmla="*/ 9 w 10"/>
              <a:gd name="T5" fmla="*/ 0 h 5999"/>
              <a:gd name="T6" fmla="*/ 0 w 10"/>
              <a:gd name="T7" fmla="*/ 0 h 5999"/>
              <a:gd name="T8" fmla="*/ 0 w 10"/>
              <a:gd name="T9" fmla="*/ 5998 h 5999"/>
            </a:gdLst>
            <a:ahLst/>
            <a:cxnLst>
              <a:cxn ang="0">
                <a:pos x="T0" y="T1"/>
              </a:cxn>
              <a:cxn ang="0">
                <a:pos x="T2" y="T3"/>
              </a:cxn>
              <a:cxn ang="0">
                <a:pos x="T4" y="T5"/>
              </a:cxn>
              <a:cxn ang="0">
                <a:pos x="T6" y="T7"/>
              </a:cxn>
              <a:cxn ang="0">
                <a:pos x="T8" y="T9"/>
              </a:cxn>
            </a:cxnLst>
            <a:rect l="0" t="0" r="r" b="b"/>
            <a:pathLst>
              <a:path w="10" h="5999">
                <a:moveTo>
                  <a:pt x="0" y="5998"/>
                </a:moveTo>
                <a:lnTo>
                  <a:pt x="9" y="5998"/>
                </a:lnTo>
                <a:lnTo>
                  <a:pt x="9" y="0"/>
                </a:lnTo>
                <a:lnTo>
                  <a:pt x="0" y="0"/>
                </a:lnTo>
                <a:lnTo>
                  <a:pt x="0" y="5998"/>
                </a:lnTo>
              </a:path>
            </a:pathLst>
          </a:custGeom>
          <a:solidFill>
            <a:schemeClr val="bg1">
              <a:lumMod val="75000"/>
            </a:schemeClr>
          </a:solidFill>
          <a:ln w="9525" cap="flat">
            <a:noFill/>
            <a:bevel/>
          </a:ln>
          <a:effectLst/>
        </p:spPr>
        <p:txBody>
          <a:bodyPr wrap="none" anchor="ctr"/>
          <a:lstStyle/>
          <a:p>
            <a:endParaRPr lang="en-US" sz="4800" dirty="0">
              <a:solidFill>
                <a:schemeClr val="tx1"/>
              </a:solidFill>
              <a:latin typeface="微软雅黑" panose="020B0503020204020204" charset="-122"/>
            </a:endParaRPr>
          </a:p>
        </p:txBody>
      </p:sp>
      <p:sp>
        <p:nvSpPr>
          <p:cNvPr id="142" name="Freeform 2334"/>
          <p:cNvSpPr>
            <a:spLocks noChangeArrowheads="1"/>
          </p:cNvSpPr>
          <p:nvPr/>
        </p:nvSpPr>
        <p:spPr bwMode="auto">
          <a:xfrm>
            <a:off x="1966791" y="2933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43" name="Freeform 2335"/>
          <p:cNvSpPr>
            <a:spLocks noChangeArrowheads="1"/>
          </p:cNvSpPr>
          <p:nvPr/>
        </p:nvSpPr>
        <p:spPr bwMode="auto">
          <a:xfrm>
            <a:off x="2093791" y="3060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52" name="Freeform 2336"/>
          <p:cNvSpPr>
            <a:spLocks noChangeArrowheads="1"/>
          </p:cNvSpPr>
          <p:nvPr/>
        </p:nvSpPr>
        <p:spPr bwMode="auto">
          <a:xfrm>
            <a:off x="2264099" y="2933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53" name="Freeform 2337"/>
          <p:cNvSpPr>
            <a:spLocks noChangeArrowheads="1"/>
          </p:cNvSpPr>
          <p:nvPr/>
        </p:nvSpPr>
        <p:spPr bwMode="auto">
          <a:xfrm>
            <a:off x="2391099" y="3060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54" name="Freeform 2338"/>
          <p:cNvSpPr>
            <a:spLocks noChangeArrowheads="1"/>
          </p:cNvSpPr>
          <p:nvPr/>
        </p:nvSpPr>
        <p:spPr bwMode="auto">
          <a:xfrm>
            <a:off x="2559605" y="2933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55" name="Freeform 2339"/>
          <p:cNvSpPr>
            <a:spLocks noChangeArrowheads="1"/>
          </p:cNvSpPr>
          <p:nvPr/>
        </p:nvSpPr>
        <p:spPr bwMode="auto">
          <a:xfrm>
            <a:off x="2686605" y="3060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56" name="Freeform 2342"/>
          <p:cNvSpPr>
            <a:spLocks noChangeArrowheads="1"/>
          </p:cNvSpPr>
          <p:nvPr/>
        </p:nvSpPr>
        <p:spPr bwMode="auto">
          <a:xfrm>
            <a:off x="3157826" y="2933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57" name="Freeform 2343"/>
          <p:cNvSpPr>
            <a:spLocks noChangeArrowheads="1"/>
          </p:cNvSpPr>
          <p:nvPr/>
        </p:nvSpPr>
        <p:spPr bwMode="auto">
          <a:xfrm>
            <a:off x="3284826" y="3060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58" name="Freeform 2344"/>
          <p:cNvSpPr>
            <a:spLocks noChangeArrowheads="1"/>
          </p:cNvSpPr>
          <p:nvPr/>
        </p:nvSpPr>
        <p:spPr bwMode="auto">
          <a:xfrm>
            <a:off x="3453332" y="2933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59" name="Freeform 2345"/>
          <p:cNvSpPr>
            <a:spLocks noChangeArrowheads="1"/>
          </p:cNvSpPr>
          <p:nvPr/>
        </p:nvSpPr>
        <p:spPr bwMode="auto">
          <a:xfrm>
            <a:off x="3580332" y="3060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60" name="Freeform 2346"/>
          <p:cNvSpPr>
            <a:spLocks noChangeArrowheads="1"/>
          </p:cNvSpPr>
          <p:nvPr/>
        </p:nvSpPr>
        <p:spPr bwMode="auto">
          <a:xfrm>
            <a:off x="3750641" y="2933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61" name="Freeform 2347"/>
          <p:cNvSpPr>
            <a:spLocks noChangeArrowheads="1"/>
          </p:cNvSpPr>
          <p:nvPr/>
        </p:nvSpPr>
        <p:spPr bwMode="auto">
          <a:xfrm>
            <a:off x="3877641" y="3060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62" name="Freeform 2348"/>
          <p:cNvSpPr>
            <a:spLocks noChangeArrowheads="1"/>
          </p:cNvSpPr>
          <p:nvPr/>
        </p:nvSpPr>
        <p:spPr bwMode="auto">
          <a:xfrm>
            <a:off x="4047948" y="2933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63" name="Freeform 2349"/>
          <p:cNvSpPr>
            <a:spLocks noChangeArrowheads="1"/>
          </p:cNvSpPr>
          <p:nvPr/>
        </p:nvSpPr>
        <p:spPr bwMode="auto">
          <a:xfrm>
            <a:off x="4174948" y="3060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64" name="Freeform 2352"/>
          <p:cNvSpPr>
            <a:spLocks noChangeArrowheads="1"/>
          </p:cNvSpPr>
          <p:nvPr/>
        </p:nvSpPr>
        <p:spPr bwMode="auto">
          <a:xfrm>
            <a:off x="4644366" y="2933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65" name="Freeform 2353"/>
          <p:cNvSpPr>
            <a:spLocks noChangeArrowheads="1"/>
          </p:cNvSpPr>
          <p:nvPr/>
        </p:nvSpPr>
        <p:spPr bwMode="auto">
          <a:xfrm>
            <a:off x="4771366" y="3060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66" name="Freeform 2354"/>
          <p:cNvSpPr>
            <a:spLocks noChangeArrowheads="1"/>
          </p:cNvSpPr>
          <p:nvPr/>
        </p:nvSpPr>
        <p:spPr bwMode="auto">
          <a:xfrm>
            <a:off x="4941675" y="2933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67" name="Freeform 2355"/>
          <p:cNvSpPr>
            <a:spLocks noChangeArrowheads="1"/>
          </p:cNvSpPr>
          <p:nvPr/>
        </p:nvSpPr>
        <p:spPr bwMode="auto">
          <a:xfrm>
            <a:off x="5068675" y="3060350"/>
            <a:ext cx="0" cy="2448896"/>
          </a:xfrm>
          <a:custGeom>
            <a:avLst/>
            <a:gdLst>
              <a:gd name="T0" fmla="*/ 0 w 1"/>
              <a:gd name="T1" fmla="*/ 0 h 5999"/>
              <a:gd name="T2" fmla="*/ 0 w 1"/>
              <a:gd name="T3" fmla="*/ 0 h 5999"/>
              <a:gd name="T4" fmla="*/ 0 w 1"/>
              <a:gd name="T5" fmla="*/ 5998 h 5999"/>
              <a:gd name="T6" fmla="*/ 0 w 1"/>
              <a:gd name="T7" fmla="*/ 5998 h 5999"/>
              <a:gd name="T8" fmla="*/ 0 w 1"/>
              <a:gd name="T9" fmla="*/ 0 h 5999"/>
            </a:gdLst>
            <a:ahLst/>
            <a:cxnLst>
              <a:cxn ang="0">
                <a:pos x="T0" y="T1"/>
              </a:cxn>
              <a:cxn ang="0">
                <a:pos x="T2" y="T3"/>
              </a:cxn>
              <a:cxn ang="0">
                <a:pos x="T4" y="T5"/>
              </a:cxn>
              <a:cxn ang="0">
                <a:pos x="T6" y="T7"/>
              </a:cxn>
              <a:cxn ang="0">
                <a:pos x="T8" y="T9"/>
              </a:cxn>
            </a:cxnLst>
            <a:rect l="0" t="0" r="r" b="b"/>
            <a:pathLst>
              <a:path w="1" h="5999">
                <a:moveTo>
                  <a:pt x="0" y="0"/>
                </a:moveTo>
                <a:lnTo>
                  <a:pt x="0" y="0"/>
                </a:lnTo>
                <a:lnTo>
                  <a:pt x="0" y="5998"/>
                </a:lnTo>
                <a:lnTo>
                  <a:pt x="0" y="5998"/>
                </a:lnTo>
                <a:lnTo>
                  <a:pt x="0" y="0"/>
                </a:lnTo>
              </a:path>
            </a:pathLst>
          </a:custGeom>
          <a:solidFill>
            <a:srgbClr val="BFBDBC"/>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68" name="Freeform 2356"/>
          <p:cNvSpPr>
            <a:spLocks noChangeArrowheads="1"/>
          </p:cNvSpPr>
          <p:nvPr/>
        </p:nvSpPr>
        <p:spPr bwMode="auto">
          <a:xfrm>
            <a:off x="1608220" y="3897412"/>
            <a:ext cx="118923" cy="1497449"/>
          </a:xfrm>
          <a:custGeom>
            <a:avLst/>
            <a:gdLst>
              <a:gd name="T0" fmla="*/ 293 w 294"/>
              <a:gd name="T1" fmla="*/ 0 h 3671"/>
              <a:gd name="T2" fmla="*/ 0 w 294"/>
              <a:gd name="T3" fmla="*/ 0 h 3671"/>
              <a:gd name="T4" fmla="*/ 0 w 294"/>
              <a:gd name="T5" fmla="*/ 3670 h 3671"/>
              <a:gd name="T6" fmla="*/ 293 w 294"/>
              <a:gd name="T7" fmla="*/ 3670 h 3671"/>
              <a:gd name="T8" fmla="*/ 293 w 294"/>
              <a:gd name="T9" fmla="*/ 0 h 3671"/>
            </a:gdLst>
            <a:ahLst/>
            <a:cxnLst>
              <a:cxn ang="0">
                <a:pos x="T0" y="T1"/>
              </a:cxn>
              <a:cxn ang="0">
                <a:pos x="T2" y="T3"/>
              </a:cxn>
              <a:cxn ang="0">
                <a:pos x="T4" y="T5"/>
              </a:cxn>
              <a:cxn ang="0">
                <a:pos x="T6" y="T7"/>
              </a:cxn>
              <a:cxn ang="0">
                <a:pos x="T8" y="T9"/>
              </a:cxn>
            </a:cxnLst>
            <a:rect l="0" t="0" r="r" b="b"/>
            <a:pathLst>
              <a:path w="294" h="3671">
                <a:moveTo>
                  <a:pt x="293" y="0"/>
                </a:moveTo>
                <a:lnTo>
                  <a:pt x="0" y="0"/>
                </a:lnTo>
                <a:lnTo>
                  <a:pt x="0" y="3670"/>
                </a:lnTo>
                <a:lnTo>
                  <a:pt x="293" y="3670"/>
                </a:lnTo>
                <a:lnTo>
                  <a:pt x="293" y="0"/>
                </a:lnTo>
              </a:path>
            </a:pathLst>
          </a:custGeom>
          <a:solidFill>
            <a:schemeClr val="accent1"/>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69" name="Freeform 2357"/>
          <p:cNvSpPr>
            <a:spLocks noChangeArrowheads="1"/>
          </p:cNvSpPr>
          <p:nvPr/>
        </p:nvSpPr>
        <p:spPr bwMode="auto">
          <a:xfrm>
            <a:off x="2501946" y="3897412"/>
            <a:ext cx="117122" cy="1497449"/>
          </a:xfrm>
          <a:custGeom>
            <a:avLst/>
            <a:gdLst>
              <a:gd name="T0" fmla="*/ 292 w 293"/>
              <a:gd name="T1" fmla="*/ 0 h 3671"/>
              <a:gd name="T2" fmla="*/ 0 w 293"/>
              <a:gd name="T3" fmla="*/ 0 h 3671"/>
              <a:gd name="T4" fmla="*/ 0 w 293"/>
              <a:gd name="T5" fmla="*/ 3670 h 3671"/>
              <a:gd name="T6" fmla="*/ 292 w 293"/>
              <a:gd name="T7" fmla="*/ 3670 h 3671"/>
              <a:gd name="T8" fmla="*/ 292 w 293"/>
              <a:gd name="T9" fmla="*/ 0 h 3671"/>
            </a:gdLst>
            <a:ahLst/>
            <a:cxnLst>
              <a:cxn ang="0">
                <a:pos x="T0" y="T1"/>
              </a:cxn>
              <a:cxn ang="0">
                <a:pos x="T2" y="T3"/>
              </a:cxn>
              <a:cxn ang="0">
                <a:pos x="T4" y="T5"/>
              </a:cxn>
              <a:cxn ang="0">
                <a:pos x="T6" y="T7"/>
              </a:cxn>
              <a:cxn ang="0">
                <a:pos x="T8" y="T9"/>
              </a:cxn>
            </a:cxnLst>
            <a:rect l="0" t="0" r="r" b="b"/>
            <a:pathLst>
              <a:path w="293" h="3671">
                <a:moveTo>
                  <a:pt x="292" y="0"/>
                </a:moveTo>
                <a:lnTo>
                  <a:pt x="0" y="0"/>
                </a:lnTo>
                <a:lnTo>
                  <a:pt x="0" y="3670"/>
                </a:lnTo>
                <a:lnTo>
                  <a:pt x="292" y="3670"/>
                </a:lnTo>
                <a:lnTo>
                  <a:pt x="292" y="0"/>
                </a:lnTo>
              </a:path>
            </a:pathLst>
          </a:custGeom>
          <a:solidFill>
            <a:schemeClr val="accent4"/>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70" name="Freeform 2358"/>
          <p:cNvSpPr>
            <a:spLocks noChangeArrowheads="1"/>
          </p:cNvSpPr>
          <p:nvPr/>
        </p:nvSpPr>
        <p:spPr bwMode="auto">
          <a:xfrm>
            <a:off x="4884015" y="4353314"/>
            <a:ext cx="113518" cy="1041547"/>
          </a:xfrm>
          <a:custGeom>
            <a:avLst/>
            <a:gdLst>
              <a:gd name="T0" fmla="*/ 282 w 283"/>
              <a:gd name="T1" fmla="*/ 0 h 2552"/>
              <a:gd name="T2" fmla="*/ 0 w 283"/>
              <a:gd name="T3" fmla="*/ 0 h 2552"/>
              <a:gd name="T4" fmla="*/ 0 w 283"/>
              <a:gd name="T5" fmla="*/ 2551 h 2552"/>
              <a:gd name="T6" fmla="*/ 282 w 283"/>
              <a:gd name="T7" fmla="*/ 2551 h 2552"/>
              <a:gd name="T8" fmla="*/ 282 w 283"/>
              <a:gd name="T9" fmla="*/ 0 h 2552"/>
            </a:gdLst>
            <a:ahLst/>
            <a:cxnLst>
              <a:cxn ang="0">
                <a:pos x="T0" y="T1"/>
              </a:cxn>
              <a:cxn ang="0">
                <a:pos x="T2" y="T3"/>
              </a:cxn>
              <a:cxn ang="0">
                <a:pos x="T4" y="T5"/>
              </a:cxn>
              <a:cxn ang="0">
                <a:pos x="T6" y="T7"/>
              </a:cxn>
              <a:cxn ang="0">
                <a:pos x="T8" y="T9"/>
              </a:cxn>
            </a:cxnLst>
            <a:rect l="0" t="0" r="r" b="b"/>
            <a:pathLst>
              <a:path w="283" h="2552">
                <a:moveTo>
                  <a:pt x="282" y="0"/>
                </a:moveTo>
                <a:lnTo>
                  <a:pt x="0" y="0"/>
                </a:lnTo>
                <a:lnTo>
                  <a:pt x="0" y="2551"/>
                </a:lnTo>
                <a:lnTo>
                  <a:pt x="282" y="2551"/>
                </a:lnTo>
                <a:lnTo>
                  <a:pt x="282" y="0"/>
                </a:lnTo>
              </a:path>
            </a:pathLst>
          </a:custGeom>
          <a:solidFill>
            <a:schemeClr val="accent6"/>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71" name="Freeform 2359"/>
          <p:cNvSpPr>
            <a:spLocks noChangeArrowheads="1"/>
          </p:cNvSpPr>
          <p:nvPr/>
        </p:nvSpPr>
        <p:spPr bwMode="auto">
          <a:xfrm>
            <a:off x="2206440" y="3538817"/>
            <a:ext cx="117122" cy="1857846"/>
          </a:xfrm>
          <a:custGeom>
            <a:avLst/>
            <a:gdLst>
              <a:gd name="T0" fmla="*/ 292 w 293"/>
              <a:gd name="T1" fmla="*/ 0 h 4549"/>
              <a:gd name="T2" fmla="*/ 0 w 293"/>
              <a:gd name="T3" fmla="*/ 0 h 4549"/>
              <a:gd name="T4" fmla="*/ 0 w 293"/>
              <a:gd name="T5" fmla="*/ 4548 h 4549"/>
              <a:gd name="T6" fmla="*/ 292 w 293"/>
              <a:gd name="T7" fmla="*/ 4548 h 4549"/>
              <a:gd name="T8" fmla="*/ 292 w 293"/>
              <a:gd name="T9" fmla="*/ 0 h 4549"/>
            </a:gdLst>
            <a:ahLst/>
            <a:cxnLst>
              <a:cxn ang="0">
                <a:pos x="T0" y="T1"/>
              </a:cxn>
              <a:cxn ang="0">
                <a:pos x="T2" y="T3"/>
              </a:cxn>
              <a:cxn ang="0">
                <a:pos x="T4" y="T5"/>
              </a:cxn>
              <a:cxn ang="0">
                <a:pos x="T6" y="T7"/>
              </a:cxn>
              <a:cxn ang="0">
                <a:pos x="T8" y="T9"/>
              </a:cxn>
            </a:cxnLst>
            <a:rect l="0" t="0" r="r" b="b"/>
            <a:pathLst>
              <a:path w="293" h="4549">
                <a:moveTo>
                  <a:pt x="292" y="0"/>
                </a:moveTo>
                <a:lnTo>
                  <a:pt x="0" y="0"/>
                </a:lnTo>
                <a:lnTo>
                  <a:pt x="0" y="4548"/>
                </a:lnTo>
                <a:lnTo>
                  <a:pt x="292" y="4548"/>
                </a:lnTo>
                <a:lnTo>
                  <a:pt x="292" y="0"/>
                </a:lnTo>
              </a:path>
            </a:pathLst>
          </a:custGeom>
          <a:solidFill>
            <a:schemeClr val="accent3"/>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72" name="Freeform 2360"/>
          <p:cNvSpPr>
            <a:spLocks noChangeArrowheads="1"/>
          </p:cNvSpPr>
          <p:nvPr/>
        </p:nvSpPr>
        <p:spPr bwMode="auto">
          <a:xfrm>
            <a:off x="3100165" y="4353314"/>
            <a:ext cx="117122" cy="1041547"/>
          </a:xfrm>
          <a:custGeom>
            <a:avLst/>
            <a:gdLst>
              <a:gd name="T0" fmla="*/ 292 w 293"/>
              <a:gd name="T1" fmla="*/ 0 h 2552"/>
              <a:gd name="T2" fmla="*/ 0 w 293"/>
              <a:gd name="T3" fmla="*/ 0 h 2552"/>
              <a:gd name="T4" fmla="*/ 0 w 293"/>
              <a:gd name="T5" fmla="*/ 2551 h 2552"/>
              <a:gd name="T6" fmla="*/ 292 w 293"/>
              <a:gd name="T7" fmla="*/ 2551 h 2552"/>
              <a:gd name="T8" fmla="*/ 292 w 293"/>
              <a:gd name="T9" fmla="*/ 0 h 2552"/>
            </a:gdLst>
            <a:ahLst/>
            <a:cxnLst>
              <a:cxn ang="0">
                <a:pos x="T0" y="T1"/>
              </a:cxn>
              <a:cxn ang="0">
                <a:pos x="T2" y="T3"/>
              </a:cxn>
              <a:cxn ang="0">
                <a:pos x="T4" y="T5"/>
              </a:cxn>
              <a:cxn ang="0">
                <a:pos x="T6" y="T7"/>
              </a:cxn>
              <a:cxn ang="0">
                <a:pos x="T8" y="T9"/>
              </a:cxn>
            </a:cxnLst>
            <a:rect l="0" t="0" r="r" b="b"/>
            <a:pathLst>
              <a:path w="293" h="2552">
                <a:moveTo>
                  <a:pt x="292" y="0"/>
                </a:moveTo>
                <a:lnTo>
                  <a:pt x="0" y="0"/>
                </a:lnTo>
                <a:lnTo>
                  <a:pt x="0" y="2551"/>
                </a:lnTo>
                <a:lnTo>
                  <a:pt x="292" y="2551"/>
                </a:lnTo>
                <a:lnTo>
                  <a:pt x="292" y="0"/>
                </a:lnTo>
              </a:path>
            </a:pathLst>
          </a:custGeom>
          <a:solidFill>
            <a:schemeClr val="accent6"/>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73" name="Freeform 2361"/>
          <p:cNvSpPr>
            <a:spLocks noChangeArrowheads="1"/>
          </p:cNvSpPr>
          <p:nvPr/>
        </p:nvSpPr>
        <p:spPr bwMode="auto">
          <a:xfrm>
            <a:off x="2808263" y="3749649"/>
            <a:ext cx="117122" cy="1647014"/>
          </a:xfrm>
          <a:custGeom>
            <a:avLst/>
            <a:gdLst>
              <a:gd name="T0" fmla="*/ 292 w 293"/>
              <a:gd name="T1" fmla="*/ 0 h 4033"/>
              <a:gd name="T2" fmla="*/ 0 w 293"/>
              <a:gd name="T3" fmla="*/ 0 h 4033"/>
              <a:gd name="T4" fmla="*/ 0 w 293"/>
              <a:gd name="T5" fmla="*/ 4032 h 4033"/>
              <a:gd name="T6" fmla="*/ 292 w 293"/>
              <a:gd name="T7" fmla="*/ 4032 h 4033"/>
              <a:gd name="T8" fmla="*/ 292 w 293"/>
              <a:gd name="T9" fmla="*/ 0 h 4033"/>
            </a:gdLst>
            <a:ahLst/>
            <a:cxnLst>
              <a:cxn ang="0">
                <a:pos x="T0" y="T1"/>
              </a:cxn>
              <a:cxn ang="0">
                <a:pos x="T2" y="T3"/>
              </a:cxn>
              <a:cxn ang="0">
                <a:pos x="T4" y="T5"/>
              </a:cxn>
              <a:cxn ang="0">
                <a:pos x="T6" y="T7"/>
              </a:cxn>
              <a:cxn ang="0">
                <a:pos x="T8" y="T9"/>
              </a:cxn>
            </a:cxnLst>
            <a:rect l="0" t="0" r="r" b="b"/>
            <a:pathLst>
              <a:path w="293" h="4033">
                <a:moveTo>
                  <a:pt x="292" y="0"/>
                </a:moveTo>
                <a:lnTo>
                  <a:pt x="0" y="0"/>
                </a:lnTo>
                <a:lnTo>
                  <a:pt x="0" y="4032"/>
                </a:lnTo>
                <a:lnTo>
                  <a:pt x="292" y="4032"/>
                </a:lnTo>
                <a:lnTo>
                  <a:pt x="292" y="0"/>
                </a:lnTo>
              </a:path>
            </a:pathLst>
          </a:custGeom>
          <a:solidFill>
            <a:schemeClr val="accent5"/>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74" name="Freeform 2362"/>
          <p:cNvSpPr>
            <a:spLocks noChangeArrowheads="1"/>
          </p:cNvSpPr>
          <p:nvPr/>
        </p:nvSpPr>
        <p:spPr bwMode="auto">
          <a:xfrm>
            <a:off x="3692980" y="3567648"/>
            <a:ext cx="117122" cy="1827212"/>
          </a:xfrm>
          <a:custGeom>
            <a:avLst/>
            <a:gdLst>
              <a:gd name="T0" fmla="*/ 292 w 293"/>
              <a:gd name="T1" fmla="*/ 0 h 4478"/>
              <a:gd name="T2" fmla="*/ 0 w 293"/>
              <a:gd name="T3" fmla="*/ 0 h 4478"/>
              <a:gd name="T4" fmla="*/ 0 w 293"/>
              <a:gd name="T5" fmla="*/ 4477 h 4478"/>
              <a:gd name="T6" fmla="*/ 292 w 293"/>
              <a:gd name="T7" fmla="*/ 4477 h 4478"/>
              <a:gd name="T8" fmla="*/ 292 w 293"/>
              <a:gd name="T9" fmla="*/ 0 h 4478"/>
            </a:gdLst>
            <a:ahLst/>
            <a:cxnLst>
              <a:cxn ang="0">
                <a:pos x="T0" y="T1"/>
              </a:cxn>
              <a:cxn ang="0">
                <a:pos x="T2" y="T3"/>
              </a:cxn>
              <a:cxn ang="0">
                <a:pos x="T4" y="T5"/>
              </a:cxn>
              <a:cxn ang="0">
                <a:pos x="T6" y="T7"/>
              </a:cxn>
              <a:cxn ang="0">
                <a:pos x="T8" y="T9"/>
              </a:cxn>
            </a:cxnLst>
            <a:rect l="0" t="0" r="r" b="b"/>
            <a:pathLst>
              <a:path w="293" h="4478">
                <a:moveTo>
                  <a:pt x="292" y="0"/>
                </a:moveTo>
                <a:lnTo>
                  <a:pt x="0" y="0"/>
                </a:lnTo>
                <a:lnTo>
                  <a:pt x="0" y="4477"/>
                </a:lnTo>
                <a:lnTo>
                  <a:pt x="292" y="4477"/>
                </a:lnTo>
                <a:lnTo>
                  <a:pt x="292" y="0"/>
                </a:lnTo>
              </a:path>
            </a:pathLst>
          </a:custGeom>
          <a:solidFill>
            <a:schemeClr val="accent2"/>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75" name="Freeform 2363"/>
          <p:cNvSpPr>
            <a:spLocks noChangeArrowheads="1"/>
          </p:cNvSpPr>
          <p:nvPr/>
        </p:nvSpPr>
        <p:spPr bwMode="auto">
          <a:xfrm>
            <a:off x="3404682" y="4176719"/>
            <a:ext cx="117122" cy="1218142"/>
          </a:xfrm>
          <a:custGeom>
            <a:avLst/>
            <a:gdLst>
              <a:gd name="T0" fmla="*/ 292 w 293"/>
              <a:gd name="T1" fmla="*/ 0 h 2985"/>
              <a:gd name="T2" fmla="*/ 0 w 293"/>
              <a:gd name="T3" fmla="*/ 0 h 2985"/>
              <a:gd name="T4" fmla="*/ 0 w 293"/>
              <a:gd name="T5" fmla="*/ 2984 h 2985"/>
              <a:gd name="T6" fmla="*/ 292 w 293"/>
              <a:gd name="T7" fmla="*/ 2984 h 2985"/>
              <a:gd name="T8" fmla="*/ 292 w 293"/>
              <a:gd name="T9" fmla="*/ 0 h 2985"/>
            </a:gdLst>
            <a:ahLst/>
            <a:cxnLst>
              <a:cxn ang="0">
                <a:pos x="T0" y="T1"/>
              </a:cxn>
              <a:cxn ang="0">
                <a:pos x="T2" y="T3"/>
              </a:cxn>
              <a:cxn ang="0">
                <a:pos x="T4" y="T5"/>
              </a:cxn>
              <a:cxn ang="0">
                <a:pos x="T6" y="T7"/>
              </a:cxn>
              <a:cxn ang="0">
                <a:pos x="T8" y="T9"/>
              </a:cxn>
            </a:cxnLst>
            <a:rect l="0" t="0" r="r" b="b"/>
            <a:pathLst>
              <a:path w="293" h="2985">
                <a:moveTo>
                  <a:pt x="292" y="0"/>
                </a:moveTo>
                <a:lnTo>
                  <a:pt x="0" y="0"/>
                </a:lnTo>
                <a:lnTo>
                  <a:pt x="0" y="2984"/>
                </a:lnTo>
                <a:lnTo>
                  <a:pt x="292" y="2984"/>
                </a:lnTo>
                <a:lnTo>
                  <a:pt x="292" y="0"/>
                </a:lnTo>
              </a:path>
            </a:pathLst>
          </a:custGeom>
          <a:solidFill>
            <a:schemeClr val="accent1"/>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76" name="Freeform 2364"/>
          <p:cNvSpPr>
            <a:spLocks noChangeArrowheads="1"/>
          </p:cNvSpPr>
          <p:nvPr/>
        </p:nvSpPr>
        <p:spPr bwMode="auto">
          <a:xfrm>
            <a:off x="1909131" y="3315371"/>
            <a:ext cx="118923" cy="2079490"/>
          </a:xfrm>
          <a:custGeom>
            <a:avLst/>
            <a:gdLst>
              <a:gd name="T0" fmla="*/ 293 w 294"/>
              <a:gd name="T1" fmla="*/ 0 h 5092"/>
              <a:gd name="T2" fmla="*/ 0 w 294"/>
              <a:gd name="T3" fmla="*/ 0 h 5092"/>
              <a:gd name="T4" fmla="*/ 0 w 294"/>
              <a:gd name="T5" fmla="*/ 5091 h 5092"/>
              <a:gd name="T6" fmla="*/ 293 w 294"/>
              <a:gd name="T7" fmla="*/ 5091 h 5092"/>
              <a:gd name="T8" fmla="*/ 293 w 294"/>
              <a:gd name="T9" fmla="*/ 0 h 5092"/>
            </a:gdLst>
            <a:ahLst/>
            <a:cxnLst>
              <a:cxn ang="0">
                <a:pos x="T0" y="T1"/>
              </a:cxn>
              <a:cxn ang="0">
                <a:pos x="T2" y="T3"/>
              </a:cxn>
              <a:cxn ang="0">
                <a:pos x="T4" y="T5"/>
              </a:cxn>
              <a:cxn ang="0">
                <a:pos x="T6" y="T7"/>
              </a:cxn>
              <a:cxn ang="0">
                <a:pos x="T8" y="T9"/>
              </a:cxn>
            </a:cxnLst>
            <a:rect l="0" t="0" r="r" b="b"/>
            <a:pathLst>
              <a:path w="294" h="5092">
                <a:moveTo>
                  <a:pt x="293" y="0"/>
                </a:moveTo>
                <a:lnTo>
                  <a:pt x="0" y="0"/>
                </a:lnTo>
                <a:lnTo>
                  <a:pt x="0" y="5091"/>
                </a:lnTo>
                <a:lnTo>
                  <a:pt x="293" y="5091"/>
                </a:lnTo>
                <a:lnTo>
                  <a:pt x="293" y="0"/>
                </a:lnTo>
              </a:path>
            </a:pathLst>
          </a:custGeom>
          <a:solidFill>
            <a:schemeClr val="accent2"/>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77" name="Freeform 2365"/>
          <p:cNvSpPr>
            <a:spLocks noChangeArrowheads="1"/>
          </p:cNvSpPr>
          <p:nvPr/>
        </p:nvSpPr>
        <p:spPr bwMode="auto">
          <a:xfrm>
            <a:off x="4294804" y="3994719"/>
            <a:ext cx="118923" cy="1400142"/>
          </a:xfrm>
          <a:custGeom>
            <a:avLst/>
            <a:gdLst>
              <a:gd name="T0" fmla="*/ 293 w 294"/>
              <a:gd name="T1" fmla="*/ 0 h 3430"/>
              <a:gd name="T2" fmla="*/ 0 w 294"/>
              <a:gd name="T3" fmla="*/ 0 h 3430"/>
              <a:gd name="T4" fmla="*/ 0 w 294"/>
              <a:gd name="T5" fmla="*/ 3429 h 3430"/>
              <a:gd name="T6" fmla="*/ 293 w 294"/>
              <a:gd name="T7" fmla="*/ 3429 h 3430"/>
              <a:gd name="T8" fmla="*/ 293 w 294"/>
              <a:gd name="T9" fmla="*/ 0 h 3430"/>
            </a:gdLst>
            <a:ahLst/>
            <a:cxnLst>
              <a:cxn ang="0">
                <a:pos x="T0" y="T1"/>
              </a:cxn>
              <a:cxn ang="0">
                <a:pos x="T2" y="T3"/>
              </a:cxn>
              <a:cxn ang="0">
                <a:pos x="T4" y="T5"/>
              </a:cxn>
              <a:cxn ang="0">
                <a:pos x="T6" y="T7"/>
              </a:cxn>
              <a:cxn ang="0">
                <a:pos x="T8" y="T9"/>
              </a:cxn>
            </a:cxnLst>
            <a:rect l="0" t="0" r="r" b="b"/>
            <a:pathLst>
              <a:path w="294" h="3430">
                <a:moveTo>
                  <a:pt x="293" y="0"/>
                </a:moveTo>
                <a:lnTo>
                  <a:pt x="0" y="0"/>
                </a:lnTo>
                <a:lnTo>
                  <a:pt x="0" y="3429"/>
                </a:lnTo>
                <a:lnTo>
                  <a:pt x="293" y="3429"/>
                </a:lnTo>
                <a:lnTo>
                  <a:pt x="293" y="0"/>
                </a:lnTo>
              </a:path>
            </a:pathLst>
          </a:custGeom>
          <a:solidFill>
            <a:schemeClr val="accent4"/>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78" name="Freeform 2366"/>
          <p:cNvSpPr>
            <a:spLocks noChangeArrowheads="1"/>
          </p:cNvSpPr>
          <p:nvPr/>
        </p:nvSpPr>
        <p:spPr bwMode="auto">
          <a:xfrm>
            <a:off x="3997496" y="3897412"/>
            <a:ext cx="118923" cy="1497449"/>
          </a:xfrm>
          <a:custGeom>
            <a:avLst/>
            <a:gdLst>
              <a:gd name="T0" fmla="*/ 293 w 294"/>
              <a:gd name="T1" fmla="*/ 0 h 3671"/>
              <a:gd name="T2" fmla="*/ 0 w 294"/>
              <a:gd name="T3" fmla="*/ 0 h 3671"/>
              <a:gd name="T4" fmla="*/ 0 w 294"/>
              <a:gd name="T5" fmla="*/ 3670 h 3671"/>
              <a:gd name="T6" fmla="*/ 293 w 294"/>
              <a:gd name="T7" fmla="*/ 3670 h 3671"/>
              <a:gd name="T8" fmla="*/ 293 w 294"/>
              <a:gd name="T9" fmla="*/ 0 h 3671"/>
            </a:gdLst>
            <a:ahLst/>
            <a:cxnLst>
              <a:cxn ang="0">
                <a:pos x="T0" y="T1"/>
              </a:cxn>
              <a:cxn ang="0">
                <a:pos x="T2" y="T3"/>
              </a:cxn>
              <a:cxn ang="0">
                <a:pos x="T4" y="T5"/>
              </a:cxn>
              <a:cxn ang="0">
                <a:pos x="T6" y="T7"/>
              </a:cxn>
              <a:cxn ang="0">
                <a:pos x="T8" y="T9"/>
              </a:cxn>
            </a:cxnLst>
            <a:rect l="0" t="0" r="r" b="b"/>
            <a:pathLst>
              <a:path w="294" h="3671">
                <a:moveTo>
                  <a:pt x="293" y="0"/>
                </a:moveTo>
                <a:lnTo>
                  <a:pt x="0" y="0"/>
                </a:lnTo>
                <a:lnTo>
                  <a:pt x="0" y="3670"/>
                </a:lnTo>
                <a:lnTo>
                  <a:pt x="293" y="3670"/>
                </a:lnTo>
                <a:lnTo>
                  <a:pt x="293" y="0"/>
                </a:lnTo>
              </a:path>
            </a:pathLst>
          </a:custGeom>
          <a:solidFill>
            <a:schemeClr val="accent3"/>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79" name="Freeform 2367"/>
          <p:cNvSpPr>
            <a:spLocks noChangeArrowheads="1"/>
          </p:cNvSpPr>
          <p:nvPr/>
        </p:nvSpPr>
        <p:spPr bwMode="auto">
          <a:xfrm>
            <a:off x="4583103" y="3538817"/>
            <a:ext cx="117122" cy="1857846"/>
          </a:xfrm>
          <a:custGeom>
            <a:avLst/>
            <a:gdLst>
              <a:gd name="T0" fmla="*/ 292 w 293"/>
              <a:gd name="T1" fmla="*/ 0 h 4549"/>
              <a:gd name="T2" fmla="*/ 0 w 293"/>
              <a:gd name="T3" fmla="*/ 0 h 4549"/>
              <a:gd name="T4" fmla="*/ 0 w 293"/>
              <a:gd name="T5" fmla="*/ 4548 h 4549"/>
              <a:gd name="T6" fmla="*/ 292 w 293"/>
              <a:gd name="T7" fmla="*/ 4548 h 4549"/>
              <a:gd name="T8" fmla="*/ 292 w 293"/>
              <a:gd name="T9" fmla="*/ 0 h 4549"/>
            </a:gdLst>
            <a:ahLst/>
            <a:cxnLst>
              <a:cxn ang="0">
                <a:pos x="T0" y="T1"/>
              </a:cxn>
              <a:cxn ang="0">
                <a:pos x="T2" y="T3"/>
              </a:cxn>
              <a:cxn ang="0">
                <a:pos x="T4" y="T5"/>
              </a:cxn>
              <a:cxn ang="0">
                <a:pos x="T6" y="T7"/>
              </a:cxn>
              <a:cxn ang="0">
                <a:pos x="T8" y="T9"/>
              </a:cxn>
            </a:cxnLst>
            <a:rect l="0" t="0" r="r" b="b"/>
            <a:pathLst>
              <a:path w="293" h="4549">
                <a:moveTo>
                  <a:pt x="292" y="0"/>
                </a:moveTo>
                <a:lnTo>
                  <a:pt x="0" y="0"/>
                </a:lnTo>
                <a:lnTo>
                  <a:pt x="0" y="4548"/>
                </a:lnTo>
                <a:lnTo>
                  <a:pt x="292" y="4548"/>
                </a:lnTo>
                <a:lnTo>
                  <a:pt x="292" y="0"/>
                </a:lnTo>
              </a:path>
            </a:pathLst>
          </a:custGeom>
          <a:solidFill>
            <a:schemeClr val="accent5"/>
          </a:solidFill>
          <a:ln>
            <a:noFill/>
          </a:ln>
          <a:effectLst/>
        </p:spPr>
        <p:txBody>
          <a:bodyPr wrap="none" anchor="ctr"/>
          <a:lstStyle/>
          <a:p>
            <a:endParaRPr lang="en-US" sz="4800" dirty="0">
              <a:solidFill>
                <a:schemeClr val="tx1"/>
              </a:solidFill>
              <a:latin typeface="微软雅黑" panose="020B0503020204020204" charset="-122"/>
            </a:endParaRPr>
          </a:p>
        </p:txBody>
      </p:sp>
      <p:sp>
        <p:nvSpPr>
          <p:cNvPr id="180" name="TextBox 179"/>
          <p:cNvSpPr txBox="1"/>
          <p:nvPr/>
        </p:nvSpPr>
        <p:spPr>
          <a:xfrm>
            <a:off x="789338" y="1752681"/>
            <a:ext cx="4010660" cy="394970"/>
          </a:xfrm>
          <a:prstGeom prst="rect">
            <a:avLst/>
          </a:prstGeom>
          <a:noFill/>
        </p:spPr>
        <p:txBody>
          <a:bodyPr wrap="none" lIns="91421" tIns="45711" rIns="91421" bIns="45711" rtlCol="0">
            <a:spAutoFit/>
          </a:bodyPr>
          <a:lstStyle/>
          <a:p>
            <a:pPr algn="l"/>
            <a:r>
              <a:rPr sz="2000" b="1" dirty="0">
                <a:latin typeface="微软雅黑" panose="020B0503020204020204" charset="-122"/>
              </a:rPr>
              <a:t>请在此粘贴或者输入您的文字内容</a:t>
            </a:r>
          </a:p>
        </p:txBody>
      </p:sp>
      <p:sp>
        <p:nvSpPr>
          <p:cNvPr id="181" name="TextBox 180"/>
          <p:cNvSpPr txBox="1"/>
          <p:nvPr/>
        </p:nvSpPr>
        <p:spPr>
          <a:xfrm>
            <a:off x="787246" y="2066948"/>
            <a:ext cx="5124459" cy="491490"/>
          </a:xfrm>
          <a:prstGeom prst="rect">
            <a:avLst/>
          </a:prstGeom>
          <a:noFill/>
        </p:spPr>
        <p:txBody>
          <a:bodyPr wrap="square" lIns="91421" tIns="45711" rIns="91421" bIns="45711" rtlCol="0">
            <a:spAutoFit/>
          </a:bodyPr>
          <a:lstStyle/>
          <a:p>
            <a:pPr>
              <a:lnSpc>
                <a:spcPct val="110000"/>
              </a:lnSpc>
            </a:pPr>
            <a:r>
              <a:rPr lang="en-US" sz="1200" dirty="0">
                <a:solidFill>
                  <a:schemeClr val="tx1"/>
                </a:solidFill>
                <a:effectLst/>
                <a:latin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a:t>
            </a:r>
          </a:p>
        </p:txBody>
      </p:sp>
    </p:spTree>
  </p:cSld>
  <p:clrMapOvr>
    <a:masterClrMapping/>
  </p:clrMapOvr>
  <p:transition advTm="3089">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par>
                                <p:cTn id="12" presetID="2" presetClass="entr" presetSubtype="8" fill="hold" nodeType="withEffect">
                                  <p:stCondLst>
                                    <p:cond delay="25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0-#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par>
                          <p:cTn id="20" fill="hold">
                            <p:stCondLst>
                              <p:cond delay="850"/>
                            </p:stCondLst>
                            <p:childTnLst>
                              <p:par>
                                <p:cTn id="21" presetID="42" presetClass="entr" presetSubtype="0" fill="hold" grpId="0" nodeType="afterEffect">
                                  <p:stCondLst>
                                    <p:cond delay="0"/>
                                  </p:stCondLst>
                                  <p:childTnLst>
                                    <p:set>
                                      <p:cBhvr>
                                        <p:cTn id="22" dur="1" fill="hold">
                                          <p:stCondLst>
                                            <p:cond delay="0"/>
                                          </p:stCondLst>
                                        </p:cTn>
                                        <p:tgtEl>
                                          <p:spTgt spid="129"/>
                                        </p:tgtEl>
                                        <p:attrNameLst>
                                          <p:attrName>style.visibility</p:attrName>
                                        </p:attrNameLst>
                                      </p:cBhvr>
                                      <p:to>
                                        <p:strVal val="visible"/>
                                      </p:to>
                                    </p:set>
                                    <p:animEffect transition="in" filter="fade">
                                      <p:cBhvr>
                                        <p:cTn id="23" dur="1000"/>
                                        <p:tgtEl>
                                          <p:spTgt spid="129"/>
                                        </p:tgtEl>
                                      </p:cBhvr>
                                    </p:animEffect>
                                    <p:anim calcmode="lin" valueType="num">
                                      <p:cBhvr>
                                        <p:cTn id="24" dur="1000" fill="hold"/>
                                        <p:tgtEl>
                                          <p:spTgt spid="129"/>
                                        </p:tgtEl>
                                        <p:attrNameLst>
                                          <p:attrName>ppt_x</p:attrName>
                                        </p:attrNameLst>
                                      </p:cBhvr>
                                      <p:tavLst>
                                        <p:tav tm="0">
                                          <p:val>
                                            <p:strVal val="#ppt_x"/>
                                          </p:val>
                                        </p:tav>
                                        <p:tav tm="100000">
                                          <p:val>
                                            <p:strVal val="#ppt_x"/>
                                          </p:val>
                                        </p:tav>
                                      </p:tavLst>
                                    </p:anim>
                                    <p:anim calcmode="lin" valueType="num">
                                      <p:cBhvr>
                                        <p:cTn id="25" dur="1000" fill="hold"/>
                                        <p:tgtEl>
                                          <p:spTgt spid="129"/>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130"/>
                                        </p:tgtEl>
                                        <p:attrNameLst>
                                          <p:attrName>style.visibility</p:attrName>
                                        </p:attrNameLst>
                                      </p:cBhvr>
                                      <p:to>
                                        <p:strVal val="visible"/>
                                      </p:to>
                                    </p:set>
                                    <p:animEffect transition="in" filter="fade">
                                      <p:cBhvr>
                                        <p:cTn id="28" dur="1000"/>
                                        <p:tgtEl>
                                          <p:spTgt spid="130"/>
                                        </p:tgtEl>
                                      </p:cBhvr>
                                    </p:animEffect>
                                    <p:anim calcmode="lin" valueType="num">
                                      <p:cBhvr>
                                        <p:cTn id="29" dur="1000" fill="hold"/>
                                        <p:tgtEl>
                                          <p:spTgt spid="130"/>
                                        </p:tgtEl>
                                        <p:attrNameLst>
                                          <p:attrName>ppt_x</p:attrName>
                                        </p:attrNameLst>
                                      </p:cBhvr>
                                      <p:tavLst>
                                        <p:tav tm="0">
                                          <p:val>
                                            <p:strVal val="#ppt_x"/>
                                          </p:val>
                                        </p:tav>
                                        <p:tav tm="100000">
                                          <p:val>
                                            <p:strVal val="#ppt_x"/>
                                          </p:val>
                                        </p:tav>
                                      </p:tavLst>
                                    </p:anim>
                                    <p:anim calcmode="lin" valueType="num">
                                      <p:cBhvr>
                                        <p:cTn id="30" dur="1000" fill="hold"/>
                                        <p:tgtEl>
                                          <p:spTgt spid="130"/>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80"/>
                                        </p:tgtEl>
                                        <p:attrNameLst>
                                          <p:attrName>style.visibility</p:attrName>
                                        </p:attrNameLst>
                                      </p:cBhvr>
                                      <p:to>
                                        <p:strVal val="visible"/>
                                      </p:to>
                                    </p:set>
                                    <p:animEffect transition="in" filter="fade">
                                      <p:cBhvr>
                                        <p:cTn id="33" dur="1000"/>
                                        <p:tgtEl>
                                          <p:spTgt spid="180"/>
                                        </p:tgtEl>
                                      </p:cBhvr>
                                    </p:animEffect>
                                    <p:anim calcmode="lin" valueType="num">
                                      <p:cBhvr>
                                        <p:cTn id="34" dur="1000" fill="hold"/>
                                        <p:tgtEl>
                                          <p:spTgt spid="180"/>
                                        </p:tgtEl>
                                        <p:attrNameLst>
                                          <p:attrName>ppt_x</p:attrName>
                                        </p:attrNameLst>
                                      </p:cBhvr>
                                      <p:tavLst>
                                        <p:tav tm="0">
                                          <p:val>
                                            <p:strVal val="#ppt_x"/>
                                          </p:val>
                                        </p:tav>
                                        <p:tav tm="100000">
                                          <p:val>
                                            <p:strVal val="#ppt_x"/>
                                          </p:val>
                                        </p:tav>
                                      </p:tavLst>
                                    </p:anim>
                                    <p:anim calcmode="lin" valueType="num">
                                      <p:cBhvr>
                                        <p:cTn id="35" dur="1000" fill="hold"/>
                                        <p:tgtEl>
                                          <p:spTgt spid="180"/>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81"/>
                                        </p:tgtEl>
                                        <p:attrNameLst>
                                          <p:attrName>style.visibility</p:attrName>
                                        </p:attrNameLst>
                                      </p:cBhvr>
                                      <p:to>
                                        <p:strVal val="visible"/>
                                      </p:to>
                                    </p:set>
                                    <p:animEffect transition="in" filter="fade">
                                      <p:cBhvr>
                                        <p:cTn id="38" dur="1000"/>
                                        <p:tgtEl>
                                          <p:spTgt spid="181"/>
                                        </p:tgtEl>
                                      </p:cBhvr>
                                    </p:animEffect>
                                    <p:anim calcmode="lin" valueType="num">
                                      <p:cBhvr>
                                        <p:cTn id="39" dur="1000" fill="hold"/>
                                        <p:tgtEl>
                                          <p:spTgt spid="181"/>
                                        </p:tgtEl>
                                        <p:attrNameLst>
                                          <p:attrName>ppt_x</p:attrName>
                                        </p:attrNameLst>
                                      </p:cBhvr>
                                      <p:tavLst>
                                        <p:tav tm="0">
                                          <p:val>
                                            <p:strVal val="#ppt_x"/>
                                          </p:val>
                                        </p:tav>
                                        <p:tav tm="100000">
                                          <p:val>
                                            <p:strVal val="#ppt_x"/>
                                          </p:val>
                                        </p:tav>
                                      </p:tavLst>
                                    </p:anim>
                                    <p:anim calcmode="lin" valueType="num">
                                      <p:cBhvr>
                                        <p:cTn id="40" dur="1000" fill="hold"/>
                                        <p:tgtEl>
                                          <p:spTgt spid="181"/>
                                        </p:tgtEl>
                                        <p:attrNameLst>
                                          <p:attrName>ppt_y</p:attrName>
                                        </p:attrNameLst>
                                      </p:cBhvr>
                                      <p:tavLst>
                                        <p:tav tm="0">
                                          <p:val>
                                            <p:strVal val="#ppt_y+.1"/>
                                          </p:val>
                                        </p:tav>
                                        <p:tav tm="100000">
                                          <p:val>
                                            <p:strVal val="#ppt_y"/>
                                          </p:val>
                                        </p:tav>
                                      </p:tavLst>
                                    </p:anim>
                                  </p:childTnLst>
                                </p:cTn>
                              </p:par>
                            </p:childTnLst>
                          </p:cTn>
                        </p:par>
                        <p:par>
                          <p:cTn id="41" fill="hold">
                            <p:stCondLst>
                              <p:cond delay="1850"/>
                            </p:stCondLst>
                            <p:childTnLst>
                              <p:par>
                                <p:cTn id="42" presetID="53" presetClass="entr" presetSubtype="16" fill="hold" grpId="0" nodeType="afterEffect">
                                  <p:stCondLst>
                                    <p:cond delay="0"/>
                                  </p:stCondLst>
                                  <p:childTnLst>
                                    <p:set>
                                      <p:cBhvr>
                                        <p:cTn id="43" dur="1" fill="hold">
                                          <p:stCondLst>
                                            <p:cond delay="0"/>
                                          </p:stCondLst>
                                        </p:cTn>
                                        <p:tgtEl>
                                          <p:spTgt spid="45"/>
                                        </p:tgtEl>
                                        <p:attrNameLst>
                                          <p:attrName>style.visibility</p:attrName>
                                        </p:attrNameLst>
                                      </p:cBhvr>
                                      <p:to>
                                        <p:strVal val="visible"/>
                                      </p:to>
                                    </p:set>
                                    <p:anim calcmode="lin" valueType="num">
                                      <p:cBhvr>
                                        <p:cTn id="44" dur="500" fill="hold"/>
                                        <p:tgtEl>
                                          <p:spTgt spid="45"/>
                                        </p:tgtEl>
                                        <p:attrNameLst>
                                          <p:attrName>ppt_w</p:attrName>
                                        </p:attrNameLst>
                                      </p:cBhvr>
                                      <p:tavLst>
                                        <p:tav tm="0">
                                          <p:val>
                                            <p:fltVal val="0"/>
                                          </p:val>
                                        </p:tav>
                                        <p:tav tm="100000">
                                          <p:val>
                                            <p:strVal val="#ppt_w"/>
                                          </p:val>
                                        </p:tav>
                                      </p:tavLst>
                                    </p:anim>
                                    <p:anim calcmode="lin" valueType="num">
                                      <p:cBhvr>
                                        <p:cTn id="45" dur="500" fill="hold"/>
                                        <p:tgtEl>
                                          <p:spTgt spid="45"/>
                                        </p:tgtEl>
                                        <p:attrNameLst>
                                          <p:attrName>ppt_h</p:attrName>
                                        </p:attrNameLst>
                                      </p:cBhvr>
                                      <p:tavLst>
                                        <p:tav tm="0">
                                          <p:val>
                                            <p:fltVal val="0"/>
                                          </p:val>
                                        </p:tav>
                                        <p:tav tm="100000">
                                          <p:val>
                                            <p:strVal val="#ppt_h"/>
                                          </p:val>
                                        </p:tav>
                                      </p:tavLst>
                                    </p:anim>
                                    <p:animEffect transition="in" filter="fade">
                                      <p:cBhvr>
                                        <p:cTn id="46" dur="500"/>
                                        <p:tgtEl>
                                          <p:spTgt spid="45"/>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46"/>
                                        </p:tgtEl>
                                        <p:attrNameLst>
                                          <p:attrName>style.visibility</p:attrName>
                                        </p:attrNameLst>
                                      </p:cBhvr>
                                      <p:to>
                                        <p:strVal val="visible"/>
                                      </p:to>
                                    </p:set>
                                    <p:anim calcmode="lin" valueType="num">
                                      <p:cBhvr>
                                        <p:cTn id="49" dur="500" fill="hold"/>
                                        <p:tgtEl>
                                          <p:spTgt spid="46"/>
                                        </p:tgtEl>
                                        <p:attrNameLst>
                                          <p:attrName>ppt_w</p:attrName>
                                        </p:attrNameLst>
                                      </p:cBhvr>
                                      <p:tavLst>
                                        <p:tav tm="0">
                                          <p:val>
                                            <p:fltVal val="0"/>
                                          </p:val>
                                        </p:tav>
                                        <p:tav tm="100000">
                                          <p:val>
                                            <p:strVal val="#ppt_w"/>
                                          </p:val>
                                        </p:tav>
                                      </p:tavLst>
                                    </p:anim>
                                    <p:anim calcmode="lin" valueType="num">
                                      <p:cBhvr>
                                        <p:cTn id="50" dur="500" fill="hold"/>
                                        <p:tgtEl>
                                          <p:spTgt spid="46"/>
                                        </p:tgtEl>
                                        <p:attrNameLst>
                                          <p:attrName>ppt_h</p:attrName>
                                        </p:attrNameLst>
                                      </p:cBhvr>
                                      <p:tavLst>
                                        <p:tav tm="0">
                                          <p:val>
                                            <p:fltVal val="0"/>
                                          </p:val>
                                        </p:tav>
                                        <p:tav tm="100000">
                                          <p:val>
                                            <p:strVal val="#ppt_h"/>
                                          </p:val>
                                        </p:tav>
                                      </p:tavLst>
                                    </p:anim>
                                    <p:animEffect transition="in" filter="fade">
                                      <p:cBhvr>
                                        <p:cTn id="51" dur="500"/>
                                        <p:tgtEl>
                                          <p:spTgt spid="46"/>
                                        </p:tgtEl>
                                      </p:cBhvr>
                                    </p:animEffect>
                                  </p:childTnLst>
                                </p:cTn>
                              </p:par>
                              <p:par>
                                <p:cTn id="52" presetID="53" presetClass="entr" presetSubtype="16" fill="hold" grpId="0" nodeType="withEffect">
                                  <p:stCondLst>
                                    <p:cond delay="0"/>
                                  </p:stCondLst>
                                  <p:childTnLst>
                                    <p:set>
                                      <p:cBhvr>
                                        <p:cTn id="53" dur="1" fill="hold">
                                          <p:stCondLst>
                                            <p:cond delay="0"/>
                                          </p:stCondLst>
                                        </p:cTn>
                                        <p:tgtEl>
                                          <p:spTgt spid="47"/>
                                        </p:tgtEl>
                                        <p:attrNameLst>
                                          <p:attrName>style.visibility</p:attrName>
                                        </p:attrNameLst>
                                      </p:cBhvr>
                                      <p:to>
                                        <p:strVal val="visible"/>
                                      </p:to>
                                    </p:set>
                                    <p:anim calcmode="lin" valueType="num">
                                      <p:cBhvr>
                                        <p:cTn id="54" dur="500" fill="hold"/>
                                        <p:tgtEl>
                                          <p:spTgt spid="47"/>
                                        </p:tgtEl>
                                        <p:attrNameLst>
                                          <p:attrName>ppt_w</p:attrName>
                                        </p:attrNameLst>
                                      </p:cBhvr>
                                      <p:tavLst>
                                        <p:tav tm="0">
                                          <p:val>
                                            <p:fltVal val="0"/>
                                          </p:val>
                                        </p:tav>
                                        <p:tav tm="100000">
                                          <p:val>
                                            <p:strVal val="#ppt_w"/>
                                          </p:val>
                                        </p:tav>
                                      </p:tavLst>
                                    </p:anim>
                                    <p:anim calcmode="lin" valueType="num">
                                      <p:cBhvr>
                                        <p:cTn id="55" dur="500" fill="hold"/>
                                        <p:tgtEl>
                                          <p:spTgt spid="47"/>
                                        </p:tgtEl>
                                        <p:attrNameLst>
                                          <p:attrName>ppt_h</p:attrName>
                                        </p:attrNameLst>
                                      </p:cBhvr>
                                      <p:tavLst>
                                        <p:tav tm="0">
                                          <p:val>
                                            <p:fltVal val="0"/>
                                          </p:val>
                                        </p:tav>
                                        <p:tav tm="100000">
                                          <p:val>
                                            <p:strVal val="#ppt_h"/>
                                          </p:val>
                                        </p:tav>
                                      </p:tavLst>
                                    </p:anim>
                                    <p:animEffect transition="in" filter="fade">
                                      <p:cBhvr>
                                        <p:cTn id="56" dur="500"/>
                                        <p:tgtEl>
                                          <p:spTgt spid="47"/>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48"/>
                                        </p:tgtEl>
                                        <p:attrNameLst>
                                          <p:attrName>style.visibility</p:attrName>
                                        </p:attrNameLst>
                                      </p:cBhvr>
                                      <p:to>
                                        <p:strVal val="visible"/>
                                      </p:to>
                                    </p:set>
                                    <p:anim calcmode="lin" valueType="num">
                                      <p:cBhvr>
                                        <p:cTn id="59" dur="500" fill="hold"/>
                                        <p:tgtEl>
                                          <p:spTgt spid="48"/>
                                        </p:tgtEl>
                                        <p:attrNameLst>
                                          <p:attrName>ppt_w</p:attrName>
                                        </p:attrNameLst>
                                      </p:cBhvr>
                                      <p:tavLst>
                                        <p:tav tm="0">
                                          <p:val>
                                            <p:fltVal val="0"/>
                                          </p:val>
                                        </p:tav>
                                        <p:tav tm="100000">
                                          <p:val>
                                            <p:strVal val="#ppt_w"/>
                                          </p:val>
                                        </p:tav>
                                      </p:tavLst>
                                    </p:anim>
                                    <p:anim calcmode="lin" valueType="num">
                                      <p:cBhvr>
                                        <p:cTn id="60" dur="500" fill="hold"/>
                                        <p:tgtEl>
                                          <p:spTgt spid="48"/>
                                        </p:tgtEl>
                                        <p:attrNameLst>
                                          <p:attrName>ppt_h</p:attrName>
                                        </p:attrNameLst>
                                      </p:cBhvr>
                                      <p:tavLst>
                                        <p:tav tm="0">
                                          <p:val>
                                            <p:fltVal val="0"/>
                                          </p:val>
                                        </p:tav>
                                        <p:tav tm="100000">
                                          <p:val>
                                            <p:strVal val="#ppt_h"/>
                                          </p:val>
                                        </p:tav>
                                      </p:tavLst>
                                    </p:anim>
                                    <p:animEffect transition="in" filter="fade">
                                      <p:cBhvr>
                                        <p:cTn id="61" dur="500"/>
                                        <p:tgtEl>
                                          <p:spTgt spid="48"/>
                                        </p:tgtEl>
                                      </p:cBhvr>
                                    </p:animEffect>
                                  </p:childTnLst>
                                </p:cTn>
                              </p:par>
                              <p:par>
                                <p:cTn id="62" presetID="53" presetClass="entr" presetSubtype="16" fill="hold" grpId="0" nodeType="withEffect">
                                  <p:stCondLst>
                                    <p:cond delay="0"/>
                                  </p:stCondLst>
                                  <p:childTnLst>
                                    <p:set>
                                      <p:cBhvr>
                                        <p:cTn id="63" dur="1" fill="hold">
                                          <p:stCondLst>
                                            <p:cond delay="0"/>
                                          </p:stCondLst>
                                        </p:cTn>
                                        <p:tgtEl>
                                          <p:spTgt spid="49"/>
                                        </p:tgtEl>
                                        <p:attrNameLst>
                                          <p:attrName>style.visibility</p:attrName>
                                        </p:attrNameLst>
                                      </p:cBhvr>
                                      <p:to>
                                        <p:strVal val="visible"/>
                                      </p:to>
                                    </p:set>
                                    <p:anim calcmode="lin" valueType="num">
                                      <p:cBhvr>
                                        <p:cTn id="64" dur="500" fill="hold"/>
                                        <p:tgtEl>
                                          <p:spTgt spid="49"/>
                                        </p:tgtEl>
                                        <p:attrNameLst>
                                          <p:attrName>ppt_w</p:attrName>
                                        </p:attrNameLst>
                                      </p:cBhvr>
                                      <p:tavLst>
                                        <p:tav tm="0">
                                          <p:val>
                                            <p:fltVal val="0"/>
                                          </p:val>
                                        </p:tav>
                                        <p:tav tm="100000">
                                          <p:val>
                                            <p:strVal val="#ppt_w"/>
                                          </p:val>
                                        </p:tav>
                                      </p:tavLst>
                                    </p:anim>
                                    <p:anim calcmode="lin" valueType="num">
                                      <p:cBhvr>
                                        <p:cTn id="65" dur="500" fill="hold"/>
                                        <p:tgtEl>
                                          <p:spTgt spid="49"/>
                                        </p:tgtEl>
                                        <p:attrNameLst>
                                          <p:attrName>ppt_h</p:attrName>
                                        </p:attrNameLst>
                                      </p:cBhvr>
                                      <p:tavLst>
                                        <p:tav tm="0">
                                          <p:val>
                                            <p:fltVal val="0"/>
                                          </p:val>
                                        </p:tav>
                                        <p:tav tm="100000">
                                          <p:val>
                                            <p:strVal val="#ppt_h"/>
                                          </p:val>
                                        </p:tav>
                                      </p:tavLst>
                                    </p:anim>
                                    <p:animEffect transition="in" filter="fade">
                                      <p:cBhvr>
                                        <p:cTn id="66" dur="500"/>
                                        <p:tgtEl>
                                          <p:spTgt spid="49"/>
                                        </p:tgtEl>
                                      </p:cBhvr>
                                    </p:animEffect>
                                  </p:childTnLst>
                                </p:cTn>
                              </p:par>
                              <p:par>
                                <p:cTn id="67" presetID="53" presetClass="entr" presetSubtype="16" fill="hold" grpId="0" nodeType="withEffect">
                                  <p:stCondLst>
                                    <p:cond delay="0"/>
                                  </p:stCondLst>
                                  <p:childTnLst>
                                    <p:set>
                                      <p:cBhvr>
                                        <p:cTn id="68" dur="1" fill="hold">
                                          <p:stCondLst>
                                            <p:cond delay="0"/>
                                          </p:stCondLst>
                                        </p:cTn>
                                        <p:tgtEl>
                                          <p:spTgt spid="50"/>
                                        </p:tgtEl>
                                        <p:attrNameLst>
                                          <p:attrName>style.visibility</p:attrName>
                                        </p:attrNameLst>
                                      </p:cBhvr>
                                      <p:to>
                                        <p:strVal val="visible"/>
                                      </p:to>
                                    </p:set>
                                    <p:anim calcmode="lin" valueType="num">
                                      <p:cBhvr>
                                        <p:cTn id="69" dur="500" fill="hold"/>
                                        <p:tgtEl>
                                          <p:spTgt spid="50"/>
                                        </p:tgtEl>
                                        <p:attrNameLst>
                                          <p:attrName>ppt_w</p:attrName>
                                        </p:attrNameLst>
                                      </p:cBhvr>
                                      <p:tavLst>
                                        <p:tav tm="0">
                                          <p:val>
                                            <p:fltVal val="0"/>
                                          </p:val>
                                        </p:tav>
                                        <p:tav tm="100000">
                                          <p:val>
                                            <p:strVal val="#ppt_w"/>
                                          </p:val>
                                        </p:tav>
                                      </p:tavLst>
                                    </p:anim>
                                    <p:anim calcmode="lin" valueType="num">
                                      <p:cBhvr>
                                        <p:cTn id="70" dur="500" fill="hold"/>
                                        <p:tgtEl>
                                          <p:spTgt spid="50"/>
                                        </p:tgtEl>
                                        <p:attrNameLst>
                                          <p:attrName>ppt_h</p:attrName>
                                        </p:attrNameLst>
                                      </p:cBhvr>
                                      <p:tavLst>
                                        <p:tav tm="0">
                                          <p:val>
                                            <p:fltVal val="0"/>
                                          </p:val>
                                        </p:tav>
                                        <p:tav tm="100000">
                                          <p:val>
                                            <p:strVal val="#ppt_h"/>
                                          </p:val>
                                        </p:tav>
                                      </p:tavLst>
                                    </p:anim>
                                    <p:animEffect transition="in" filter="fade">
                                      <p:cBhvr>
                                        <p:cTn id="71" dur="500"/>
                                        <p:tgtEl>
                                          <p:spTgt spid="50"/>
                                        </p:tgtEl>
                                      </p:cBhvr>
                                    </p:animEffect>
                                  </p:childTnLst>
                                </p:cTn>
                              </p:par>
                              <p:par>
                                <p:cTn id="72" presetID="53" presetClass="entr" presetSubtype="16" fill="hold" grpId="0" nodeType="withEffect">
                                  <p:stCondLst>
                                    <p:cond delay="0"/>
                                  </p:stCondLst>
                                  <p:childTnLst>
                                    <p:set>
                                      <p:cBhvr>
                                        <p:cTn id="73" dur="1" fill="hold">
                                          <p:stCondLst>
                                            <p:cond delay="0"/>
                                          </p:stCondLst>
                                        </p:cTn>
                                        <p:tgtEl>
                                          <p:spTgt spid="51"/>
                                        </p:tgtEl>
                                        <p:attrNameLst>
                                          <p:attrName>style.visibility</p:attrName>
                                        </p:attrNameLst>
                                      </p:cBhvr>
                                      <p:to>
                                        <p:strVal val="visible"/>
                                      </p:to>
                                    </p:set>
                                    <p:anim calcmode="lin" valueType="num">
                                      <p:cBhvr>
                                        <p:cTn id="74" dur="500" fill="hold"/>
                                        <p:tgtEl>
                                          <p:spTgt spid="51"/>
                                        </p:tgtEl>
                                        <p:attrNameLst>
                                          <p:attrName>ppt_w</p:attrName>
                                        </p:attrNameLst>
                                      </p:cBhvr>
                                      <p:tavLst>
                                        <p:tav tm="0">
                                          <p:val>
                                            <p:fltVal val="0"/>
                                          </p:val>
                                        </p:tav>
                                        <p:tav tm="100000">
                                          <p:val>
                                            <p:strVal val="#ppt_w"/>
                                          </p:val>
                                        </p:tav>
                                      </p:tavLst>
                                    </p:anim>
                                    <p:anim calcmode="lin" valueType="num">
                                      <p:cBhvr>
                                        <p:cTn id="75" dur="500" fill="hold"/>
                                        <p:tgtEl>
                                          <p:spTgt spid="51"/>
                                        </p:tgtEl>
                                        <p:attrNameLst>
                                          <p:attrName>ppt_h</p:attrName>
                                        </p:attrNameLst>
                                      </p:cBhvr>
                                      <p:tavLst>
                                        <p:tav tm="0">
                                          <p:val>
                                            <p:fltVal val="0"/>
                                          </p:val>
                                        </p:tav>
                                        <p:tav tm="100000">
                                          <p:val>
                                            <p:strVal val="#ppt_h"/>
                                          </p:val>
                                        </p:tav>
                                      </p:tavLst>
                                    </p:anim>
                                    <p:animEffect transition="in" filter="fade">
                                      <p:cBhvr>
                                        <p:cTn id="76" dur="500"/>
                                        <p:tgtEl>
                                          <p:spTgt spid="51"/>
                                        </p:tgtEl>
                                      </p:cBhvr>
                                    </p:animEffect>
                                  </p:childTnLst>
                                </p:cTn>
                              </p:par>
                              <p:par>
                                <p:cTn id="77" presetID="53" presetClass="entr" presetSubtype="16" fill="hold" grpId="0" nodeType="withEffect">
                                  <p:stCondLst>
                                    <p:cond delay="0"/>
                                  </p:stCondLst>
                                  <p:childTnLst>
                                    <p:set>
                                      <p:cBhvr>
                                        <p:cTn id="78" dur="1" fill="hold">
                                          <p:stCondLst>
                                            <p:cond delay="0"/>
                                          </p:stCondLst>
                                        </p:cTn>
                                        <p:tgtEl>
                                          <p:spTgt spid="52"/>
                                        </p:tgtEl>
                                        <p:attrNameLst>
                                          <p:attrName>style.visibility</p:attrName>
                                        </p:attrNameLst>
                                      </p:cBhvr>
                                      <p:to>
                                        <p:strVal val="visible"/>
                                      </p:to>
                                    </p:set>
                                    <p:anim calcmode="lin" valueType="num">
                                      <p:cBhvr>
                                        <p:cTn id="79" dur="500" fill="hold"/>
                                        <p:tgtEl>
                                          <p:spTgt spid="52"/>
                                        </p:tgtEl>
                                        <p:attrNameLst>
                                          <p:attrName>ppt_w</p:attrName>
                                        </p:attrNameLst>
                                      </p:cBhvr>
                                      <p:tavLst>
                                        <p:tav tm="0">
                                          <p:val>
                                            <p:fltVal val="0"/>
                                          </p:val>
                                        </p:tav>
                                        <p:tav tm="100000">
                                          <p:val>
                                            <p:strVal val="#ppt_w"/>
                                          </p:val>
                                        </p:tav>
                                      </p:tavLst>
                                    </p:anim>
                                    <p:anim calcmode="lin" valueType="num">
                                      <p:cBhvr>
                                        <p:cTn id="80" dur="500" fill="hold"/>
                                        <p:tgtEl>
                                          <p:spTgt spid="52"/>
                                        </p:tgtEl>
                                        <p:attrNameLst>
                                          <p:attrName>ppt_h</p:attrName>
                                        </p:attrNameLst>
                                      </p:cBhvr>
                                      <p:tavLst>
                                        <p:tav tm="0">
                                          <p:val>
                                            <p:fltVal val="0"/>
                                          </p:val>
                                        </p:tav>
                                        <p:tav tm="100000">
                                          <p:val>
                                            <p:strVal val="#ppt_h"/>
                                          </p:val>
                                        </p:tav>
                                      </p:tavLst>
                                    </p:anim>
                                    <p:animEffect transition="in" filter="fade">
                                      <p:cBhvr>
                                        <p:cTn id="81" dur="500"/>
                                        <p:tgtEl>
                                          <p:spTgt spid="52"/>
                                        </p:tgtEl>
                                      </p:cBhvr>
                                    </p:animEffect>
                                  </p:childTnLst>
                                </p:cTn>
                              </p:par>
                              <p:par>
                                <p:cTn id="82" presetID="53" presetClass="entr" presetSubtype="16" fill="hold" grpId="0" nodeType="withEffect">
                                  <p:stCondLst>
                                    <p:cond delay="0"/>
                                  </p:stCondLst>
                                  <p:childTnLst>
                                    <p:set>
                                      <p:cBhvr>
                                        <p:cTn id="83" dur="1" fill="hold">
                                          <p:stCondLst>
                                            <p:cond delay="0"/>
                                          </p:stCondLst>
                                        </p:cTn>
                                        <p:tgtEl>
                                          <p:spTgt spid="53"/>
                                        </p:tgtEl>
                                        <p:attrNameLst>
                                          <p:attrName>style.visibility</p:attrName>
                                        </p:attrNameLst>
                                      </p:cBhvr>
                                      <p:to>
                                        <p:strVal val="visible"/>
                                      </p:to>
                                    </p:set>
                                    <p:anim calcmode="lin" valueType="num">
                                      <p:cBhvr>
                                        <p:cTn id="84" dur="500" fill="hold"/>
                                        <p:tgtEl>
                                          <p:spTgt spid="53"/>
                                        </p:tgtEl>
                                        <p:attrNameLst>
                                          <p:attrName>ppt_w</p:attrName>
                                        </p:attrNameLst>
                                      </p:cBhvr>
                                      <p:tavLst>
                                        <p:tav tm="0">
                                          <p:val>
                                            <p:fltVal val="0"/>
                                          </p:val>
                                        </p:tav>
                                        <p:tav tm="100000">
                                          <p:val>
                                            <p:strVal val="#ppt_w"/>
                                          </p:val>
                                        </p:tav>
                                      </p:tavLst>
                                    </p:anim>
                                    <p:anim calcmode="lin" valueType="num">
                                      <p:cBhvr>
                                        <p:cTn id="85" dur="500" fill="hold"/>
                                        <p:tgtEl>
                                          <p:spTgt spid="53"/>
                                        </p:tgtEl>
                                        <p:attrNameLst>
                                          <p:attrName>ppt_h</p:attrName>
                                        </p:attrNameLst>
                                      </p:cBhvr>
                                      <p:tavLst>
                                        <p:tav tm="0">
                                          <p:val>
                                            <p:fltVal val="0"/>
                                          </p:val>
                                        </p:tav>
                                        <p:tav tm="100000">
                                          <p:val>
                                            <p:strVal val="#ppt_h"/>
                                          </p:val>
                                        </p:tav>
                                      </p:tavLst>
                                    </p:anim>
                                    <p:animEffect transition="in" filter="fade">
                                      <p:cBhvr>
                                        <p:cTn id="86" dur="500"/>
                                        <p:tgtEl>
                                          <p:spTgt spid="53"/>
                                        </p:tgtEl>
                                      </p:cBhvr>
                                    </p:animEffect>
                                  </p:childTnLst>
                                </p:cTn>
                              </p:par>
                              <p:par>
                                <p:cTn id="87" presetID="53" presetClass="entr" presetSubtype="16" fill="hold" grpId="0" nodeType="withEffect">
                                  <p:stCondLst>
                                    <p:cond delay="0"/>
                                  </p:stCondLst>
                                  <p:childTnLst>
                                    <p:set>
                                      <p:cBhvr>
                                        <p:cTn id="88" dur="1" fill="hold">
                                          <p:stCondLst>
                                            <p:cond delay="0"/>
                                          </p:stCondLst>
                                        </p:cTn>
                                        <p:tgtEl>
                                          <p:spTgt spid="54"/>
                                        </p:tgtEl>
                                        <p:attrNameLst>
                                          <p:attrName>style.visibility</p:attrName>
                                        </p:attrNameLst>
                                      </p:cBhvr>
                                      <p:to>
                                        <p:strVal val="visible"/>
                                      </p:to>
                                    </p:set>
                                    <p:anim calcmode="lin" valueType="num">
                                      <p:cBhvr>
                                        <p:cTn id="89" dur="500" fill="hold"/>
                                        <p:tgtEl>
                                          <p:spTgt spid="54"/>
                                        </p:tgtEl>
                                        <p:attrNameLst>
                                          <p:attrName>ppt_w</p:attrName>
                                        </p:attrNameLst>
                                      </p:cBhvr>
                                      <p:tavLst>
                                        <p:tav tm="0">
                                          <p:val>
                                            <p:fltVal val="0"/>
                                          </p:val>
                                        </p:tav>
                                        <p:tav tm="100000">
                                          <p:val>
                                            <p:strVal val="#ppt_w"/>
                                          </p:val>
                                        </p:tav>
                                      </p:tavLst>
                                    </p:anim>
                                    <p:anim calcmode="lin" valueType="num">
                                      <p:cBhvr>
                                        <p:cTn id="90" dur="500" fill="hold"/>
                                        <p:tgtEl>
                                          <p:spTgt spid="54"/>
                                        </p:tgtEl>
                                        <p:attrNameLst>
                                          <p:attrName>ppt_h</p:attrName>
                                        </p:attrNameLst>
                                      </p:cBhvr>
                                      <p:tavLst>
                                        <p:tav tm="0">
                                          <p:val>
                                            <p:fltVal val="0"/>
                                          </p:val>
                                        </p:tav>
                                        <p:tav tm="100000">
                                          <p:val>
                                            <p:strVal val="#ppt_h"/>
                                          </p:val>
                                        </p:tav>
                                      </p:tavLst>
                                    </p:anim>
                                    <p:animEffect transition="in" filter="fade">
                                      <p:cBhvr>
                                        <p:cTn id="91" dur="500"/>
                                        <p:tgtEl>
                                          <p:spTgt spid="54"/>
                                        </p:tgtEl>
                                      </p:cBhvr>
                                    </p:animEffect>
                                  </p:childTnLst>
                                </p:cTn>
                              </p:par>
                              <p:par>
                                <p:cTn id="92" presetID="53" presetClass="entr" presetSubtype="16" fill="hold" grpId="0" nodeType="withEffect">
                                  <p:stCondLst>
                                    <p:cond delay="0"/>
                                  </p:stCondLst>
                                  <p:childTnLst>
                                    <p:set>
                                      <p:cBhvr>
                                        <p:cTn id="93" dur="1" fill="hold">
                                          <p:stCondLst>
                                            <p:cond delay="0"/>
                                          </p:stCondLst>
                                        </p:cTn>
                                        <p:tgtEl>
                                          <p:spTgt spid="55"/>
                                        </p:tgtEl>
                                        <p:attrNameLst>
                                          <p:attrName>style.visibility</p:attrName>
                                        </p:attrNameLst>
                                      </p:cBhvr>
                                      <p:to>
                                        <p:strVal val="visible"/>
                                      </p:to>
                                    </p:set>
                                    <p:anim calcmode="lin" valueType="num">
                                      <p:cBhvr>
                                        <p:cTn id="94" dur="500" fill="hold"/>
                                        <p:tgtEl>
                                          <p:spTgt spid="55"/>
                                        </p:tgtEl>
                                        <p:attrNameLst>
                                          <p:attrName>ppt_w</p:attrName>
                                        </p:attrNameLst>
                                      </p:cBhvr>
                                      <p:tavLst>
                                        <p:tav tm="0">
                                          <p:val>
                                            <p:fltVal val="0"/>
                                          </p:val>
                                        </p:tav>
                                        <p:tav tm="100000">
                                          <p:val>
                                            <p:strVal val="#ppt_w"/>
                                          </p:val>
                                        </p:tav>
                                      </p:tavLst>
                                    </p:anim>
                                    <p:anim calcmode="lin" valueType="num">
                                      <p:cBhvr>
                                        <p:cTn id="95" dur="500" fill="hold"/>
                                        <p:tgtEl>
                                          <p:spTgt spid="55"/>
                                        </p:tgtEl>
                                        <p:attrNameLst>
                                          <p:attrName>ppt_h</p:attrName>
                                        </p:attrNameLst>
                                      </p:cBhvr>
                                      <p:tavLst>
                                        <p:tav tm="0">
                                          <p:val>
                                            <p:fltVal val="0"/>
                                          </p:val>
                                        </p:tav>
                                        <p:tav tm="100000">
                                          <p:val>
                                            <p:strVal val="#ppt_h"/>
                                          </p:val>
                                        </p:tav>
                                      </p:tavLst>
                                    </p:anim>
                                    <p:animEffect transition="in" filter="fade">
                                      <p:cBhvr>
                                        <p:cTn id="96" dur="500"/>
                                        <p:tgtEl>
                                          <p:spTgt spid="55"/>
                                        </p:tgtEl>
                                      </p:cBhvr>
                                    </p:animEffect>
                                  </p:childTnLst>
                                </p:cTn>
                              </p:par>
                              <p:par>
                                <p:cTn id="97" presetID="53" presetClass="entr" presetSubtype="16" fill="hold" grpId="0" nodeType="withEffect">
                                  <p:stCondLst>
                                    <p:cond delay="0"/>
                                  </p:stCondLst>
                                  <p:childTnLst>
                                    <p:set>
                                      <p:cBhvr>
                                        <p:cTn id="98" dur="1" fill="hold">
                                          <p:stCondLst>
                                            <p:cond delay="0"/>
                                          </p:stCondLst>
                                        </p:cTn>
                                        <p:tgtEl>
                                          <p:spTgt spid="56"/>
                                        </p:tgtEl>
                                        <p:attrNameLst>
                                          <p:attrName>style.visibility</p:attrName>
                                        </p:attrNameLst>
                                      </p:cBhvr>
                                      <p:to>
                                        <p:strVal val="visible"/>
                                      </p:to>
                                    </p:set>
                                    <p:anim calcmode="lin" valueType="num">
                                      <p:cBhvr>
                                        <p:cTn id="99" dur="500" fill="hold"/>
                                        <p:tgtEl>
                                          <p:spTgt spid="56"/>
                                        </p:tgtEl>
                                        <p:attrNameLst>
                                          <p:attrName>ppt_w</p:attrName>
                                        </p:attrNameLst>
                                      </p:cBhvr>
                                      <p:tavLst>
                                        <p:tav tm="0">
                                          <p:val>
                                            <p:fltVal val="0"/>
                                          </p:val>
                                        </p:tav>
                                        <p:tav tm="100000">
                                          <p:val>
                                            <p:strVal val="#ppt_w"/>
                                          </p:val>
                                        </p:tav>
                                      </p:tavLst>
                                    </p:anim>
                                    <p:anim calcmode="lin" valueType="num">
                                      <p:cBhvr>
                                        <p:cTn id="100" dur="500" fill="hold"/>
                                        <p:tgtEl>
                                          <p:spTgt spid="56"/>
                                        </p:tgtEl>
                                        <p:attrNameLst>
                                          <p:attrName>ppt_h</p:attrName>
                                        </p:attrNameLst>
                                      </p:cBhvr>
                                      <p:tavLst>
                                        <p:tav tm="0">
                                          <p:val>
                                            <p:fltVal val="0"/>
                                          </p:val>
                                        </p:tav>
                                        <p:tav tm="100000">
                                          <p:val>
                                            <p:strVal val="#ppt_h"/>
                                          </p:val>
                                        </p:tav>
                                      </p:tavLst>
                                    </p:anim>
                                    <p:animEffect transition="in" filter="fade">
                                      <p:cBhvr>
                                        <p:cTn id="101" dur="500"/>
                                        <p:tgtEl>
                                          <p:spTgt spid="56"/>
                                        </p:tgtEl>
                                      </p:cBhvr>
                                    </p:animEffect>
                                  </p:childTnLst>
                                </p:cTn>
                              </p:par>
                              <p:par>
                                <p:cTn id="102" presetID="53" presetClass="entr" presetSubtype="16" fill="hold" grpId="0" nodeType="withEffect">
                                  <p:stCondLst>
                                    <p:cond delay="0"/>
                                  </p:stCondLst>
                                  <p:childTnLst>
                                    <p:set>
                                      <p:cBhvr>
                                        <p:cTn id="103" dur="1" fill="hold">
                                          <p:stCondLst>
                                            <p:cond delay="0"/>
                                          </p:stCondLst>
                                        </p:cTn>
                                        <p:tgtEl>
                                          <p:spTgt spid="57"/>
                                        </p:tgtEl>
                                        <p:attrNameLst>
                                          <p:attrName>style.visibility</p:attrName>
                                        </p:attrNameLst>
                                      </p:cBhvr>
                                      <p:to>
                                        <p:strVal val="visible"/>
                                      </p:to>
                                    </p:set>
                                    <p:anim calcmode="lin" valueType="num">
                                      <p:cBhvr>
                                        <p:cTn id="104" dur="500" fill="hold"/>
                                        <p:tgtEl>
                                          <p:spTgt spid="57"/>
                                        </p:tgtEl>
                                        <p:attrNameLst>
                                          <p:attrName>ppt_w</p:attrName>
                                        </p:attrNameLst>
                                      </p:cBhvr>
                                      <p:tavLst>
                                        <p:tav tm="0">
                                          <p:val>
                                            <p:fltVal val="0"/>
                                          </p:val>
                                        </p:tav>
                                        <p:tav tm="100000">
                                          <p:val>
                                            <p:strVal val="#ppt_w"/>
                                          </p:val>
                                        </p:tav>
                                      </p:tavLst>
                                    </p:anim>
                                    <p:anim calcmode="lin" valueType="num">
                                      <p:cBhvr>
                                        <p:cTn id="105" dur="500" fill="hold"/>
                                        <p:tgtEl>
                                          <p:spTgt spid="57"/>
                                        </p:tgtEl>
                                        <p:attrNameLst>
                                          <p:attrName>ppt_h</p:attrName>
                                        </p:attrNameLst>
                                      </p:cBhvr>
                                      <p:tavLst>
                                        <p:tav tm="0">
                                          <p:val>
                                            <p:fltVal val="0"/>
                                          </p:val>
                                        </p:tav>
                                        <p:tav tm="100000">
                                          <p:val>
                                            <p:strVal val="#ppt_h"/>
                                          </p:val>
                                        </p:tav>
                                      </p:tavLst>
                                    </p:anim>
                                    <p:animEffect transition="in" filter="fade">
                                      <p:cBhvr>
                                        <p:cTn id="106" dur="500"/>
                                        <p:tgtEl>
                                          <p:spTgt spid="57"/>
                                        </p:tgtEl>
                                      </p:cBhvr>
                                    </p:animEffect>
                                  </p:childTnLst>
                                </p:cTn>
                              </p:par>
                              <p:par>
                                <p:cTn id="107" presetID="53" presetClass="entr" presetSubtype="16" fill="hold" grpId="0" nodeType="withEffect">
                                  <p:stCondLst>
                                    <p:cond delay="0"/>
                                  </p:stCondLst>
                                  <p:childTnLst>
                                    <p:set>
                                      <p:cBhvr>
                                        <p:cTn id="108" dur="1" fill="hold">
                                          <p:stCondLst>
                                            <p:cond delay="0"/>
                                          </p:stCondLst>
                                        </p:cTn>
                                        <p:tgtEl>
                                          <p:spTgt spid="58"/>
                                        </p:tgtEl>
                                        <p:attrNameLst>
                                          <p:attrName>style.visibility</p:attrName>
                                        </p:attrNameLst>
                                      </p:cBhvr>
                                      <p:to>
                                        <p:strVal val="visible"/>
                                      </p:to>
                                    </p:set>
                                    <p:anim calcmode="lin" valueType="num">
                                      <p:cBhvr>
                                        <p:cTn id="109" dur="500" fill="hold"/>
                                        <p:tgtEl>
                                          <p:spTgt spid="58"/>
                                        </p:tgtEl>
                                        <p:attrNameLst>
                                          <p:attrName>ppt_w</p:attrName>
                                        </p:attrNameLst>
                                      </p:cBhvr>
                                      <p:tavLst>
                                        <p:tav tm="0">
                                          <p:val>
                                            <p:fltVal val="0"/>
                                          </p:val>
                                        </p:tav>
                                        <p:tav tm="100000">
                                          <p:val>
                                            <p:strVal val="#ppt_w"/>
                                          </p:val>
                                        </p:tav>
                                      </p:tavLst>
                                    </p:anim>
                                    <p:anim calcmode="lin" valueType="num">
                                      <p:cBhvr>
                                        <p:cTn id="110" dur="500" fill="hold"/>
                                        <p:tgtEl>
                                          <p:spTgt spid="58"/>
                                        </p:tgtEl>
                                        <p:attrNameLst>
                                          <p:attrName>ppt_h</p:attrName>
                                        </p:attrNameLst>
                                      </p:cBhvr>
                                      <p:tavLst>
                                        <p:tav tm="0">
                                          <p:val>
                                            <p:fltVal val="0"/>
                                          </p:val>
                                        </p:tav>
                                        <p:tav tm="100000">
                                          <p:val>
                                            <p:strVal val="#ppt_h"/>
                                          </p:val>
                                        </p:tav>
                                      </p:tavLst>
                                    </p:anim>
                                    <p:animEffect transition="in" filter="fade">
                                      <p:cBhvr>
                                        <p:cTn id="111" dur="500"/>
                                        <p:tgtEl>
                                          <p:spTgt spid="58"/>
                                        </p:tgtEl>
                                      </p:cBhvr>
                                    </p:animEffect>
                                  </p:childTnLst>
                                </p:cTn>
                              </p:par>
                              <p:par>
                                <p:cTn id="112" presetID="53" presetClass="entr" presetSubtype="16" fill="hold" grpId="0" nodeType="withEffect">
                                  <p:stCondLst>
                                    <p:cond delay="0"/>
                                  </p:stCondLst>
                                  <p:childTnLst>
                                    <p:set>
                                      <p:cBhvr>
                                        <p:cTn id="113" dur="1" fill="hold">
                                          <p:stCondLst>
                                            <p:cond delay="0"/>
                                          </p:stCondLst>
                                        </p:cTn>
                                        <p:tgtEl>
                                          <p:spTgt spid="59"/>
                                        </p:tgtEl>
                                        <p:attrNameLst>
                                          <p:attrName>style.visibility</p:attrName>
                                        </p:attrNameLst>
                                      </p:cBhvr>
                                      <p:to>
                                        <p:strVal val="visible"/>
                                      </p:to>
                                    </p:set>
                                    <p:anim calcmode="lin" valueType="num">
                                      <p:cBhvr>
                                        <p:cTn id="114" dur="500" fill="hold"/>
                                        <p:tgtEl>
                                          <p:spTgt spid="59"/>
                                        </p:tgtEl>
                                        <p:attrNameLst>
                                          <p:attrName>ppt_w</p:attrName>
                                        </p:attrNameLst>
                                      </p:cBhvr>
                                      <p:tavLst>
                                        <p:tav tm="0">
                                          <p:val>
                                            <p:fltVal val="0"/>
                                          </p:val>
                                        </p:tav>
                                        <p:tav tm="100000">
                                          <p:val>
                                            <p:strVal val="#ppt_w"/>
                                          </p:val>
                                        </p:tav>
                                      </p:tavLst>
                                    </p:anim>
                                    <p:anim calcmode="lin" valueType="num">
                                      <p:cBhvr>
                                        <p:cTn id="115" dur="500" fill="hold"/>
                                        <p:tgtEl>
                                          <p:spTgt spid="59"/>
                                        </p:tgtEl>
                                        <p:attrNameLst>
                                          <p:attrName>ppt_h</p:attrName>
                                        </p:attrNameLst>
                                      </p:cBhvr>
                                      <p:tavLst>
                                        <p:tav tm="0">
                                          <p:val>
                                            <p:fltVal val="0"/>
                                          </p:val>
                                        </p:tav>
                                        <p:tav tm="100000">
                                          <p:val>
                                            <p:strVal val="#ppt_h"/>
                                          </p:val>
                                        </p:tav>
                                      </p:tavLst>
                                    </p:anim>
                                    <p:animEffect transition="in" filter="fade">
                                      <p:cBhvr>
                                        <p:cTn id="116" dur="500"/>
                                        <p:tgtEl>
                                          <p:spTgt spid="59"/>
                                        </p:tgtEl>
                                      </p:cBhvr>
                                    </p:animEffect>
                                  </p:childTnLst>
                                </p:cTn>
                              </p:par>
                              <p:par>
                                <p:cTn id="117" presetID="53" presetClass="entr" presetSubtype="16" fill="hold" grpId="0" nodeType="withEffect">
                                  <p:stCondLst>
                                    <p:cond delay="0"/>
                                  </p:stCondLst>
                                  <p:childTnLst>
                                    <p:set>
                                      <p:cBhvr>
                                        <p:cTn id="118" dur="1" fill="hold">
                                          <p:stCondLst>
                                            <p:cond delay="0"/>
                                          </p:stCondLst>
                                        </p:cTn>
                                        <p:tgtEl>
                                          <p:spTgt spid="60"/>
                                        </p:tgtEl>
                                        <p:attrNameLst>
                                          <p:attrName>style.visibility</p:attrName>
                                        </p:attrNameLst>
                                      </p:cBhvr>
                                      <p:to>
                                        <p:strVal val="visible"/>
                                      </p:to>
                                    </p:set>
                                    <p:anim calcmode="lin" valueType="num">
                                      <p:cBhvr>
                                        <p:cTn id="119" dur="500" fill="hold"/>
                                        <p:tgtEl>
                                          <p:spTgt spid="60"/>
                                        </p:tgtEl>
                                        <p:attrNameLst>
                                          <p:attrName>ppt_w</p:attrName>
                                        </p:attrNameLst>
                                      </p:cBhvr>
                                      <p:tavLst>
                                        <p:tav tm="0">
                                          <p:val>
                                            <p:fltVal val="0"/>
                                          </p:val>
                                        </p:tav>
                                        <p:tav tm="100000">
                                          <p:val>
                                            <p:strVal val="#ppt_w"/>
                                          </p:val>
                                        </p:tav>
                                      </p:tavLst>
                                    </p:anim>
                                    <p:anim calcmode="lin" valueType="num">
                                      <p:cBhvr>
                                        <p:cTn id="120" dur="500" fill="hold"/>
                                        <p:tgtEl>
                                          <p:spTgt spid="60"/>
                                        </p:tgtEl>
                                        <p:attrNameLst>
                                          <p:attrName>ppt_h</p:attrName>
                                        </p:attrNameLst>
                                      </p:cBhvr>
                                      <p:tavLst>
                                        <p:tav tm="0">
                                          <p:val>
                                            <p:fltVal val="0"/>
                                          </p:val>
                                        </p:tav>
                                        <p:tav tm="100000">
                                          <p:val>
                                            <p:strVal val="#ppt_h"/>
                                          </p:val>
                                        </p:tav>
                                      </p:tavLst>
                                    </p:anim>
                                    <p:animEffect transition="in" filter="fade">
                                      <p:cBhvr>
                                        <p:cTn id="121" dur="500"/>
                                        <p:tgtEl>
                                          <p:spTgt spid="60"/>
                                        </p:tgtEl>
                                      </p:cBhvr>
                                    </p:animEffect>
                                  </p:childTnLst>
                                </p:cTn>
                              </p:par>
                              <p:par>
                                <p:cTn id="122" presetID="53" presetClass="entr" presetSubtype="16" fill="hold" grpId="0" nodeType="withEffect">
                                  <p:stCondLst>
                                    <p:cond delay="0"/>
                                  </p:stCondLst>
                                  <p:childTnLst>
                                    <p:set>
                                      <p:cBhvr>
                                        <p:cTn id="123" dur="1" fill="hold">
                                          <p:stCondLst>
                                            <p:cond delay="0"/>
                                          </p:stCondLst>
                                        </p:cTn>
                                        <p:tgtEl>
                                          <p:spTgt spid="61"/>
                                        </p:tgtEl>
                                        <p:attrNameLst>
                                          <p:attrName>style.visibility</p:attrName>
                                        </p:attrNameLst>
                                      </p:cBhvr>
                                      <p:to>
                                        <p:strVal val="visible"/>
                                      </p:to>
                                    </p:set>
                                    <p:anim calcmode="lin" valueType="num">
                                      <p:cBhvr>
                                        <p:cTn id="124" dur="500" fill="hold"/>
                                        <p:tgtEl>
                                          <p:spTgt spid="61"/>
                                        </p:tgtEl>
                                        <p:attrNameLst>
                                          <p:attrName>ppt_w</p:attrName>
                                        </p:attrNameLst>
                                      </p:cBhvr>
                                      <p:tavLst>
                                        <p:tav tm="0">
                                          <p:val>
                                            <p:fltVal val="0"/>
                                          </p:val>
                                        </p:tav>
                                        <p:tav tm="100000">
                                          <p:val>
                                            <p:strVal val="#ppt_w"/>
                                          </p:val>
                                        </p:tav>
                                      </p:tavLst>
                                    </p:anim>
                                    <p:anim calcmode="lin" valueType="num">
                                      <p:cBhvr>
                                        <p:cTn id="125" dur="500" fill="hold"/>
                                        <p:tgtEl>
                                          <p:spTgt spid="61"/>
                                        </p:tgtEl>
                                        <p:attrNameLst>
                                          <p:attrName>ppt_h</p:attrName>
                                        </p:attrNameLst>
                                      </p:cBhvr>
                                      <p:tavLst>
                                        <p:tav tm="0">
                                          <p:val>
                                            <p:fltVal val="0"/>
                                          </p:val>
                                        </p:tav>
                                        <p:tav tm="100000">
                                          <p:val>
                                            <p:strVal val="#ppt_h"/>
                                          </p:val>
                                        </p:tav>
                                      </p:tavLst>
                                    </p:anim>
                                    <p:animEffect transition="in" filter="fade">
                                      <p:cBhvr>
                                        <p:cTn id="126" dur="500"/>
                                        <p:tgtEl>
                                          <p:spTgt spid="61"/>
                                        </p:tgtEl>
                                      </p:cBhvr>
                                    </p:animEffect>
                                  </p:childTnLst>
                                </p:cTn>
                              </p:par>
                              <p:par>
                                <p:cTn id="127" presetID="53" presetClass="entr" presetSubtype="16" fill="hold" grpId="0" nodeType="withEffect">
                                  <p:stCondLst>
                                    <p:cond delay="0"/>
                                  </p:stCondLst>
                                  <p:childTnLst>
                                    <p:set>
                                      <p:cBhvr>
                                        <p:cTn id="128" dur="1" fill="hold">
                                          <p:stCondLst>
                                            <p:cond delay="0"/>
                                          </p:stCondLst>
                                        </p:cTn>
                                        <p:tgtEl>
                                          <p:spTgt spid="64"/>
                                        </p:tgtEl>
                                        <p:attrNameLst>
                                          <p:attrName>style.visibility</p:attrName>
                                        </p:attrNameLst>
                                      </p:cBhvr>
                                      <p:to>
                                        <p:strVal val="visible"/>
                                      </p:to>
                                    </p:set>
                                    <p:anim calcmode="lin" valueType="num">
                                      <p:cBhvr>
                                        <p:cTn id="129" dur="500" fill="hold"/>
                                        <p:tgtEl>
                                          <p:spTgt spid="64"/>
                                        </p:tgtEl>
                                        <p:attrNameLst>
                                          <p:attrName>ppt_w</p:attrName>
                                        </p:attrNameLst>
                                      </p:cBhvr>
                                      <p:tavLst>
                                        <p:tav tm="0">
                                          <p:val>
                                            <p:fltVal val="0"/>
                                          </p:val>
                                        </p:tav>
                                        <p:tav tm="100000">
                                          <p:val>
                                            <p:strVal val="#ppt_w"/>
                                          </p:val>
                                        </p:tav>
                                      </p:tavLst>
                                    </p:anim>
                                    <p:anim calcmode="lin" valueType="num">
                                      <p:cBhvr>
                                        <p:cTn id="130" dur="500" fill="hold"/>
                                        <p:tgtEl>
                                          <p:spTgt spid="64"/>
                                        </p:tgtEl>
                                        <p:attrNameLst>
                                          <p:attrName>ppt_h</p:attrName>
                                        </p:attrNameLst>
                                      </p:cBhvr>
                                      <p:tavLst>
                                        <p:tav tm="0">
                                          <p:val>
                                            <p:fltVal val="0"/>
                                          </p:val>
                                        </p:tav>
                                        <p:tav tm="100000">
                                          <p:val>
                                            <p:strVal val="#ppt_h"/>
                                          </p:val>
                                        </p:tav>
                                      </p:tavLst>
                                    </p:anim>
                                    <p:animEffect transition="in" filter="fade">
                                      <p:cBhvr>
                                        <p:cTn id="131" dur="500"/>
                                        <p:tgtEl>
                                          <p:spTgt spid="64"/>
                                        </p:tgtEl>
                                      </p:cBhvr>
                                    </p:animEffect>
                                  </p:childTnLst>
                                </p:cTn>
                              </p:par>
                              <p:par>
                                <p:cTn id="132" presetID="53" presetClass="entr" presetSubtype="16" fill="hold" grpId="0" nodeType="withEffect">
                                  <p:stCondLst>
                                    <p:cond delay="0"/>
                                  </p:stCondLst>
                                  <p:childTnLst>
                                    <p:set>
                                      <p:cBhvr>
                                        <p:cTn id="133" dur="1" fill="hold">
                                          <p:stCondLst>
                                            <p:cond delay="0"/>
                                          </p:stCondLst>
                                        </p:cTn>
                                        <p:tgtEl>
                                          <p:spTgt spid="65"/>
                                        </p:tgtEl>
                                        <p:attrNameLst>
                                          <p:attrName>style.visibility</p:attrName>
                                        </p:attrNameLst>
                                      </p:cBhvr>
                                      <p:to>
                                        <p:strVal val="visible"/>
                                      </p:to>
                                    </p:set>
                                    <p:anim calcmode="lin" valueType="num">
                                      <p:cBhvr>
                                        <p:cTn id="134" dur="500" fill="hold"/>
                                        <p:tgtEl>
                                          <p:spTgt spid="65"/>
                                        </p:tgtEl>
                                        <p:attrNameLst>
                                          <p:attrName>ppt_w</p:attrName>
                                        </p:attrNameLst>
                                      </p:cBhvr>
                                      <p:tavLst>
                                        <p:tav tm="0">
                                          <p:val>
                                            <p:fltVal val="0"/>
                                          </p:val>
                                        </p:tav>
                                        <p:tav tm="100000">
                                          <p:val>
                                            <p:strVal val="#ppt_w"/>
                                          </p:val>
                                        </p:tav>
                                      </p:tavLst>
                                    </p:anim>
                                    <p:anim calcmode="lin" valueType="num">
                                      <p:cBhvr>
                                        <p:cTn id="135" dur="500" fill="hold"/>
                                        <p:tgtEl>
                                          <p:spTgt spid="65"/>
                                        </p:tgtEl>
                                        <p:attrNameLst>
                                          <p:attrName>ppt_h</p:attrName>
                                        </p:attrNameLst>
                                      </p:cBhvr>
                                      <p:tavLst>
                                        <p:tav tm="0">
                                          <p:val>
                                            <p:fltVal val="0"/>
                                          </p:val>
                                        </p:tav>
                                        <p:tav tm="100000">
                                          <p:val>
                                            <p:strVal val="#ppt_h"/>
                                          </p:val>
                                        </p:tav>
                                      </p:tavLst>
                                    </p:anim>
                                    <p:animEffect transition="in" filter="fade">
                                      <p:cBhvr>
                                        <p:cTn id="136" dur="500"/>
                                        <p:tgtEl>
                                          <p:spTgt spid="65"/>
                                        </p:tgtEl>
                                      </p:cBhvr>
                                    </p:animEffect>
                                  </p:childTnLst>
                                </p:cTn>
                              </p:par>
                              <p:par>
                                <p:cTn id="137" presetID="53" presetClass="entr" presetSubtype="16" fill="hold" grpId="0" nodeType="withEffect">
                                  <p:stCondLst>
                                    <p:cond delay="0"/>
                                  </p:stCondLst>
                                  <p:childTnLst>
                                    <p:set>
                                      <p:cBhvr>
                                        <p:cTn id="138" dur="1" fill="hold">
                                          <p:stCondLst>
                                            <p:cond delay="0"/>
                                          </p:stCondLst>
                                        </p:cTn>
                                        <p:tgtEl>
                                          <p:spTgt spid="66"/>
                                        </p:tgtEl>
                                        <p:attrNameLst>
                                          <p:attrName>style.visibility</p:attrName>
                                        </p:attrNameLst>
                                      </p:cBhvr>
                                      <p:to>
                                        <p:strVal val="visible"/>
                                      </p:to>
                                    </p:set>
                                    <p:anim calcmode="lin" valueType="num">
                                      <p:cBhvr>
                                        <p:cTn id="139" dur="500" fill="hold"/>
                                        <p:tgtEl>
                                          <p:spTgt spid="66"/>
                                        </p:tgtEl>
                                        <p:attrNameLst>
                                          <p:attrName>ppt_w</p:attrName>
                                        </p:attrNameLst>
                                      </p:cBhvr>
                                      <p:tavLst>
                                        <p:tav tm="0">
                                          <p:val>
                                            <p:fltVal val="0"/>
                                          </p:val>
                                        </p:tav>
                                        <p:tav tm="100000">
                                          <p:val>
                                            <p:strVal val="#ppt_w"/>
                                          </p:val>
                                        </p:tav>
                                      </p:tavLst>
                                    </p:anim>
                                    <p:anim calcmode="lin" valueType="num">
                                      <p:cBhvr>
                                        <p:cTn id="140" dur="500" fill="hold"/>
                                        <p:tgtEl>
                                          <p:spTgt spid="66"/>
                                        </p:tgtEl>
                                        <p:attrNameLst>
                                          <p:attrName>ppt_h</p:attrName>
                                        </p:attrNameLst>
                                      </p:cBhvr>
                                      <p:tavLst>
                                        <p:tav tm="0">
                                          <p:val>
                                            <p:fltVal val="0"/>
                                          </p:val>
                                        </p:tav>
                                        <p:tav tm="100000">
                                          <p:val>
                                            <p:strVal val="#ppt_h"/>
                                          </p:val>
                                        </p:tav>
                                      </p:tavLst>
                                    </p:anim>
                                    <p:animEffect transition="in" filter="fade">
                                      <p:cBhvr>
                                        <p:cTn id="141" dur="500"/>
                                        <p:tgtEl>
                                          <p:spTgt spid="66"/>
                                        </p:tgtEl>
                                      </p:cBhvr>
                                    </p:animEffect>
                                  </p:childTnLst>
                                </p:cTn>
                              </p:par>
                              <p:par>
                                <p:cTn id="142" presetID="53" presetClass="entr" presetSubtype="16" fill="hold" grpId="0" nodeType="withEffect">
                                  <p:stCondLst>
                                    <p:cond delay="0"/>
                                  </p:stCondLst>
                                  <p:childTnLst>
                                    <p:set>
                                      <p:cBhvr>
                                        <p:cTn id="143" dur="1" fill="hold">
                                          <p:stCondLst>
                                            <p:cond delay="0"/>
                                          </p:stCondLst>
                                        </p:cTn>
                                        <p:tgtEl>
                                          <p:spTgt spid="67"/>
                                        </p:tgtEl>
                                        <p:attrNameLst>
                                          <p:attrName>style.visibility</p:attrName>
                                        </p:attrNameLst>
                                      </p:cBhvr>
                                      <p:to>
                                        <p:strVal val="visible"/>
                                      </p:to>
                                    </p:set>
                                    <p:anim calcmode="lin" valueType="num">
                                      <p:cBhvr>
                                        <p:cTn id="144" dur="500" fill="hold"/>
                                        <p:tgtEl>
                                          <p:spTgt spid="67"/>
                                        </p:tgtEl>
                                        <p:attrNameLst>
                                          <p:attrName>ppt_w</p:attrName>
                                        </p:attrNameLst>
                                      </p:cBhvr>
                                      <p:tavLst>
                                        <p:tav tm="0">
                                          <p:val>
                                            <p:fltVal val="0"/>
                                          </p:val>
                                        </p:tav>
                                        <p:tav tm="100000">
                                          <p:val>
                                            <p:strVal val="#ppt_w"/>
                                          </p:val>
                                        </p:tav>
                                      </p:tavLst>
                                    </p:anim>
                                    <p:anim calcmode="lin" valueType="num">
                                      <p:cBhvr>
                                        <p:cTn id="145" dur="500" fill="hold"/>
                                        <p:tgtEl>
                                          <p:spTgt spid="67"/>
                                        </p:tgtEl>
                                        <p:attrNameLst>
                                          <p:attrName>ppt_h</p:attrName>
                                        </p:attrNameLst>
                                      </p:cBhvr>
                                      <p:tavLst>
                                        <p:tav tm="0">
                                          <p:val>
                                            <p:fltVal val="0"/>
                                          </p:val>
                                        </p:tav>
                                        <p:tav tm="100000">
                                          <p:val>
                                            <p:strVal val="#ppt_h"/>
                                          </p:val>
                                        </p:tav>
                                      </p:tavLst>
                                    </p:anim>
                                    <p:animEffect transition="in" filter="fade">
                                      <p:cBhvr>
                                        <p:cTn id="146" dur="500"/>
                                        <p:tgtEl>
                                          <p:spTgt spid="67"/>
                                        </p:tgtEl>
                                      </p:cBhvr>
                                    </p:animEffect>
                                  </p:childTnLst>
                                </p:cTn>
                              </p:par>
                              <p:par>
                                <p:cTn id="147" presetID="53" presetClass="entr" presetSubtype="16" fill="hold" grpId="0" nodeType="withEffect">
                                  <p:stCondLst>
                                    <p:cond delay="0"/>
                                  </p:stCondLst>
                                  <p:childTnLst>
                                    <p:set>
                                      <p:cBhvr>
                                        <p:cTn id="148" dur="1" fill="hold">
                                          <p:stCondLst>
                                            <p:cond delay="0"/>
                                          </p:stCondLst>
                                        </p:cTn>
                                        <p:tgtEl>
                                          <p:spTgt spid="68"/>
                                        </p:tgtEl>
                                        <p:attrNameLst>
                                          <p:attrName>style.visibility</p:attrName>
                                        </p:attrNameLst>
                                      </p:cBhvr>
                                      <p:to>
                                        <p:strVal val="visible"/>
                                      </p:to>
                                    </p:set>
                                    <p:anim calcmode="lin" valueType="num">
                                      <p:cBhvr>
                                        <p:cTn id="149" dur="500" fill="hold"/>
                                        <p:tgtEl>
                                          <p:spTgt spid="68"/>
                                        </p:tgtEl>
                                        <p:attrNameLst>
                                          <p:attrName>ppt_w</p:attrName>
                                        </p:attrNameLst>
                                      </p:cBhvr>
                                      <p:tavLst>
                                        <p:tav tm="0">
                                          <p:val>
                                            <p:fltVal val="0"/>
                                          </p:val>
                                        </p:tav>
                                        <p:tav tm="100000">
                                          <p:val>
                                            <p:strVal val="#ppt_w"/>
                                          </p:val>
                                        </p:tav>
                                      </p:tavLst>
                                    </p:anim>
                                    <p:anim calcmode="lin" valueType="num">
                                      <p:cBhvr>
                                        <p:cTn id="150" dur="500" fill="hold"/>
                                        <p:tgtEl>
                                          <p:spTgt spid="68"/>
                                        </p:tgtEl>
                                        <p:attrNameLst>
                                          <p:attrName>ppt_h</p:attrName>
                                        </p:attrNameLst>
                                      </p:cBhvr>
                                      <p:tavLst>
                                        <p:tav tm="0">
                                          <p:val>
                                            <p:fltVal val="0"/>
                                          </p:val>
                                        </p:tav>
                                        <p:tav tm="100000">
                                          <p:val>
                                            <p:strVal val="#ppt_h"/>
                                          </p:val>
                                        </p:tav>
                                      </p:tavLst>
                                    </p:anim>
                                    <p:animEffect transition="in" filter="fade">
                                      <p:cBhvr>
                                        <p:cTn id="151" dur="500"/>
                                        <p:tgtEl>
                                          <p:spTgt spid="68"/>
                                        </p:tgtEl>
                                      </p:cBhvr>
                                    </p:animEffect>
                                  </p:childTnLst>
                                </p:cTn>
                              </p:par>
                              <p:par>
                                <p:cTn id="152" presetID="53" presetClass="entr" presetSubtype="16" fill="hold" grpId="0" nodeType="withEffect">
                                  <p:stCondLst>
                                    <p:cond delay="0"/>
                                  </p:stCondLst>
                                  <p:childTnLst>
                                    <p:set>
                                      <p:cBhvr>
                                        <p:cTn id="153" dur="1" fill="hold">
                                          <p:stCondLst>
                                            <p:cond delay="0"/>
                                          </p:stCondLst>
                                        </p:cTn>
                                        <p:tgtEl>
                                          <p:spTgt spid="69"/>
                                        </p:tgtEl>
                                        <p:attrNameLst>
                                          <p:attrName>style.visibility</p:attrName>
                                        </p:attrNameLst>
                                      </p:cBhvr>
                                      <p:to>
                                        <p:strVal val="visible"/>
                                      </p:to>
                                    </p:set>
                                    <p:anim calcmode="lin" valueType="num">
                                      <p:cBhvr>
                                        <p:cTn id="154" dur="500" fill="hold"/>
                                        <p:tgtEl>
                                          <p:spTgt spid="69"/>
                                        </p:tgtEl>
                                        <p:attrNameLst>
                                          <p:attrName>ppt_w</p:attrName>
                                        </p:attrNameLst>
                                      </p:cBhvr>
                                      <p:tavLst>
                                        <p:tav tm="0">
                                          <p:val>
                                            <p:fltVal val="0"/>
                                          </p:val>
                                        </p:tav>
                                        <p:tav tm="100000">
                                          <p:val>
                                            <p:strVal val="#ppt_w"/>
                                          </p:val>
                                        </p:tav>
                                      </p:tavLst>
                                    </p:anim>
                                    <p:anim calcmode="lin" valueType="num">
                                      <p:cBhvr>
                                        <p:cTn id="155" dur="500" fill="hold"/>
                                        <p:tgtEl>
                                          <p:spTgt spid="69"/>
                                        </p:tgtEl>
                                        <p:attrNameLst>
                                          <p:attrName>ppt_h</p:attrName>
                                        </p:attrNameLst>
                                      </p:cBhvr>
                                      <p:tavLst>
                                        <p:tav tm="0">
                                          <p:val>
                                            <p:fltVal val="0"/>
                                          </p:val>
                                        </p:tav>
                                        <p:tav tm="100000">
                                          <p:val>
                                            <p:strVal val="#ppt_h"/>
                                          </p:val>
                                        </p:tav>
                                      </p:tavLst>
                                    </p:anim>
                                    <p:animEffect transition="in" filter="fade">
                                      <p:cBhvr>
                                        <p:cTn id="156" dur="500"/>
                                        <p:tgtEl>
                                          <p:spTgt spid="69"/>
                                        </p:tgtEl>
                                      </p:cBhvr>
                                    </p:animEffect>
                                  </p:childTnLst>
                                </p:cTn>
                              </p:par>
                              <p:par>
                                <p:cTn id="157" presetID="53" presetClass="entr" presetSubtype="16" fill="hold" grpId="0" nodeType="withEffect">
                                  <p:stCondLst>
                                    <p:cond delay="0"/>
                                  </p:stCondLst>
                                  <p:childTnLst>
                                    <p:set>
                                      <p:cBhvr>
                                        <p:cTn id="158" dur="1" fill="hold">
                                          <p:stCondLst>
                                            <p:cond delay="0"/>
                                          </p:stCondLst>
                                        </p:cTn>
                                        <p:tgtEl>
                                          <p:spTgt spid="70"/>
                                        </p:tgtEl>
                                        <p:attrNameLst>
                                          <p:attrName>style.visibility</p:attrName>
                                        </p:attrNameLst>
                                      </p:cBhvr>
                                      <p:to>
                                        <p:strVal val="visible"/>
                                      </p:to>
                                    </p:set>
                                    <p:anim calcmode="lin" valueType="num">
                                      <p:cBhvr>
                                        <p:cTn id="159" dur="500" fill="hold"/>
                                        <p:tgtEl>
                                          <p:spTgt spid="70"/>
                                        </p:tgtEl>
                                        <p:attrNameLst>
                                          <p:attrName>ppt_w</p:attrName>
                                        </p:attrNameLst>
                                      </p:cBhvr>
                                      <p:tavLst>
                                        <p:tav tm="0">
                                          <p:val>
                                            <p:fltVal val="0"/>
                                          </p:val>
                                        </p:tav>
                                        <p:tav tm="100000">
                                          <p:val>
                                            <p:strVal val="#ppt_w"/>
                                          </p:val>
                                        </p:tav>
                                      </p:tavLst>
                                    </p:anim>
                                    <p:anim calcmode="lin" valueType="num">
                                      <p:cBhvr>
                                        <p:cTn id="160" dur="500" fill="hold"/>
                                        <p:tgtEl>
                                          <p:spTgt spid="70"/>
                                        </p:tgtEl>
                                        <p:attrNameLst>
                                          <p:attrName>ppt_h</p:attrName>
                                        </p:attrNameLst>
                                      </p:cBhvr>
                                      <p:tavLst>
                                        <p:tav tm="0">
                                          <p:val>
                                            <p:fltVal val="0"/>
                                          </p:val>
                                        </p:tav>
                                        <p:tav tm="100000">
                                          <p:val>
                                            <p:strVal val="#ppt_h"/>
                                          </p:val>
                                        </p:tav>
                                      </p:tavLst>
                                    </p:anim>
                                    <p:animEffect transition="in" filter="fade">
                                      <p:cBhvr>
                                        <p:cTn id="161" dur="500"/>
                                        <p:tgtEl>
                                          <p:spTgt spid="70"/>
                                        </p:tgtEl>
                                      </p:cBhvr>
                                    </p:animEffect>
                                  </p:childTnLst>
                                </p:cTn>
                              </p:par>
                              <p:par>
                                <p:cTn id="162" presetID="53" presetClass="entr" presetSubtype="16" fill="hold" grpId="0" nodeType="withEffect">
                                  <p:stCondLst>
                                    <p:cond delay="0"/>
                                  </p:stCondLst>
                                  <p:childTnLst>
                                    <p:set>
                                      <p:cBhvr>
                                        <p:cTn id="163" dur="1" fill="hold">
                                          <p:stCondLst>
                                            <p:cond delay="0"/>
                                          </p:stCondLst>
                                        </p:cTn>
                                        <p:tgtEl>
                                          <p:spTgt spid="71"/>
                                        </p:tgtEl>
                                        <p:attrNameLst>
                                          <p:attrName>style.visibility</p:attrName>
                                        </p:attrNameLst>
                                      </p:cBhvr>
                                      <p:to>
                                        <p:strVal val="visible"/>
                                      </p:to>
                                    </p:set>
                                    <p:anim calcmode="lin" valueType="num">
                                      <p:cBhvr>
                                        <p:cTn id="164" dur="500" fill="hold"/>
                                        <p:tgtEl>
                                          <p:spTgt spid="71"/>
                                        </p:tgtEl>
                                        <p:attrNameLst>
                                          <p:attrName>ppt_w</p:attrName>
                                        </p:attrNameLst>
                                      </p:cBhvr>
                                      <p:tavLst>
                                        <p:tav tm="0">
                                          <p:val>
                                            <p:fltVal val="0"/>
                                          </p:val>
                                        </p:tav>
                                        <p:tav tm="100000">
                                          <p:val>
                                            <p:strVal val="#ppt_w"/>
                                          </p:val>
                                        </p:tav>
                                      </p:tavLst>
                                    </p:anim>
                                    <p:anim calcmode="lin" valueType="num">
                                      <p:cBhvr>
                                        <p:cTn id="165" dur="500" fill="hold"/>
                                        <p:tgtEl>
                                          <p:spTgt spid="71"/>
                                        </p:tgtEl>
                                        <p:attrNameLst>
                                          <p:attrName>ppt_h</p:attrName>
                                        </p:attrNameLst>
                                      </p:cBhvr>
                                      <p:tavLst>
                                        <p:tav tm="0">
                                          <p:val>
                                            <p:fltVal val="0"/>
                                          </p:val>
                                        </p:tav>
                                        <p:tav tm="100000">
                                          <p:val>
                                            <p:strVal val="#ppt_h"/>
                                          </p:val>
                                        </p:tav>
                                      </p:tavLst>
                                    </p:anim>
                                    <p:animEffect transition="in" filter="fade">
                                      <p:cBhvr>
                                        <p:cTn id="166" dur="500"/>
                                        <p:tgtEl>
                                          <p:spTgt spid="71"/>
                                        </p:tgtEl>
                                      </p:cBhvr>
                                    </p:animEffect>
                                  </p:childTnLst>
                                </p:cTn>
                              </p:par>
                              <p:par>
                                <p:cTn id="167" presetID="53" presetClass="entr" presetSubtype="16" fill="hold" grpId="0" nodeType="withEffect">
                                  <p:stCondLst>
                                    <p:cond delay="0"/>
                                  </p:stCondLst>
                                  <p:childTnLst>
                                    <p:set>
                                      <p:cBhvr>
                                        <p:cTn id="168" dur="1" fill="hold">
                                          <p:stCondLst>
                                            <p:cond delay="0"/>
                                          </p:stCondLst>
                                        </p:cTn>
                                        <p:tgtEl>
                                          <p:spTgt spid="74"/>
                                        </p:tgtEl>
                                        <p:attrNameLst>
                                          <p:attrName>style.visibility</p:attrName>
                                        </p:attrNameLst>
                                      </p:cBhvr>
                                      <p:to>
                                        <p:strVal val="visible"/>
                                      </p:to>
                                    </p:set>
                                    <p:anim calcmode="lin" valueType="num">
                                      <p:cBhvr>
                                        <p:cTn id="169" dur="500" fill="hold"/>
                                        <p:tgtEl>
                                          <p:spTgt spid="74"/>
                                        </p:tgtEl>
                                        <p:attrNameLst>
                                          <p:attrName>ppt_w</p:attrName>
                                        </p:attrNameLst>
                                      </p:cBhvr>
                                      <p:tavLst>
                                        <p:tav tm="0">
                                          <p:val>
                                            <p:fltVal val="0"/>
                                          </p:val>
                                        </p:tav>
                                        <p:tav tm="100000">
                                          <p:val>
                                            <p:strVal val="#ppt_w"/>
                                          </p:val>
                                        </p:tav>
                                      </p:tavLst>
                                    </p:anim>
                                    <p:anim calcmode="lin" valueType="num">
                                      <p:cBhvr>
                                        <p:cTn id="170" dur="500" fill="hold"/>
                                        <p:tgtEl>
                                          <p:spTgt spid="74"/>
                                        </p:tgtEl>
                                        <p:attrNameLst>
                                          <p:attrName>ppt_h</p:attrName>
                                        </p:attrNameLst>
                                      </p:cBhvr>
                                      <p:tavLst>
                                        <p:tav tm="0">
                                          <p:val>
                                            <p:fltVal val="0"/>
                                          </p:val>
                                        </p:tav>
                                        <p:tav tm="100000">
                                          <p:val>
                                            <p:strVal val="#ppt_h"/>
                                          </p:val>
                                        </p:tav>
                                      </p:tavLst>
                                    </p:anim>
                                    <p:animEffect transition="in" filter="fade">
                                      <p:cBhvr>
                                        <p:cTn id="171" dur="500"/>
                                        <p:tgtEl>
                                          <p:spTgt spid="74"/>
                                        </p:tgtEl>
                                      </p:cBhvr>
                                    </p:animEffect>
                                  </p:childTnLst>
                                </p:cTn>
                              </p:par>
                              <p:par>
                                <p:cTn id="172" presetID="53" presetClass="entr" presetSubtype="16" fill="hold" grpId="0" nodeType="withEffect">
                                  <p:stCondLst>
                                    <p:cond delay="0"/>
                                  </p:stCondLst>
                                  <p:childTnLst>
                                    <p:set>
                                      <p:cBhvr>
                                        <p:cTn id="173" dur="1" fill="hold">
                                          <p:stCondLst>
                                            <p:cond delay="0"/>
                                          </p:stCondLst>
                                        </p:cTn>
                                        <p:tgtEl>
                                          <p:spTgt spid="75"/>
                                        </p:tgtEl>
                                        <p:attrNameLst>
                                          <p:attrName>style.visibility</p:attrName>
                                        </p:attrNameLst>
                                      </p:cBhvr>
                                      <p:to>
                                        <p:strVal val="visible"/>
                                      </p:to>
                                    </p:set>
                                    <p:anim calcmode="lin" valueType="num">
                                      <p:cBhvr>
                                        <p:cTn id="174" dur="500" fill="hold"/>
                                        <p:tgtEl>
                                          <p:spTgt spid="75"/>
                                        </p:tgtEl>
                                        <p:attrNameLst>
                                          <p:attrName>ppt_w</p:attrName>
                                        </p:attrNameLst>
                                      </p:cBhvr>
                                      <p:tavLst>
                                        <p:tav tm="0">
                                          <p:val>
                                            <p:fltVal val="0"/>
                                          </p:val>
                                        </p:tav>
                                        <p:tav tm="100000">
                                          <p:val>
                                            <p:strVal val="#ppt_w"/>
                                          </p:val>
                                        </p:tav>
                                      </p:tavLst>
                                    </p:anim>
                                    <p:anim calcmode="lin" valueType="num">
                                      <p:cBhvr>
                                        <p:cTn id="175" dur="500" fill="hold"/>
                                        <p:tgtEl>
                                          <p:spTgt spid="75"/>
                                        </p:tgtEl>
                                        <p:attrNameLst>
                                          <p:attrName>ppt_h</p:attrName>
                                        </p:attrNameLst>
                                      </p:cBhvr>
                                      <p:tavLst>
                                        <p:tav tm="0">
                                          <p:val>
                                            <p:fltVal val="0"/>
                                          </p:val>
                                        </p:tav>
                                        <p:tav tm="100000">
                                          <p:val>
                                            <p:strVal val="#ppt_h"/>
                                          </p:val>
                                        </p:tav>
                                      </p:tavLst>
                                    </p:anim>
                                    <p:animEffect transition="in" filter="fade">
                                      <p:cBhvr>
                                        <p:cTn id="176" dur="500"/>
                                        <p:tgtEl>
                                          <p:spTgt spid="75"/>
                                        </p:tgtEl>
                                      </p:cBhvr>
                                    </p:animEffect>
                                  </p:childTnLst>
                                </p:cTn>
                              </p:par>
                              <p:par>
                                <p:cTn id="177" presetID="53" presetClass="entr" presetSubtype="16" fill="hold" grpId="0" nodeType="withEffect">
                                  <p:stCondLst>
                                    <p:cond delay="0"/>
                                  </p:stCondLst>
                                  <p:childTnLst>
                                    <p:set>
                                      <p:cBhvr>
                                        <p:cTn id="178" dur="1" fill="hold">
                                          <p:stCondLst>
                                            <p:cond delay="0"/>
                                          </p:stCondLst>
                                        </p:cTn>
                                        <p:tgtEl>
                                          <p:spTgt spid="76"/>
                                        </p:tgtEl>
                                        <p:attrNameLst>
                                          <p:attrName>style.visibility</p:attrName>
                                        </p:attrNameLst>
                                      </p:cBhvr>
                                      <p:to>
                                        <p:strVal val="visible"/>
                                      </p:to>
                                    </p:set>
                                    <p:anim calcmode="lin" valueType="num">
                                      <p:cBhvr>
                                        <p:cTn id="179" dur="500" fill="hold"/>
                                        <p:tgtEl>
                                          <p:spTgt spid="76"/>
                                        </p:tgtEl>
                                        <p:attrNameLst>
                                          <p:attrName>ppt_w</p:attrName>
                                        </p:attrNameLst>
                                      </p:cBhvr>
                                      <p:tavLst>
                                        <p:tav tm="0">
                                          <p:val>
                                            <p:fltVal val="0"/>
                                          </p:val>
                                        </p:tav>
                                        <p:tav tm="100000">
                                          <p:val>
                                            <p:strVal val="#ppt_w"/>
                                          </p:val>
                                        </p:tav>
                                      </p:tavLst>
                                    </p:anim>
                                    <p:anim calcmode="lin" valueType="num">
                                      <p:cBhvr>
                                        <p:cTn id="180" dur="500" fill="hold"/>
                                        <p:tgtEl>
                                          <p:spTgt spid="76"/>
                                        </p:tgtEl>
                                        <p:attrNameLst>
                                          <p:attrName>ppt_h</p:attrName>
                                        </p:attrNameLst>
                                      </p:cBhvr>
                                      <p:tavLst>
                                        <p:tav tm="0">
                                          <p:val>
                                            <p:fltVal val="0"/>
                                          </p:val>
                                        </p:tav>
                                        <p:tav tm="100000">
                                          <p:val>
                                            <p:strVal val="#ppt_h"/>
                                          </p:val>
                                        </p:tav>
                                      </p:tavLst>
                                    </p:anim>
                                    <p:animEffect transition="in" filter="fade">
                                      <p:cBhvr>
                                        <p:cTn id="181" dur="500"/>
                                        <p:tgtEl>
                                          <p:spTgt spid="76"/>
                                        </p:tgtEl>
                                      </p:cBhvr>
                                    </p:animEffect>
                                  </p:childTnLst>
                                </p:cTn>
                              </p:par>
                              <p:par>
                                <p:cTn id="182" presetID="53" presetClass="entr" presetSubtype="16" fill="hold" grpId="0" nodeType="withEffect">
                                  <p:stCondLst>
                                    <p:cond delay="0"/>
                                  </p:stCondLst>
                                  <p:childTnLst>
                                    <p:set>
                                      <p:cBhvr>
                                        <p:cTn id="183" dur="1" fill="hold">
                                          <p:stCondLst>
                                            <p:cond delay="0"/>
                                          </p:stCondLst>
                                        </p:cTn>
                                        <p:tgtEl>
                                          <p:spTgt spid="77"/>
                                        </p:tgtEl>
                                        <p:attrNameLst>
                                          <p:attrName>style.visibility</p:attrName>
                                        </p:attrNameLst>
                                      </p:cBhvr>
                                      <p:to>
                                        <p:strVal val="visible"/>
                                      </p:to>
                                    </p:set>
                                    <p:anim calcmode="lin" valueType="num">
                                      <p:cBhvr>
                                        <p:cTn id="184" dur="500" fill="hold"/>
                                        <p:tgtEl>
                                          <p:spTgt spid="77"/>
                                        </p:tgtEl>
                                        <p:attrNameLst>
                                          <p:attrName>ppt_w</p:attrName>
                                        </p:attrNameLst>
                                      </p:cBhvr>
                                      <p:tavLst>
                                        <p:tav tm="0">
                                          <p:val>
                                            <p:fltVal val="0"/>
                                          </p:val>
                                        </p:tav>
                                        <p:tav tm="100000">
                                          <p:val>
                                            <p:strVal val="#ppt_w"/>
                                          </p:val>
                                        </p:tav>
                                      </p:tavLst>
                                    </p:anim>
                                    <p:anim calcmode="lin" valueType="num">
                                      <p:cBhvr>
                                        <p:cTn id="185" dur="500" fill="hold"/>
                                        <p:tgtEl>
                                          <p:spTgt spid="77"/>
                                        </p:tgtEl>
                                        <p:attrNameLst>
                                          <p:attrName>ppt_h</p:attrName>
                                        </p:attrNameLst>
                                      </p:cBhvr>
                                      <p:tavLst>
                                        <p:tav tm="0">
                                          <p:val>
                                            <p:fltVal val="0"/>
                                          </p:val>
                                        </p:tav>
                                        <p:tav tm="100000">
                                          <p:val>
                                            <p:strVal val="#ppt_h"/>
                                          </p:val>
                                        </p:tav>
                                      </p:tavLst>
                                    </p:anim>
                                    <p:animEffect transition="in" filter="fade">
                                      <p:cBhvr>
                                        <p:cTn id="186" dur="500"/>
                                        <p:tgtEl>
                                          <p:spTgt spid="77"/>
                                        </p:tgtEl>
                                      </p:cBhvr>
                                    </p:animEffect>
                                  </p:childTnLst>
                                </p:cTn>
                              </p:par>
                              <p:par>
                                <p:cTn id="187" presetID="53" presetClass="entr" presetSubtype="16" fill="hold" grpId="0" nodeType="withEffect">
                                  <p:stCondLst>
                                    <p:cond delay="0"/>
                                  </p:stCondLst>
                                  <p:childTnLst>
                                    <p:set>
                                      <p:cBhvr>
                                        <p:cTn id="188" dur="1" fill="hold">
                                          <p:stCondLst>
                                            <p:cond delay="0"/>
                                          </p:stCondLst>
                                        </p:cTn>
                                        <p:tgtEl>
                                          <p:spTgt spid="78"/>
                                        </p:tgtEl>
                                        <p:attrNameLst>
                                          <p:attrName>style.visibility</p:attrName>
                                        </p:attrNameLst>
                                      </p:cBhvr>
                                      <p:to>
                                        <p:strVal val="visible"/>
                                      </p:to>
                                    </p:set>
                                    <p:anim calcmode="lin" valueType="num">
                                      <p:cBhvr>
                                        <p:cTn id="189" dur="500" fill="hold"/>
                                        <p:tgtEl>
                                          <p:spTgt spid="78"/>
                                        </p:tgtEl>
                                        <p:attrNameLst>
                                          <p:attrName>ppt_w</p:attrName>
                                        </p:attrNameLst>
                                      </p:cBhvr>
                                      <p:tavLst>
                                        <p:tav tm="0">
                                          <p:val>
                                            <p:fltVal val="0"/>
                                          </p:val>
                                        </p:tav>
                                        <p:tav tm="100000">
                                          <p:val>
                                            <p:strVal val="#ppt_w"/>
                                          </p:val>
                                        </p:tav>
                                      </p:tavLst>
                                    </p:anim>
                                    <p:anim calcmode="lin" valueType="num">
                                      <p:cBhvr>
                                        <p:cTn id="190" dur="500" fill="hold"/>
                                        <p:tgtEl>
                                          <p:spTgt spid="78"/>
                                        </p:tgtEl>
                                        <p:attrNameLst>
                                          <p:attrName>ppt_h</p:attrName>
                                        </p:attrNameLst>
                                      </p:cBhvr>
                                      <p:tavLst>
                                        <p:tav tm="0">
                                          <p:val>
                                            <p:fltVal val="0"/>
                                          </p:val>
                                        </p:tav>
                                        <p:tav tm="100000">
                                          <p:val>
                                            <p:strVal val="#ppt_h"/>
                                          </p:val>
                                        </p:tav>
                                      </p:tavLst>
                                    </p:anim>
                                    <p:animEffect transition="in" filter="fade">
                                      <p:cBhvr>
                                        <p:cTn id="191" dur="500"/>
                                        <p:tgtEl>
                                          <p:spTgt spid="78"/>
                                        </p:tgtEl>
                                      </p:cBhvr>
                                    </p:animEffect>
                                  </p:childTnLst>
                                </p:cTn>
                              </p:par>
                              <p:par>
                                <p:cTn id="192" presetID="53" presetClass="entr" presetSubtype="16" fill="hold" grpId="0" nodeType="withEffect">
                                  <p:stCondLst>
                                    <p:cond delay="0"/>
                                  </p:stCondLst>
                                  <p:childTnLst>
                                    <p:set>
                                      <p:cBhvr>
                                        <p:cTn id="193" dur="1" fill="hold">
                                          <p:stCondLst>
                                            <p:cond delay="0"/>
                                          </p:stCondLst>
                                        </p:cTn>
                                        <p:tgtEl>
                                          <p:spTgt spid="79"/>
                                        </p:tgtEl>
                                        <p:attrNameLst>
                                          <p:attrName>style.visibility</p:attrName>
                                        </p:attrNameLst>
                                      </p:cBhvr>
                                      <p:to>
                                        <p:strVal val="visible"/>
                                      </p:to>
                                    </p:set>
                                    <p:anim calcmode="lin" valueType="num">
                                      <p:cBhvr>
                                        <p:cTn id="194" dur="500" fill="hold"/>
                                        <p:tgtEl>
                                          <p:spTgt spid="79"/>
                                        </p:tgtEl>
                                        <p:attrNameLst>
                                          <p:attrName>ppt_w</p:attrName>
                                        </p:attrNameLst>
                                      </p:cBhvr>
                                      <p:tavLst>
                                        <p:tav tm="0">
                                          <p:val>
                                            <p:fltVal val="0"/>
                                          </p:val>
                                        </p:tav>
                                        <p:tav tm="100000">
                                          <p:val>
                                            <p:strVal val="#ppt_w"/>
                                          </p:val>
                                        </p:tav>
                                      </p:tavLst>
                                    </p:anim>
                                    <p:anim calcmode="lin" valueType="num">
                                      <p:cBhvr>
                                        <p:cTn id="195" dur="500" fill="hold"/>
                                        <p:tgtEl>
                                          <p:spTgt spid="79"/>
                                        </p:tgtEl>
                                        <p:attrNameLst>
                                          <p:attrName>ppt_h</p:attrName>
                                        </p:attrNameLst>
                                      </p:cBhvr>
                                      <p:tavLst>
                                        <p:tav tm="0">
                                          <p:val>
                                            <p:fltVal val="0"/>
                                          </p:val>
                                        </p:tav>
                                        <p:tav tm="100000">
                                          <p:val>
                                            <p:strVal val="#ppt_h"/>
                                          </p:val>
                                        </p:tav>
                                      </p:tavLst>
                                    </p:anim>
                                    <p:animEffect transition="in" filter="fade">
                                      <p:cBhvr>
                                        <p:cTn id="196" dur="500"/>
                                        <p:tgtEl>
                                          <p:spTgt spid="79"/>
                                        </p:tgtEl>
                                      </p:cBhvr>
                                    </p:animEffect>
                                  </p:childTnLst>
                                </p:cTn>
                              </p:par>
                              <p:par>
                                <p:cTn id="197" presetID="53" presetClass="entr" presetSubtype="16" fill="hold" grpId="0" nodeType="withEffect">
                                  <p:stCondLst>
                                    <p:cond delay="0"/>
                                  </p:stCondLst>
                                  <p:childTnLst>
                                    <p:set>
                                      <p:cBhvr>
                                        <p:cTn id="198" dur="1" fill="hold">
                                          <p:stCondLst>
                                            <p:cond delay="0"/>
                                          </p:stCondLst>
                                        </p:cTn>
                                        <p:tgtEl>
                                          <p:spTgt spid="80"/>
                                        </p:tgtEl>
                                        <p:attrNameLst>
                                          <p:attrName>style.visibility</p:attrName>
                                        </p:attrNameLst>
                                      </p:cBhvr>
                                      <p:to>
                                        <p:strVal val="visible"/>
                                      </p:to>
                                    </p:set>
                                    <p:anim calcmode="lin" valueType="num">
                                      <p:cBhvr>
                                        <p:cTn id="199" dur="500" fill="hold"/>
                                        <p:tgtEl>
                                          <p:spTgt spid="80"/>
                                        </p:tgtEl>
                                        <p:attrNameLst>
                                          <p:attrName>ppt_w</p:attrName>
                                        </p:attrNameLst>
                                      </p:cBhvr>
                                      <p:tavLst>
                                        <p:tav tm="0">
                                          <p:val>
                                            <p:fltVal val="0"/>
                                          </p:val>
                                        </p:tav>
                                        <p:tav tm="100000">
                                          <p:val>
                                            <p:strVal val="#ppt_w"/>
                                          </p:val>
                                        </p:tav>
                                      </p:tavLst>
                                    </p:anim>
                                    <p:anim calcmode="lin" valueType="num">
                                      <p:cBhvr>
                                        <p:cTn id="200" dur="500" fill="hold"/>
                                        <p:tgtEl>
                                          <p:spTgt spid="80"/>
                                        </p:tgtEl>
                                        <p:attrNameLst>
                                          <p:attrName>ppt_h</p:attrName>
                                        </p:attrNameLst>
                                      </p:cBhvr>
                                      <p:tavLst>
                                        <p:tav tm="0">
                                          <p:val>
                                            <p:fltVal val="0"/>
                                          </p:val>
                                        </p:tav>
                                        <p:tav tm="100000">
                                          <p:val>
                                            <p:strVal val="#ppt_h"/>
                                          </p:val>
                                        </p:tav>
                                      </p:tavLst>
                                    </p:anim>
                                    <p:animEffect transition="in" filter="fade">
                                      <p:cBhvr>
                                        <p:cTn id="201" dur="500"/>
                                        <p:tgtEl>
                                          <p:spTgt spid="80"/>
                                        </p:tgtEl>
                                      </p:cBhvr>
                                    </p:animEffect>
                                  </p:childTnLst>
                                </p:cTn>
                              </p:par>
                              <p:par>
                                <p:cTn id="202" presetID="53" presetClass="entr" presetSubtype="16" fill="hold" grpId="0" nodeType="withEffect">
                                  <p:stCondLst>
                                    <p:cond delay="0"/>
                                  </p:stCondLst>
                                  <p:childTnLst>
                                    <p:set>
                                      <p:cBhvr>
                                        <p:cTn id="203" dur="1" fill="hold">
                                          <p:stCondLst>
                                            <p:cond delay="0"/>
                                          </p:stCondLst>
                                        </p:cTn>
                                        <p:tgtEl>
                                          <p:spTgt spid="81"/>
                                        </p:tgtEl>
                                        <p:attrNameLst>
                                          <p:attrName>style.visibility</p:attrName>
                                        </p:attrNameLst>
                                      </p:cBhvr>
                                      <p:to>
                                        <p:strVal val="visible"/>
                                      </p:to>
                                    </p:set>
                                    <p:anim calcmode="lin" valueType="num">
                                      <p:cBhvr>
                                        <p:cTn id="204" dur="500" fill="hold"/>
                                        <p:tgtEl>
                                          <p:spTgt spid="81"/>
                                        </p:tgtEl>
                                        <p:attrNameLst>
                                          <p:attrName>ppt_w</p:attrName>
                                        </p:attrNameLst>
                                      </p:cBhvr>
                                      <p:tavLst>
                                        <p:tav tm="0">
                                          <p:val>
                                            <p:fltVal val="0"/>
                                          </p:val>
                                        </p:tav>
                                        <p:tav tm="100000">
                                          <p:val>
                                            <p:strVal val="#ppt_w"/>
                                          </p:val>
                                        </p:tav>
                                      </p:tavLst>
                                    </p:anim>
                                    <p:anim calcmode="lin" valueType="num">
                                      <p:cBhvr>
                                        <p:cTn id="205" dur="500" fill="hold"/>
                                        <p:tgtEl>
                                          <p:spTgt spid="81"/>
                                        </p:tgtEl>
                                        <p:attrNameLst>
                                          <p:attrName>ppt_h</p:attrName>
                                        </p:attrNameLst>
                                      </p:cBhvr>
                                      <p:tavLst>
                                        <p:tav tm="0">
                                          <p:val>
                                            <p:fltVal val="0"/>
                                          </p:val>
                                        </p:tav>
                                        <p:tav tm="100000">
                                          <p:val>
                                            <p:strVal val="#ppt_h"/>
                                          </p:val>
                                        </p:tav>
                                      </p:tavLst>
                                    </p:anim>
                                    <p:animEffect transition="in" filter="fade">
                                      <p:cBhvr>
                                        <p:cTn id="206" dur="500"/>
                                        <p:tgtEl>
                                          <p:spTgt spid="81"/>
                                        </p:tgtEl>
                                      </p:cBhvr>
                                    </p:animEffect>
                                  </p:childTnLst>
                                </p:cTn>
                              </p:par>
                              <p:par>
                                <p:cTn id="207" presetID="53" presetClass="entr" presetSubtype="16" fill="hold" grpId="0" nodeType="withEffect">
                                  <p:stCondLst>
                                    <p:cond delay="0"/>
                                  </p:stCondLst>
                                  <p:childTnLst>
                                    <p:set>
                                      <p:cBhvr>
                                        <p:cTn id="208" dur="1" fill="hold">
                                          <p:stCondLst>
                                            <p:cond delay="0"/>
                                          </p:stCondLst>
                                        </p:cTn>
                                        <p:tgtEl>
                                          <p:spTgt spid="82"/>
                                        </p:tgtEl>
                                        <p:attrNameLst>
                                          <p:attrName>style.visibility</p:attrName>
                                        </p:attrNameLst>
                                      </p:cBhvr>
                                      <p:to>
                                        <p:strVal val="visible"/>
                                      </p:to>
                                    </p:set>
                                    <p:anim calcmode="lin" valueType="num">
                                      <p:cBhvr>
                                        <p:cTn id="209" dur="500" fill="hold"/>
                                        <p:tgtEl>
                                          <p:spTgt spid="82"/>
                                        </p:tgtEl>
                                        <p:attrNameLst>
                                          <p:attrName>ppt_w</p:attrName>
                                        </p:attrNameLst>
                                      </p:cBhvr>
                                      <p:tavLst>
                                        <p:tav tm="0">
                                          <p:val>
                                            <p:fltVal val="0"/>
                                          </p:val>
                                        </p:tav>
                                        <p:tav tm="100000">
                                          <p:val>
                                            <p:strVal val="#ppt_w"/>
                                          </p:val>
                                        </p:tav>
                                      </p:tavLst>
                                    </p:anim>
                                    <p:anim calcmode="lin" valueType="num">
                                      <p:cBhvr>
                                        <p:cTn id="210" dur="500" fill="hold"/>
                                        <p:tgtEl>
                                          <p:spTgt spid="82"/>
                                        </p:tgtEl>
                                        <p:attrNameLst>
                                          <p:attrName>ppt_h</p:attrName>
                                        </p:attrNameLst>
                                      </p:cBhvr>
                                      <p:tavLst>
                                        <p:tav tm="0">
                                          <p:val>
                                            <p:fltVal val="0"/>
                                          </p:val>
                                        </p:tav>
                                        <p:tav tm="100000">
                                          <p:val>
                                            <p:strVal val="#ppt_h"/>
                                          </p:val>
                                        </p:tav>
                                      </p:tavLst>
                                    </p:anim>
                                    <p:animEffect transition="in" filter="fade">
                                      <p:cBhvr>
                                        <p:cTn id="211" dur="500"/>
                                        <p:tgtEl>
                                          <p:spTgt spid="82"/>
                                        </p:tgtEl>
                                      </p:cBhvr>
                                    </p:animEffect>
                                  </p:childTnLst>
                                </p:cTn>
                              </p:par>
                              <p:par>
                                <p:cTn id="212" presetID="53" presetClass="entr" presetSubtype="16" fill="hold" grpId="0" nodeType="withEffect">
                                  <p:stCondLst>
                                    <p:cond delay="0"/>
                                  </p:stCondLst>
                                  <p:childTnLst>
                                    <p:set>
                                      <p:cBhvr>
                                        <p:cTn id="213" dur="1" fill="hold">
                                          <p:stCondLst>
                                            <p:cond delay="0"/>
                                          </p:stCondLst>
                                        </p:cTn>
                                        <p:tgtEl>
                                          <p:spTgt spid="83"/>
                                        </p:tgtEl>
                                        <p:attrNameLst>
                                          <p:attrName>style.visibility</p:attrName>
                                        </p:attrNameLst>
                                      </p:cBhvr>
                                      <p:to>
                                        <p:strVal val="visible"/>
                                      </p:to>
                                    </p:set>
                                    <p:anim calcmode="lin" valueType="num">
                                      <p:cBhvr>
                                        <p:cTn id="214" dur="500" fill="hold"/>
                                        <p:tgtEl>
                                          <p:spTgt spid="83"/>
                                        </p:tgtEl>
                                        <p:attrNameLst>
                                          <p:attrName>ppt_w</p:attrName>
                                        </p:attrNameLst>
                                      </p:cBhvr>
                                      <p:tavLst>
                                        <p:tav tm="0">
                                          <p:val>
                                            <p:fltVal val="0"/>
                                          </p:val>
                                        </p:tav>
                                        <p:tav tm="100000">
                                          <p:val>
                                            <p:strVal val="#ppt_w"/>
                                          </p:val>
                                        </p:tav>
                                      </p:tavLst>
                                    </p:anim>
                                    <p:anim calcmode="lin" valueType="num">
                                      <p:cBhvr>
                                        <p:cTn id="215" dur="500" fill="hold"/>
                                        <p:tgtEl>
                                          <p:spTgt spid="83"/>
                                        </p:tgtEl>
                                        <p:attrNameLst>
                                          <p:attrName>ppt_h</p:attrName>
                                        </p:attrNameLst>
                                      </p:cBhvr>
                                      <p:tavLst>
                                        <p:tav tm="0">
                                          <p:val>
                                            <p:fltVal val="0"/>
                                          </p:val>
                                        </p:tav>
                                        <p:tav tm="100000">
                                          <p:val>
                                            <p:strVal val="#ppt_h"/>
                                          </p:val>
                                        </p:tav>
                                      </p:tavLst>
                                    </p:anim>
                                    <p:animEffect transition="in" filter="fade">
                                      <p:cBhvr>
                                        <p:cTn id="216" dur="500"/>
                                        <p:tgtEl>
                                          <p:spTgt spid="83"/>
                                        </p:tgtEl>
                                      </p:cBhvr>
                                    </p:animEffect>
                                  </p:childTnLst>
                                </p:cTn>
                              </p:par>
                              <p:par>
                                <p:cTn id="217" presetID="53" presetClass="entr" presetSubtype="16" fill="hold" grpId="0" nodeType="withEffect">
                                  <p:stCondLst>
                                    <p:cond delay="0"/>
                                  </p:stCondLst>
                                  <p:childTnLst>
                                    <p:set>
                                      <p:cBhvr>
                                        <p:cTn id="218" dur="1" fill="hold">
                                          <p:stCondLst>
                                            <p:cond delay="0"/>
                                          </p:stCondLst>
                                        </p:cTn>
                                        <p:tgtEl>
                                          <p:spTgt spid="84"/>
                                        </p:tgtEl>
                                        <p:attrNameLst>
                                          <p:attrName>style.visibility</p:attrName>
                                        </p:attrNameLst>
                                      </p:cBhvr>
                                      <p:to>
                                        <p:strVal val="visible"/>
                                      </p:to>
                                    </p:set>
                                    <p:anim calcmode="lin" valueType="num">
                                      <p:cBhvr>
                                        <p:cTn id="219" dur="500" fill="hold"/>
                                        <p:tgtEl>
                                          <p:spTgt spid="84"/>
                                        </p:tgtEl>
                                        <p:attrNameLst>
                                          <p:attrName>ppt_w</p:attrName>
                                        </p:attrNameLst>
                                      </p:cBhvr>
                                      <p:tavLst>
                                        <p:tav tm="0">
                                          <p:val>
                                            <p:fltVal val="0"/>
                                          </p:val>
                                        </p:tav>
                                        <p:tav tm="100000">
                                          <p:val>
                                            <p:strVal val="#ppt_w"/>
                                          </p:val>
                                        </p:tav>
                                      </p:tavLst>
                                    </p:anim>
                                    <p:anim calcmode="lin" valueType="num">
                                      <p:cBhvr>
                                        <p:cTn id="220" dur="500" fill="hold"/>
                                        <p:tgtEl>
                                          <p:spTgt spid="84"/>
                                        </p:tgtEl>
                                        <p:attrNameLst>
                                          <p:attrName>ppt_h</p:attrName>
                                        </p:attrNameLst>
                                      </p:cBhvr>
                                      <p:tavLst>
                                        <p:tav tm="0">
                                          <p:val>
                                            <p:fltVal val="0"/>
                                          </p:val>
                                        </p:tav>
                                        <p:tav tm="100000">
                                          <p:val>
                                            <p:strVal val="#ppt_h"/>
                                          </p:val>
                                        </p:tav>
                                      </p:tavLst>
                                    </p:anim>
                                    <p:animEffect transition="in" filter="fade">
                                      <p:cBhvr>
                                        <p:cTn id="221" dur="500"/>
                                        <p:tgtEl>
                                          <p:spTgt spid="84"/>
                                        </p:tgtEl>
                                      </p:cBhvr>
                                    </p:animEffect>
                                  </p:childTnLst>
                                </p:cTn>
                              </p:par>
                              <p:par>
                                <p:cTn id="222" presetID="53" presetClass="entr" presetSubtype="16" fill="hold" grpId="0" nodeType="withEffect">
                                  <p:stCondLst>
                                    <p:cond delay="0"/>
                                  </p:stCondLst>
                                  <p:childTnLst>
                                    <p:set>
                                      <p:cBhvr>
                                        <p:cTn id="223" dur="1" fill="hold">
                                          <p:stCondLst>
                                            <p:cond delay="0"/>
                                          </p:stCondLst>
                                        </p:cTn>
                                        <p:tgtEl>
                                          <p:spTgt spid="85"/>
                                        </p:tgtEl>
                                        <p:attrNameLst>
                                          <p:attrName>style.visibility</p:attrName>
                                        </p:attrNameLst>
                                      </p:cBhvr>
                                      <p:to>
                                        <p:strVal val="visible"/>
                                      </p:to>
                                    </p:set>
                                    <p:anim calcmode="lin" valueType="num">
                                      <p:cBhvr>
                                        <p:cTn id="224" dur="500" fill="hold"/>
                                        <p:tgtEl>
                                          <p:spTgt spid="85"/>
                                        </p:tgtEl>
                                        <p:attrNameLst>
                                          <p:attrName>ppt_w</p:attrName>
                                        </p:attrNameLst>
                                      </p:cBhvr>
                                      <p:tavLst>
                                        <p:tav tm="0">
                                          <p:val>
                                            <p:fltVal val="0"/>
                                          </p:val>
                                        </p:tav>
                                        <p:tav tm="100000">
                                          <p:val>
                                            <p:strVal val="#ppt_w"/>
                                          </p:val>
                                        </p:tav>
                                      </p:tavLst>
                                    </p:anim>
                                    <p:anim calcmode="lin" valueType="num">
                                      <p:cBhvr>
                                        <p:cTn id="225" dur="500" fill="hold"/>
                                        <p:tgtEl>
                                          <p:spTgt spid="85"/>
                                        </p:tgtEl>
                                        <p:attrNameLst>
                                          <p:attrName>ppt_h</p:attrName>
                                        </p:attrNameLst>
                                      </p:cBhvr>
                                      <p:tavLst>
                                        <p:tav tm="0">
                                          <p:val>
                                            <p:fltVal val="0"/>
                                          </p:val>
                                        </p:tav>
                                        <p:tav tm="100000">
                                          <p:val>
                                            <p:strVal val="#ppt_h"/>
                                          </p:val>
                                        </p:tav>
                                      </p:tavLst>
                                    </p:anim>
                                    <p:animEffect transition="in" filter="fade">
                                      <p:cBhvr>
                                        <p:cTn id="226" dur="500"/>
                                        <p:tgtEl>
                                          <p:spTgt spid="85"/>
                                        </p:tgtEl>
                                      </p:cBhvr>
                                    </p:animEffect>
                                  </p:childTnLst>
                                </p:cTn>
                              </p:par>
                              <p:par>
                                <p:cTn id="227" presetID="53" presetClass="entr" presetSubtype="16" fill="hold" grpId="0" nodeType="withEffect">
                                  <p:stCondLst>
                                    <p:cond delay="0"/>
                                  </p:stCondLst>
                                  <p:childTnLst>
                                    <p:set>
                                      <p:cBhvr>
                                        <p:cTn id="228" dur="1" fill="hold">
                                          <p:stCondLst>
                                            <p:cond delay="0"/>
                                          </p:stCondLst>
                                        </p:cTn>
                                        <p:tgtEl>
                                          <p:spTgt spid="86"/>
                                        </p:tgtEl>
                                        <p:attrNameLst>
                                          <p:attrName>style.visibility</p:attrName>
                                        </p:attrNameLst>
                                      </p:cBhvr>
                                      <p:to>
                                        <p:strVal val="visible"/>
                                      </p:to>
                                    </p:set>
                                    <p:anim calcmode="lin" valueType="num">
                                      <p:cBhvr>
                                        <p:cTn id="229" dur="500" fill="hold"/>
                                        <p:tgtEl>
                                          <p:spTgt spid="86"/>
                                        </p:tgtEl>
                                        <p:attrNameLst>
                                          <p:attrName>ppt_w</p:attrName>
                                        </p:attrNameLst>
                                      </p:cBhvr>
                                      <p:tavLst>
                                        <p:tav tm="0">
                                          <p:val>
                                            <p:fltVal val="0"/>
                                          </p:val>
                                        </p:tav>
                                        <p:tav tm="100000">
                                          <p:val>
                                            <p:strVal val="#ppt_w"/>
                                          </p:val>
                                        </p:tav>
                                      </p:tavLst>
                                    </p:anim>
                                    <p:anim calcmode="lin" valueType="num">
                                      <p:cBhvr>
                                        <p:cTn id="230" dur="500" fill="hold"/>
                                        <p:tgtEl>
                                          <p:spTgt spid="86"/>
                                        </p:tgtEl>
                                        <p:attrNameLst>
                                          <p:attrName>ppt_h</p:attrName>
                                        </p:attrNameLst>
                                      </p:cBhvr>
                                      <p:tavLst>
                                        <p:tav tm="0">
                                          <p:val>
                                            <p:fltVal val="0"/>
                                          </p:val>
                                        </p:tav>
                                        <p:tav tm="100000">
                                          <p:val>
                                            <p:strVal val="#ppt_h"/>
                                          </p:val>
                                        </p:tav>
                                      </p:tavLst>
                                    </p:anim>
                                    <p:animEffect transition="in" filter="fade">
                                      <p:cBhvr>
                                        <p:cTn id="231" dur="500"/>
                                        <p:tgtEl>
                                          <p:spTgt spid="86"/>
                                        </p:tgtEl>
                                      </p:cBhvr>
                                    </p:animEffect>
                                  </p:childTnLst>
                                </p:cTn>
                              </p:par>
                              <p:par>
                                <p:cTn id="232" presetID="53" presetClass="entr" presetSubtype="16" fill="hold" grpId="0" nodeType="withEffect">
                                  <p:stCondLst>
                                    <p:cond delay="0"/>
                                  </p:stCondLst>
                                  <p:childTnLst>
                                    <p:set>
                                      <p:cBhvr>
                                        <p:cTn id="233" dur="1" fill="hold">
                                          <p:stCondLst>
                                            <p:cond delay="0"/>
                                          </p:stCondLst>
                                        </p:cTn>
                                        <p:tgtEl>
                                          <p:spTgt spid="87"/>
                                        </p:tgtEl>
                                        <p:attrNameLst>
                                          <p:attrName>style.visibility</p:attrName>
                                        </p:attrNameLst>
                                      </p:cBhvr>
                                      <p:to>
                                        <p:strVal val="visible"/>
                                      </p:to>
                                    </p:set>
                                    <p:anim calcmode="lin" valueType="num">
                                      <p:cBhvr>
                                        <p:cTn id="234" dur="500" fill="hold"/>
                                        <p:tgtEl>
                                          <p:spTgt spid="87"/>
                                        </p:tgtEl>
                                        <p:attrNameLst>
                                          <p:attrName>ppt_w</p:attrName>
                                        </p:attrNameLst>
                                      </p:cBhvr>
                                      <p:tavLst>
                                        <p:tav tm="0">
                                          <p:val>
                                            <p:fltVal val="0"/>
                                          </p:val>
                                        </p:tav>
                                        <p:tav tm="100000">
                                          <p:val>
                                            <p:strVal val="#ppt_w"/>
                                          </p:val>
                                        </p:tav>
                                      </p:tavLst>
                                    </p:anim>
                                    <p:anim calcmode="lin" valueType="num">
                                      <p:cBhvr>
                                        <p:cTn id="235" dur="500" fill="hold"/>
                                        <p:tgtEl>
                                          <p:spTgt spid="87"/>
                                        </p:tgtEl>
                                        <p:attrNameLst>
                                          <p:attrName>ppt_h</p:attrName>
                                        </p:attrNameLst>
                                      </p:cBhvr>
                                      <p:tavLst>
                                        <p:tav tm="0">
                                          <p:val>
                                            <p:fltVal val="0"/>
                                          </p:val>
                                        </p:tav>
                                        <p:tav tm="100000">
                                          <p:val>
                                            <p:strVal val="#ppt_h"/>
                                          </p:val>
                                        </p:tav>
                                      </p:tavLst>
                                    </p:anim>
                                    <p:animEffect transition="in" filter="fade">
                                      <p:cBhvr>
                                        <p:cTn id="236" dur="500"/>
                                        <p:tgtEl>
                                          <p:spTgt spid="87"/>
                                        </p:tgtEl>
                                      </p:cBhvr>
                                    </p:animEffect>
                                  </p:childTnLst>
                                </p:cTn>
                              </p:par>
                              <p:par>
                                <p:cTn id="237" presetID="53" presetClass="entr" presetSubtype="16" fill="hold" grpId="0" nodeType="withEffect">
                                  <p:stCondLst>
                                    <p:cond delay="0"/>
                                  </p:stCondLst>
                                  <p:childTnLst>
                                    <p:set>
                                      <p:cBhvr>
                                        <p:cTn id="238" dur="1" fill="hold">
                                          <p:stCondLst>
                                            <p:cond delay="0"/>
                                          </p:stCondLst>
                                        </p:cTn>
                                        <p:tgtEl>
                                          <p:spTgt spid="88"/>
                                        </p:tgtEl>
                                        <p:attrNameLst>
                                          <p:attrName>style.visibility</p:attrName>
                                        </p:attrNameLst>
                                      </p:cBhvr>
                                      <p:to>
                                        <p:strVal val="visible"/>
                                      </p:to>
                                    </p:set>
                                    <p:anim calcmode="lin" valueType="num">
                                      <p:cBhvr>
                                        <p:cTn id="239" dur="500" fill="hold"/>
                                        <p:tgtEl>
                                          <p:spTgt spid="88"/>
                                        </p:tgtEl>
                                        <p:attrNameLst>
                                          <p:attrName>ppt_w</p:attrName>
                                        </p:attrNameLst>
                                      </p:cBhvr>
                                      <p:tavLst>
                                        <p:tav tm="0">
                                          <p:val>
                                            <p:fltVal val="0"/>
                                          </p:val>
                                        </p:tav>
                                        <p:tav tm="100000">
                                          <p:val>
                                            <p:strVal val="#ppt_w"/>
                                          </p:val>
                                        </p:tav>
                                      </p:tavLst>
                                    </p:anim>
                                    <p:anim calcmode="lin" valueType="num">
                                      <p:cBhvr>
                                        <p:cTn id="240" dur="500" fill="hold"/>
                                        <p:tgtEl>
                                          <p:spTgt spid="88"/>
                                        </p:tgtEl>
                                        <p:attrNameLst>
                                          <p:attrName>ppt_h</p:attrName>
                                        </p:attrNameLst>
                                      </p:cBhvr>
                                      <p:tavLst>
                                        <p:tav tm="0">
                                          <p:val>
                                            <p:fltVal val="0"/>
                                          </p:val>
                                        </p:tav>
                                        <p:tav tm="100000">
                                          <p:val>
                                            <p:strVal val="#ppt_h"/>
                                          </p:val>
                                        </p:tav>
                                      </p:tavLst>
                                    </p:anim>
                                    <p:animEffect transition="in" filter="fade">
                                      <p:cBhvr>
                                        <p:cTn id="241" dur="500"/>
                                        <p:tgtEl>
                                          <p:spTgt spid="88"/>
                                        </p:tgtEl>
                                      </p:cBhvr>
                                    </p:animEffect>
                                  </p:childTnLst>
                                </p:cTn>
                              </p:par>
                              <p:par>
                                <p:cTn id="242" presetID="53" presetClass="entr" presetSubtype="16" fill="hold" grpId="0" nodeType="withEffect">
                                  <p:stCondLst>
                                    <p:cond delay="0"/>
                                  </p:stCondLst>
                                  <p:childTnLst>
                                    <p:set>
                                      <p:cBhvr>
                                        <p:cTn id="243" dur="1" fill="hold">
                                          <p:stCondLst>
                                            <p:cond delay="0"/>
                                          </p:stCondLst>
                                        </p:cTn>
                                        <p:tgtEl>
                                          <p:spTgt spid="89"/>
                                        </p:tgtEl>
                                        <p:attrNameLst>
                                          <p:attrName>style.visibility</p:attrName>
                                        </p:attrNameLst>
                                      </p:cBhvr>
                                      <p:to>
                                        <p:strVal val="visible"/>
                                      </p:to>
                                    </p:set>
                                    <p:anim calcmode="lin" valueType="num">
                                      <p:cBhvr>
                                        <p:cTn id="244" dur="500" fill="hold"/>
                                        <p:tgtEl>
                                          <p:spTgt spid="89"/>
                                        </p:tgtEl>
                                        <p:attrNameLst>
                                          <p:attrName>ppt_w</p:attrName>
                                        </p:attrNameLst>
                                      </p:cBhvr>
                                      <p:tavLst>
                                        <p:tav tm="0">
                                          <p:val>
                                            <p:fltVal val="0"/>
                                          </p:val>
                                        </p:tav>
                                        <p:tav tm="100000">
                                          <p:val>
                                            <p:strVal val="#ppt_w"/>
                                          </p:val>
                                        </p:tav>
                                      </p:tavLst>
                                    </p:anim>
                                    <p:anim calcmode="lin" valueType="num">
                                      <p:cBhvr>
                                        <p:cTn id="245" dur="500" fill="hold"/>
                                        <p:tgtEl>
                                          <p:spTgt spid="89"/>
                                        </p:tgtEl>
                                        <p:attrNameLst>
                                          <p:attrName>ppt_h</p:attrName>
                                        </p:attrNameLst>
                                      </p:cBhvr>
                                      <p:tavLst>
                                        <p:tav tm="0">
                                          <p:val>
                                            <p:fltVal val="0"/>
                                          </p:val>
                                        </p:tav>
                                        <p:tav tm="100000">
                                          <p:val>
                                            <p:strVal val="#ppt_h"/>
                                          </p:val>
                                        </p:tav>
                                      </p:tavLst>
                                    </p:anim>
                                    <p:animEffect transition="in" filter="fade">
                                      <p:cBhvr>
                                        <p:cTn id="246" dur="500"/>
                                        <p:tgtEl>
                                          <p:spTgt spid="89"/>
                                        </p:tgtEl>
                                      </p:cBhvr>
                                    </p:animEffect>
                                  </p:childTnLst>
                                </p:cTn>
                              </p:par>
                              <p:par>
                                <p:cTn id="247" presetID="53" presetClass="entr" presetSubtype="16" fill="hold" grpId="0" nodeType="withEffect">
                                  <p:stCondLst>
                                    <p:cond delay="0"/>
                                  </p:stCondLst>
                                  <p:childTnLst>
                                    <p:set>
                                      <p:cBhvr>
                                        <p:cTn id="248" dur="1" fill="hold">
                                          <p:stCondLst>
                                            <p:cond delay="0"/>
                                          </p:stCondLst>
                                        </p:cTn>
                                        <p:tgtEl>
                                          <p:spTgt spid="131"/>
                                        </p:tgtEl>
                                        <p:attrNameLst>
                                          <p:attrName>style.visibility</p:attrName>
                                        </p:attrNameLst>
                                      </p:cBhvr>
                                      <p:to>
                                        <p:strVal val="visible"/>
                                      </p:to>
                                    </p:set>
                                    <p:anim calcmode="lin" valueType="num">
                                      <p:cBhvr>
                                        <p:cTn id="249" dur="500" fill="hold"/>
                                        <p:tgtEl>
                                          <p:spTgt spid="131"/>
                                        </p:tgtEl>
                                        <p:attrNameLst>
                                          <p:attrName>ppt_w</p:attrName>
                                        </p:attrNameLst>
                                      </p:cBhvr>
                                      <p:tavLst>
                                        <p:tav tm="0">
                                          <p:val>
                                            <p:fltVal val="0"/>
                                          </p:val>
                                        </p:tav>
                                        <p:tav tm="100000">
                                          <p:val>
                                            <p:strVal val="#ppt_w"/>
                                          </p:val>
                                        </p:tav>
                                      </p:tavLst>
                                    </p:anim>
                                    <p:anim calcmode="lin" valueType="num">
                                      <p:cBhvr>
                                        <p:cTn id="250" dur="500" fill="hold"/>
                                        <p:tgtEl>
                                          <p:spTgt spid="131"/>
                                        </p:tgtEl>
                                        <p:attrNameLst>
                                          <p:attrName>ppt_h</p:attrName>
                                        </p:attrNameLst>
                                      </p:cBhvr>
                                      <p:tavLst>
                                        <p:tav tm="0">
                                          <p:val>
                                            <p:fltVal val="0"/>
                                          </p:val>
                                        </p:tav>
                                        <p:tav tm="100000">
                                          <p:val>
                                            <p:strVal val="#ppt_h"/>
                                          </p:val>
                                        </p:tav>
                                      </p:tavLst>
                                    </p:anim>
                                    <p:animEffect transition="in" filter="fade">
                                      <p:cBhvr>
                                        <p:cTn id="251" dur="500"/>
                                        <p:tgtEl>
                                          <p:spTgt spid="131"/>
                                        </p:tgtEl>
                                      </p:cBhvr>
                                    </p:animEffect>
                                  </p:childTnLst>
                                </p:cTn>
                              </p:par>
                              <p:par>
                                <p:cTn id="252" presetID="53" presetClass="entr" presetSubtype="16" fill="hold" grpId="0" nodeType="withEffect">
                                  <p:stCondLst>
                                    <p:cond delay="0"/>
                                  </p:stCondLst>
                                  <p:childTnLst>
                                    <p:set>
                                      <p:cBhvr>
                                        <p:cTn id="253" dur="1" fill="hold">
                                          <p:stCondLst>
                                            <p:cond delay="0"/>
                                          </p:stCondLst>
                                        </p:cTn>
                                        <p:tgtEl>
                                          <p:spTgt spid="132"/>
                                        </p:tgtEl>
                                        <p:attrNameLst>
                                          <p:attrName>style.visibility</p:attrName>
                                        </p:attrNameLst>
                                      </p:cBhvr>
                                      <p:to>
                                        <p:strVal val="visible"/>
                                      </p:to>
                                    </p:set>
                                    <p:anim calcmode="lin" valueType="num">
                                      <p:cBhvr>
                                        <p:cTn id="254" dur="500" fill="hold"/>
                                        <p:tgtEl>
                                          <p:spTgt spid="132"/>
                                        </p:tgtEl>
                                        <p:attrNameLst>
                                          <p:attrName>ppt_w</p:attrName>
                                        </p:attrNameLst>
                                      </p:cBhvr>
                                      <p:tavLst>
                                        <p:tav tm="0">
                                          <p:val>
                                            <p:fltVal val="0"/>
                                          </p:val>
                                        </p:tav>
                                        <p:tav tm="100000">
                                          <p:val>
                                            <p:strVal val="#ppt_w"/>
                                          </p:val>
                                        </p:tav>
                                      </p:tavLst>
                                    </p:anim>
                                    <p:anim calcmode="lin" valueType="num">
                                      <p:cBhvr>
                                        <p:cTn id="255" dur="500" fill="hold"/>
                                        <p:tgtEl>
                                          <p:spTgt spid="132"/>
                                        </p:tgtEl>
                                        <p:attrNameLst>
                                          <p:attrName>ppt_h</p:attrName>
                                        </p:attrNameLst>
                                      </p:cBhvr>
                                      <p:tavLst>
                                        <p:tav tm="0">
                                          <p:val>
                                            <p:fltVal val="0"/>
                                          </p:val>
                                        </p:tav>
                                        <p:tav tm="100000">
                                          <p:val>
                                            <p:strVal val="#ppt_h"/>
                                          </p:val>
                                        </p:tav>
                                      </p:tavLst>
                                    </p:anim>
                                    <p:animEffect transition="in" filter="fade">
                                      <p:cBhvr>
                                        <p:cTn id="256" dur="500"/>
                                        <p:tgtEl>
                                          <p:spTgt spid="132"/>
                                        </p:tgtEl>
                                      </p:cBhvr>
                                    </p:animEffect>
                                  </p:childTnLst>
                                </p:cTn>
                              </p:par>
                              <p:par>
                                <p:cTn id="257" presetID="53" presetClass="entr" presetSubtype="16" fill="hold" grpId="0" nodeType="withEffect">
                                  <p:stCondLst>
                                    <p:cond delay="0"/>
                                  </p:stCondLst>
                                  <p:childTnLst>
                                    <p:set>
                                      <p:cBhvr>
                                        <p:cTn id="258" dur="1" fill="hold">
                                          <p:stCondLst>
                                            <p:cond delay="0"/>
                                          </p:stCondLst>
                                        </p:cTn>
                                        <p:tgtEl>
                                          <p:spTgt spid="133"/>
                                        </p:tgtEl>
                                        <p:attrNameLst>
                                          <p:attrName>style.visibility</p:attrName>
                                        </p:attrNameLst>
                                      </p:cBhvr>
                                      <p:to>
                                        <p:strVal val="visible"/>
                                      </p:to>
                                    </p:set>
                                    <p:anim calcmode="lin" valueType="num">
                                      <p:cBhvr>
                                        <p:cTn id="259" dur="500" fill="hold"/>
                                        <p:tgtEl>
                                          <p:spTgt spid="133"/>
                                        </p:tgtEl>
                                        <p:attrNameLst>
                                          <p:attrName>ppt_w</p:attrName>
                                        </p:attrNameLst>
                                      </p:cBhvr>
                                      <p:tavLst>
                                        <p:tav tm="0">
                                          <p:val>
                                            <p:fltVal val="0"/>
                                          </p:val>
                                        </p:tav>
                                        <p:tav tm="100000">
                                          <p:val>
                                            <p:strVal val="#ppt_w"/>
                                          </p:val>
                                        </p:tav>
                                      </p:tavLst>
                                    </p:anim>
                                    <p:anim calcmode="lin" valueType="num">
                                      <p:cBhvr>
                                        <p:cTn id="260" dur="500" fill="hold"/>
                                        <p:tgtEl>
                                          <p:spTgt spid="133"/>
                                        </p:tgtEl>
                                        <p:attrNameLst>
                                          <p:attrName>ppt_h</p:attrName>
                                        </p:attrNameLst>
                                      </p:cBhvr>
                                      <p:tavLst>
                                        <p:tav tm="0">
                                          <p:val>
                                            <p:fltVal val="0"/>
                                          </p:val>
                                        </p:tav>
                                        <p:tav tm="100000">
                                          <p:val>
                                            <p:strVal val="#ppt_h"/>
                                          </p:val>
                                        </p:tav>
                                      </p:tavLst>
                                    </p:anim>
                                    <p:animEffect transition="in" filter="fade">
                                      <p:cBhvr>
                                        <p:cTn id="261" dur="500"/>
                                        <p:tgtEl>
                                          <p:spTgt spid="133"/>
                                        </p:tgtEl>
                                      </p:cBhvr>
                                    </p:animEffect>
                                  </p:childTnLst>
                                </p:cTn>
                              </p:par>
                              <p:par>
                                <p:cTn id="262" presetID="53" presetClass="entr" presetSubtype="16" fill="hold" grpId="0" nodeType="withEffect">
                                  <p:stCondLst>
                                    <p:cond delay="0"/>
                                  </p:stCondLst>
                                  <p:childTnLst>
                                    <p:set>
                                      <p:cBhvr>
                                        <p:cTn id="263" dur="1" fill="hold">
                                          <p:stCondLst>
                                            <p:cond delay="0"/>
                                          </p:stCondLst>
                                        </p:cTn>
                                        <p:tgtEl>
                                          <p:spTgt spid="134"/>
                                        </p:tgtEl>
                                        <p:attrNameLst>
                                          <p:attrName>style.visibility</p:attrName>
                                        </p:attrNameLst>
                                      </p:cBhvr>
                                      <p:to>
                                        <p:strVal val="visible"/>
                                      </p:to>
                                    </p:set>
                                    <p:anim calcmode="lin" valueType="num">
                                      <p:cBhvr>
                                        <p:cTn id="264" dur="500" fill="hold"/>
                                        <p:tgtEl>
                                          <p:spTgt spid="134"/>
                                        </p:tgtEl>
                                        <p:attrNameLst>
                                          <p:attrName>ppt_w</p:attrName>
                                        </p:attrNameLst>
                                      </p:cBhvr>
                                      <p:tavLst>
                                        <p:tav tm="0">
                                          <p:val>
                                            <p:fltVal val="0"/>
                                          </p:val>
                                        </p:tav>
                                        <p:tav tm="100000">
                                          <p:val>
                                            <p:strVal val="#ppt_w"/>
                                          </p:val>
                                        </p:tav>
                                      </p:tavLst>
                                    </p:anim>
                                    <p:anim calcmode="lin" valueType="num">
                                      <p:cBhvr>
                                        <p:cTn id="265" dur="500" fill="hold"/>
                                        <p:tgtEl>
                                          <p:spTgt spid="134"/>
                                        </p:tgtEl>
                                        <p:attrNameLst>
                                          <p:attrName>ppt_h</p:attrName>
                                        </p:attrNameLst>
                                      </p:cBhvr>
                                      <p:tavLst>
                                        <p:tav tm="0">
                                          <p:val>
                                            <p:fltVal val="0"/>
                                          </p:val>
                                        </p:tav>
                                        <p:tav tm="100000">
                                          <p:val>
                                            <p:strVal val="#ppt_h"/>
                                          </p:val>
                                        </p:tav>
                                      </p:tavLst>
                                    </p:anim>
                                    <p:animEffect transition="in" filter="fade">
                                      <p:cBhvr>
                                        <p:cTn id="266" dur="500"/>
                                        <p:tgtEl>
                                          <p:spTgt spid="134"/>
                                        </p:tgtEl>
                                      </p:cBhvr>
                                    </p:animEffect>
                                  </p:childTnLst>
                                </p:cTn>
                              </p:par>
                              <p:par>
                                <p:cTn id="267" presetID="53" presetClass="entr" presetSubtype="16" fill="hold" grpId="0" nodeType="withEffect">
                                  <p:stCondLst>
                                    <p:cond delay="0"/>
                                  </p:stCondLst>
                                  <p:childTnLst>
                                    <p:set>
                                      <p:cBhvr>
                                        <p:cTn id="268" dur="1" fill="hold">
                                          <p:stCondLst>
                                            <p:cond delay="0"/>
                                          </p:stCondLst>
                                        </p:cTn>
                                        <p:tgtEl>
                                          <p:spTgt spid="135"/>
                                        </p:tgtEl>
                                        <p:attrNameLst>
                                          <p:attrName>style.visibility</p:attrName>
                                        </p:attrNameLst>
                                      </p:cBhvr>
                                      <p:to>
                                        <p:strVal val="visible"/>
                                      </p:to>
                                    </p:set>
                                    <p:anim calcmode="lin" valueType="num">
                                      <p:cBhvr>
                                        <p:cTn id="269" dur="500" fill="hold"/>
                                        <p:tgtEl>
                                          <p:spTgt spid="135"/>
                                        </p:tgtEl>
                                        <p:attrNameLst>
                                          <p:attrName>ppt_w</p:attrName>
                                        </p:attrNameLst>
                                      </p:cBhvr>
                                      <p:tavLst>
                                        <p:tav tm="0">
                                          <p:val>
                                            <p:fltVal val="0"/>
                                          </p:val>
                                        </p:tav>
                                        <p:tav tm="100000">
                                          <p:val>
                                            <p:strVal val="#ppt_w"/>
                                          </p:val>
                                        </p:tav>
                                      </p:tavLst>
                                    </p:anim>
                                    <p:anim calcmode="lin" valueType="num">
                                      <p:cBhvr>
                                        <p:cTn id="270" dur="500" fill="hold"/>
                                        <p:tgtEl>
                                          <p:spTgt spid="135"/>
                                        </p:tgtEl>
                                        <p:attrNameLst>
                                          <p:attrName>ppt_h</p:attrName>
                                        </p:attrNameLst>
                                      </p:cBhvr>
                                      <p:tavLst>
                                        <p:tav tm="0">
                                          <p:val>
                                            <p:fltVal val="0"/>
                                          </p:val>
                                        </p:tav>
                                        <p:tav tm="100000">
                                          <p:val>
                                            <p:strVal val="#ppt_h"/>
                                          </p:val>
                                        </p:tav>
                                      </p:tavLst>
                                    </p:anim>
                                    <p:animEffect transition="in" filter="fade">
                                      <p:cBhvr>
                                        <p:cTn id="271" dur="500"/>
                                        <p:tgtEl>
                                          <p:spTgt spid="135"/>
                                        </p:tgtEl>
                                      </p:cBhvr>
                                    </p:animEffect>
                                  </p:childTnLst>
                                </p:cTn>
                              </p:par>
                              <p:par>
                                <p:cTn id="272" presetID="53" presetClass="entr" presetSubtype="16" fill="hold" grpId="0" nodeType="withEffect">
                                  <p:stCondLst>
                                    <p:cond delay="0"/>
                                  </p:stCondLst>
                                  <p:childTnLst>
                                    <p:set>
                                      <p:cBhvr>
                                        <p:cTn id="273" dur="1" fill="hold">
                                          <p:stCondLst>
                                            <p:cond delay="0"/>
                                          </p:stCondLst>
                                        </p:cTn>
                                        <p:tgtEl>
                                          <p:spTgt spid="136"/>
                                        </p:tgtEl>
                                        <p:attrNameLst>
                                          <p:attrName>style.visibility</p:attrName>
                                        </p:attrNameLst>
                                      </p:cBhvr>
                                      <p:to>
                                        <p:strVal val="visible"/>
                                      </p:to>
                                    </p:set>
                                    <p:anim calcmode="lin" valueType="num">
                                      <p:cBhvr>
                                        <p:cTn id="274" dur="500" fill="hold"/>
                                        <p:tgtEl>
                                          <p:spTgt spid="136"/>
                                        </p:tgtEl>
                                        <p:attrNameLst>
                                          <p:attrName>ppt_w</p:attrName>
                                        </p:attrNameLst>
                                      </p:cBhvr>
                                      <p:tavLst>
                                        <p:tav tm="0">
                                          <p:val>
                                            <p:fltVal val="0"/>
                                          </p:val>
                                        </p:tav>
                                        <p:tav tm="100000">
                                          <p:val>
                                            <p:strVal val="#ppt_w"/>
                                          </p:val>
                                        </p:tav>
                                      </p:tavLst>
                                    </p:anim>
                                    <p:anim calcmode="lin" valueType="num">
                                      <p:cBhvr>
                                        <p:cTn id="275" dur="500" fill="hold"/>
                                        <p:tgtEl>
                                          <p:spTgt spid="136"/>
                                        </p:tgtEl>
                                        <p:attrNameLst>
                                          <p:attrName>ppt_h</p:attrName>
                                        </p:attrNameLst>
                                      </p:cBhvr>
                                      <p:tavLst>
                                        <p:tav tm="0">
                                          <p:val>
                                            <p:fltVal val="0"/>
                                          </p:val>
                                        </p:tav>
                                        <p:tav tm="100000">
                                          <p:val>
                                            <p:strVal val="#ppt_h"/>
                                          </p:val>
                                        </p:tav>
                                      </p:tavLst>
                                    </p:anim>
                                    <p:animEffect transition="in" filter="fade">
                                      <p:cBhvr>
                                        <p:cTn id="276" dur="500"/>
                                        <p:tgtEl>
                                          <p:spTgt spid="136"/>
                                        </p:tgtEl>
                                      </p:cBhvr>
                                    </p:animEffect>
                                  </p:childTnLst>
                                </p:cTn>
                              </p:par>
                              <p:par>
                                <p:cTn id="277" presetID="53" presetClass="entr" presetSubtype="16" fill="hold" grpId="0" nodeType="withEffect">
                                  <p:stCondLst>
                                    <p:cond delay="0"/>
                                  </p:stCondLst>
                                  <p:childTnLst>
                                    <p:set>
                                      <p:cBhvr>
                                        <p:cTn id="278" dur="1" fill="hold">
                                          <p:stCondLst>
                                            <p:cond delay="0"/>
                                          </p:stCondLst>
                                        </p:cTn>
                                        <p:tgtEl>
                                          <p:spTgt spid="137"/>
                                        </p:tgtEl>
                                        <p:attrNameLst>
                                          <p:attrName>style.visibility</p:attrName>
                                        </p:attrNameLst>
                                      </p:cBhvr>
                                      <p:to>
                                        <p:strVal val="visible"/>
                                      </p:to>
                                    </p:set>
                                    <p:anim calcmode="lin" valueType="num">
                                      <p:cBhvr>
                                        <p:cTn id="279" dur="500" fill="hold"/>
                                        <p:tgtEl>
                                          <p:spTgt spid="137"/>
                                        </p:tgtEl>
                                        <p:attrNameLst>
                                          <p:attrName>ppt_w</p:attrName>
                                        </p:attrNameLst>
                                      </p:cBhvr>
                                      <p:tavLst>
                                        <p:tav tm="0">
                                          <p:val>
                                            <p:fltVal val="0"/>
                                          </p:val>
                                        </p:tav>
                                        <p:tav tm="100000">
                                          <p:val>
                                            <p:strVal val="#ppt_w"/>
                                          </p:val>
                                        </p:tav>
                                      </p:tavLst>
                                    </p:anim>
                                    <p:anim calcmode="lin" valueType="num">
                                      <p:cBhvr>
                                        <p:cTn id="280" dur="500" fill="hold"/>
                                        <p:tgtEl>
                                          <p:spTgt spid="137"/>
                                        </p:tgtEl>
                                        <p:attrNameLst>
                                          <p:attrName>ppt_h</p:attrName>
                                        </p:attrNameLst>
                                      </p:cBhvr>
                                      <p:tavLst>
                                        <p:tav tm="0">
                                          <p:val>
                                            <p:fltVal val="0"/>
                                          </p:val>
                                        </p:tav>
                                        <p:tav tm="100000">
                                          <p:val>
                                            <p:strVal val="#ppt_h"/>
                                          </p:val>
                                        </p:tav>
                                      </p:tavLst>
                                    </p:anim>
                                    <p:animEffect transition="in" filter="fade">
                                      <p:cBhvr>
                                        <p:cTn id="281" dur="500"/>
                                        <p:tgtEl>
                                          <p:spTgt spid="137"/>
                                        </p:tgtEl>
                                      </p:cBhvr>
                                    </p:animEffect>
                                  </p:childTnLst>
                                </p:cTn>
                              </p:par>
                              <p:par>
                                <p:cTn id="282" presetID="53" presetClass="entr" presetSubtype="16" fill="hold" grpId="0" nodeType="withEffect">
                                  <p:stCondLst>
                                    <p:cond delay="0"/>
                                  </p:stCondLst>
                                  <p:childTnLst>
                                    <p:set>
                                      <p:cBhvr>
                                        <p:cTn id="283" dur="1" fill="hold">
                                          <p:stCondLst>
                                            <p:cond delay="0"/>
                                          </p:stCondLst>
                                        </p:cTn>
                                        <p:tgtEl>
                                          <p:spTgt spid="138"/>
                                        </p:tgtEl>
                                        <p:attrNameLst>
                                          <p:attrName>style.visibility</p:attrName>
                                        </p:attrNameLst>
                                      </p:cBhvr>
                                      <p:to>
                                        <p:strVal val="visible"/>
                                      </p:to>
                                    </p:set>
                                    <p:anim calcmode="lin" valueType="num">
                                      <p:cBhvr>
                                        <p:cTn id="284" dur="500" fill="hold"/>
                                        <p:tgtEl>
                                          <p:spTgt spid="138"/>
                                        </p:tgtEl>
                                        <p:attrNameLst>
                                          <p:attrName>ppt_w</p:attrName>
                                        </p:attrNameLst>
                                      </p:cBhvr>
                                      <p:tavLst>
                                        <p:tav tm="0">
                                          <p:val>
                                            <p:fltVal val="0"/>
                                          </p:val>
                                        </p:tav>
                                        <p:tav tm="100000">
                                          <p:val>
                                            <p:strVal val="#ppt_w"/>
                                          </p:val>
                                        </p:tav>
                                      </p:tavLst>
                                    </p:anim>
                                    <p:anim calcmode="lin" valueType="num">
                                      <p:cBhvr>
                                        <p:cTn id="285" dur="500" fill="hold"/>
                                        <p:tgtEl>
                                          <p:spTgt spid="138"/>
                                        </p:tgtEl>
                                        <p:attrNameLst>
                                          <p:attrName>ppt_h</p:attrName>
                                        </p:attrNameLst>
                                      </p:cBhvr>
                                      <p:tavLst>
                                        <p:tav tm="0">
                                          <p:val>
                                            <p:fltVal val="0"/>
                                          </p:val>
                                        </p:tav>
                                        <p:tav tm="100000">
                                          <p:val>
                                            <p:strVal val="#ppt_h"/>
                                          </p:val>
                                        </p:tav>
                                      </p:tavLst>
                                    </p:anim>
                                    <p:animEffect transition="in" filter="fade">
                                      <p:cBhvr>
                                        <p:cTn id="286" dur="500"/>
                                        <p:tgtEl>
                                          <p:spTgt spid="138"/>
                                        </p:tgtEl>
                                      </p:cBhvr>
                                    </p:animEffect>
                                  </p:childTnLst>
                                </p:cTn>
                              </p:par>
                              <p:par>
                                <p:cTn id="287" presetID="53" presetClass="entr" presetSubtype="16" fill="hold" grpId="0" nodeType="withEffect">
                                  <p:stCondLst>
                                    <p:cond delay="0"/>
                                  </p:stCondLst>
                                  <p:childTnLst>
                                    <p:set>
                                      <p:cBhvr>
                                        <p:cTn id="288" dur="1" fill="hold">
                                          <p:stCondLst>
                                            <p:cond delay="0"/>
                                          </p:stCondLst>
                                        </p:cTn>
                                        <p:tgtEl>
                                          <p:spTgt spid="139"/>
                                        </p:tgtEl>
                                        <p:attrNameLst>
                                          <p:attrName>style.visibility</p:attrName>
                                        </p:attrNameLst>
                                      </p:cBhvr>
                                      <p:to>
                                        <p:strVal val="visible"/>
                                      </p:to>
                                    </p:set>
                                    <p:anim calcmode="lin" valueType="num">
                                      <p:cBhvr>
                                        <p:cTn id="289" dur="500" fill="hold"/>
                                        <p:tgtEl>
                                          <p:spTgt spid="139"/>
                                        </p:tgtEl>
                                        <p:attrNameLst>
                                          <p:attrName>ppt_w</p:attrName>
                                        </p:attrNameLst>
                                      </p:cBhvr>
                                      <p:tavLst>
                                        <p:tav tm="0">
                                          <p:val>
                                            <p:fltVal val="0"/>
                                          </p:val>
                                        </p:tav>
                                        <p:tav tm="100000">
                                          <p:val>
                                            <p:strVal val="#ppt_w"/>
                                          </p:val>
                                        </p:tav>
                                      </p:tavLst>
                                    </p:anim>
                                    <p:anim calcmode="lin" valueType="num">
                                      <p:cBhvr>
                                        <p:cTn id="290" dur="500" fill="hold"/>
                                        <p:tgtEl>
                                          <p:spTgt spid="139"/>
                                        </p:tgtEl>
                                        <p:attrNameLst>
                                          <p:attrName>ppt_h</p:attrName>
                                        </p:attrNameLst>
                                      </p:cBhvr>
                                      <p:tavLst>
                                        <p:tav tm="0">
                                          <p:val>
                                            <p:fltVal val="0"/>
                                          </p:val>
                                        </p:tav>
                                        <p:tav tm="100000">
                                          <p:val>
                                            <p:strVal val="#ppt_h"/>
                                          </p:val>
                                        </p:tav>
                                      </p:tavLst>
                                    </p:anim>
                                    <p:animEffect transition="in" filter="fade">
                                      <p:cBhvr>
                                        <p:cTn id="291" dur="500"/>
                                        <p:tgtEl>
                                          <p:spTgt spid="139"/>
                                        </p:tgtEl>
                                      </p:cBhvr>
                                    </p:animEffect>
                                  </p:childTnLst>
                                </p:cTn>
                              </p:par>
                              <p:par>
                                <p:cTn id="292" presetID="53" presetClass="entr" presetSubtype="16" fill="hold" grpId="0" nodeType="withEffect">
                                  <p:stCondLst>
                                    <p:cond delay="0"/>
                                  </p:stCondLst>
                                  <p:childTnLst>
                                    <p:set>
                                      <p:cBhvr>
                                        <p:cTn id="293" dur="1" fill="hold">
                                          <p:stCondLst>
                                            <p:cond delay="0"/>
                                          </p:stCondLst>
                                        </p:cTn>
                                        <p:tgtEl>
                                          <p:spTgt spid="140"/>
                                        </p:tgtEl>
                                        <p:attrNameLst>
                                          <p:attrName>style.visibility</p:attrName>
                                        </p:attrNameLst>
                                      </p:cBhvr>
                                      <p:to>
                                        <p:strVal val="visible"/>
                                      </p:to>
                                    </p:set>
                                    <p:anim calcmode="lin" valueType="num">
                                      <p:cBhvr>
                                        <p:cTn id="294" dur="500" fill="hold"/>
                                        <p:tgtEl>
                                          <p:spTgt spid="140"/>
                                        </p:tgtEl>
                                        <p:attrNameLst>
                                          <p:attrName>ppt_w</p:attrName>
                                        </p:attrNameLst>
                                      </p:cBhvr>
                                      <p:tavLst>
                                        <p:tav tm="0">
                                          <p:val>
                                            <p:fltVal val="0"/>
                                          </p:val>
                                        </p:tav>
                                        <p:tav tm="100000">
                                          <p:val>
                                            <p:strVal val="#ppt_w"/>
                                          </p:val>
                                        </p:tav>
                                      </p:tavLst>
                                    </p:anim>
                                    <p:anim calcmode="lin" valueType="num">
                                      <p:cBhvr>
                                        <p:cTn id="295" dur="500" fill="hold"/>
                                        <p:tgtEl>
                                          <p:spTgt spid="140"/>
                                        </p:tgtEl>
                                        <p:attrNameLst>
                                          <p:attrName>ppt_h</p:attrName>
                                        </p:attrNameLst>
                                      </p:cBhvr>
                                      <p:tavLst>
                                        <p:tav tm="0">
                                          <p:val>
                                            <p:fltVal val="0"/>
                                          </p:val>
                                        </p:tav>
                                        <p:tav tm="100000">
                                          <p:val>
                                            <p:strVal val="#ppt_h"/>
                                          </p:val>
                                        </p:tav>
                                      </p:tavLst>
                                    </p:anim>
                                    <p:animEffect transition="in" filter="fade">
                                      <p:cBhvr>
                                        <p:cTn id="296" dur="500"/>
                                        <p:tgtEl>
                                          <p:spTgt spid="140"/>
                                        </p:tgtEl>
                                      </p:cBhvr>
                                    </p:animEffect>
                                  </p:childTnLst>
                                </p:cTn>
                              </p:par>
                              <p:par>
                                <p:cTn id="297" presetID="53" presetClass="entr" presetSubtype="16" fill="hold" grpId="0" nodeType="withEffect">
                                  <p:stCondLst>
                                    <p:cond delay="0"/>
                                  </p:stCondLst>
                                  <p:childTnLst>
                                    <p:set>
                                      <p:cBhvr>
                                        <p:cTn id="298" dur="1" fill="hold">
                                          <p:stCondLst>
                                            <p:cond delay="0"/>
                                          </p:stCondLst>
                                        </p:cTn>
                                        <p:tgtEl>
                                          <p:spTgt spid="141"/>
                                        </p:tgtEl>
                                        <p:attrNameLst>
                                          <p:attrName>style.visibility</p:attrName>
                                        </p:attrNameLst>
                                      </p:cBhvr>
                                      <p:to>
                                        <p:strVal val="visible"/>
                                      </p:to>
                                    </p:set>
                                    <p:anim calcmode="lin" valueType="num">
                                      <p:cBhvr>
                                        <p:cTn id="299" dur="500" fill="hold"/>
                                        <p:tgtEl>
                                          <p:spTgt spid="141"/>
                                        </p:tgtEl>
                                        <p:attrNameLst>
                                          <p:attrName>ppt_w</p:attrName>
                                        </p:attrNameLst>
                                      </p:cBhvr>
                                      <p:tavLst>
                                        <p:tav tm="0">
                                          <p:val>
                                            <p:fltVal val="0"/>
                                          </p:val>
                                        </p:tav>
                                        <p:tav tm="100000">
                                          <p:val>
                                            <p:strVal val="#ppt_w"/>
                                          </p:val>
                                        </p:tav>
                                      </p:tavLst>
                                    </p:anim>
                                    <p:anim calcmode="lin" valueType="num">
                                      <p:cBhvr>
                                        <p:cTn id="300" dur="500" fill="hold"/>
                                        <p:tgtEl>
                                          <p:spTgt spid="141"/>
                                        </p:tgtEl>
                                        <p:attrNameLst>
                                          <p:attrName>ppt_h</p:attrName>
                                        </p:attrNameLst>
                                      </p:cBhvr>
                                      <p:tavLst>
                                        <p:tav tm="0">
                                          <p:val>
                                            <p:fltVal val="0"/>
                                          </p:val>
                                        </p:tav>
                                        <p:tav tm="100000">
                                          <p:val>
                                            <p:strVal val="#ppt_h"/>
                                          </p:val>
                                        </p:tav>
                                      </p:tavLst>
                                    </p:anim>
                                    <p:animEffect transition="in" filter="fade">
                                      <p:cBhvr>
                                        <p:cTn id="301" dur="500"/>
                                        <p:tgtEl>
                                          <p:spTgt spid="141"/>
                                        </p:tgtEl>
                                      </p:cBhvr>
                                    </p:animEffect>
                                  </p:childTnLst>
                                </p:cTn>
                              </p:par>
                              <p:par>
                                <p:cTn id="302" presetID="53" presetClass="entr" presetSubtype="16" fill="hold" grpId="0" nodeType="withEffect">
                                  <p:stCondLst>
                                    <p:cond delay="0"/>
                                  </p:stCondLst>
                                  <p:childTnLst>
                                    <p:set>
                                      <p:cBhvr>
                                        <p:cTn id="303" dur="1" fill="hold">
                                          <p:stCondLst>
                                            <p:cond delay="0"/>
                                          </p:stCondLst>
                                        </p:cTn>
                                        <p:tgtEl>
                                          <p:spTgt spid="142"/>
                                        </p:tgtEl>
                                        <p:attrNameLst>
                                          <p:attrName>style.visibility</p:attrName>
                                        </p:attrNameLst>
                                      </p:cBhvr>
                                      <p:to>
                                        <p:strVal val="visible"/>
                                      </p:to>
                                    </p:set>
                                    <p:anim calcmode="lin" valueType="num">
                                      <p:cBhvr>
                                        <p:cTn id="304" dur="500" fill="hold"/>
                                        <p:tgtEl>
                                          <p:spTgt spid="142"/>
                                        </p:tgtEl>
                                        <p:attrNameLst>
                                          <p:attrName>ppt_w</p:attrName>
                                        </p:attrNameLst>
                                      </p:cBhvr>
                                      <p:tavLst>
                                        <p:tav tm="0">
                                          <p:val>
                                            <p:fltVal val="0"/>
                                          </p:val>
                                        </p:tav>
                                        <p:tav tm="100000">
                                          <p:val>
                                            <p:strVal val="#ppt_w"/>
                                          </p:val>
                                        </p:tav>
                                      </p:tavLst>
                                    </p:anim>
                                    <p:anim calcmode="lin" valueType="num">
                                      <p:cBhvr>
                                        <p:cTn id="305" dur="500" fill="hold"/>
                                        <p:tgtEl>
                                          <p:spTgt spid="142"/>
                                        </p:tgtEl>
                                        <p:attrNameLst>
                                          <p:attrName>ppt_h</p:attrName>
                                        </p:attrNameLst>
                                      </p:cBhvr>
                                      <p:tavLst>
                                        <p:tav tm="0">
                                          <p:val>
                                            <p:fltVal val="0"/>
                                          </p:val>
                                        </p:tav>
                                        <p:tav tm="100000">
                                          <p:val>
                                            <p:strVal val="#ppt_h"/>
                                          </p:val>
                                        </p:tav>
                                      </p:tavLst>
                                    </p:anim>
                                    <p:animEffect transition="in" filter="fade">
                                      <p:cBhvr>
                                        <p:cTn id="306" dur="500"/>
                                        <p:tgtEl>
                                          <p:spTgt spid="142"/>
                                        </p:tgtEl>
                                      </p:cBhvr>
                                    </p:animEffect>
                                  </p:childTnLst>
                                </p:cTn>
                              </p:par>
                              <p:par>
                                <p:cTn id="307" presetID="53" presetClass="entr" presetSubtype="16" fill="hold" grpId="0" nodeType="withEffect">
                                  <p:stCondLst>
                                    <p:cond delay="0"/>
                                  </p:stCondLst>
                                  <p:childTnLst>
                                    <p:set>
                                      <p:cBhvr>
                                        <p:cTn id="308" dur="1" fill="hold">
                                          <p:stCondLst>
                                            <p:cond delay="0"/>
                                          </p:stCondLst>
                                        </p:cTn>
                                        <p:tgtEl>
                                          <p:spTgt spid="143"/>
                                        </p:tgtEl>
                                        <p:attrNameLst>
                                          <p:attrName>style.visibility</p:attrName>
                                        </p:attrNameLst>
                                      </p:cBhvr>
                                      <p:to>
                                        <p:strVal val="visible"/>
                                      </p:to>
                                    </p:set>
                                    <p:anim calcmode="lin" valueType="num">
                                      <p:cBhvr>
                                        <p:cTn id="309" dur="500" fill="hold"/>
                                        <p:tgtEl>
                                          <p:spTgt spid="143"/>
                                        </p:tgtEl>
                                        <p:attrNameLst>
                                          <p:attrName>ppt_w</p:attrName>
                                        </p:attrNameLst>
                                      </p:cBhvr>
                                      <p:tavLst>
                                        <p:tav tm="0">
                                          <p:val>
                                            <p:fltVal val="0"/>
                                          </p:val>
                                        </p:tav>
                                        <p:tav tm="100000">
                                          <p:val>
                                            <p:strVal val="#ppt_w"/>
                                          </p:val>
                                        </p:tav>
                                      </p:tavLst>
                                    </p:anim>
                                    <p:anim calcmode="lin" valueType="num">
                                      <p:cBhvr>
                                        <p:cTn id="310" dur="500" fill="hold"/>
                                        <p:tgtEl>
                                          <p:spTgt spid="143"/>
                                        </p:tgtEl>
                                        <p:attrNameLst>
                                          <p:attrName>ppt_h</p:attrName>
                                        </p:attrNameLst>
                                      </p:cBhvr>
                                      <p:tavLst>
                                        <p:tav tm="0">
                                          <p:val>
                                            <p:fltVal val="0"/>
                                          </p:val>
                                        </p:tav>
                                        <p:tav tm="100000">
                                          <p:val>
                                            <p:strVal val="#ppt_h"/>
                                          </p:val>
                                        </p:tav>
                                      </p:tavLst>
                                    </p:anim>
                                    <p:animEffect transition="in" filter="fade">
                                      <p:cBhvr>
                                        <p:cTn id="311" dur="500"/>
                                        <p:tgtEl>
                                          <p:spTgt spid="143"/>
                                        </p:tgtEl>
                                      </p:cBhvr>
                                    </p:animEffect>
                                  </p:childTnLst>
                                </p:cTn>
                              </p:par>
                              <p:par>
                                <p:cTn id="312" presetID="53" presetClass="entr" presetSubtype="16" fill="hold" grpId="0" nodeType="withEffect">
                                  <p:stCondLst>
                                    <p:cond delay="0"/>
                                  </p:stCondLst>
                                  <p:childTnLst>
                                    <p:set>
                                      <p:cBhvr>
                                        <p:cTn id="313" dur="1" fill="hold">
                                          <p:stCondLst>
                                            <p:cond delay="0"/>
                                          </p:stCondLst>
                                        </p:cTn>
                                        <p:tgtEl>
                                          <p:spTgt spid="152"/>
                                        </p:tgtEl>
                                        <p:attrNameLst>
                                          <p:attrName>style.visibility</p:attrName>
                                        </p:attrNameLst>
                                      </p:cBhvr>
                                      <p:to>
                                        <p:strVal val="visible"/>
                                      </p:to>
                                    </p:set>
                                    <p:anim calcmode="lin" valueType="num">
                                      <p:cBhvr>
                                        <p:cTn id="314" dur="500" fill="hold"/>
                                        <p:tgtEl>
                                          <p:spTgt spid="152"/>
                                        </p:tgtEl>
                                        <p:attrNameLst>
                                          <p:attrName>ppt_w</p:attrName>
                                        </p:attrNameLst>
                                      </p:cBhvr>
                                      <p:tavLst>
                                        <p:tav tm="0">
                                          <p:val>
                                            <p:fltVal val="0"/>
                                          </p:val>
                                        </p:tav>
                                        <p:tav tm="100000">
                                          <p:val>
                                            <p:strVal val="#ppt_w"/>
                                          </p:val>
                                        </p:tav>
                                      </p:tavLst>
                                    </p:anim>
                                    <p:anim calcmode="lin" valueType="num">
                                      <p:cBhvr>
                                        <p:cTn id="315" dur="500" fill="hold"/>
                                        <p:tgtEl>
                                          <p:spTgt spid="152"/>
                                        </p:tgtEl>
                                        <p:attrNameLst>
                                          <p:attrName>ppt_h</p:attrName>
                                        </p:attrNameLst>
                                      </p:cBhvr>
                                      <p:tavLst>
                                        <p:tav tm="0">
                                          <p:val>
                                            <p:fltVal val="0"/>
                                          </p:val>
                                        </p:tav>
                                        <p:tav tm="100000">
                                          <p:val>
                                            <p:strVal val="#ppt_h"/>
                                          </p:val>
                                        </p:tav>
                                      </p:tavLst>
                                    </p:anim>
                                    <p:animEffect transition="in" filter="fade">
                                      <p:cBhvr>
                                        <p:cTn id="316" dur="500"/>
                                        <p:tgtEl>
                                          <p:spTgt spid="152"/>
                                        </p:tgtEl>
                                      </p:cBhvr>
                                    </p:animEffect>
                                  </p:childTnLst>
                                </p:cTn>
                              </p:par>
                              <p:par>
                                <p:cTn id="317" presetID="53" presetClass="entr" presetSubtype="16" fill="hold" grpId="0" nodeType="withEffect">
                                  <p:stCondLst>
                                    <p:cond delay="0"/>
                                  </p:stCondLst>
                                  <p:childTnLst>
                                    <p:set>
                                      <p:cBhvr>
                                        <p:cTn id="318" dur="1" fill="hold">
                                          <p:stCondLst>
                                            <p:cond delay="0"/>
                                          </p:stCondLst>
                                        </p:cTn>
                                        <p:tgtEl>
                                          <p:spTgt spid="153"/>
                                        </p:tgtEl>
                                        <p:attrNameLst>
                                          <p:attrName>style.visibility</p:attrName>
                                        </p:attrNameLst>
                                      </p:cBhvr>
                                      <p:to>
                                        <p:strVal val="visible"/>
                                      </p:to>
                                    </p:set>
                                    <p:anim calcmode="lin" valueType="num">
                                      <p:cBhvr>
                                        <p:cTn id="319" dur="500" fill="hold"/>
                                        <p:tgtEl>
                                          <p:spTgt spid="153"/>
                                        </p:tgtEl>
                                        <p:attrNameLst>
                                          <p:attrName>ppt_w</p:attrName>
                                        </p:attrNameLst>
                                      </p:cBhvr>
                                      <p:tavLst>
                                        <p:tav tm="0">
                                          <p:val>
                                            <p:fltVal val="0"/>
                                          </p:val>
                                        </p:tav>
                                        <p:tav tm="100000">
                                          <p:val>
                                            <p:strVal val="#ppt_w"/>
                                          </p:val>
                                        </p:tav>
                                      </p:tavLst>
                                    </p:anim>
                                    <p:anim calcmode="lin" valueType="num">
                                      <p:cBhvr>
                                        <p:cTn id="320" dur="500" fill="hold"/>
                                        <p:tgtEl>
                                          <p:spTgt spid="153"/>
                                        </p:tgtEl>
                                        <p:attrNameLst>
                                          <p:attrName>ppt_h</p:attrName>
                                        </p:attrNameLst>
                                      </p:cBhvr>
                                      <p:tavLst>
                                        <p:tav tm="0">
                                          <p:val>
                                            <p:fltVal val="0"/>
                                          </p:val>
                                        </p:tav>
                                        <p:tav tm="100000">
                                          <p:val>
                                            <p:strVal val="#ppt_h"/>
                                          </p:val>
                                        </p:tav>
                                      </p:tavLst>
                                    </p:anim>
                                    <p:animEffect transition="in" filter="fade">
                                      <p:cBhvr>
                                        <p:cTn id="321" dur="500"/>
                                        <p:tgtEl>
                                          <p:spTgt spid="153"/>
                                        </p:tgtEl>
                                      </p:cBhvr>
                                    </p:animEffect>
                                  </p:childTnLst>
                                </p:cTn>
                              </p:par>
                              <p:par>
                                <p:cTn id="322" presetID="53" presetClass="entr" presetSubtype="16" fill="hold" grpId="0" nodeType="withEffect">
                                  <p:stCondLst>
                                    <p:cond delay="0"/>
                                  </p:stCondLst>
                                  <p:childTnLst>
                                    <p:set>
                                      <p:cBhvr>
                                        <p:cTn id="323" dur="1" fill="hold">
                                          <p:stCondLst>
                                            <p:cond delay="0"/>
                                          </p:stCondLst>
                                        </p:cTn>
                                        <p:tgtEl>
                                          <p:spTgt spid="154"/>
                                        </p:tgtEl>
                                        <p:attrNameLst>
                                          <p:attrName>style.visibility</p:attrName>
                                        </p:attrNameLst>
                                      </p:cBhvr>
                                      <p:to>
                                        <p:strVal val="visible"/>
                                      </p:to>
                                    </p:set>
                                    <p:anim calcmode="lin" valueType="num">
                                      <p:cBhvr>
                                        <p:cTn id="324" dur="500" fill="hold"/>
                                        <p:tgtEl>
                                          <p:spTgt spid="154"/>
                                        </p:tgtEl>
                                        <p:attrNameLst>
                                          <p:attrName>ppt_w</p:attrName>
                                        </p:attrNameLst>
                                      </p:cBhvr>
                                      <p:tavLst>
                                        <p:tav tm="0">
                                          <p:val>
                                            <p:fltVal val="0"/>
                                          </p:val>
                                        </p:tav>
                                        <p:tav tm="100000">
                                          <p:val>
                                            <p:strVal val="#ppt_w"/>
                                          </p:val>
                                        </p:tav>
                                      </p:tavLst>
                                    </p:anim>
                                    <p:anim calcmode="lin" valueType="num">
                                      <p:cBhvr>
                                        <p:cTn id="325" dur="500" fill="hold"/>
                                        <p:tgtEl>
                                          <p:spTgt spid="154"/>
                                        </p:tgtEl>
                                        <p:attrNameLst>
                                          <p:attrName>ppt_h</p:attrName>
                                        </p:attrNameLst>
                                      </p:cBhvr>
                                      <p:tavLst>
                                        <p:tav tm="0">
                                          <p:val>
                                            <p:fltVal val="0"/>
                                          </p:val>
                                        </p:tav>
                                        <p:tav tm="100000">
                                          <p:val>
                                            <p:strVal val="#ppt_h"/>
                                          </p:val>
                                        </p:tav>
                                      </p:tavLst>
                                    </p:anim>
                                    <p:animEffect transition="in" filter="fade">
                                      <p:cBhvr>
                                        <p:cTn id="326" dur="500"/>
                                        <p:tgtEl>
                                          <p:spTgt spid="154"/>
                                        </p:tgtEl>
                                      </p:cBhvr>
                                    </p:animEffect>
                                  </p:childTnLst>
                                </p:cTn>
                              </p:par>
                              <p:par>
                                <p:cTn id="327" presetID="53" presetClass="entr" presetSubtype="16" fill="hold" grpId="0" nodeType="withEffect">
                                  <p:stCondLst>
                                    <p:cond delay="0"/>
                                  </p:stCondLst>
                                  <p:childTnLst>
                                    <p:set>
                                      <p:cBhvr>
                                        <p:cTn id="328" dur="1" fill="hold">
                                          <p:stCondLst>
                                            <p:cond delay="0"/>
                                          </p:stCondLst>
                                        </p:cTn>
                                        <p:tgtEl>
                                          <p:spTgt spid="155"/>
                                        </p:tgtEl>
                                        <p:attrNameLst>
                                          <p:attrName>style.visibility</p:attrName>
                                        </p:attrNameLst>
                                      </p:cBhvr>
                                      <p:to>
                                        <p:strVal val="visible"/>
                                      </p:to>
                                    </p:set>
                                    <p:anim calcmode="lin" valueType="num">
                                      <p:cBhvr>
                                        <p:cTn id="329" dur="500" fill="hold"/>
                                        <p:tgtEl>
                                          <p:spTgt spid="155"/>
                                        </p:tgtEl>
                                        <p:attrNameLst>
                                          <p:attrName>ppt_w</p:attrName>
                                        </p:attrNameLst>
                                      </p:cBhvr>
                                      <p:tavLst>
                                        <p:tav tm="0">
                                          <p:val>
                                            <p:fltVal val="0"/>
                                          </p:val>
                                        </p:tav>
                                        <p:tav tm="100000">
                                          <p:val>
                                            <p:strVal val="#ppt_w"/>
                                          </p:val>
                                        </p:tav>
                                      </p:tavLst>
                                    </p:anim>
                                    <p:anim calcmode="lin" valueType="num">
                                      <p:cBhvr>
                                        <p:cTn id="330" dur="500" fill="hold"/>
                                        <p:tgtEl>
                                          <p:spTgt spid="155"/>
                                        </p:tgtEl>
                                        <p:attrNameLst>
                                          <p:attrName>ppt_h</p:attrName>
                                        </p:attrNameLst>
                                      </p:cBhvr>
                                      <p:tavLst>
                                        <p:tav tm="0">
                                          <p:val>
                                            <p:fltVal val="0"/>
                                          </p:val>
                                        </p:tav>
                                        <p:tav tm="100000">
                                          <p:val>
                                            <p:strVal val="#ppt_h"/>
                                          </p:val>
                                        </p:tav>
                                      </p:tavLst>
                                    </p:anim>
                                    <p:animEffect transition="in" filter="fade">
                                      <p:cBhvr>
                                        <p:cTn id="331" dur="500"/>
                                        <p:tgtEl>
                                          <p:spTgt spid="155"/>
                                        </p:tgtEl>
                                      </p:cBhvr>
                                    </p:animEffect>
                                  </p:childTnLst>
                                </p:cTn>
                              </p:par>
                              <p:par>
                                <p:cTn id="332" presetID="53" presetClass="entr" presetSubtype="16" fill="hold" grpId="0" nodeType="withEffect">
                                  <p:stCondLst>
                                    <p:cond delay="0"/>
                                  </p:stCondLst>
                                  <p:childTnLst>
                                    <p:set>
                                      <p:cBhvr>
                                        <p:cTn id="333" dur="1" fill="hold">
                                          <p:stCondLst>
                                            <p:cond delay="0"/>
                                          </p:stCondLst>
                                        </p:cTn>
                                        <p:tgtEl>
                                          <p:spTgt spid="156"/>
                                        </p:tgtEl>
                                        <p:attrNameLst>
                                          <p:attrName>style.visibility</p:attrName>
                                        </p:attrNameLst>
                                      </p:cBhvr>
                                      <p:to>
                                        <p:strVal val="visible"/>
                                      </p:to>
                                    </p:set>
                                    <p:anim calcmode="lin" valueType="num">
                                      <p:cBhvr>
                                        <p:cTn id="334" dur="500" fill="hold"/>
                                        <p:tgtEl>
                                          <p:spTgt spid="156"/>
                                        </p:tgtEl>
                                        <p:attrNameLst>
                                          <p:attrName>ppt_w</p:attrName>
                                        </p:attrNameLst>
                                      </p:cBhvr>
                                      <p:tavLst>
                                        <p:tav tm="0">
                                          <p:val>
                                            <p:fltVal val="0"/>
                                          </p:val>
                                        </p:tav>
                                        <p:tav tm="100000">
                                          <p:val>
                                            <p:strVal val="#ppt_w"/>
                                          </p:val>
                                        </p:tav>
                                      </p:tavLst>
                                    </p:anim>
                                    <p:anim calcmode="lin" valueType="num">
                                      <p:cBhvr>
                                        <p:cTn id="335" dur="500" fill="hold"/>
                                        <p:tgtEl>
                                          <p:spTgt spid="156"/>
                                        </p:tgtEl>
                                        <p:attrNameLst>
                                          <p:attrName>ppt_h</p:attrName>
                                        </p:attrNameLst>
                                      </p:cBhvr>
                                      <p:tavLst>
                                        <p:tav tm="0">
                                          <p:val>
                                            <p:fltVal val="0"/>
                                          </p:val>
                                        </p:tav>
                                        <p:tav tm="100000">
                                          <p:val>
                                            <p:strVal val="#ppt_h"/>
                                          </p:val>
                                        </p:tav>
                                      </p:tavLst>
                                    </p:anim>
                                    <p:animEffect transition="in" filter="fade">
                                      <p:cBhvr>
                                        <p:cTn id="336" dur="500"/>
                                        <p:tgtEl>
                                          <p:spTgt spid="156"/>
                                        </p:tgtEl>
                                      </p:cBhvr>
                                    </p:animEffect>
                                  </p:childTnLst>
                                </p:cTn>
                              </p:par>
                              <p:par>
                                <p:cTn id="337" presetID="53" presetClass="entr" presetSubtype="16" fill="hold" grpId="0" nodeType="withEffect">
                                  <p:stCondLst>
                                    <p:cond delay="0"/>
                                  </p:stCondLst>
                                  <p:childTnLst>
                                    <p:set>
                                      <p:cBhvr>
                                        <p:cTn id="338" dur="1" fill="hold">
                                          <p:stCondLst>
                                            <p:cond delay="0"/>
                                          </p:stCondLst>
                                        </p:cTn>
                                        <p:tgtEl>
                                          <p:spTgt spid="157"/>
                                        </p:tgtEl>
                                        <p:attrNameLst>
                                          <p:attrName>style.visibility</p:attrName>
                                        </p:attrNameLst>
                                      </p:cBhvr>
                                      <p:to>
                                        <p:strVal val="visible"/>
                                      </p:to>
                                    </p:set>
                                    <p:anim calcmode="lin" valueType="num">
                                      <p:cBhvr>
                                        <p:cTn id="339" dur="500" fill="hold"/>
                                        <p:tgtEl>
                                          <p:spTgt spid="157"/>
                                        </p:tgtEl>
                                        <p:attrNameLst>
                                          <p:attrName>ppt_w</p:attrName>
                                        </p:attrNameLst>
                                      </p:cBhvr>
                                      <p:tavLst>
                                        <p:tav tm="0">
                                          <p:val>
                                            <p:fltVal val="0"/>
                                          </p:val>
                                        </p:tav>
                                        <p:tav tm="100000">
                                          <p:val>
                                            <p:strVal val="#ppt_w"/>
                                          </p:val>
                                        </p:tav>
                                      </p:tavLst>
                                    </p:anim>
                                    <p:anim calcmode="lin" valueType="num">
                                      <p:cBhvr>
                                        <p:cTn id="340" dur="500" fill="hold"/>
                                        <p:tgtEl>
                                          <p:spTgt spid="157"/>
                                        </p:tgtEl>
                                        <p:attrNameLst>
                                          <p:attrName>ppt_h</p:attrName>
                                        </p:attrNameLst>
                                      </p:cBhvr>
                                      <p:tavLst>
                                        <p:tav tm="0">
                                          <p:val>
                                            <p:fltVal val="0"/>
                                          </p:val>
                                        </p:tav>
                                        <p:tav tm="100000">
                                          <p:val>
                                            <p:strVal val="#ppt_h"/>
                                          </p:val>
                                        </p:tav>
                                      </p:tavLst>
                                    </p:anim>
                                    <p:animEffect transition="in" filter="fade">
                                      <p:cBhvr>
                                        <p:cTn id="341" dur="500"/>
                                        <p:tgtEl>
                                          <p:spTgt spid="157"/>
                                        </p:tgtEl>
                                      </p:cBhvr>
                                    </p:animEffect>
                                  </p:childTnLst>
                                </p:cTn>
                              </p:par>
                              <p:par>
                                <p:cTn id="342" presetID="53" presetClass="entr" presetSubtype="16" fill="hold" grpId="0" nodeType="withEffect">
                                  <p:stCondLst>
                                    <p:cond delay="0"/>
                                  </p:stCondLst>
                                  <p:childTnLst>
                                    <p:set>
                                      <p:cBhvr>
                                        <p:cTn id="343" dur="1" fill="hold">
                                          <p:stCondLst>
                                            <p:cond delay="0"/>
                                          </p:stCondLst>
                                        </p:cTn>
                                        <p:tgtEl>
                                          <p:spTgt spid="158"/>
                                        </p:tgtEl>
                                        <p:attrNameLst>
                                          <p:attrName>style.visibility</p:attrName>
                                        </p:attrNameLst>
                                      </p:cBhvr>
                                      <p:to>
                                        <p:strVal val="visible"/>
                                      </p:to>
                                    </p:set>
                                    <p:anim calcmode="lin" valueType="num">
                                      <p:cBhvr>
                                        <p:cTn id="344" dur="500" fill="hold"/>
                                        <p:tgtEl>
                                          <p:spTgt spid="158"/>
                                        </p:tgtEl>
                                        <p:attrNameLst>
                                          <p:attrName>ppt_w</p:attrName>
                                        </p:attrNameLst>
                                      </p:cBhvr>
                                      <p:tavLst>
                                        <p:tav tm="0">
                                          <p:val>
                                            <p:fltVal val="0"/>
                                          </p:val>
                                        </p:tav>
                                        <p:tav tm="100000">
                                          <p:val>
                                            <p:strVal val="#ppt_w"/>
                                          </p:val>
                                        </p:tav>
                                      </p:tavLst>
                                    </p:anim>
                                    <p:anim calcmode="lin" valueType="num">
                                      <p:cBhvr>
                                        <p:cTn id="345" dur="500" fill="hold"/>
                                        <p:tgtEl>
                                          <p:spTgt spid="158"/>
                                        </p:tgtEl>
                                        <p:attrNameLst>
                                          <p:attrName>ppt_h</p:attrName>
                                        </p:attrNameLst>
                                      </p:cBhvr>
                                      <p:tavLst>
                                        <p:tav tm="0">
                                          <p:val>
                                            <p:fltVal val="0"/>
                                          </p:val>
                                        </p:tav>
                                        <p:tav tm="100000">
                                          <p:val>
                                            <p:strVal val="#ppt_h"/>
                                          </p:val>
                                        </p:tav>
                                      </p:tavLst>
                                    </p:anim>
                                    <p:animEffect transition="in" filter="fade">
                                      <p:cBhvr>
                                        <p:cTn id="346" dur="500"/>
                                        <p:tgtEl>
                                          <p:spTgt spid="158"/>
                                        </p:tgtEl>
                                      </p:cBhvr>
                                    </p:animEffect>
                                  </p:childTnLst>
                                </p:cTn>
                              </p:par>
                              <p:par>
                                <p:cTn id="347" presetID="53" presetClass="entr" presetSubtype="16" fill="hold" grpId="0" nodeType="withEffect">
                                  <p:stCondLst>
                                    <p:cond delay="0"/>
                                  </p:stCondLst>
                                  <p:childTnLst>
                                    <p:set>
                                      <p:cBhvr>
                                        <p:cTn id="348" dur="1" fill="hold">
                                          <p:stCondLst>
                                            <p:cond delay="0"/>
                                          </p:stCondLst>
                                        </p:cTn>
                                        <p:tgtEl>
                                          <p:spTgt spid="159"/>
                                        </p:tgtEl>
                                        <p:attrNameLst>
                                          <p:attrName>style.visibility</p:attrName>
                                        </p:attrNameLst>
                                      </p:cBhvr>
                                      <p:to>
                                        <p:strVal val="visible"/>
                                      </p:to>
                                    </p:set>
                                    <p:anim calcmode="lin" valueType="num">
                                      <p:cBhvr>
                                        <p:cTn id="349" dur="500" fill="hold"/>
                                        <p:tgtEl>
                                          <p:spTgt spid="159"/>
                                        </p:tgtEl>
                                        <p:attrNameLst>
                                          <p:attrName>ppt_w</p:attrName>
                                        </p:attrNameLst>
                                      </p:cBhvr>
                                      <p:tavLst>
                                        <p:tav tm="0">
                                          <p:val>
                                            <p:fltVal val="0"/>
                                          </p:val>
                                        </p:tav>
                                        <p:tav tm="100000">
                                          <p:val>
                                            <p:strVal val="#ppt_w"/>
                                          </p:val>
                                        </p:tav>
                                      </p:tavLst>
                                    </p:anim>
                                    <p:anim calcmode="lin" valueType="num">
                                      <p:cBhvr>
                                        <p:cTn id="350" dur="500" fill="hold"/>
                                        <p:tgtEl>
                                          <p:spTgt spid="159"/>
                                        </p:tgtEl>
                                        <p:attrNameLst>
                                          <p:attrName>ppt_h</p:attrName>
                                        </p:attrNameLst>
                                      </p:cBhvr>
                                      <p:tavLst>
                                        <p:tav tm="0">
                                          <p:val>
                                            <p:fltVal val="0"/>
                                          </p:val>
                                        </p:tav>
                                        <p:tav tm="100000">
                                          <p:val>
                                            <p:strVal val="#ppt_h"/>
                                          </p:val>
                                        </p:tav>
                                      </p:tavLst>
                                    </p:anim>
                                    <p:animEffect transition="in" filter="fade">
                                      <p:cBhvr>
                                        <p:cTn id="351" dur="500"/>
                                        <p:tgtEl>
                                          <p:spTgt spid="159"/>
                                        </p:tgtEl>
                                      </p:cBhvr>
                                    </p:animEffect>
                                  </p:childTnLst>
                                </p:cTn>
                              </p:par>
                              <p:par>
                                <p:cTn id="352" presetID="53" presetClass="entr" presetSubtype="16" fill="hold" grpId="0" nodeType="withEffect">
                                  <p:stCondLst>
                                    <p:cond delay="0"/>
                                  </p:stCondLst>
                                  <p:childTnLst>
                                    <p:set>
                                      <p:cBhvr>
                                        <p:cTn id="353" dur="1" fill="hold">
                                          <p:stCondLst>
                                            <p:cond delay="0"/>
                                          </p:stCondLst>
                                        </p:cTn>
                                        <p:tgtEl>
                                          <p:spTgt spid="160"/>
                                        </p:tgtEl>
                                        <p:attrNameLst>
                                          <p:attrName>style.visibility</p:attrName>
                                        </p:attrNameLst>
                                      </p:cBhvr>
                                      <p:to>
                                        <p:strVal val="visible"/>
                                      </p:to>
                                    </p:set>
                                    <p:anim calcmode="lin" valueType="num">
                                      <p:cBhvr>
                                        <p:cTn id="354" dur="500" fill="hold"/>
                                        <p:tgtEl>
                                          <p:spTgt spid="160"/>
                                        </p:tgtEl>
                                        <p:attrNameLst>
                                          <p:attrName>ppt_w</p:attrName>
                                        </p:attrNameLst>
                                      </p:cBhvr>
                                      <p:tavLst>
                                        <p:tav tm="0">
                                          <p:val>
                                            <p:fltVal val="0"/>
                                          </p:val>
                                        </p:tav>
                                        <p:tav tm="100000">
                                          <p:val>
                                            <p:strVal val="#ppt_w"/>
                                          </p:val>
                                        </p:tav>
                                      </p:tavLst>
                                    </p:anim>
                                    <p:anim calcmode="lin" valueType="num">
                                      <p:cBhvr>
                                        <p:cTn id="355" dur="500" fill="hold"/>
                                        <p:tgtEl>
                                          <p:spTgt spid="160"/>
                                        </p:tgtEl>
                                        <p:attrNameLst>
                                          <p:attrName>ppt_h</p:attrName>
                                        </p:attrNameLst>
                                      </p:cBhvr>
                                      <p:tavLst>
                                        <p:tav tm="0">
                                          <p:val>
                                            <p:fltVal val="0"/>
                                          </p:val>
                                        </p:tav>
                                        <p:tav tm="100000">
                                          <p:val>
                                            <p:strVal val="#ppt_h"/>
                                          </p:val>
                                        </p:tav>
                                      </p:tavLst>
                                    </p:anim>
                                    <p:animEffect transition="in" filter="fade">
                                      <p:cBhvr>
                                        <p:cTn id="356" dur="500"/>
                                        <p:tgtEl>
                                          <p:spTgt spid="160"/>
                                        </p:tgtEl>
                                      </p:cBhvr>
                                    </p:animEffect>
                                  </p:childTnLst>
                                </p:cTn>
                              </p:par>
                              <p:par>
                                <p:cTn id="357" presetID="53" presetClass="entr" presetSubtype="16" fill="hold" grpId="0" nodeType="withEffect">
                                  <p:stCondLst>
                                    <p:cond delay="0"/>
                                  </p:stCondLst>
                                  <p:childTnLst>
                                    <p:set>
                                      <p:cBhvr>
                                        <p:cTn id="358" dur="1" fill="hold">
                                          <p:stCondLst>
                                            <p:cond delay="0"/>
                                          </p:stCondLst>
                                        </p:cTn>
                                        <p:tgtEl>
                                          <p:spTgt spid="161"/>
                                        </p:tgtEl>
                                        <p:attrNameLst>
                                          <p:attrName>style.visibility</p:attrName>
                                        </p:attrNameLst>
                                      </p:cBhvr>
                                      <p:to>
                                        <p:strVal val="visible"/>
                                      </p:to>
                                    </p:set>
                                    <p:anim calcmode="lin" valueType="num">
                                      <p:cBhvr>
                                        <p:cTn id="359" dur="500" fill="hold"/>
                                        <p:tgtEl>
                                          <p:spTgt spid="161"/>
                                        </p:tgtEl>
                                        <p:attrNameLst>
                                          <p:attrName>ppt_w</p:attrName>
                                        </p:attrNameLst>
                                      </p:cBhvr>
                                      <p:tavLst>
                                        <p:tav tm="0">
                                          <p:val>
                                            <p:fltVal val="0"/>
                                          </p:val>
                                        </p:tav>
                                        <p:tav tm="100000">
                                          <p:val>
                                            <p:strVal val="#ppt_w"/>
                                          </p:val>
                                        </p:tav>
                                      </p:tavLst>
                                    </p:anim>
                                    <p:anim calcmode="lin" valueType="num">
                                      <p:cBhvr>
                                        <p:cTn id="360" dur="500" fill="hold"/>
                                        <p:tgtEl>
                                          <p:spTgt spid="161"/>
                                        </p:tgtEl>
                                        <p:attrNameLst>
                                          <p:attrName>ppt_h</p:attrName>
                                        </p:attrNameLst>
                                      </p:cBhvr>
                                      <p:tavLst>
                                        <p:tav tm="0">
                                          <p:val>
                                            <p:fltVal val="0"/>
                                          </p:val>
                                        </p:tav>
                                        <p:tav tm="100000">
                                          <p:val>
                                            <p:strVal val="#ppt_h"/>
                                          </p:val>
                                        </p:tav>
                                      </p:tavLst>
                                    </p:anim>
                                    <p:animEffect transition="in" filter="fade">
                                      <p:cBhvr>
                                        <p:cTn id="361" dur="500"/>
                                        <p:tgtEl>
                                          <p:spTgt spid="161"/>
                                        </p:tgtEl>
                                      </p:cBhvr>
                                    </p:animEffect>
                                  </p:childTnLst>
                                </p:cTn>
                              </p:par>
                              <p:par>
                                <p:cTn id="362" presetID="53" presetClass="entr" presetSubtype="16" fill="hold" grpId="0" nodeType="withEffect">
                                  <p:stCondLst>
                                    <p:cond delay="0"/>
                                  </p:stCondLst>
                                  <p:childTnLst>
                                    <p:set>
                                      <p:cBhvr>
                                        <p:cTn id="363" dur="1" fill="hold">
                                          <p:stCondLst>
                                            <p:cond delay="0"/>
                                          </p:stCondLst>
                                        </p:cTn>
                                        <p:tgtEl>
                                          <p:spTgt spid="162"/>
                                        </p:tgtEl>
                                        <p:attrNameLst>
                                          <p:attrName>style.visibility</p:attrName>
                                        </p:attrNameLst>
                                      </p:cBhvr>
                                      <p:to>
                                        <p:strVal val="visible"/>
                                      </p:to>
                                    </p:set>
                                    <p:anim calcmode="lin" valueType="num">
                                      <p:cBhvr>
                                        <p:cTn id="364" dur="500" fill="hold"/>
                                        <p:tgtEl>
                                          <p:spTgt spid="162"/>
                                        </p:tgtEl>
                                        <p:attrNameLst>
                                          <p:attrName>ppt_w</p:attrName>
                                        </p:attrNameLst>
                                      </p:cBhvr>
                                      <p:tavLst>
                                        <p:tav tm="0">
                                          <p:val>
                                            <p:fltVal val="0"/>
                                          </p:val>
                                        </p:tav>
                                        <p:tav tm="100000">
                                          <p:val>
                                            <p:strVal val="#ppt_w"/>
                                          </p:val>
                                        </p:tav>
                                      </p:tavLst>
                                    </p:anim>
                                    <p:anim calcmode="lin" valueType="num">
                                      <p:cBhvr>
                                        <p:cTn id="365" dur="500" fill="hold"/>
                                        <p:tgtEl>
                                          <p:spTgt spid="162"/>
                                        </p:tgtEl>
                                        <p:attrNameLst>
                                          <p:attrName>ppt_h</p:attrName>
                                        </p:attrNameLst>
                                      </p:cBhvr>
                                      <p:tavLst>
                                        <p:tav tm="0">
                                          <p:val>
                                            <p:fltVal val="0"/>
                                          </p:val>
                                        </p:tav>
                                        <p:tav tm="100000">
                                          <p:val>
                                            <p:strVal val="#ppt_h"/>
                                          </p:val>
                                        </p:tav>
                                      </p:tavLst>
                                    </p:anim>
                                    <p:animEffect transition="in" filter="fade">
                                      <p:cBhvr>
                                        <p:cTn id="366" dur="500"/>
                                        <p:tgtEl>
                                          <p:spTgt spid="162"/>
                                        </p:tgtEl>
                                      </p:cBhvr>
                                    </p:animEffect>
                                  </p:childTnLst>
                                </p:cTn>
                              </p:par>
                              <p:par>
                                <p:cTn id="367" presetID="53" presetClass="entr" presetSubtype="16" fill="hold" grpId="0" nodeType="withEffect">
                                  <p:stCondLst>
                                    <p:cond delay="0"/>
                                  </p:stCondLst>
                                  <p:childTnLst>
                                    <p:set>
                                      <p:cBhvr>
                                        <p:cTn id="368" dur="1" fill="hold">
                                          <p:stCondLst>
                                            <p:cond delay="0"/>
                                          </p:stCondLst>
                                        </p:cTn>
                                        <p:tgtEl>
                                          <p:spTgt spid="163"/>
                                        </p:tgtEl>
                                        <p:attrNameLst>
                                          <p:attrName>style.visibility</p:attrName>
                                        </p:attrNameLst>
                                      </p:cBhvr>
                                      <p:to>
                                        <p:strVal val="visible"/>
                                      </p:to>
                                    </p:set>
                                    <p:anim calcmode="lin" valueType="num">
                                      <p:cBhvr>
                                        <p:cTn id="369" dur="500" fill="hold"/>
                                        <p:tgtEl>
                                          <p:spTgt spid="163"/>
                                        </p:tgtEl>
                                        <p:attrNameLst>
                                          <p:attrName>ppt_w</p:attrName>
                                        </p:attrNameLst>
                                      </p:cBhvr>
                                      <p:tavLst>
                                        <p:tav tm="0">
                                          <p:val>
                                            <p:fltVal val="0"/>
                                          </p:val>
                                        </p:tav>
                                        <p:tav tm="100000">
                                          <p:val>
                                            <p:strVal val="#ppt_w"/>
                                          </p:val>
                                        </p:tav>
                                      </p:tavLst>
                                    </p:anim>
                                    <p:anim calcmode="lin" valueType="num">
                                      <p:cBhvr>
                                        <p:cTn id="370" dur="500" fill="hold"/>
                                        <p:tgtEl>
                                          <p:spTgt spid="163"/>
                                        </p:tgtEl>
                                        <p:attrNameLst>
                                          <p:attrName>ppt_h</p:attrName>
                                        </p:attrNameLst>
                                      </p:cBhvr>
                                      <p:tavLst>
                                        <p:tav tm="0">
                                          <p:val>
                                            <p:fltVal val="0"/>
                                          </p:val>
                                        </p:tav>
                                        <p:tav tm="100000">
                                          <p:val>
                                            <p:strVal val="#ppt_h"/>
                                          </p:val>
                                        </p:tav>
                                      </p:tavLst>
                                    </p:anim>
                                    <p:animEffect transition="in" filter="fade">
                                      <p:cBhvr>
                                        <p:cTn id="371" dur="500"/>
                                        <p:tgtEl>
                                          <p:spTgt spid="163"/>
                                        </p:tgtEl>
                                      </p:cBhvr>
                                    </p:animEffect>
                                  </p:childTnLst>
                                </p:cTn>
                              </p:par>
                              <p:par>
                                <p:cTn id="372" presetID="53" presetClass="entr" presetSubtype="16" fill="hold" grpId="0" nodeType="withEffect">
                                  <p:stCondLst>
                                    <p:cond delay="0"/>
                                  </p:stCondLst>
                                  <p:childTnLst>
                                    <p:set>
                                      <p:cBhvr>
                                        <p:cTn id="373" dur="1" fill="hold">
                                          <p:stCondLst>
                                            <p:cond delay="0"/>
                                          </p:stCondLst>
                                        </p:cTn>
                                        <p:tgtEl>
                                          <p:spTgt spid="164"/>
                                        </p:tgtEl>
                                        <p:attrNameLst>
                                          <p:attrName>style.visibility</p:attrName>
                                        </p:attrNameLst>
                                      </p:cBhvr>
                                      <p:to>
                                        <p:strVal val="visible"/>
                                      </p:to>
                                    </p:set>
                                    <p:anim calcmode="lin" valueType="num">
                                      <p:cBhvr>
                                        <p:cTn id="374" dur="500" fill="hold"/>
                                        <p:tgtEl>
                                          <p:spTgt spid="164"/>
                                        </p:tgtEl>
                                        <p:attrNameLst>
                                          <p:attrName>ppt_w</p:attrName>
                                        </p:attrNameLst>
                                      </p:cBhvr>
                                      <p:tavLst>
                                        <p:tav tm="0">
                                          <p:val>
                                            <p:fltVal val="0"/>
                                          </p:val>
                                        </p:tav>
                                        <p:tav tm="100000">
                                          <p:val>
                                            <p:strVal val="#ppt_w"/>
                                          </p:val>
                                        </p:tav>
                                      </p:tavLst>
                                    </p:anim>
                                    <p:anim calcmode="lin" valueType="num">
                                      <p:cBhvr>
                                        <p:cTn id="375" dur="500" fill="hold"/>
                                        <p:tgtEl>
                                          <p:spTgt spid="164"/>
                                        </p:tgtEl>
                                        <p:attrNameLst>
                                          <p:attrName>ppt_h</p:attrName>
                                        </p:attrNameLst>
                                      </p:cBhvr>
                                      <p:tavLst>
                                        <p:tav tm="0">
                                          <p:val>
                                            <p:fltVal val="0"/>
                                          </p:val>
                                        </p:tav>
                                        <p:tav tm="100000">
                                          <p:val>
                                            <p:strVal val="#ppt_h"/>
                                          </p:val>
                                        </p:tav>
                                      </p:tavLst>
                                    </p:anim>
                                    <p:animEffect transition="in" filter="fade">
                                      <p:cBhvr>
                                        <p:cTn id="376" dur="500"/>
                                        <p:tgtEl>
                                          <p:spTgt spid="164"/>
                                        </p:tgtEl>
                                      </p:cBhvr>
                                    </p:animEffect>
                                  </p:childTnLst>
                                </p:cTn>
                              </p:par>
                              <p:par>
                                <p:cTn id="377" presetID="53" presetClass="entr" presetSubtype="16" fill="hold" grpId="0" nodeType="withEffect">
                                  <p:stCondLst>
                                    <p:cond delay="0"/>
                                  </p:stCondLst>
                                  <p:childTnLst>
                                    <p:set>
                                      <p:cBhvr>
                                        <p:cTn id="378" dur="1" fill="hold">
                                          <p:stCondLst>
                                            <p:cond delay="0"/>
                                          </p:stCondLst>
                                        </p:cTn>
                                        <p:tgtEl>
                                          <p:spTgt spid="165"/>
                                        </p:tgtEl>
                                        <p:attrNameLst>
                                          <p:attrName>style.visibility</p:attrName>
                                        </p:attrNameLst>
                                      </p:cBhvr>
                                      <p:to>
                                        <p:strVal val="visible"/>
                                      </p:to>
                                    </p:set>
                                    <p:anim calcmode="lin" valueType="num">
                                      <p:cBhvr>
                                        <p:cTn id="379" dur="500" fill="hold"/>
                                        <p:tgtEl>
                                          <p:spTgt spid="165"/>
                                        </p:tgtEl>
                                        <p:attrNameLst>
                                          <p:attrName>ppt_w</p:attrName>
                                        </p:attrNameLst>
                                      </p:cBhvr>
                                      <p:tavLst>
                                        <p:tav tm="0">
                                          <p:val>
                                            <p:fltVal val="0"/>
                                          </p:val>
                                        </p:tav>
                                        <p:tav tm="100000">
                                          <p:val>
                                            <p:strVal val="#ppt_w"/>
                                          </p:val>
                                        </p:tav>
                                      </p:tavLst>
                                    </p:anim>
                                    <p:anim calcmode="lin" valueType="num">
                                      <p:cBhvr>
                                        <p:cTn id="380" dur="500" fill="hold"/>
                                        <p:tgtEl>
                                          <p:spTgt spid="165"/>
                                        </p:tgtEl>
                                        <p:attrNameLst>
                                          <p:attrName>ppt_h</p:attrName>
                                        </p:attrNameLst>
                                      </p:cBhvr>
                                      <p:tavLst>
                                        <p:tav tm="0">
                                          <p:val>
                                            <p:fltVal val="0"/>
                                          </p:val>
                                        </p:tav>
                                        <p:tav tm="100000">
                                          <p:val>
                                            <p:strVal val="#ppt_h"/>
                                          </p:val>
                                        </p:tav>
                                      </p:tavLst>
                                    </p:anim>
                                    <p:animEffect transition="in" filter="fade">
                                      <p:cBhvr>
                                        <p:cTn id="381" dur="500"/>
                                        <p:tgtEl>
                                          <p:spTgt spid="165"/>
                                        </p:tgtEl>
                                      </p:cBhvr>
                                    </p:animEffect>
                                  </p:childTnLst>
                                </p:cTn>
                              </p:par>
                              <p:par>
                                <p:cTn id="382" presetID="53" presetClass="entr" presetSubtype="16" fill="hold" grpId="0" nodeType="withEffect">
                                  <p:stCondLst>
                                    <p:cond delay="0"/>
                                  </p:stCondLst>
                                  <p:childTnLst>
                                    <p:set>
                                      <p:cBhvr>
                                        <p:cTn id="383" dur="1" fill="hold">
                                          <p:stCondLst>
                                            <p:cond delay="0"/>
                                          </p:stCondLst>
                                        </p:cTn>
                                        <p:tgtEl>
                                          <p:spTgt spid="166"/>
                                        </p:tgtEl>
                                        <p:attrNameLst>
                                          <p:attrName>style.visibility</p:attrName>
                                        </p:attrNameLst>
                                      </p:cBhvr>
                                      <p:to>
                                        <p:strVal val="visible"/>
                                      </p:to>
                                    </p:set>
                                    <p:anim calcmode="lin" valueType="num">
                                      <p:cBhvr>
                                        <p:cTn id="384" dur="500" fill="hold"/>
                                        <p:tgtEl>
                                          <p:spTgt spid="166"/>
                                        </p:tgtEl>
                                        <p:attrNameLst>
                                          <p:attrName>ppt_w</p:attrName>
                                        </p:attrNameLst>
                                      </p:cBhvr>
                                      <p:tavLst>
                                        <p:tav tm="0">
                                          <p:val>
                                            <p:fltVal val="0"/>
                                          </p:val>
                                        </p:tav>
                                        <p:tav tm="100000">
                                          <p:val>
                                            <p:strVal val="#ppt_w"/>
                                          </p:val>
                                        </p:tav>
                                      </p:tavLst>
                                    </p:anim>
                                    <p:anim calcmode="lin" valueType="num">
                                      <p:cBhvr>
                                        <p:cTn id="385" dur="500" fill="hold"/>
                                        <p:tgtEl>
                                          <p:spTgt spid="166"/>
                                        </p:tgtEl>
                                        <p:attrNameLst>
                                          <p:attrName>ppt_h</p:attrName>
                                        </p:attrNameLst>
                                      </p:cBhvr>
                                      <p:tavLst>
                                        <p:tav tm="0">
                                          <p:val>
                                            <p:fltVal val="0"/>
                                          </p:val>
                                        </p:tav>
                                        <p:tav tm="100000">
                                          <p:val>
                                            <p:strVal val="#ppt_h"/>
                                          </p:val>
                                        </p:tav>
                                      </p:tavLst>
                                    </p:anim>
                                    <p:animEffect transition="in" filter="fade">
                                      <p:cBhvr>
                                        <p:cTn id="386" dur="500"/>
                                        <p:tgtEl>
                                          <p:spTgt spid="166"/>
                                        </p:tgtEl>
                                      </p:cBhvr>
                                    </p:animEffect>
                                  </p:childTnLst>
                                </p:cTn>
                              </p:par>
                              <p:par>
                                <p:cTn id="387" presetID="53" presetClass="entr" presetSubtype="16" fill="hold" grpId="0" nodeType="withEffect">
                                  <p:stCondLst>
                                    <p:cond delay="0"/>
                                  </p:stCondLst>
                                  <p:childTnLst>
                                    <p:set>
                                      <p:cBhvr>
                                        <p:cTn id="388" dur="1" fill="hold">
                                          <p:stCondLst>
                                            <p:cond delay="0"/>
                                          </p:stCondLst>
                                        </p:cTn>
                                        <p:tgtEl>
                                          <p:spTgt spid="167"/>
                                        </p:tgtEl>
                                        <p:attrNameLst>
                                          <p:attrName>style.visibility</p:attrName>
                                        </p:attrNameLst>
                                      </p:cBhvr>
                                      <p:to>
                                        <p:strVal val="visible"/>
                                      </p:to>
                                    </p:set>
                                    <p:anim calcmode="lin" valueType="num">
                                      <p:cBhvr>
                                        <p:cTn id="389" dur="500" fill="hold"/>
                                        <p:tgtEl>
                                          <p:spTgt spid="167"/>
                                        </p:tgtEl>
                                        <p:attrNameLst>
                                          <p:attrName>ppt_w</p:attrName>
                                        </p:attrNameLst>
                                      </p:cBhvr>
                                      <p:tavLst>
                                        <p:tav tm="0">
                                          <p:val>
                                            <p:fltVal val="0"/>
                                          </p:val>
                                        </p:tav>
                                        <p:tav tm="100000">
                                          <p:val>
                                            <p:strVal val="#ppt_w"/>
                                          </p:val>
                                        </p:tav>
                                      </p:tavLst>
                                    </p:anim>
                                    <p:anim calcmode="lin" valueType="num">
                                      <p:cBhvr>
                                        <p:cTn id="390" dur="500" fill="hold"/>
                                        <p:tgtEl>
                                          <p:spTgt spid="167"/>
                                        </p:tgtEl>
                                        <p:attrNameLst>
                                          <p:attrName>ppt_h</p:attrName>
                                        </p:attrNameLst>
                                      </p:cBhvr>
                                      <p:tavLst>
                                        <p:tav tm="0">
                                          <p:val>
                                            <p:fltVal val="0"/>
                                          </p:val>
                                        </p:tav>
                                        <p:tav tm="100000">
                                          <p:val>
                                            <p:strVal val="#ppt_h"/>
                                          </p:val>
                                        </p:tav>
                                      </p:tavLst>
                                    </p:anim>
                                    <p:animEffect transition="in" filter="fade">
                                      <p:cBhvr>
                                        <p:cTn id="391" dur="500"/>
                                        <p:tgtEl>
                                          <p:spTgt spid="167"/>
                                        </p:tgtEl>
                                      </p:cBhvr>
                                    </p:animEffect>
                                  </p:childTnLst>
                                </p:cTn>
                              </p:par>
                              <p:par>
                                <p:cTn id="392" presetID="53" presetClass="entr" presetSubtype="16" fill="hold" grpId="0" nodeType="withEffect">
                                  <p:stCondLst>
                                    <p:cond delay="0"/>
                                  </p:stCondLst>
                                  <p:childTnLst>
                                    <p:set>
                                      <p:cBhvr>
                                        <p:cTn id="393" dur="1" fill="hold">
                                          <p:stCondLst>
                                            <p:cond delay="0"/>
                                          </p:stCondLst>
                                        </p:cTn>
                                        <p:tgtEl>
                                          <p:spTgt spid="168"/>
                                        </p:tgtEl>
                                        <p:attrNameLst>
                                          <p:attrName>style.visibility</p:attrName>
                                        </p:attrNameLst>
                                      </p:cBhvr>
                                      <p:to>
                                        <p:strVal val="visible"/>
                                      </p:to>
                                    </p:set>
                                    <p:anim calcmode="lin" valueType="num">
                                      <p:cBhvr>
                                        <p:cTn id="394" dur="500" fill="hold"/>
                                        <p:tgtEl>
                                          <p:spTgt spid="168"/>
                                        </p:tgtEl>
                                        <p:attrNameLst>
                                          <p:attrName>ppt_w</p:attrName>
                                        </p:attrNameLst>
                                      </p:cBhvr>
                                      <p:tavLst>
                                        <p:tav tm="0">
                                          <p:val>
                                            <p:fltVal val="0"/>
                                          </p:val>
                                        </p:tav>
                                        <p:tav tm="100000">
                                          <p:val>
                                            <p:strVal val="#ppt_w"/>
                                          </p:val>
                                        </p:tav>
                                      </p:tavLst>
                                    </p:anim>
                                    <p:anim calcmode="lin" valueType="num">
                                      <p:cBhvr>
                                        <p:cTn id="395" dur="500" fill="hold"/>
                                        <p:tgtEl>
                                          <p:spTgt spid="168"/>
                                        </p:tgtEl>
                                        <p:attrNameLst>
                                          <p:attrName>ppt_h</p:attrName>
                                        </p:attrNameLst>
                                      </p:cBhvr>
                                      <p:tavLst>
                                        <p:tav tm="0">
                                          <p:val>
                                            <p:fltVal val="0"/>
                                          </p:val>
                                        </p:tav>
                                        <p:tav tm="100000">
                                          <p:val>
                                            <p:strVal val="#ppt_h"/>
                                          </p:val>
                                        </p:tav>
                                      </p:tavLst>
                                    </p:anim>
                                    <p:animEffect transition="in" filter="fade">
                                      <p:cBhvr>
                                        <p:cTn id="396" dur="500"/>
                                        <p:tgtEl>
                                          <p:spTgt spid="168"/>
                                        </p:tgtEl>
                                      </p:cBhvr>
                                    </p:animEffect>
                                  </p:childTnLst>
                                </p:cTn>
                              </p:par>
                              <p:par>
                                <p:cTn id="397" presetID="53" presetClass="entr" presetSubtype="16" fill="hold" grpId="0" nodeType="withEffect">
                                  <p:stCondLst>
                                    <p:cond delay="0"/>
                                  </p:stCondLst>
                                  <p:childTnLst>
                                    <p:set>
                                      <p:cBhvr>
                                        <p:cTn id="398" dur="1" fill="hold">
                                          <p:stCondLst>
                                            <p:cond delay="0"/>
                                          </p:stCondLst>
                                        </p:cTn>
                                        <p:tgtEl>
                                          <p:spTgt spid="169"/>
                                        </p:tgtEl>
                                        <p:attrNameLst>
                                          <p:attrName>style.visibility</p:attrName>
                                        </p:attrNameLst>
                                      </p:cBhvr>
                                      <p:to>
                                        <p:strVal val="visible"/>
                                      </p:to>
                                    </p:set>
                                    <p:anim calcmode="lin" valueType="num">
                                      <p:cBhvr>
                                        <p:cTn id="399" dur="500" fill="hold"/>
                                        <p:tgtEl>
                                          <p:spTgt spid="169"/>
                                        </p:tgtEl>
                                        <p:attrNameLst>
                                          <p:attrName>ppt_w</p:attrName>
                                        </p:attrNameLst>
                                      </p:cBhvr>
                                      <p:tavLst>
                                        <p:tav tm="0">
                                          <p:val>
                                            <p:fltVal val="0"/>
                                          </p:val>
                                        </p:tav>
                                        <p:tav tm="100000">
                                          <p:val>
                                            <p:strVal val="#ppt_w"/>
                                          </p:val>
                                        </p:tav>
                                      </p:tavLst>
                                    </p:anim>
                                    <p:anim calcmode="lin" valueType="num">
                                      <p:cBhvr>
                                        <p:cTn id="400" dur="500" fill="hold"/>
                                        <p:tgtEl>
                                          <p:spTgt spid="169"/>
                                        </p:tgtEl>
                                        <p:attrNameLst>
                                          <p:attrName>ppt_h</p:attrName>
                                        </p:attrNameLst>
                                      </p:cBhvr>
                                      <p:tavLst>
                                        <p:tav tm="0">
                                          <p:val>
                                            <p:fltVal val="0"/>
                                          </p:val>
                                        </p:tav>
                                        <p:tav tm="100000">
                                          <p:val>
                                            <p:strVal val="#ppt_h"/>
                                          </p:val>
                                        </p:tav>
                                      </p:tavLst>
                                    </p:anim>
                                    <p:animEffect transition="in" filter="fade">
                                      <p:cBhvr>
                                        <p:cTn id="401" dur="500"/>
                                        <p:tgtEl>
                                          <p:spTgt spid="169"/>
                                        </p:tgtEl>
                                      </p:cBhvr>
                                    </p:animEffect>
                                  </p:childTnLst>
                                </p:cTn>
                              </p:par>
                              <p:par>
                                <p:cTn id="402" presetID="53" presetClass="entr" presetSubtype="16" fill="hold" grpId="0" nodeType="withEffect">
                                  <p:stCondLst>
                                    <p:cond delay="0"/>
                                  </p:stCondLst>
                                  <p:childTnLst>
                                    <p:set>
                                      <p:cBhvr>
                                        <p:cTn id="403" dur="1" fill="hold">
                                          <p:stCondLst>
                                            <p:cond delay="0"/>
                                          </p:stCondLst>
                                        </p:cTn>
                                        <p:tgtEl>
                                          <p:spTgt spid="170"/>
                                        </p:tgtEl>
                                        <p:attrNameLst>
                                          <p:attrName>style.visibility</p:attrName>
                                        </p:attrNameLst>
                                      </p:cBhvr>
                                      <p:to>
                                        <p:strVal val="visible"/>
                                      </p:to>
                                    </p:set>
                                    <p:anim calcmode="lin" valueType="num">
                                      <p:cBhvr>
                                        <p:cTn id="404" dur="500" fill="hold"/>
                                        <p:tgtEl>
                                          <p:spTgt spid="170"/>
                                        </p:tgtEl>
                                        <p:attrNameLst>
                                          <p:attrName>ppt_w</p:attrName>
                                        </p:attrNameLst>
                                      </p:cBhvr>
                                      <p:tavLst>
                                        <p:tav tm="0">
                                          <p:val>
                                            <p:fltVal val="0"/>
                                          </p:val>
                                        </p:tav>
                                        <p:tav tm="100000">
                                          <p:val>
                                            <p:strVal val="#ppt_w"/>
                                          </p:val>
                                        </p:tav>
                                      </p:tavLst>
                                    </p:anim>
                                    <p:anim calcmode="lin" valueType="num">
                                      <p:cBhvr>
                                        <p:cTn id="405" dur="500" fill="hold"/>
                                        <p:tgtEl>
                                          <p:spTgt spid="170"/>
                                        </p:tgtEl>
                                        <p:attrNameLst>
                                          <p:attrName>ppt_h</p:attrName>
                                        </p:attrNameLst>
                                      </p:cBhvr>
                                      <p:tavLst>
                                        <p:tav tm="0">
                                          <p:val>
                                            <p:fltVal val="0"/>
                                          </p:val>
                                        </p:tav>
                                        <p:tav tm="100000">
                                          <p:val>
                                            <p:strVal val="#ppt_h"/>
                                          </p:val>
                                        </p:tav>
                                      </p:tavLst>
                                    </p:anim>
                                    <p:animEffect transition="in" filter="fade">
                                      <p:cBhvr>
                                        <p:cTn id="406" dur="500"/>
                                        <p:tgtEl>
                                          <p:spTgt spid="170"/>
                                        </p:tgtEl>
                                      </p:cBhvr>
                                    </p:animEffect>
                                  </p:childTnLst>
                                </p:cTn>
                              </p:par>
                              <p:par>
                                <p:cTn id="407" presetID="53" presetClass="entr" presetSubtype="16" fill="hold" grpId="0" nodeType="withEffect">
                                  <p:stCondLst>
                                    <p:cond delay="0"/>
                                  </p:stCondLst>
                                  <p:childTnLst>
                                    <p:set>
                                      <p:cBhvr>
                                        <p:cTn id="408" dur="1" fill="hold">
                                          <p:stCondLst>
                                            <p:cond delay="0"/>
                                          </p:stCondLst>
                                        </p:cTn>
                                        <p:tgtEl>
                                          <p:spTgt spid="171"/>
                                        </p:tgtEl>
                                        <p:attrNameLst>
                                          <p:attrName>style.visibility</p:attrName>
                                        </p:attrNameLst>
                                      </p:cBhvr>
                                      <p:to>
                                        <p:strVal val="visible"/>
                                      </p:to>
                                    </p:set>
                                    <p:anim calcmode="lin" valueType="num">
                                      <p:cBhvr>
                                        <p:cTn id="409" dur="500" fill="hold"/>
                                        <p:tgtEl>
                                          <p:spTgt spid="171"/>
                                        </p:tgtEl>
                                        <p:attrNameLst>
                                          <p:attrName>ppt_w</p:attrName>
                                        </p:attrNameLst>
                                      </p:cBhvr>
                                      <p:tavLst>
                                        <p:tav tm="0">
                                          <p:val>
                                            <p:fltVal val="0"/>
                                          </p:val>
                                        </p:tav>
                                        <p:tav tm="100000">
                                          <p:val>
                                            <p:strVal val="#ppt_w"/>
                                          </p:val>
                                        </p:tav>
                                      </p:tavLst>
                                    </p:anim>
                                    <p:anim calcmode="lin" valueType="num">
                                      <p:cBhvr>
                                        <p:cTn id="410" dur="500" fill="hold"/>
                                        <p:tgtEl>
                                          <p:spTgt spid="171"/>
                                        </p:tgtEl>
                                        <p:attrNameLst>
                                          <p:attrName>ppt_h</p:attrName>
                                        </p:attrNameLst>
                                      </p:cBhvr>
                                      <p:tavLst>
                                        <p:tav tm="0">
                                          <p:val>
                                            <p:fltVal val="0"/>
                                          </p:val>
                                        </p:tav>
                                        <p:tav tm="100000">
                                          <p:val>
                                            <p:strVal val="#ppt_h"/>
                                          </p:val>
                                        </p:tav>
                                      </p:tavLst>
                                    </p:anim>
                                    <p:animEffect transition="in" filter="fade">
                                      <p:cBhvr>
                                        <p:cTn id="411" dur="500"/>
                                        <p:tgtEl>
                                          <p:spTgt spid="171"/>
                                        </p:tgtEl>
                                      </p:cBhvr>
                                    </p:animEffect>
                                  </p:childTnLst>
                                </p:cTn>
                              </p:par>
                              <p:par>
                                <p:cTn id="412" presetID="53" presetClass="entr" presetSubtype="16" fill="hold" grpId="0" nodeType="withEffect">
                                  <p:stCondLst>
                                    <p:cond delay="0"/>
                                  </p:stCondLst>
                                  <p:childTnLst>
                                    <p:set>
                                      <p:cBhvr>
                                        <p:cTn id="413" dur="1" fill="hold">
                                          <p:stCondLst>
                                            <p:cond delay="0"/>
                                          </p:stCondLst>
                                        </p:cTn>
                                        <p:tgtEl>
                                          <p:spTgt spid="172"/>
                                        </p:tgtEl>
                                        <p:attrNameLst>
                                          <p:attrName>style.visibility</p:attrName>
                                        </p:attrNameLst>
                                      </p:cBhvr>
                                      <p:to>
                                        <p:strVal val="visible"/>
                                      </p:to>
                                    </p:set>
                                    <p:anim calcmode="lin" valueType="num">
                                      <p:cBhvr>
                                        <p:cTn id="414" dur="500" fill="hold"/>
                                        <p:tgtEl>
                                          <p:spTgt spid="172"/>
                                        </p:tgtEl>
                                        <p:attrNameLst>
                                          <p:attrName>ppt_w</p:attrName>
                                        </p:attrNameLst>
                                      </p:cBhvr>
                                      <p:tavLst>
                                        <p:tav tm="0">
                                          <p:val>
                                            <p:fltVal val="0"/>
                                          </p:val>
                                        </p:tav>
                                        <p:tav tm="100000">
                                          <p:val>
                                            <p:strVal val="#ppt_w"/>
                                          </p:val>
                                        </p:tav>
                                      </p:tavLst>
                                    </p:anim>
                                    <p:anim calcmode="lin" valueType="num">
                                      <p:cBhvr>
                                        <p:cTn id="415" dur="500" fill="hold"/>
                                        <p:tgtEl>
                                          <p:spTgt spid="172"/>
                                        </p:tgtEl>
                                        <p:attrNameLst>
                                          <p:attrName>ppt_h</p:attrName>
                                        </p:attrNameLst>
                                      </p:cBhvr>
                                      <p:tavLst>
                                        <p:tav tm="0">
                                          <p:val>
                                            <p:fltVal val="0"/>
                                          </p:val>
                                        </p:tav>
                                        <p:tav tm="100000">
                                          <p:val>
                                            <p:strVal val="#ppt_h"/>
                                          </p:val>
                                        </p:tav>
                                      </p:tavLst>
                                    </p:anim>
                                    <p:animEffect transition="in" filter="fade">
                                      <p:cBhvr>
                                        <p:cTn id="416" dur="500"/>
                                        <p:tgtEl>
                                          <p:spTgt spid="172"/>
                                        </p:tgtEl>
                                      </p:cBhvr>
                                    </p:animEffect>
                                  </p:childTnLst>
                                </p:cTn>
                              </p:par>
                              <p:par>
                                <p:cTn id="417" presetID="53" presetClass="entr" presetSubtype="16" fill="hold" grpId="0" nodeType="withEffect">
                                  <p:stCondLst>
                                    <p:cond delay="0"/>
                                  </p:stCondLst>
                                  <p:childTnLst>
                                    <p:set>
                                      <p:cBhvr>
                                        <p:cTn id="418" dur="1" fill="hold">
                                          <p:stCondLst>
                                            <p:cond delay="0"/>
                                          </p:stCondLst>
                                        </p:cTn>
                                        <p:tgtEl>
                                          <p:spTgt spid="173"/>
                                        </p:tgtEl>
                                        <p:attrNameLst>
                                          <p:attrName>style.visibility</p:attrName>
                                        </p:attrNameLst>
                                      </p:cBhvr>
                                      <p:to>
                                        <p:strVal val="visible"/>
                                      </p:to>
                                    </p:set>
                                    <p:anim calcmode="lin" valueType="num">
                                      <p:cBhvr>
                                        <p:cTn id="419" dur="500" fill="hold"/>
                                        <p:tgtEl>
                                          <p:spTgt spid="173"/>
                                        </p:tgtEl>
                                        <p:attrNameLst>
                                          <p:attrName>ppt_w</p:attrName>
                                        </p:attrNameLst>
                                      </p:cBhvr>
                                      <p:tavLst>
                                        <p:tav tm="0">
                                          <p:val>
                                            <p:fltVal val="0"/>
                                          </p:val>
                                        </p:tav>
                                        <p:tav tm="100000">
                                          <p:val>
                                            <p:strVal val="#ppt_w"/>
                                          </p:val>
                                        </p:tav>
                                      </p:tavLst>
                                    </p:anim>
                                    <p:anim calcmode="lin" valueType="num">
                                      <p:cBhvr>
                                        <p:cTn id="420" dur="500" fill="hold"/>
                                        <p:tgtEl>
                                          <p:spTgt spid="173"/>
                                        </p:tgtEl>
                                        <p:attrNameLst>
                                          <p:attrName>ppt_h</p:attrName>
                                        </p:attrNameLst>
                                      </p:cBhvr>
                                      <p:tavLst>
                                        <p:tav tm="0">
                                          <p:val>
                                            <p:fltVal val="0"/>
                                          </p:val>
                                        </p:tav>
                                        <p:tav tm="100000">
                                          <p:val>
                                            <p:strVal val="#ppt_h"/>
                                          </p:val>
                                        </p:tav>
                                      </p:tavLst>
                                    </p:anim>
                                    <p:animEffect transition="in" filter="fade">
                                      <p:cBhvr>
                                        <p:cTn id="421" dur="500"/>
                                        <p:tgtEl>
                                          <p:spTgt spid="173"/>
                                        </p:tgtEl>
                                      </p:cBhvr>
                                    </p:animEffect>
                                  </p:childTnLst>
                                </p:cTn>
                              </p:par>
                              <p:par>
                                <p:cTn id="422" presetID="53" presetClass="entr" presetSubtype="16" fill="hold" grpId="0" nodeType="withEffect">
                                  <p:stCondLst>
                                    <p:cond delay="0"/>
                                  </p:stCondLst>
                                  <p:childTnLst>
                                    <p:set>
                                      <p:cBhvr>
                                        <p:cTn id="423" dur="1" fill="hold">
                                          <p:stCondLst>
                                            <p:cond delay="0"/>
                                          </p:stCondLst>
                                        </p:cTn>
                                        <p:tgtEl>
                                          <p:spTgt spid="174"/>
                                        </p:tgtEl>
                                        <p:attrNameLst>
                                          <p:attrName>style.visibility</p:attrName>
                                        </p:attrNameLst>
                                      </p:cBhvr>
                                      <p:to>
                                        <p:strVal val="visible"/>
                                      </p:to>
                                    </p:set>
                                    <p:anim calcmode="lin" valueType="num">
                                      <p:cBhvr>
                                        <p:cTn id="424" dur="500" fill="hold"/>
                                        <p:tgtEl>
                                          <p:spTgt spid="174"/>
                                        </p:tgtEl>
                                        <p:attrNameLst>
                                          <p:attrName>ppt_w</p:attrName>
                                        </p:attrNameLst>
                                      </p:cBhvr>
                                      <p:tavLst>
                                        <p:tav tm="0">
                                          <p:val>
                                            <p:fltVal val="0"/>
                                          </p:val>
                                        </p:tav>
                                        <p:tav tm="100000">
                                          <p:val>
                                            <p:strVal val="#ppt_w"/>
                                          </p:val>
                                        </p:tav>
                                      </p:tavLst>
                                    </p:anim>
                                    <p:anim calcmode="lin" valueType="num">
                                      <p:cBhvr>
                                        <p:cTn id="425" dur="500" fill="hold"/>
                                        <p:tgtEl>
                                          <p:spTgt spid="174"/>
                                        </p:tgtEl>
                                        <p:attrNameLst>
                                          <p:attrName>ppt_h</p:attrName>
                                        </p:attrNameLst>
                                      </p:cBhvr>
                                      <p:tavLst>
                                        <p:tav tm="0">
                                          <p:val>
                                            <p:fltVal val="0"/>
                                          </p:val>
                                        </p:tav>
                                        <p:tav tm="100000">
                                          <p:val>
                                            <p:strVal val="#ppt_h"/>
                                          </p:val>
                                        </p:tav>
                                      </p:tavLst>
                                    </p:anim>
                                    <p:animEffect transition="in" filter="fade">
                                      <p:cBhvr>
                                        <p:cTn id="426" dur="500"/>
                                        <p:tgtEl>
                                          <p:spTgt spid="174"/>
                                        </p:tgtEl>
                                      </p:cBhvr>
                                    </p:animEffect>
                                  </p:childTnLst>
                                </p:cTn>
                              </p:par>
                              <p:par>
                                <p:cTn id="427" presetID="53" presetClass="entr" presetSubtype="16" fill="hold" grpId="0" nodeType="withEffect">
                                  <p:stCondLst>
                                    <p:cond delay="0"/>
                                  </p:stCondLst>
                                  <p:childTnLst>
                                    <p:set>
                                      <p:cBhvr>
                                        <p:cTn id="428" dur="1" fill="hold">
                                          <p:stCondLst>
                                            <p:cond delay="0"/>
                                          </p:stCondLst>
                                        </p:cTn>
                                        <p:tgtEl>
                                          <p:spTgt spid="175"/>
                                        </p:tgtEl>
                                        <p:attrNameLst>
                                          <p:attrName>style.visibility</p:attrName>
                                        </p:attrNameLst>
                                      </p:cBhvr>
                                      <p:to>
                                        <p:strVal val="visible"/>
                                      </p:to>
                                    </p:set>
                                    <p:anim calcmode="lin" valueType="num">
                                      <p:cBhvr>
                                        <p:cTn id="429" dur="500" fill="hold"/>
                                        <p:tgtEl>
                                          <p:spTgt spid="175"/>
                                        </p:tgtEl>
                                        <p:attrNameLst>
                                          <p:attrName>ppt_w</p:attrName>
                                        </p:attrNameLst>
                                      </p:cBhvr>
                                      <p:tavLst>
                                        <p:tav tm="0">
                                          <p:val>
                                            <p:fltVal val="0"/>
                                          </p:val>
                                        </p:tav>
                                        <p:tav tm="100000">
                                          <p:val>
                                            <p:strVal val="#ppt_w"/>
                                          </p:val>
                                        </p:tav>
                                      </p:tavLst>
                                    </p:anim>
                                    <p:anim calcmode="lin" valueType="num">
                                      <p:cBhvr>
                                        <p:cTn id="430" dur="500" fill="hold"/>
                                        <p:tgtEl>
                                          <p:spTgt spid="175"/>
                                        </p:tgtEl>
                                        <p:attrNameLst>
                                          <p:attrName>ppt_h</p:attrName>
                                        </p:attrNameLst>
                                      </p:cBhvr>
                                      <p:tavLst>
                                        <p:tav tm="0">
                                          <p:val>
                                            <p:fltVal val="0"/>
                                          </p:val>
                                        </p:tav>
                                        <p:tav tm="100000">
                                          <p:val>
                                            <p:strVal val="#ppt_h"/>
                                          </p:val>
                                        </p:tav>
                                      </p:tavLst>
                                    </p:anim>
                                    <p:animEffect transition="in" filter="fade">
                                      <p:cBhvr>
                                        <p:cTn id="431" dur="500"/>
                                        <p:tgtEl>
                                          <p:spTgt spid="175"/>
                                        </p:tgtEl>
                                      </p:cBhvr>
                                    </p:animEffect>
                                  </p:childTnLst>
                                </p:cTn>
                              </p:par>
                              <p:par>
                                <p:cTn id="432" presetID="53" presetClass="entr" presetSubtype="16" fill="hold" grpId="0" nodeType="withEffect">
                                  <p:stCondLst>
                                    <p:cond delay="0"/>
                                  </p:stCondLst>
                                  <p:childTnLst>
                                    <p:set>
                                      <p:cBhvr>
                                        <p:cTn id="433" dur="1" fill="hold">
                                          <p:stCondLst>
                                            <p:cond delay="0"/>
                                          </p:stCondLst>
                                        </p:cTn>
                                        <p:tgtEl>
                                          <p:spTgt spid="176"/>
                                        </p:tgtEl>
                                        <p:attrNameLst>
                                          <p:attrName>style.visibility</p:attrName>
                                        </p:attrNameLst>
                                      </p:cBhvr>
                                      <p:to>
                                        <p:strVal val="visible"/>
                                      </p:to>
                                    </p:set>
                                    <p:anim calcmode="lin" valueType="num">
                                      <p:cBhvr>
                                        <p:cTn id="434" dur="500" fill="hold"/>
                                        <p:tgtEl>
                                          <p:spTgt spid="176"/>
                                        </p:tgtEl>
                                        <p:attrNameLst>
                                          <p:attrName>ppt_w</p:attrName>
                                        </p:attrNameLst>
                                      </p:cBhvr>
                                      <p:tavLst>
                                        <p:tav tm="0">
                                          <p:val>
                                            <p:fltVal val="0"/>
                                          </p:val>
                                        </p:tav>
                                        <p:tav tm="100000">
                                          <p:val>
                                            <p:strVal val="#ppt_w"/>
                                          </p:val>
                                        </p:tav>
                                      </p:tavLst>
                                    </p:anim>
                                    <p:anim calcmode="lin" valueType="num">
                                      <p:cBhvr>
                                        <p:cTn id="435" dur="500" fill="hold"/>
                                        <p:tgtEl>
                                          <p:spTgt spid="176"/>
                                        </p:tgtEl>
                                        <p:attrNameLst>
                                          <p:attrName>ppt_h</p:attrName>
                                        </p:attrNameLst>
                                      </p:cBhvr>
                                      <p:tavLst>
                                        <p:tav tm="0">
                                          <p:val>
                                            <p:fltVal val="0"/>
                                          </p:val>
                                        </p:tav>
                                        <p:tav tm="100000">
                                          <p:val>
                                            <p:strVal val="#ppt_h"/>
                                          </p:val>
                                        </p:tav>
                                      </p:tavLst>
                                    </p:anim>
                                    <p:animEffect transition="in" filter="fade">
                                      <p:cBhvr>
                                        <p:cTn id="436" dur="500"/>
                                        <p:tgtEl>
                                          <p:spTgt spid="176"/>
                                        </p:tgtEl>
                                      </p:cBhvr>
                                    </p:animEffect>
                                  </p:childTnLst>
                                </p:cTn>
                              </p:par>
                              <p:par>
                                <p:cTn id="437" presetID="53" presetClass="entr" presetSubtype="16" fill="hold" grpId="0" nodeType="withEffect">
                                  <p:stCondLst>
                                    <p:cond delay="0"/>
                                  </p:stCondLst>
                                  <p:childTnLst>
                                    <p:set>
                                      <p:cBhvr>
                                        <p:cTn id="438" dur="1" fill="hold">
                                          <p:stCondLst>
                                            <p:cond delay="0"/>
                                          </p:stCondLst>
                                        </p:cTn>
                                        <p:tgtEl>
                                          <p:spTgt spid="177"/>
                                        </p:tgtEl>
                                        <p:attrNameLst>
                                          <p:attrName>style.visibility</p:attrName>
                                        </p:attrNameLst>
                                      </p:cBhvr>
                                      <p:to>
                                        <p:strVal val="visible"/>
                                      </p:to>
                                    </p:set>
                                    <p:anim calcmode="lin" valueType="num">
                                      <p:cBhvr>
                                        <p:cTn id="439" dur="500" fill="hold"/>
                                        <p:tgtEl>
                                          <p:spTgt spid="177"/>
                                        </p:tgtEl>
                                        <p:attrNameLst>
                                          <p:attrName>ppt_w</p:attrName>
                                        </p:attrNameLst>
                                      </p:cBhvr>
                                      <p:tavLst>
                                        <p:tav tm="0">
                                          <p:val>
                                            <p:fltVal val="0"/>
                                          </p:val>
                                        </p:tav>
                                        <p:tav tm="100000">
                                          <p:val>
                                            <p:strVal val="#ppt_w"/>
                                          </p:val>
                                        </p:tav>
                                      </p:tavLst>
                                    </p:anim>
                                    <p:anim calcmode="lin" valueType="num">
                                      <p:cBhvr>
                                        <p:cTn id="440" dur="500" fill="hold"/>
                                        <p:tgtEl>
                                          <p:spTgt spid="177"/>
                                        </p:tgtEl>
                                        <p:attrNameLst>
                                          <p:attrName>ppt_h</p:attrName>
                                        </p:attrNameLst>
                                      </p:cBhvr>
                                      <p:tavLst>
                                        <p:tav tm="0">
                                          <p:val>
                                            <p:fltVal val="0"/>
                                          </p:val>
                                        </p:tav>
                                        <p:tav tm="100000">
                                          <p:val>
                                            <p:strVal val="#ppt_h"/>
                                          </p:val>
                                        </p:tav>
                                      </p:tavLst>
                                    </p:anim>
                                    <p:animEffect transition="in" filter="fade">
                                      <p:cBhvr>
                                        <p:cTn id="441" dur="500"/>
                                        <p:tgtEl>
                                          <p:spTgt spid="177"/>
                                        </p:tgtEl>
                                      </p:cBhvr>
                                    </p:animEffect>
                                  </p:childTnLst>
                                </p:cTn>
                              </p:par>
                              <p:par>
                                <p:cTn id="442" presetID="53" presetClass="entr" presetSubtype="16" fill="hold" grpId="0" nodeType="withEffect">
                                  <p:stCondLst>
                                    <p:cond delay="0"/>
                                  </p:stCondLst>
                                  <p:childTnLst>
                                    <p:set>
                                      <p:cBhvr>
                                        <p:cTn id="443" dur="1" fill="hold">
                                          <p:stCondLst>
                                            <p:cond delay="0"/>
                                          </p:stCondLst>
                                        </p:cTn>
                                        <p:tgtEl>
                                          <p:spTgt spid="178"/>
                                        </p:tgtEl>
                                        <p:attrNameLst>
                                          <p:attrName>style.visibility</p:attrName>
                                        </p:attrNameLst>
                                      </p:cBhvr>
                                      <p:to>
                                        <p:strVal val="visible"/>
                                      </p:to>
                                    </p:set>
                                    <p:anim calcmode="lin" valueType="num">
                                      <p:cBhvr>
                                        <p:cTn id="444" dur="500" fill="hold"/>
                                        <p:tgtEl>
                                          <p:spTgt spid="178"/>
                                        </p:tgtEl>
                                        <p:attrNameLst>
                                          <p:attrName>ppt_w</p:attrName>
                                        </p:attrNameLst>
                                      </p:cBhvr>
                                      <p:tavLst>
                                        <p:tav tm="0">
                                          <p:val>
                                            <p:fltVal val="0"/>
                                          </p:val>
                                        </p:tav>
                                        <p:tav tm="100000">
                                          <p:val>
                                            <p:strVal val="#ppt_w"/>
                                          </p:val>
                                        </p:tav>
                                      </p:tavLst>
                                    </p:anim>
                                    <p:anim calcmode="lin" valueType="num">
                                      <p:cBhvr>
                                        <p:cTn id="445" dur="500" fill="hold"/>
                                        <p:tgtEl>
                                          <p:spTgt spid="178"/>
                                        </p:tgtEl>
                                        <p:attrNameLst>
                                          <p:attrName>ppt_h</p:attrName>
                                        </p:attrNameLst>
                                      </p:cBhvr>
                                      <p:tavLst>
                                        <p:tav tm="0">
                                          <p:val>
                                            <p:fltVal val="0"/>
                                          </p:val>
                                        </p:tav>
                                        <p:tav tm="100000">
                                          <p:val>
                                            <p:strVal val="#ppt_h"/>
                                          </p:val>
                                        </p:tav>
                                      </p:tavLst>
                                    </p:anim>
                                    <p:animEffect transition="in" filter="fade">
                                      <p:cBhvr>
                                        <p:cTn id="446" dur="500"/>
                                        <p:tgtEl>
                                          <p:spTgt spid="178"/>
                                        </p:tgtEl>
                                      </p:cBhvr>
                                    </p:animEffect>
                                  </p:childTnLst>
                                </p:cTn>
                              </p:par>
                              <p:par>
                                <p:cTn id="447" presetID="53" presetClass="entr" presetSubtype="16" fill="hold" grpId="0" nodeType="withEffect">
                                  <p:stCondLst>
                                    <p:cond delay="0"/>
                                  </p:stCondLst>
                                  <p:childTnLst>
                                    <p:set>
                                      <p:cBhvr>
                                        <p:cTn id="448" dur="1" fill="hold">
                                          <p:stCondLst>
                                            <p:cond delay="0"/>
                                          </p:stCondLst>
                                        </p:cTn>
                                        <p:tgtEl>
                                          <p:spTgt spid="179"/>
                                        </p:tgtEl>
                                        <p:attrNameLst>
                                          <p:attrName>style.visibility</p:attrName>
                                        </p:attrNameLst>
                                      </p:cBhvr>
                                      <p:to>
                                        <p:strVal val="visible"/>
                                      </p:to>
                                    </p:set>
                                    <p:anim calcmode="lin" valueType="num">
                                      <p:cBhvr>
                                        <p:cTn id="449" dur="500" fill="hold"/>
                                        <p:tgtEl>
                                          <p:spTgt spid="179"/>
                                        </p:tgtEl>
                                        <p:attrNameLst>
                                          <p:attrName>ppt_w</p:attrName>
                                        </p:attrNameLst>
                                      </p:cBhvr>
                                      <p:tavLst>
                                        <p:tav tm="0">
                                          <p:val>
                                            <p:fltVal val="0"/>
                                          </p:val>
                                        </p:tav>
                                        <p:tav tm="100000">
                                          <p:val>
                                            <p:strVal val="#ppt_w"/>
                                          </p:val>
                                        </p:tav>
                                      </p:tavLst>
                                    </p:anim>
                                    <p:anim calcmode="lin" valueType="num">
                                      <p:cBhvr>
                                        <p:cTn id="450" dur="500" fill="hold"/>
                                        <p:tgtEl>
                                          <p:spTgt spid="179"/>
                                        </p:tgtEl>
                                        <p:attrNameLst>
                                          <p:attrName>ppt_h</p:attrName>
                                        </p:attrNameLst>
                                      </p:cBhvr>
                                      <p:tavLst>
                                        <p:tav tm="0">
                                          <p:val>
                                            <p:fltVal val="0"/>
                                          </p:val>
                                        </p:tav>
                                        <p:tav tm="100000">
                                          <p:val>
                                            <p:strVal val="#ppt_h"/>
                                          </p:val>
                                        </p:tav>
                                      </p:tavLst>
                                    </p:anim>
                                    <p:animEffect transition="in" filter="fade">
                                      <p:cBhvr>
                                        <p:cTn id="451" dur="500"/>
                                        <p:tgtEl>
                                          <p:spTgt spid="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4" grpId="0" animBg="1"/>
      <p:bldP spid="65" grpId="0" animBg="1"/>
      <p:bldP spid="66" grpId="0" animBg="1"/>
      <p:bldP spid="67" grpId="0" animBg="1"/>
      <p:bldP spid="68" grpId="0" animBg="1"/>
      <p:bldP spid="69" grpId="0" animBg="1"/>
      <p:bldP spid="70" grpId="0" animBg="1"/>
      <p:bldP spid="71"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129" grpId="0"/>
      <p:bldP spid="130" grpId="0"/>
      <p:bldP spid="131" grpId="0" animBg="1"/>
      <p:bldP spid="132" grpId="0" animBg="1"/>
      <p:bldP spid="133" grpId="0" animBg="1"/>
      <p:bldP spid="134" grpId="0" animBg="1"/>
      <p:bldP spid="135" grpId="0" animBg="1"/>
      <p:bldP spid="136" grpId="0" animBg="1"/>
      <p:bldP spid="137" grpId="0" animBg="1"/>
      <p:bldP spid="138" grpId="0" animBg="1"/>
      <p:bldP spid="139" grpId="0" animBg="1"/>
      <p:bldP spid="140" grpId="0" animBg="1"/>
      <p:bldP spid="141" grpId="0" animBg="1"/>
      <p:bldP spid="142" grpId="0" animBg="1"/>
      <p:bldP spid="143" grpId="0" animBg="1"/>
      <p:bldP spid="152" grpId="0" animBg="1"/>
      <p:bldP spid="153" grpId="0" animBg="1"/>
      <p:bldP spid="154" grpId="0" animBg="1"/>
      <p:bldP spid="155" grpId="0" animBg="1"/>
      <p:bldP spid="156" grpId="0" animBg="1"/>
      <p:bldP spid="157" grpId="0" animBg="1"/>
      <p:bldP spid="158" grpId="0" animBg="1"/>
      <p:bldP spid="159" grpId="0" animBg="1"/>
      <p:bldP spid="160" grpId="0" animBg="1"/>
      <p:bldP spid="161" grpId="0" animBg="1"/>
      <p:bldP spid="162" grpId="0" animBg="1"/>
      <p:bldP spid="163" grpId="0" animBg="1"/>
      <p:bldP spid="164" grpId="0" animBg="1"/>
      <p:bldP spid="165" grpId="0" animBg="1"/>
      <p:bldP spid="166" grpId="0" animBg="1"/>
      <p:bldP spid="167" grpId="0" animBg="1"/>
      <p:bldP spid="168" grpId="0" animBg="1"/>
      <p:bldP spid="169" grpId="0" animBg="1"/>
      <p:bldP spid="170" grpId="0" animBg="1"/>
      <p:bldP spid="171" grpId="0" animBg="1"/>
      <p:bldP spid="172" grpId="0" animBg="1"/>
      <p:bldP spid="173" grpId="0" animBg="1"/>
      <p:bldP spid="174" grpId="0" animBg="1"/>
      <p:bldP spid="175" grpId="0" animBg="1"/>
      <p:bldP spid="176" grpId="0" animBg="1"/>
      <p:bldP spid="177" grpId="0" animBg="1"/>
      <p:bldP spid="178" grpId="0" animBg="1"/>
      <p:bldP spid="179" grpId="0" animBg="1"/>
      <p:bldP spid="180" grpId="0"/>
      <p:bldP spid="18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769876" y="189165"/>
            <a:ext cx="2622658" cy="483235"/>
          </a:xfrm>
          <a:prstGeom prst="rect">
            <a:avLst/>
          </a:prstGeom>
          <a:noFill/>
        </p:spPr>
        <p:txBody>
          <a:bodyPr wrap="square" rtlCol="0">
            <a:spAutoFit/>
          </a:bodyPr>
          <a:lstStyle/>
          <a:p>
            <a:pPr algn="ctr"/>
            <a:r>
              <a:rPr lang="zh-CN" altLang="en-US" sz="2400" b="1" dirty="0">
                <a:solidFill>
                  <a:schemeClr val="tx1">
                    <a:lumMod val="75000"/>
                    <a:lumOff val="25000"/>
                  </a:schemeClr>
                </a:solidFill>
                <a:latin typeface="微软雅黑" panose="020B0503020204020204" charset="-122"/>
                <a:ea typeface="微软雅黑" panose="020B0503020204020204" charset="-122"/>
              </a:rPr>
              <a:t>单击此处添加标题</a:t>
            </a:r>
          </a:p>
        </p:txBody>
      </p:sp>
      <p:cxnSp>
        <p:nvCxnSpPr>
          <p:cNvPr id="6" name="直接连接符 5"/>
          <p:cNvCxnSpPr/>
          <p:nvPr/>
        </p:nvCxnSpPr>
        <p:spPr>
          <a:xfrm>
            <a:off x="7392534" y="477150"/>
            <a:ext cx="4463773"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36892" y="481504"/>
            <a:ext cx="439177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Freeform 1558"/>
          <p:cNvSpPr>
            <a:spLocks noChangeArrowheads="1"/>
          </p:cNvSpPr>
          <p:nvPr/>
        </p:nvSpPr>
        <p:spPr bwMode="auto">
          <a:xfrm>
            <a:off x="3724982" y="1340537"/>
            <a:ext cx="1568251" cy="2281931"/>
          </a:xfrm>
          <a:custGeom>
            <a:avLst/>
            <a:gdLst>
              <a:gd name="T0" fmla="*/ 1787 w 1812"/>
              <a:gd name="T1" fmla="*/ 1067 h 2636"/>
              <a:gd name="T2" fmla="*/ 1799 w 1812"/>
              <a:gd name="T3" fmla="*/ 1157 h 2636"/>
              <a:gd name="T4" fmla="*/ 1720 w 1812"/>
              <a:gd name="T5" fmla="*/ 1206 h 2636"/>
              <a:gd name="T6" fmla="*/ 1436 w 1812"/>
              <a:gd name="T7" fmla="*/ 1206 h 2636"/>
              <a:gd name="T8" fmla="*/ 1436 w 1812"/>
              <a:gd name="T9" fmla="*/ 2635 h 2636"/>
              <a:gd name="T10" fmla="*/ 376 w 1812"/>
              <a:gd name="T11" fmla="*/ 2635 h 2636"/>
              <a:gd name="T12" fmla="*/ 376 w 1812"/>
              <a:gd name="T13" fmla="*/ 1206 h 2636"/>
              <a:gd name="T14" fmla="*/ 91 w 1812"/>
              <a:gd name="T15" fmla="*/ 1206 h 2636"/>
              <a:gd name="T16" fmla="*/ 13 w 1812"/>
              <a:gd name="T17" fmla="*/ 1157 h 2636"/>
              <a:gd name="T18" fmla="*/ 25 w 1812"/>
              <a:gd name="T19" fmla="*/ 1067 h 2636"/>
              <a:gd name="T20" fmla="*/ 837 w 1812"/>
              <a:gd name="T21" fmla="*/ 37 h 2636"/>
              <a:gd name="T22" fmla="*/ 903 w 1812"/>
              <a:gd name="T23" fmla="*/ 0 h 2636"/>
              <a:gd name="T24" fmla="*/ 970 w 1812"/>
              <a:gd name="T25" fmla="*/ 37 h 2636"/>
              <a:gd name="T26" fmla="*/ 1787 w 1812"/>
              <a:gd name="T27" fmla="*/ 1067 h 2636"/>
              <a:gd name="T28" fmla="*/ 1787 w 1812"/>
              <a:gd name="T29" fmla="*/ 1067 h 2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12" h="2636">
                <a:moveTo>
                  <a:pt x="1787" y="1067"/>
                </a:moveTo>
                <a:cubicBezTo>
                  <a:pt x="1805" y="1091"/>
                  <a:pt x="1811" y="1127"/>
                  <a:pt x="1799" y="1157"/>
                </a:cubicBezTo>
                <a:cubicBezTo>
                  <a:pt x="1781" y="1188"/>
                  <a:pt x="1750" y="1206"/>
                  <a:pt x="1720" y="1206"/>
                </a:cubicBezTo>
                <a:cubicBezTo>
                  <a:pt x="1720" y="1206"/>
                  <a:pt x="1720" y="1206"/>
                  <a:pt x="1436" y="1206"/>
                </a:cubicBezTo>
                <a:cubicBezTo>
                  <a:pt x="1436" y="1206"/>
                  <a:pt x="1436" y="1206"/>
                  <a:pt x="1436" y="2635"/>
                </a:cubicBezTo>
                <a:cubicBezTo>
                  <a:pt x="1436" y="2635"/>
                  <a:pt x="1436" y="2635"/>
                  <a:pt x="376" y="2635"/>
                </a:cubicBezTo>
                <a:cubicBezTo>
                  <a:pt x="376" y="2635"/>
                  <a:pt x="376" y="2635"/>
                  <a:pt x="376" y="1206"/>
                </a:cubicBezTo>
                <a:cubicBezTo>
                  <a:pt x="376" y="1206"/>
                  <a:pt x="376" y="1206"/>
                  <a:pt x="91" y="1206"/>
                </a:cubicBezTo>
                <a:cubicBezTo>
                  <a:pt x="55" y="1206"/>
                  <a:pt x="25" y="1188"/>
                  <a:pt x="13" y="1157"/>
                </a:cubicBezTo>
                <a:cubicBezTo>
                  <a:pt x="0" y="1127"/>
                  <a:pt x="0" y="1091"/>
                  <a:pt x="25" y="1067"/>
                </a:cubicBezTo>
                <a:cubicBezTo>
                  <a:pt x="25" y="1067"/>
                  <a:pt x="25" y="1067"/>
                  <a:pt x="837" y="37"/>
                </a:cubicBezTo>
                <a:cubicBezTo>
                  <a:pt x="855" y="12"/>
                  <a:pt x="879" y="0"/>
                  <a:pt x="903" y="0"/>
                </a:cubicBezTo>
                <a:cubicBezTo>
                  <a:pt x="933" y="0"/>
                  <a:pt x="958" y="12"/>
                  <a:pt x="970" y="37"/>
                </a:cubicBezTo>
                <a:cubicBezTo>
                  <a:pt x="970" y="37"/>
                  <a:pt x="970" y="37"/>
                  <a:pt x="1787" y="1067"/>
                </a:cubicBezTo>
                <a:lnTo>
                  <a:pt x="1787" y="1067"/>
                </a:lnTo>
              </a:path>
            </a:pathLst>
          </a:custGeom>
          <a:solidFill>
            <a:schemeClr val="accent1"/>
          </a:solidFill>
          <a:ln>
            <a:noFill/>
          </a:ln>
          <a:effectLst/>
        </p:spPr>
        <p:txBody>
          <a:bodyPr wrap="none" anchor="ctr"/>
          <a:lstStyle/>
          <a:p>
            <a:endParaRPr lang="en-US" sz="4800" dirty="0">
              <a:latin typeface="微软雅黑" panose="020B0503020204020204" charset="-122"/>
            </a:endParaRPr>
          </a:p>
        </p:txBody>
      </p:sp>
      <p:sp>
        <p:nvSpPr>
          <p:cNvPr id="66" name="Freeform 1585"/>
          <p:cNvSpPr>
            <a:spLocks noChangeArrowheads="1"/>
          </p:cNvSpPr>
          <p:nvPr/>
        </p:nvSpPr>
        <p:spPr bwMode="auto">
          <a:xfrm>
            <a:off x="6147945" y="1298561"/>
            <a:ext cx="2281782" cy="1568352"/>
          </a:xfrm>
          <a:custGeom>
            <a:avLst/>
            <a:gdLst>
              <a:gd name="T0" fmla="*/ 1569 w 2636"/>
              <a:gd name="T1" fmla="*/ 1787 h 1812"/>
              <a:gd name="T2" fmla="*/ 1484 w 2636"/>
              <a:gd name="T3" fmla="*/ 1799 h 1812"/>
              <a:gd name="T4" fmla="*/ 1436 w 2636"/>
              <a:gd name="T5" fmla="*/ 1720 h 1812"/>
              <a:gd name="T6" fmla="*/ 1436 w 2636"/>
              <a:gd name="T7" fmla="*/ 1436 h 1812"/>
              <a:gd name="T8" fmla="*/ 0 w 2636"/>
              <a:gd name="T9" fmla="*/ 1436 h 1812"/>
              <a:gd name="T10" fmla="*/ 0 w 2636"/>
              <a:gd name="T11" fmla="*/ 375 h 1812"/>
              <a:gd name="T12" fmla="*/ 1436 w 2636"/>
              <a:gd name="T13" fmla="*/ 375 h 1812"/>
              <a:gd name="T14" fmla="*/ 1436 w 2636"/>
              <a:gd name="T15" fmla="*/ 85 h 1812"/>
              <a:gd name="T16" fmla="*/ 1484 w 2636"/>
              <a:gd name="T17" fmla="*/ 12 h 1812"/>
              <a:gd name="T18" fmla="*/ 1569 w 2636"/>
              <a:gd name="T19" fmla="*/ 24 h 1812"/>
              <a:gd name="T20" fmla="*/ 2605 w 2636"/>
              <a:gd name="T21" fmla="*/ 836 h 1812"/>
              <a:gd name="T22" fmla="*/ 2635 w 2636"/>
              <a:gd name="T23" fmla="*/ 903 h 1812"/>
              <a:gd name="T24" fmla="*/ 2605 w 2636"/>
              <a:gd name="T25" fmla="*/ 969 h 1812"/>
              <a:gd name="T26" fmla="*/ 1569 w 2636"/>
              <a:gd name="T27" fmla="*/ 1787 h 1812"/>
              <a:gd name="T28" fmla="*/ 1569 w 2636"/>
              <a:gd name="T29" fmla="*/ 1787 h 18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636" h="1812">
                <a:moveTo>
                  <a:pt x="1569" y="1787"/>
                </a:moveTo>
                <a:cubicBezTo>
                  <a:pt x="1545" y="1805"/>
                  <a:pt x="1509" y="1811"/>
                  <a:pt x="1484" y="1799"/>
                </a:cubicBezTo>
                <a:cubicBezTo>
                  <a:pt x="1454" y="1781"/>
                  <a:pt x="1436" y="1751"/>
                  <a:pt x="1436" y="1720"/>
                </a:cubicBezTo>
                <a:cubicBezTo>
                  <a:pt x="1436" y="1720"/>
                  <a:pt x="1436" y="1720"/>
                  <a:pt x="1436" y="1436"/>
                </a:cubicBezTo>
                <a:cubicBezTo>
                  <a:pt x="1436" y="1436"/>
                  <a:pt x="1436" y="1436"/>
                  <a:pt x="0" y="1436"/>
                </a:cubicBezTo>
                <a:cubicBezTo>
                  <a:pt x="0" y="1436"/>
                  <a:pt x="0" y="1436"/>
                  <a:pt x="0" y="375"/>
                </a:cubicBezTo>
                <a:cubicBezTo>
                  <a:pt x="0" y="375"/>
                  <a:pt x="0" y="375"/>
                  <a:pt x="1436" y="375"/>
                </a:cubicBezTo>
                <a:cubicBezTo>
                  <a:pt x="1436" y="375"/>
                  <a:pt x="1436" y="375"/>
                  <a:pt x="1436" y="85"/>
                </a:cubicBezTo>
                <a:cubicBezTo>
                  <a:pt x="1436" y="54"/>
                  <a:pt x="1454" y="24"/>
                  <a:pt x="1484" y="12"/>
                </a:cubicBezTo>
                <a:cubicBezTo>
                  <a:pt x="1509" y="0"/>
                  <a:pt x="1545" y="0"/>
                  <a:pt x="1569" y="24"/>
                </a:cubicBezTo>
                <a:cubicBezTo>
                  <a:pt x="1569" y="24"/>
                  <a:pt x="1569" y="24"/>
                  <a:pt x="2605" y="836"/>
                </a:cubicBezTo>
                <a:cubicBezTo>
                  <a:pt x="2623" y="854"/>
                  <a:pt x="2635" y="878"/>
                  <a:pt x="2635" y="903"/>
                </a:cubicBezTo>
                <a:cubicBezTo>
                  <a:pt x="2635" y="933"/>
                  <a:pt x="2623" y="957"/>
                  <a:pt x="2605" y="969"/>
                </a:cubicBezTo>
                <a:cubicBezTo>
                  <a:pt x="2605" y="969"/>
                  <a:pt x="2605" y="969"/>
                  <a:pt x="1569" y="1787"/>
                </a:cubicBezTo>
                <a:lnTo>
                  <a:pt x="1569" y="1787"/>
                </a:lnTo>
              </a:path>
            </a:pathLst>
          </a:custGeom>
          <a:solidFill>
            <a:schemeClr val="accent2"/>
          </a:solidFill>
          <a:ln>
            <a:noFill/>
          </a:ln>
          <a:effectLst/>
        </p:spPr>
        <p:txBody>
          <a:bodyPr wrap="none" anchor="ctr"/>
          <a:lstStyle/>
          <a:p>
            <a:endParaRPr lang="en-US" sz="4800" dirty="0">
              <a:latin typeface="微软雅黑" panose="020B0503020204020204" charset="-122"/>
            </a:endParaRPr>
          </a:p>
        </p:txBody>
      </p:sp>
      <p:sp>
        <p:nvSpPr>
          <p:cNvPr id="92" name="Text Box 1610"/>
          <p:cNvSpPr txBox="1">
            <a:spLocks noChangeArrowheads="1"/>
          </p:cNvSpPr>
          <p:nvPr/>
        </p:nvSpPr>
        <p:spPr bwMode="auto">
          <a:xfrm>
            <a:off x="6303647" y="1659601"/>
            <a:ext cx="751840" cy="78295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4800" b="1" dirty="0">
                <a:solidFill>
                  <a:srgbClr val="F1F0F0"/>
                </a:solidFill>
                <a:latin typeface="微软雅黑" panose="020B0503020204020204" charset="-122"/>
                <a:cs typeface="Aparajita" panose="020B0604020202020204" pitchFamily="34" charset="0"/>
              </a:rPr>
              <a:t>02</a:t>
            </a:r>
          </a:p>
        </p:txBody>
      </p:sp>
      <p:sp>
        <p:nvSpPr>
          <p:cNvPr id="94" name="Freeform 1612"/>
          <p:cNvSpPr>
            <a:spLocks noChangeArrowheads="1"/>
          </p:cNvSpPr>
          <p:nvPr/>
        </p:nvSpPr>
        <p:spPr bwMode="auto">
          <a:xfrm>
            <a:off x="3766956" y="4492500"/>
            <a:ext cx="2281782" cy="1572167"/>
          </a:xfrm>
          <a:custGeom>
            <a:avLst/>
            <a:gdLst>
              <a:gd name="T0" fmla="*/ 1066 w 2636"/>
              <a:gd name="T1" fmla="*/ 24 h 1819"/>
              <a:gd name="T2" fmla="*/ 1157 w 2636"/>
              <a:gd name="T3" fmla="*/ 18 h 1819"/>
              <a:gd name="T4" fmla="*/ 1206 w 2636"/>
              <a:gd name="T5" fmla="*/ 91 h 1819"/>
              <a:gd name="T6" fmla="*/ 1206 w 2636"/>
              <a:gd name="T7" fmla="*/ 381 h 1819"/>
              <a:gd name="T8" fmla="*/ 2635 w 2636"/>
              <a:gd name="T9" fmla="*/ 381 h 1819"/>
              <a:gd name="T10" fmla="*/ 2635 w 2636"/>
              <a:gd name="T11" fmla="*/ 1436 h 1819"/>
              <a:gd name="T12" fmla="*/ 1206 w 2636"/>
              <a:gd name="T13" fmla="*/ 1436 h 1819"/>
              <a:gd name="T14" fmla="*/ 1206 w 2636"/>
              <a:gd name="T15" fmla="*/ 1727 h 1819"/>
              <a:gd name="T16" fmla="*/ 1157 w 2636"/>
              <a:gd name="T17" fmla="*/ 1799 h 1819"/>
              <a:gd name="T18" fmla="*/ 1066 w 2636"/>
              <a:gd name="T19" fmla="*/ 1793 h 1819"/>
              <a:gd name="T20" fmla="*/ 36 w 2636"/>
              <a:gd name="T21" fmla="*/ 975 h 1819"/>
              <a:gd name="T22" fmla="*/ 0 w 2636"/>
              <a:gd name="T23" fmla="*/ 909 h 1819"/>
              <a:gd name="T24" fmla="*/ 36 w 2636"/>
              <a:gd name="T25" fmla="*/ 842 h 1819"/>
              <a:gd name="T26" fmla="*/ 1066 w 2636"/>
              <a:gd name="T27" fmla="*/ 24 h 1819"/>
              <a:gd name="T28" fmla="*/ 1066 w 2636"/>
              <a:gd name="T29" fmla="*/ 24 h 18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636" h="1819">
                <a:moveTo>
                  <a:pt x="1066" y="24"/>
                </a:moveTo>
                <a:cubicBezTo>
                  <a:pt x="1090" y="6"/>
                  <a:pt x="1127" y="0"/>
                  <a:pt x="1157" y="18"/>
                </a:cubicBezTo>
                <a:cubicBezTo>
                  <a:pt x="1187" y="30"/>
                  <a:pt x="1206" y="60"/>
                  <a:pt x="1206" y="91"/>
                </a:cubicBezTo>
                <a:cubicBezTo>
                  <a:pt x="1206" y="91"/>
                  <a:pt x="1206" y="91"/>
                  <a:pt x="1206" y="381"/>
                </a:cubicBezTo>
                <a:cubicBezTo>
                  <a:pt x="1206" y="381"/>
                  <a:pt x="1206" y="381"/>
                  <a:pt x="2635" y="381"/>
                </a:cubicBezTo>
                <a:cubicBezTo>
                  <a:pt x="2635" y="381"/>
                  <a:pt x="2635" y="381"/>
                  <a:pt x="2635" y="1436"/>
                </a:cubicBezTo>
                <a:cubicBezTo>
                  <a:pt x="2635" y="1436"/>
                  <a:pt x="2635" y="1436"/>
                  <a:pt x="1206" y="1436"/>
                </a:cubicBezTo>
                <a:cubicBezTo>
                  <a:pt x="1206" y="1436"/>
                  <a:pt x="1206" y="1436"/>
                  <a:pt x="1206" y="1727"/>
                </a:cubicBezTo>
                <a:cubicBezTo>
                  <a:pt x="1206" y="1757"/>
                  <a:pt x="1187" y="1787"/>
                  <a:pt x="1157" y="1799"/>
                </a:cubicBezTo>
                <a:cubicBezTo>
                  <a:pt x="1127" y="1818"/>
                  <a:pt x="1090" y="1811"/>
                  <a:pt x="1066" y="1793"/>
                </a:cubicBezTo>
                <a:cubicBezTo>
                  <a:pt x="1066" y="1793"/>
                  <a:pt x="1066" y="1793"/>
                  <a:pt x="36" y="975"/>
                </a:cubicBezTo>
                <a:cubicBezTo>
                  <a:pt x="12" y="957"/>
                  <a:pt x="0" y="933"/>
                  <a:pt x="0" y="909"/>
                </a:cubicBezTo>
                <a:cubicBezTo>
                  <a:pt x="0" y="884"/>
                  <a:pt x="12" y="860"/>
                  <a:pt x="36" y="842"/>
                </a:cubicBezTo>
                <a:cubicBezTo>
                  <a:pt x="36" y="842"/>
                  <a:pt x="36" y="842"/>
                  <a:pt x="1066" y="24"/>
                </a:cubicBezTo>
                <a:lnTo>
                  <a:pt x="1066" y="24"/>
                </a:lnTo>
              </a:path>
            </a:pathLst>
          </a:custGeom>
          <a:solidFill>
            <a:schemeClr val="accent3"/>
          </a:solidFill>
          <a:ln>
            <a:noFill/>
          </a:ln>
          <a:effectLst/>
        </p:spPr>
        <p:txBody>
          <a:bodyPr wrap="none" anchor="ctr"/>
          <a:lstStyle/>
          <a:p>
            <a:endParaRPr lang="en-US" sz="4800" dirty="0">
              <a:latin typeface="微软雅黑" panose="020B0503020204020204" charset="-122"/>
            </a:endParaRPr>
          </a:p>
        </p:txBody>
      </p:sp>
      <p:sp>
        <p:nvSpPr>
          <p:cNvPr id="119" name="Text Box 1637"/>
          <p:cNvSpPr txBox="1">
            <a:spLocks noChangeArrowheads="1"/>
          </p:cNvSpPr>
          <p:nvPr/>
        </p:nvSpPr>
        <p:spPr bwMode="auto">
          <a:xfrm>
            <a:off x="5095432" y="4886035"/>
            <a:ext cx="751840" cy="78295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4800" b="1" dirty="0">
                <a:solidFill>
                  <a:srgbClr val="F1F0F0"/>
                </a:solidFill>
                <a:latin typeface="微软雅黑" panose="020B0503020204020204" charset="-122"/>
                <a:cs typeface="Aparajita" panose="020B0604020202020204" pitchFamily="34" charset="0"/>
              </a:rPr>
              <a:t>04</a:t>
            </a:r>
          </a:p>
        </p:txBody>
      </p:sp>
      <p:sp>
        <p:nvSpPr>
          <p:cNvPr id="121" name="Freeform 1639"/>
          <p:cNvSpPr>
            <a:spLocks noChangeArrowheads="1"/>
          </p:cNvSpPr>
          <p:nvPr/>
        </p:nvSpPr>
        <p:spPr bwMode="auto">
          <a:xfrm>
            <a:off x="6907265" y="3736947"/>
            <a:ext cx="1568251" cy="2281931"/>
          </a:xfrm>
          <a:custGeom>
            <a:avLst/>
            <a:gdLst>
              <a:gd name="T0" fmla="*/ 19 w 1813"/>
              <a:gd name="T1" fmla="*/ 1569 h 2637"/>
              <a:gd name="T2" fmla="*/ 12 w 1813"/>
              <a:gd name="T3" fmla="*/ 1485 h 2637"/>
              <a:gd name="T4" fmla="*/ 85 w 1813"/>
              <a:gd name="T5" fmla="*/ 1436 h 2637"/>
              <a:gd name="T6" fmla="*/ 376 w 1813"/>
              <a:gd name="T7" fmla="*/ 1436 h 2637"/>
              <a:gd name="T8" fmla="*/ 376 w 1813"/>
              <a:gd name="T9" fmla="*/ 0 h 2637"/>
              <a:gd name="T10" fmla="*/ 1436 w 1813"/>
              <a:gd name="T11" fmla="*/ 0 h 2637"/>
              <a:gd name="T12" fmla="*/ 1436 w 1813"/>
              <a:gd name="T13" fmla="*/ 1436 h 2637"/>
              <a:gd name="T14" fmla="*/ 1721 w 1813"/>
              <a:gd name="T15" fmla="*/ 1436 h 2637"/>
              <a:gd name="T16" fmla="*/ 1794 w 1813"/>
              <a:gd name="T17" fmla="*/ 1485 h 2637"/>
              <a:gd name="T18" fmla="*/ 1788 w 1813"/>
              <a:gd name="T19" fmla="*/ 1569 h 2637"/>
              <a:gd name="T20" fmla="*/ 970 w 1813"/>
              <a:gd name="T21" fmla="*/ 2606 h 2637"/>
              <a:gd name="T22" fmla="*/ 903 w 1813"/>
              <a:gd name="T23" fmla="*/ 2636 h 2637"/>
              <a:gd name="T24" fmla="*/ 836 w 1813"/>
              <a:gd name="T25" fmla="*/ 2606 h 2637"/>
              <a:gd name="T26" fmla="*/ 19 w 1813"/>
              <a:gd name="T27" fmla="*/ 1569 h 2637"/>
              <a:gd name="T28" fmla="*/ 19 w 1813"/>
              <a:gd name="T29" fmla="*/ 1569 h 26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13" h="2637">
                <a:moveTo>
                  <a:pt x="19" y="1569"/>
                </a:moveTo>
                <a:cubicBezTo>
                  <a:pt x="0" y="1545"/>
                  <a:pt x="0" y="1509"/>
                  <a:pt x="12" y="1485"/>
                </a:cubicBezTo>
                <a:cubicBezTo>
                  <a:pt x="25" y="1454"/>
                  <a:pt x="55" y="1436"/>
                  <a:pt x="85" y="1436"/>
                </a:cubicBezTo>
                <a:cubicBezTo>
                  <a:pt x="85" y="1436"/>
                  <a:pt x="85" y="1436"/>
                  <a:pt x="376" y="1436"/>
                </a:cubicBezTo>
                <a:cubicBezTo>
                  <a:pt x="376" y="1436"/>
                  <a:pt x="376" y="1436"/>
                  <a:pt x="376" y="0"/>
                </a:cubicBezTo>
                <a:cubicBezTo>
                  <a:pt x="376" y="0"/>
                  <a:pt x="376" y="0"/>
                  <a:pt x="1436" y="0"/>
                </a:cubicBezTo>
                <a:cubicBezTo>
                  <a:pt x="1436" y="0"/>
                  <a:pt x="1436" y="0"/>
                  <a:pt x="1436" y="1436"/>
                </a:cubicBezTo>
                <a:cubicBezTo>
                  <a:pt x="1436" y="1436"/>
                  <a:pt x="1436" y="1436"/>
                  <a:pt x="1721" y="1436"/>
                </a:cubicBezTo>
                <a:cubicBezTo>
                  <a:pt x="1751" y="1436"/>
                  <a:pt x="1782" y="1454"/>
                  <a:pt x="1794" y="1485"/>
                </a:cubicBezTo>
                <a:cubicBezTo>
                  <a:pt x="1812" y="1509"/>
                  <a:pt x="1806" y="1545"/>
                  <a:pt x="1788" y="1569"/>
                </a:cubicBezTo>
                <a:cubicBezTo>
                  <a:pt x="1788" y="1569"/>
                  <a:pt x="1788" y="1569"/>
                  <a:pt x="970" y="2606"/>
                </a:cubicBezTo>
                <a:cubicBezTo>
                  <a:pt x="952" y="2624"/>
                  <a:pt x="927" y="2636"/>
                  <a:pt x="903" y="2636"/>
                </a:cubicBezTo>
                <a:cubicBezTo>
                  <a:pt x="879" y="2636"/>
                  <a:pt x="855" y="2624"/>
                  <a:pt x="836" y="2606"/>
                </a:cubicBezTo>
                <a:cubicBezTo>
                  <a:pt x="836" y="2606"/>
                  <a:pt x="836" y="2606"/>
                  <a:pt x="19" y="1569"/>
                </a:cubicBezTo>
                <a:lnTo>
                  <a:pt x="19" y="1569"/>
                </a:lnTo>
              </a:path>
            </a:pathLst>
          </a:custGeom>
          <a:solidFill>
            <a:schemeClr val="accent4"/>
          </a:solidFill>
          <a:ln>
            <a:noFill/>
          </a:ln>
          <a:effectLst/>
        </p:spPr>
        <p:txBody>
          <a:bodyPr wrap="none" anchor="ctr"/>
          <a:lstStyle/>
          <a:p>
            <a:endParaRPr lang="en-US" sz="4800" dirty="0">
              <a:latin typeface="微软雅黑" panose="020B0503020204020204" charset="-122"/>
            </a:endParaRPr>
          </a:p>
        </p:txBody>
      </p:sp>
      <p:sp>
        <p:nvSpPr>
          <p:cNvPr id="154" name="Text Box 1664"/>
          <p:cNvSpPr txBox="1">
            <a:spLocks noChangeArrowheads="1"/>
          </p:cNvSpPr>
          <p:nvPr/>
        </p:nvSpPr>
        <p:spPr bwMode="auto">
          <a:xfrm>
            <a:off x="7320597" y="3990831"/>
            <a:ext cx="751840" cy="78295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4800" b="1" dirty="0">
                <a:solidFill>
                  <a:srgbClr val="F1F0F0"/>
                </a:solidFill>
                <a:latin typeface="微软雅黑" panose="020B0503020204020204" charset="-122"/>
                <a:cs typeface="Aparajita" panose="020B0604020202020204" pitchFamily="34" charset="0"/>
              </a:rPr>
              <a:t>03</a:t>
            </a:r>
          </a:p>
        </p:txBody>
      </p:sp>
      <p:sp>
        <p:nvSpPr>
          <p:cNvPr id="157" name="Freeform 282"/>
          <p:cNvSpPr>
            <a:spLocks noChangeArrowheads="1"/>
          </p:cNvSpPr>
          <p:nvPr/>
        </p:nvSpPr>
        <p:spPr bwMode="auto">
          <a:xfrm>
            <a:off x="3379322" y="2481308"/>
            <a:ext cx="384872" cy="383194"/>
          </a:xfrm>
          <a:custGeom>
            <a:avLst/>
            <a:gdLst>
              <a:gd name="T0" fmla="*/ 1344 w 1999"/>
              <a:gd name="T1" fmla="*/ 289 h 1990"/>
              <a:gd name="T2" fmla="*/ 1344 w 1999"/>
              <a:gd name="T3" fmla="*/ 289 h 1990"/>
              <a:gd name="T4" fmla="*/ 287 w 1999"/>
              <a:gd name="T5" fmla="*/ 297 h 1990"/>
              <a:gd name="T6" fmla="*/ 296 w 1999"/>
              <a:gd name="T7" fmla="*/ 1353 h 1990"/>
              <a:gd name="T8" fmla="*/ 1247 w 1999"/>
              <a:gd name="T9" fmla="*/ 1432 h 1990"/>
              <a:gd name="T10" fmla="*/ 1292 w 1999"/>
              <a:gd name="T11" fmla="*/ 1510 h 1990"/>
              <a:gd name="T12" fmla="*/ 1719 w 1999"/>
              <a:gd name="T13" fmla="*/ 1929 h 1990"/>
              <a:gd name="T14" fmla="*/ 1936 w 1999"/>
              <a:gd name="T15" fmla="*/ 1929 h 1990"/>
              <a:gd name="T16" fmla="*/ 1936 w 1999"/>
              <a:gd name="T17" fmla="*/ 1710 h 1990"/>
              <a:gd name="T18" fmla="*/ 1509 w 1999"/>
              <a:gd name="T19" fmla="*/ 1283 h 1990"/>
              <a:gd name="T20" fmla="*/ 1430 w 1999"/>
              <a:gd name="T21" fmla="*/ 1238 h 1990"/>
              <a:gd name="T22" fmla="*/ 1344 w 1999"/>
              <a:gd name="T23" fmla="*/ 289 h 1990"/>
              <a:gd name="T24" fmla="*/ 1212 w 1999"/>
              <a:gd name="T25" fmla="*/ 1213 h 1990"/>
              <a:gd name="T26" fmla="*/ 1212 w 1999"/>
              <a:gd name="T27" fmla="*/ 1213 h 1990"/>
              <a:gd name="T28" fmla="*/ 428 w 1999"/>
              <a:gd name="T29" fmla="*/ 1213 h 1990"/>
              <a:gd name="T30" fmla="*/ 428 w 1999"/>
              <a:gd name="T31" fmla="*/ 427 h 1990"/>
              <a:gd name="T32" fmla="*/ 1212 w 1999"/>
              <a:gd name="T33" fmla="*/ 427 h 1990"/>
              <a:gd name="T34" fmla="*/ 1212 w 1999"/>
              <a:gd name="T35" fmla="*/ 1213 h 1990"/>
              <a:gd name="T36" fmla="*/ 1212 w 1999"/>
              <a:gd name="T37" fmla="*/ 1213 h 1990"/>
              <a:gd name="T38" fmla="*/ 1212 w 1999"/>
              <a:gd name="T39" fmla="*/ 1213 h 19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99" h="1990">
                <a:moveTo>
                  <a:pt x="1344" y="289"/>
                </a:moveTo>
                <a:lnTo>
                  <a:pt x="1344" y="289"/>
                </a:lnTo>
                <a:cubicBezTo>
                  <a:pt x="1055" y="0"/>
                  <a:pt x="576" y="0"/>
                  <a:pt x="287" y="297"/>
                </a:cubicBezTo>
                <a:cubicBezTo>
                  <a:pt x="0" y="586"/>
                  <a:pt x="0" y="1056"/>
                  <a:pt x="296" y="1353"/>
                </a:cubicBezTo>
                <a:cubicBezTo>
                  <a:pt x="549" y="1605"/>
                  <a:pt x="960" y="1632"/>
                  <a:pt x="1247" y="1432"/>
                </a:cubicBezTo>
                <a:cubicBezTo>
                  <a:pt x="1257" y="1457"/>
                  <a:pt x="1265" y="1483"/>
                  <a:pt x="1292" y="1510"/>
                </a:cubicBezTo>
                <a:cubicBezTo>
                  <a:pt x="1719" y="1929"/>
                  <a:pt x="1719" y="1929"/>
                  <a:pt x="1719" y="1929"/>
                </a:cubicBezTo>
                <a:cubicBezTo>
                  <a:pt x="1779" y="1989"/>
                  <a:pt x="1876" y="1989"/>
                  <a:pt x="1936" y="1929"/>
                </a:cubicBezTo>
                <a:cubicBezTo>
                  <a:pt x="1998" y="1867"/>
                  <a:pt x="1998" y="1772"/>
                  <a:pt x="1936" y="1710"/>
                </a:cubicBezTo>
                <a:cubicBezTo>
                  <a:pt x="1509" y="1283"/>
                  <a:pt x="1509" y="1283"/>
                  <a:pt x="1509" y="1283"/>
                </a:cubicBezTo>
                <a:cubicBezTo>
                  <a:pt x="1492" y="1265"/>
                  <a:pt x="1457" y="1248"/>
                  <a:pt x="1430" y="1238"/>
                </a:cubicBezTo>
                <a:cubicBezTo>
                  <a:pt x="1631" y="951"/>
                  <a:pt x="1606" y="551"/>
                  <a:pt x="1344" y="289"/>
                </a:cubicBezTo>
                <a:close/>
                <a:moveTo>
                  <a:pt x="1212" y="1213"/>
                </a:moveTo>
                <a:lnTo>
                  <a:pt x="1212" y="1213"/>
                </a:lnTo>
                <a:cubicBezTo>
                  <a:pt x="995" y="1432"/>
                  <a:pt x="646" y="1432"/>
                  <a:pt x="428" y="1213"/>
                </a:cubicBezTo>
                <a:cubicBezTo>
                  <a:pt x="209" y="994"/>
                  <a:pt x="209" y="646"/>
                  <a:pt x="428" y="427"/>
                </a:cubicBezTo>
                <a:cubicBezTo>
                  <a:pt x="636" y="210"/>
                  <a:pt x="995" y="210"/>
                  <a:pt x="1212" y="427"/>
                </a:cubicBezTo>
                <a:cubicBezTo>
                  <a:pt x="1430" y="637"/>
                  <a:pt x="1430" y="994"/>
                  <a:pt x="1212" y="1213"/>
                </a:cubicBezTo>
                <a:close/>
                <a:moveTo>
                  <a:pt x="1212" y="1213"/>
                </a:moveTo>
                <a:lnTo>
                  <a:pt x="1212" y="1213"/>
                </a:lnTo>
                <a:close/>
              </a:path>
            </a:pathLst>
          </a:custGeom>
          <a:solidFill>
            <a:schemeClr val="accent1"/>
          </a:solidFill>
          <a:ln>
            <a:noFill/>
          </a:ln>
          <a:effectLst/>
        </p:spPr>
        <p:txBody>
          <a:bodyPr wrap="none" anchor="ctr"/>
          <a:lstStyle/>
          <a:p>
            <a:pPr algn="r"/>
            <a:endParaRPr lang="en-US" sz="6900" dirty="0">
              <a:latin typeface="微软雅黑" panose="020B0503020204020204" charset="-122"/>
            </a:endParaRPr>
          </a:p>
        </p:txBody>
      </p:sp>
      <p:sp>
        <p:nvSpPr>
          <p:cNvPr id="158" name="TextBox 157"/>
          <p:cNvSpPr txBox="1"/>
          <p:nvPr/>
        </p:nvSpPr>
        <p:spPr>
          <a:xfrm>
            <a:off x="870983" y="2612269"/>
            <a:ext cx="2535027" cy="510540"/>
          </a:xfrm>
          <a:prstGeom prst="rect">
            <a:avLst/>
          </a:prstGeom>
          <a:noFill/>
        </p:spPr>
        <p:txBody>
          <a:bodyPr wrap="square" lIns="109709" tIns="54855" rIns="109709" bIns="54855" rtlCol="0">
            <a:spAutoFit/>
          </a:bodyPr>
          <a:lstStyle/>
          <a:p>
            <a:pPr algn="r">
              <a:lnSpc>
                <a:spcPct val="110000"/>
              </a:lnSpc>
            </a:pPr>
            <a:r>
              <a:rPr lang="en-US" sz="1200" dirty="0">
                <a:solidFill>
                  <a:schemeClr val="tx1"/>
                </a:solidFill>
                <a:latin typeface="微软雅黑" panose="020B0503020204020204" charset="-122"/>
                <a:cs typeface="Aparajita" panose="020B0604020202020204" pitchFamily="34" charset="0"/>
              </a:rPr>
              <a:t>请在此粘贴或者输入您的文字内容请在此粘贴或者输入您的文字内容</a:t>
            </a:r>
          </a:p>
        </p:txBody>
      </p:sp>
      <p:sp>
        <p:nvSpPr>
          <p:cNvPr id="159" name="TextBox 158"/>
          <p:cNvSpPr txBox="1"/>
          <p:nvPr/>
        </p:nvSpPr>
        <p:spPr>
          <a:xfrm>
            <a:off x="1553235" y="2379194"/>
            <a:ext cx="1817370" cy="334010"/>
          </a:xfrm>
          <a:prstGeom prst="rect">
            <a:avLst/>
          </a:prstGeom>
          <a:noFill/>
        </p:spPr>
        <p:txBody>
          <a:bodyPr wrap="none" lIns="91421" tIns="45711" rIns="91421" bIns="45711" rtlCol="0">
            <a:spAutoFit/>
          </a:bodyPr>
          <a:lstStyle/>
          <a:p>
            <a:pPr algn="r"/>
            <a:r>
              <a:rPr lang="en-US" sz="1600" b="1" dirty="0">
                <a:latin typeface="微软雅黑" panose="020B0503020204020204" charset="-122"/>
              </a:rPr>
              <a:t>单击此处添加标题</a:t>
            </a:r>
          </a:p>
        </p:txBody>
      </p:sp>
      <p:sp>
        <p:nvSpPr>
          <p:cNvPr id="165" name="TextBox 164"/>
          <p:cNvSpPr txBox="1"/>
          <p:nvPr/>
        </p:nvSpPr>
        <p:spPr>
          <a:xfrm>
            <a:off x="864633" y="4638639"/>
            <a:ext cx="2517745" cy="510540"/>
          </a:xfrm>
          <a:prstGeom prst="rect">
            <a:avLst/>
          </a:prstGeom>
          <a:noFill/>
        </p:spPr>
        <p:txBody>
          <a:bodyPr wrap="square" lIns="109709" tIns="54855" rIns="109709" bIns="54855" rtlCol="0">
            <a:spAutoFit/>
          </a:bodyPr>
          <a:lstStyle/>
          <a:p>
            <a:pPr algn="r">
              <a:lnSpc>
                <a:spcPct val="110000"/>
              </a:lnSpc>
            </a:pPr>
            <a:r>
              <a:rPr lang="en-US" sz="1200" dirty="0">
                <a:solidFill>
                  <a:schemeClr val="tx1"/>
                </a:solidFill>
                <a:latin typeface="微软雅黑" panose="020B0503020204020204" charset="-122"/>
                <a:cs typeface="Aparajita" panose="020B0604020202020204" pitchFamily="34" charset="0"/>
              </a:rPr>
              <a:t>请在此粘贴或者输入您的文字内容请在此粘贴或者输入您的文字内容</a:t>
            </a:r>
          </a:p>
        </p:txBody>
      </p:sp>
      <p:sp>
        <p:nvSpPr>
          <p:cNvPr id="166" name="TextBox 165"/>
          <p:cNvSpPr txBox="1"/>
          <p:nvPr/>
        </p:nvSpPr>
        <p:spPr>
          <a:xfrm>
            <a:off x="1542728" y="4390959"/>
            <a:ext cx="1817370" cy="334010"/>
          </a:xfrm>
          <a:prstGeom prst="rect">
            <a:avLst/>
          </a:prstGeom>
          <a:noFill/>
        </p:spPr>
        <p:txBody>
          <a:bodyPr wrap="none" lIns="91421" tIns="45711" rIns="91421" bIns="45711" rtlCol="0">
            <a:spAutoFit/>
          </a:bodyPr>
          <a:lstStyle/>
          <a:p>
            <a:pPr algn="r"/>
            <a:r>
              <a:rPr lang="en-US" sz="1600" b="1" dirty="0">
                <a:latin typeface="微软雅黑" panose="020B0503020204020204" charset="-122"/>
              </a:rPr>
              <a:t>单击此处添加标题</a:t>
            </a:r>
          </a:p>
        </p:txBody>
      </p:sp>
      <p:sp>
        <p:nvSpPr>
          <p:cNvPr id="167" name="Freeform 115"/>
          <p:cNvSpPr>
            <a:spLocks noChangeArrowheads="1"/>
          </p:cNvSpPr>
          <p:nvPr/>
        </p:nvSpPr>
        <p:spPr bwMode="auto">
          <a:xfrm>
            <a:off x="3448293" y="4477311"/>
            <a:ext cx="287792" cy="264584"/>
          </a:xfrm>
          <a:custGeom>
            <a:avLst/>
            <a:gdLst>
              <a:gd name="T0" fmla="*/ 600 w 601"/>
              <a:gd name="T1" fmla="*/ 226 h 552"/>
              <a:gd name="T2" fmla="*/ 600 w 601"/>
              <a:gd name="T3" fmla="*/ 226 h 552"/>
              <a:gd name="T4" fmla="*/ 522 w 601"/>
              <a:gd name="T5" fmla="*/ 304 h 552"/>
              <a:gd name="T6" fmla="*/ 452 w 601"/>
              <a:gd name="T7" fmla="*/ 226 h 552"/>
              <a:gd name="T8" fmla="*/ 452 w 601"/>
              <a:gd name="T9" fmla="*/ 226 h 552"/>
              <a:gd name="T10" fmla="*/ 452 w 601"/>
              <a:gd name="T11" fmla="*/ 226 h 552"/>
              <a:gd name="T12" fmla="*/ 452 w 601"/>
              <a:gd name="T13" fmla="*/ 226 h 552"/>
              <a:gd name="T14" fmla="*/ 374 w 601"/>
              <a:gd name="T15" fmla="*/ 304 h 552"/>
              <a:gd name="T16" fmla="*/ 296 w 601"/>
              <a:gd name="T17" fmla="*/ 226 h 552"/>
              <a:gd name="T18" fmla="*/ 296 w 601"/>
              <a:gd name="T19" fmla="*/ 226 h 552"/>
              <a:gd name="T20" fmla="*/ 296 w 601"/>
              <a:gd name="T21" fmla="*/ 226 h 552"/>
              <a:gd name="T22" fmla="*/ 296 w 601"/>
              <a:gd name="T23" fmla="*/ 226 h 552"/>
              <a:gd name="T24" fmla="*/ 296 w 601"/>
              <a:gd name="T25" fmla="*/ 226 h 552"/>
              <a:gd name="T26" fmla="*/ 226 w 601"/>
              <a:gd name="T27" fmla="*/ 304 h 552"/>
              <a:gd name="T28" fmla="*/ 148 w 601"/>
              <a:gd name="T29" fmla="*/ 226 h 552"/>
              <a:gd name="T30" fmla="*/ 148 w 601"/>
              <a:gd name="T31" fmla="*/ 226 h 552"/>
              <a:gd name="T32" fmla="*/ 148 w 601"/>
              <a:gd name="T33" fmla="*/ 226 h 552"/>
              <a:gd name="T34" fmla="*/ 148 w 601"/>
              <a:gd name="T35" fmla="*/ 226 h 552"/>
              <a:gd name="T36" fmla="*/ 148 w 601"/>
              <a:gd name="T37" fmla="*/ 226 h 552"/>
              <a:gd name="T38" fmla="*/ 70 w 601"/>
              <a:gd name="T39" fmla="*/ 304 h 552"/>
              <a:gd name="T40" fmla="*/ 0 w 601"/>
              <a:gd name="T41" fmla="*/ 226 h 552"/>
              <a:gd name="T42" fmla="*/ 0 w 601"/>
              <a:gd name="T43" fmla="*/ 226 h 552"/>
              <a:gd name="T44" fmla="*/ 0 w 601"/>
              <a:gd name="T45" fmla="*/ 226 h 552"/>
              <a:gd name="T46" fmla="*/ 0 w 601"/>
              <a:gd name="T47" fmla="*/ 226 h 552"/>
              <a:gd name="T48" fmla="*/ 49 w 601"/>
              <a:gd name="T49" fmla="*/ 84 h 552"/>
              <a:gd name="T50" fmla="*/ 551 w 601"/>
              <a:gd name="T51" fmla="*/ 84 h 552"/>
              <a:gd name="T52" fmla="*/ 600 w 601"/>
              <a:gd name="T53" fmla="*/ 226 h 552"/>
              <a:gd name="T54" fmla="*/ 508 w 601"/>
              <a:gd name="T55" fmla="*/ 56 h 552"/>
              <a:gd name="T56" fmla="*/ 508 w 601"/>
              <a:gd name="T57" fmla="*/ 56 h 552"/>
              <a:gd name="T58" fmla="*/ 91 w 601"/>
              <a:gd name="T59" fmla="*/ 56 h 552"/>
              <a:gd name="T60" fmla="*/ 63 w 601"/>
              <a:gd name="T61" fmla="*/ 28 h 552"/>
              <a:gd name="T62" fmla="*/ 91 w 601"/>
              <a:gd name="T63" fmla="*/ 0 h 552"/>
              <a:gd name="T64" fmla="*/ 508 w 601"/>
              <a:gd name="T65" fmla="*/ 0 h 552"/>
              <a:gd name="T66" fmla="*/ 537 w 601"/>
              <a:gd name="T67" fmla="*/ 28 h 552"/>
              <a:gd name="T68" fmla="*/ 508 w 601"/>
              <a:gd name="T69" fmla="*/ 56 h 552"/>
              <a:gd name="T70" fmla="*/ 84 w 601"/>
              <a:gd name="T71" fmla="*/ 332 h 552"/>
              <a:gd name="T72" fmla="*/ 84 w 601"/>
              <a:gd name="T73" fmla="*/ 332 h 552"/>
              <a:gd name="T74" fmla="*/ 84 w 601"/>
              <a:gd name="T75" fmla="*/ 332 h 552"/>
              <a:gd name="T76" fmla="*/ 91 w 601"/>
              <a:gd name="T77" fmla="*/ 332 h 552"/>
              <a:gd name="T78" fmla="*/ 91 w 601"/>
              <a:gd name="T79" fmla="*/ 332 h 552"/>
              <a:gd name="T80" fmla="*/ 98 w 601"/>
              <a:gd name="T81" fmla="*/ 332 h 552"/>
              <a:gd name="T82" fmla="*/ 113 w 601"/>
              <a:gd name="T83" fmla="*/ 325 h 552"/>
              <a:gd name="T84" fmla="*/ 113 w 601"/>
              <a:gd name="T85" fmla="*/ 325 h 552"/>
              <a:gd name="T86" fmla="*/ 113 w 601"/>
              <a:gd name="T87" fmla="*/ 325 h 552"/>
              <a:gd name="T88" fmla="*/ 113 w 601"/>
              <a:gd name="T89" fmla="*/ 466 h 552"/>
              <a:gd name="T90" fmla="*/ 487 w 601"/>
              <a:gd name="T91" fmla="*/ 466 h 552"/>
              <a:gd name="T92" fmla="*/ 487 w 601"/>
              <a:gd name="T93" fmla="*/ 325 h 552"/>
              <a:gd name="T94" fmla="*/ 487 w 601"/>
              <a:gd name="T95" fmla="*/ 325 h 552"/>
              <a:gd name="T96" fmla="*/ 487 w 601"/>
              <a:gd name="T97" fmla="*/ 325 h 552"/>
              <a:gd name="T98" fmla="*/ 501 w 601"/>
              <a:gd name="T99" fmla="*/ 332 h 552"/>
              <a:gd name="T100" fmla="*/ 508 w 601"/>
              <a:gd name="T101" fmla="*/ 332 h 552"/>
              <a:gd name="T102" fmla="*/ 508 w 601"/>
              <a:gd name="T103" fmla="*/ 332 h 552"/>
              <a:gd name="T104" fmla="*/ 515 w 601"/>
              <a:gd name="T105" fmla="*/ 332 h 552"/>
              <a:gd name="T106" fmla="*/ 515 w 601"/>
              <a:gd name="T107" fmla="*/ 332 h 552"/>
              <a:gd name="T108" fmla="*/ 522 w 601"/>
              <a:gd name="T109" fmla="*/ 332 h 552"/>
              <a:gd name="T110" fmla="*/ 544 w 601"/>
              <a:gd name="T111" fmla="*/ 332 h 552"/>
              <a:gd name="T112" fmla="*/ 544 w 601"/>
              <a:gd name="T113" fmla="*/ 523 h 552"/>
              <a:gd name="T114" fmla="*/ 515 w 601"/>
              <a:gd name="T115" fmla="*/ 551 h 552"/>
              <a:gd name="T116" fmla="*/ 84 w 601"/>
              <a:gd name="T117" fmla="*/ 551 h 552"/>
              <a:gd name="T118" fmla="*/ 56 w 601"/>
              <a:gd name="T119" fmla="*/ 523 h 552"/>
              <a:gd name="T120" fmla="*/ 56 w 601"/>
              <a:gd name="T121" fmla="*/ 332 h 552"/>
              <a:gd name="T122" fmla="*/ 70 w 601"/>
              <a:gd name="T123" fmla="*/ 332 h 552"/>
              <a:gd name="T124" fmla="*/ 84 w 601"/>
              <a:gd name="T125" fmla="*/ 332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01" h="552">
                <a:moveTo>
                  <a:pt x="600" y="226"/>
                </a:moveTo>
                <a:lnTo>
                  <a:pt x="600" y="226"/>
                </a:lnTo>
                <a:cubicBezTo>
                  <a:pt x="600" y="268"/>
                  <a:pt x="565" y="304"/>
                  <a:pt x="522" y="304"/>
                </a:cubicBezTo>
                <a:cubicBezTo>
                  <a:pt x="480" y="304"/>
                  <a:pt x="452" y="268"/>
                  <a:pt x="452" y="226"/>
                </a:cubicBezTo>
                <a:lnTo>
                  <a:pt x="452" y="226"/>
                </a:lnTo>
                <a:lnTo>
                  <a:pt x="452" y="226"/>
                </a:lnTo>
                <a:lnTo>
                  <a:pt x="452" y="226"/>
                </a:lnTo>
                <a:cubicBezTo>
                  <a:pt x="452" y="268"/>
                  <a:pt x="417" y="304"/>
                  <a:pt x="374" y="304"/>
                </a:cubicBezTo>
                <a:cubicBezTo>
                  <a:pt x="332" y="304"/>
                  <a:pt x="296" y="268"/>
                  <a:pt x="296" y="226"/>
                </a:cubicBezTo>
                <a:lnTo>
                  <a:pt x="296" y="226"/>
                </a:lnTo>
                <a:lnTo>
                  <a:pt x="296" y="226"/>
                </a:lnTo>
                <a:lnTo>
                  <a:pt x="296" y="226"/>
                </a:lnTo>
                <a:lnTo>
                  <a:pt x="296" y="226"/>
                </a:lnTo>
                <a:cubicBezTo>
                  <a:pt x="296" y="268"/>
                  <a:pt x="268" y="304"/>
                  <a:pt x="226" y="304"/>
                </a:cubicBezTo>
                <a:cubicBezTo>
                  <a:pt x="183" y="304"/>
                  <a:pt x="148" y="268"/>
                  <a:pt x="148" y="226"/>
                </a:cubicBezTo>
                <a:lnTo>
                  <a:pt x="148" y="226"/>
                </a:lnTo>
                <a:lnTo>
                  <a:pt x="148" y="226"/>
                </a:lnTo>
                <a:lnTo>
                  <a:pt x="148" y="226"/>
                </a:lnTo>
                <a:lnTo>
                  <a:pt x="148" y="226"/>
                </a:lnTo>
                <a:cubicBezTo>
                  <a:pt x="148" y="268"/>
                  <a:pt x="113" y="304"/>
                  <a:pt x="70" y="304"/>
                </a:cubicBezTo>
                <a:cubicBezTo>
                  <a:pt x="28" y="304"/>
                  <a:pt x="0" y="268"/>
                  <a:pt x="0" y="226"/>
                </a:cubicBezTo>
                <a:lnTo>
                  <a:pt x="0" y="226"/>
                </a:lnTo>
                <a:lnTo>
                  <a:pt x="0" y="226"/>
                </a:lnTo>
                <a:lnTo>
                  <a:pt x="0" y="226"/>
                </a:lnTo>
                <a:cubicBezTo>
                  <a:pt x="49" y="84"/>
                  <a:pt x="49" y="84"/>
                  <a:pt x="49" y="84"/>
                </a:cubicBezTo>
                <a:cubicBezTo>
                  <a:pt x="551" y="84"/>
                  <a:pt x="551" y="84"/>
                  <a:pt x="551" y="84"/>
                </a:cubicBezTo>
                <a:cubicBezTo>
                  <a:pt x="600" y="226"/>
                  <a:pt x="600" y="226"/>
                  <a:pt x="600" y="226"/>
                </a:cubicBezTo>
                <a:close/>
                <a:moveTo>
                  <a:pt x="508" y="56"/>
                </a:moveTo>
                <a:lnTo>
                  <a:pt x="508" y="56"/>
                </a:lnTo>
                <a:cubicBezTo>
                  <a:pt x="91" y="56"/>
                  <a:pt x="91" y="56"/>
                  <a:pt x="91" y="56"/>
                </a:cubicBezTo>
                <a:cubicBezTo>
                  <a:pt x="77" y="56"/>
                  <a:pt x="63" y="49"/>
                  <a:pt x="63" y="28"/>
                </a:cubicBezTo>
                <a:cubicBezTo>
                  <a:pt x="63" y="14"/>
                  <a:pt x="77" y="0"/>
                  <a:pt x="91" y="0"/>
                </a:cubicBezTo>
                <a:cubicBezTo>
                  <a:pt x="508" y="0"/>
                  <a:pt x="508" y="0"/>
                  <a:pt x="508" y="0"/>
                </a:cubicBezTo>
                <a:cubicBezTo>
                  <a:pt x="522" y="0"/>
                  <a:pt x="537" y="14"/>
                  <a:pt x="537" y="28"/>
                </a:cubicBezTo>
                <a:cubicBezTo>
                  <a:pt x="537" y="49"/>
                  <a:pt x="522" y="56"/>
                  <a:pt x="508" y="56"/>
                </a:cubicBezTo>
                <a:close/>
                <a:moveTo>
                  <a:pt x="84" y="332"/>
                </a:moveTo>
                <a:lnTo>
                  <a:pt x="84" y="332"/>
                </a:lnTo>
                <a:lnTo>
                  <a:pt x="84" y="332"/>
                </a:lnTo>
                <a:cubicBezTo>
                  <a:pt x="84" y="332"/>
                  <a:pt x="84" y="332"/>
                  <a:pt x="91" y="332"/>
                </a:cubicBezTo>
                <a:lnTo>
                  <a:pt x="91" y="332"/>
                </a:lnTo>
                <a:cubicBezTo>
                  <a:pt x="91" y="332"/>
                  <a:pt x="91" y="332"/>
                  <a:pt x="98" y="332"/>
                </a:cubicBezTo>
                <a:cubicBezTo>
                  <a:pt x="98" y="325"/>
                  <a:pt x="106" y="325"/>
                  <a:pt x="113" y="325"/>
                </a:cubicBezTo>
                <a:lnTo>
                  <a:pt x="113" y="325"/>
                </a:lnTo>
                <a:lnTo>
                  <a:pt x="113" y="325"/>
                </a:lnTo>
                <a:cubicBezTo>
                  <a:pt x="113" y="466"/>
                  <a:pt x="113" y="466"/>
                  <a:pt x="113" y="466"/>
                </a:cubicBezTo>
                <a:cubicBezTo>
                  <a:pt x="487" y="466"/>
                  <a:pt x="487" y="466"/>
                  <a:pt x="487" y="466"/>
                </a:cubicBezTo>
                <a:cubicBezTo>
                  <a:pt x="487" y="325"/>
                  <a:pt x="487" y="325"/>
                  <a:pt x="487" y="325"/>
                </a:cubicBezTo>
                <a:lnTo>
                  <a:pt x="487" y="325"/>
                </a:lnTo>
                <a:lnTo>
                  <a:pt x="487" y="325"/>
                </a:lnTo>
                <a:cubicBezTo>
                  <a:pt x="494" y="325"/>
                  <a:pt x="494" y="325"/>
                  <a:pt x="501" y="332"/>
                </a:cubicBezTo>
                <a:cubicBezTo>
                  <a:pt x="501" y="332"/>
                  <a:pt x="501" y="332"/>
                  <a:pt x="508" y="332"/>
                </a:cubicBezTo>
                <a:lnTo>
                  <a:pt x="508" y="332"/>
                </a:lnTo>
                <a:lnTo>
                  <a:pt x="515" y="332"/>
                </a:lnTo>
                <a:lnTo>
                  <a:pt x="515" y="332"/>
                </a:lnTo>
                <a:lnTo>
                  <a:pt x="522" y="332"/>
                </a:lnTo>
                <a:cubicBezTo>
                  <a:pt x="530" y="332"/>
                  <a:pt x="537" y="332"/>
                  <a:pt x="544" y="332"/>
                </a:cubicBezTo>
                <a:cubicBezTo>
                  <a:pt x="544" y="523"/>
                  <a:pt x="544" y="523"/>
                  <a:pt x="544" y="523"/>
                </a:cubicBezTo>
                <a:cubicBezTo>
                  <a:pt x="544" y="537"/>
                  <a:pt x="530" y="551"/>
                  <a:pt x="515" y="551"/>
                </a:cubicBezTo>
                <a:cubicBezTo>
                  <a:pt x="84" y="551"/>
                  <a:pt x="84" y="551"/>
                  <a:pt x="84" y="551"/>
                </a:cubicBezTo>
                <a:cubicBezTo>
                  <a:pt x="63" y="551"/>
                  <a:pt x="56" y="537"/>
                  <a:pt x="56" y="523"/>
                </a:cubicBezTo>
                <a:cubicBezTo>
                  <a:pt x="56" y="332"/>
                  <a:pt x="56" y="332"/>
                  <a:pt x="56" y="332"/>
                </a:cubicBezTo>
                <a:cubicBezTo>
                  <a:pt x="63" y="332"/>
                  <a:pt x="63" y="332"/>
                  <a:pt x="70" y="332"/>
                </a:cubicBezTo>
                <a:cubicBezTo>
                  <a:pt x="77" y="332"/>
                  <a:pt x="77" y="332"/>
                  <a:pt x="84" y="332"/>
                </a:cubicBezTo>
                <a:close/>
              </a:path>
            </a:pathLst>
          </a:custGeom>
          <a:solidFill>
            <a:schemeClr val="accent3"/>
          </a:solidFill>
          <a:ln>
            <a:noFill/>
          </a:ln>
          <a:effectLst/>
        </p:spPr>
        <p:txBody>
          <a:bodyPr wrap="none" anchor="ctr"/>
          <a:lstStyle/>
          <a:p>
            <a:pPr algn="r">
              <a:defRPr/>
            </a:pPr>
            <a:endParaRPr lang="en-US" sz="1800" dirty="0">
              <a:latin typeface="微软雅黑" panose="020B0503020204020204" charset="-122"/>
              <a:ea typeface="+mn-ea"/>
              <a:cs typeface="+mn-cs"/>
            </a:endParaRPr>
          </a:p>
        </p:txBody>
      </p:sp>
      <p:sp>
        <p:nvSpPr>
          <p:cNvPr id="170" name="TextBox 169"/>
          <p:cNvSpPr txBox="1"/>
          <p:nvPr/>
        </p:nvSpPr>
        <p:spPr>
          <a:xfrm>
            <a:off x="8904744" y="2041388"/>
            <a:ext cx="2544185" cy="510540"/>
          </a:xfrm>
          <a:prstGeom prst="rect">
            <a:avLst/>
          </a:prstGeom>
          <a:noFill/>
        </p:spPr>
        <p:txBody>
          <a:bodyPr wrap="square" lIns="109709" tIns="54855" rIns="109709" bIns="54855" rtlCol="0">
            <a:spAutoFit/>
          </a:bodyPr>
          <a:lstStyle/>
          <a:p>
            <a:pPr>
              <a:lnSpc>
                <a:spcPct val="110000"/>
              </a:lnSpc>
            </a:pPr>
            <a:r>
              <a:rPr lang="en-US" sz="1200" dirty="0">
                <a:solidFill>
                  <a:schemeClr val="tx1"/>
                </a:solidFill>
                <a:latin typeface="微软雅黑" panose="020B0503020204020204" charset="-122"/>
                <a:cs typeface="Aparajita" panose="020B0604020202020204" pitchFamily="34" charset="0"/>
              </a:rPr>
              <a:t>请在此粘贴或者输入您的文字内容请在此粘贴或者输入您的文字内容</a:t>
            </a:r>
          </a:p>
        </p:txBody>
      </p:sp>
      <p:sp>
        <p:nvSpPr>
          <p:cNvPr id="171" name="TextBox 170"/>
          <p:cNvSpPr txBox="1"/>
          <p:nvPr/>
        </p:nvSpPr>
        <p:spPr>
          <a:xfrm>
            <a:off x="8904829" y="1808313"/>
            <a:ext cx="1817370" cy="334010"/>
          </a:xfrm>
          <a:prstGeom prst="rect">
            <a:avLst/>
          </a:prstGeom>
          <a:noFill/>
        </p:spPr>
        <p:txBody>
          <a:bodyPr wrap="none" lIns="91421" tIns="45711" rIns="91421" bIns="45711" rtlCol="0">
            <a:spAutoFit/>
          </a:bodyPr>
          <a:lstStyle/>
          <a:p>
            <a:pPr algn="l"/>
            <a:r>
              <a:rPr lang="en-US" sz="1600" b="1" dirty="0">
                <a:latin typeface="微软雅黑" panose="020B0503020204020204" charset="-122"/>
              </a:rPr>
              <a:t>单击此处添加标题</a:t>
            </a:r>
          </a:p>
        </p:txBody>
      </p:sp>
      <p:grpSp>
        <p:nvGrpSpPr>
          <p:cNvPr id="172" name="Group 171"/>
          <p:cNvGrpSpPr/>
          <p:nvPr/>
        </p:nvGrpSpPr>
        <p:grpSpPr>
          <a:xfrm>
            <a:off x="8581948" y="1918881"/>
            <a:ext cx="267367" cy="286118"/>
            <a:chOff x="5484820" y="7048230"/>
            <a:chExt cx="1337946" cy="1431781"/>
          </a:xfrm>
          <a:solidFill>
            <a:schemeClr val="accent2"/>
          </a:solidFill>
        </p:grpSpPr>
        <p:sp>
          <p:nvSpPr>
            <p:cNvPr id="173" name="Freeform 284"/>
            <p:cNvSpPr>
              <a:spLocks noChangeArrowheads="1"/>
            </p:cNvSpPr>
            <p:nvPr/>
          </p:nvSpPr>
          <p:spPr bwMode="auto">
            <a:xfrm>
              <a:off x="5484820" y="7048230"/>
              <a:ext cx="1303858" cy="596576"/>
            </a:xfrm>
            <a:custGeom>
              <a:avLst/>
              <a:gdLst>
                <a:gd name="T0" fmla="*/ 122 w 1352"/>
                <a:gd name="T1" fmla="*/ 621 h 622"/>
                <a:gd name="T2" fmla="*/ 122 w 1352"/>
                <a:gd name="T3" fmla="*/ 621 h 622"/>
                <a:gd name="T4" fmla="*/ 235 w 1352"/>
                <a:gd name="T5" fmla="*/ 551 h 622"/>
                <a:gd name="T6" fmla="*/ 697 w 1352"/>
                <a:gd name="T7" fmla="*/ 237 h 622"/>
                <a:gd name="T8" fmla="*/ 994 w 1352"/>
                <a:gd name="T9" fmla="*/ 340 h 622"/>
                <a:gd name="T10" fmla="*/ 933 w 1352"/>
                <a:gd name="T11" fmla="*/ 359 h 622"/>
                <a:gd name="T12" fmla="*/ 889 w 1352"/>
                <a:gd name="T13" fmla="*/ 402 h 622"/>
                <a:gd name="T14" fmla="*/ 916 w 1352"/>
                <a:gd name="T15" fmla="*/ 454 h 622"/>
                <a:gd name="T16" fmla="*/ 1281 w 1352"/>
                <a:gd name="T17" fmla="*/ 621 h 622"/>
                <a:gd name="T18" fmla="*/ 1335 w 1352"/>
                <a:gd name="T19" fmla="*/ 611 h 622"/>
                <a:gd name="T20" fmla="*/ 1351 w 1352"/>
                <a:gd name="T21" fmla="*/ 567 h 622"/>
                <a:gd name="T22" fmla="*/ 1351 w 1352"/>
                <a:gd name="T23" fmla="*/ 167 h 622"/>
                <a:gd name="T24" fmla="*/ 1316 w 1352"/>
                <a:gd name="T25" fmla="*/ 124 h 622"/>
                <a:gd name="T26" fmla="*/ 1265 w 1352"/>
                <a:gd name="T27" fmla="*/ 140 h 622"/>
                <a:gd name="T28" fmla="*/ 1211 w 1352"/>
                <a:gd name="T29" fmla="*/ 219 h 622"/>
                <a:gd name="T30" fmla="*/ 697 w 1352"/>
                <a:gd name="T31" fmla="*/ 0 h 622"/>
                <a:gd name="T32" fmla="*/ 17 w 1352"/>
                <a:gd name="T33" fmla="*/ 454 h 622"/>
                <a:gd name="T34" fmla="*/ 25 w 1352"/>
                <a:gd name="T35" fmla="*/ 567 h 622"/>
                <a:gd name="T36" fmla="*/ 122 w 1352"/>
                <a:gd name="T37" fmla="*/ 621 h 622"/>
                <a:gd name="T38" fmla="*/ 122 w 1352"/>
                <a:gd name="T39" fmla="*/ 621 h 622"/>
                <a:gd name="T40" fmla="*/ 122 w 1352"/>
                <a:gd name="T41" fmla="*/ 621 h 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2" h="622">
                  <a:moveTo>
                    <a:pt x="122" y="621"/>
                  </a:moveTo>
                  <a:lnTo>
                    <a:pt x="122" y="621"/>
                  </a:lnTo>
                  <a:cubicBezTo>
                    <a:pt x="173" y="621"/>
                    <a:pt x="208" y="594"/>
                    <a:pt x="235" y="551"/>
                  </a:cubicBezTo>
                  <a:cubicBezTo>
                    <a:pt x="305" y="367"/>
                    <a:pt x="487" y="237"/>
                    <a:pt x="697" y="237"/>
                  </a:cubicBezTo>
                  <a:cubicBezTo>
                    <a:pt x="811" y="237"/>
                    <a:pt x="916" y="280"/>
                    <a:pt x="994" y="340"/>
                  </a:cubicBezTo>
                  <a:cubicBezTo>
                    <a:pt x="933" y="359"/>
                    <a:pt x="933" y="359"/>
                    <a:pt x="933" y="359"/>
                  </a:cubicBezTo>
                  <a:cubicBezTo>
                    <a:pt x="906" y="359"/>
                    <a:pt x="889" y="375"/>
                    <a:pt x="889" y="402"/>
                  </a:cubicBezTo>
                  <a:cubicBezTo>
                    <a:pt x="889" y="419"/>
                    <a:pt x="898" y="446"/>
                    <a:pt x="916" y="454"/>
                  </a:cubicBezTo>
                  <a:cubicBezTo>
                    <a:pt x="1281" y="621"/>
                    <a:pt x="1281" y="621"/>
                    <a:pt x="1281" y="621"/>
                  </a:cubicBezTo>
                  <a:cubicBezTo>
                    <a:pt x="1300" y="621"/>
                    <a:pt x="1316" y="621"/>
                    <a:pt x="1335" y="611"/>
                  </a:cubicBezTo>
                  <a:cubicBezTo>
                    <a:pt x="1343" y="602"/>
                    <a:pt x="1351" y="586"/>
                    <a:pt x="1351" y="567"/>
                  </a:cubicBezTo>
                  <a:cubicBezTo>
                    <a:pt x="1351" y="167"/>
                    <a:pt x="1351" y="167"/>
                    <a:pt x="1351" y="167"/>
                  </a:cubicBezTo>
                  <a:cubicBezTo>
                    <a:pt x="1351" y="149"/>
                    <a:pt x="1343" y="124"/>
                    <a:pt x="1316" y="124"/>
                  </a:cubicBezTo>
                  <a:cubicBezTo>
                    <a:pt x="1300" y="115"/>
                    <a:pt x="1273" y="124"/>
                    <a:pt x="1265" y="140"/>
                  </a:cubicBezTo>
                  <a:cubicBezTo>
                    <a:pt x="1211" y="219"/>
                    <a:pt x="1211" y="219"/>
                    <a:pt x="1211" y="219"/>
                  </a:cubicBezTo>
                  <a:cubicBezTo>
                    <a:pt x="1081" y="88"/>
                    <a:pt x="898" y="0"/>
                    <a:pt x="697" y="0"/>
                  </a:cubicBezTo>
                  <a:cubicBezTo>
                    <a:pt x="392" y="0"/>
                    <a:pt x="122" y="194"/>
                    <a:pt x="17" y="454"/>
                  </a:cubicBezTo>
                  <a:cubicBezTo>
                    <a:pt x="0" y="489"/>
                    <a:pt x="0" y="532"/>
                    <a:pt x="25" y="567"/>
                  </a:cubicBezTo>
                  <a:cubicBezTo>
                    <a:pt x="43" y="602"/>
                    <a:pt x="87" y="621"/>
                    <a:pt x="122" y="621"/>
                  </a:cubicBezTo>
                  <a:close/>
                  <a:moveTo>
                    <a:pt x="122" y="621"/>
                  </a:moveTo>
                  <a:lnTo>
                    <a:pt x="122" y="621"/>
                  </a:lnTo>
                  <a:close/>
                </a:path>
              </a:pathLst>
            </a:custGeom>
            <a:grpFill/>
            <a:ln>
              <a:noFill/>
            </a:ln>
            <a:effectLst/>
          </p:spPr>
          <p:txBody>
            <a:bodyPr wrap="none" anchor="ctr"/>
            <a:lstStyle/>
            <a:p>
              <a:endParaRPr lang="en-US" sz="6900" dirty="0">
                <a:latin typeface="微软雅黑" panose="020B0503020204020204" charset="-122"/>
              </a:endParaRPr>
            </a:p>
          </p:txBody>
        </p:sp>
        <p:sp>
          <p:nvSpPr>
            <p:cNvPr id="174" name="Freeform 285"/>
            <p:cNvSpPr>
              <a:spLocks noChangeArrowheads="1"/>
            </p:cNvSpPr>
            <p:nvPr/>
          </p:nvSpPr>
          <p:spPr bwMode="auto">
            <a:xfrm>
              <a:off x="5518908" y="7883435"/>
              <a:ext cx="1303858" cy="596576"/>
            </a:xfrm>
            <a:custGeom>
              <a:avLst/>
              <a:gdLst>
                <a:gd name="T0" fmla="*/ 1325 w 1352"/>
                <a:gd name="T1" fmla="*/ 54 h 620"/>
                <a:gd name="T2" fmla="*/ 1325 w 1352"/>
                <a:gd name="T3" fmla="*/ 54 h 620"/>
                <a:gd name="T4" fmla="*/ 1230 w 1352"/>
                <a:gd name="T5" fmla="*/ 0 h 620"/>
                <a:gd name="T6" fmla="*/ 1125 w 1352"/>
                <a:gd name="T7" fmla="*/ 70 h 620"/>
                <a:gd name="T8" fmla="*/ 662 w 1352"/>
                <a:gd name="T9" fmla="*/ 376 h 620"/>
                <a:gd name="T10" fmla="*/ 357 w 1352"/>
                <a:gd name="T11" fmla="*/ 271 h 620"/>
                <a:gd name="T12" fmla="*/ 417 w 1352"/>
                <a:gd name="T13" fmla="*/ 262 h 620"/>
                <a:gd name="T14" fmla="*/ 462 w 1352"/>
                <a:gd name="T15" fmla="*/ 219 h 620"/>
                <a:gd name="T16" fmla="*/ 435 w 1352"/>
                <a:gd name="T17" fmla="*/ 166 h 620"/>
                <a:gd name="T18" fmla="*/ 68 w 1352"/>
                <a:gd name="T19" fmla="*/ 0 h 620"/>
                <a:gd name="T20" fmla="*/ 25 w 1352"/>
                <a:gd name="T21" fmla="*/ 9 h 620"/>
                <a:gd name="T22" fmla="*/ 0 w 1352"/>
                <a:gd name="T23" fmla="*/ 54 h 620"/>
                <a:gd name="T24" fmla="*/ 0 w 1352"/>
                <a:gd name="T25" fmla="*/ 454 h 620"/>
                <a:gd name="T26" fmla="*/ 33 w 1352"/>
                <a:gd name="T27" fmla="*/ 498 h 620"/>
                <a:gd name="T28" fmla="*/ 87 w 1352"/>
                <a:gd name="T29" fmla="*/ 481 h 620"/>
                <a:gd name="T30" fmla="*/ 138 w 1352"/>
                <a:gd name="T31" fmla="*/ 403 h 620"/>
                <a:gd name="T32" fmla="*/ 662 w 1352"/>
                <a:gd name="T33" fmla="*/ 619 h 620"/>
                <a:gd name="T34" fmla="*/ 1343 w 1352"/>
                <a:gd name="T35" fmla="*/ 166 h 620"/>
                <a:gd name="T36" fmla="*/ 1325 w 1352"/>
                <a:gd name="T37" fmla="*/ 54 h 620"/>
                <a:gd name="T38" fmla="*/ 1325 w 1352"/>
                <a:gd name="T39" fmla="*/ 54 h 620"/>
                <a:gd name="T40" fmla="*/ 1325 w 1352"/>
                <a:gd name="T41" fmla="*/ 54 h 6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2" h="620">
                  <a:moveTo>
                    <a:pt x="1325" y="54"/>
                  </a:moveTo>
                  <a:lnTo>
                    <a:pt x="1325" y="54"/>
                  </a:lnTo>
                  <a:cubicBezTo>
                    <a:pt x="1308" y="19"/>
                    <a:pt x="1273" y="0"/>
                    <a:pt x="1230" y="0"/>
                  </a:cubicBezTo>
                  <a:cubicBezTo>
                    <a:pt x="1186" y="0"/>
                    <a:pt x="1141" y="27"/>
                    <a:pt x="1125" y="70"/>
                  </a:cubicBezTo>
                  <a:cubicBezTo>
                    <a:pt x="1046" y="254"/>
                    <a:pt x="863" y="376"/>
                    <a:pt x="662" y="376"/>
                  </a:cubicBezTo>
                  <a:cubicBezTo>
                    <a:pt x="541" y="376"/>
                    <a:pt x="435" y="341"/>
                    <a:pt x="357" y="271"/>
                  </a:cubicBezTo>
                  <a:cubicBezTo>
                    <a:pt x="417" y="262"/>
                    <a:pt x="417" y="262"/>
                    <a:pt x="417" y="262"/>
                  </a:cubicBezTo>
                  <a:cubicBezTo>
                    <a:pt x="444" y="262"/>
                    <a:pt x="462" y="244"/>
                    <a:pt x="462" y="219"/>
                  </a:cubicBezTo>
                  <a:cubicBezTo>
                    <a:pt x="470" y="201"/>
                    <a:pt x="452" y="176"/>
                    <a:pt x="435" y="166"/>
                  </a:cubicBezTo>
                  <a:cubicBezTo>
                    <a:pt x="68" y="0"/>
                    <a:pt x="68" y="0"/>
                    <a:pt x="68" y="0"/>
                  </a:cubicBezTo>
                  <a:cubicBezTo>
                    <a:pt x="52" y="0"/>
                    <a:pt x="33" y="0"/>
                    <a:pt x="25" y="9"/>
                  </a:cubicBezTo>
                  <a:cubicBezTo>
                    <a:pt x="8" y="19"/>
                    <a:pt x="0" y="35"/>
                    <a:pt x="0" y="54"/>
                  </a:cubicBezTo>
                  <a:cubicBezTo>
                    <a:pt x="0" y="454"/>
                    <a:pt x="0" y="454"/>
                    <a:pt x="0" y="454"/>
                  </a:cubicBezTo>
                  <a:cubicBezTo>
                    <a:pt x="0" y="471"/>
                    <a:pt x="8" y="489"/>
                    <a:pt x="33" y="498"/>
                  </a:cubicBezTo>
                  <a:cubicBezTo>
                    <a:pt x="52" y="506"/>
                    <a:pt x="78" y="498"/>
                    <a:pt x="87" y="481"/>
                  </a:cubicBezTo>
                  <a:cubicBezTo>
                    <a:pt x="138" y="403"/>
                    <a:pt x="138" y="403"/>
                    <a:pt x="138" y="403"/>
                  </a:cubicBezTo>
                  <a:cubicBezTo>
                    <a:pt x="270" y="533"/>
                    <a:pt x="452" y="619"/>
                    <a:pt x="662" y="619"/>
                  </a:cubicBezTo>
                  <a:cubicBezTo>
                    <a:pt x="968" y="619"/>
                    <a:pt x="1230" y="428"/>
                    <a:pt x="1343" y="166"/>
                  </a:cubicBezTo>
                  <a:cubicBezTo>
                    <a:pt x="1351" y="132"/>
                    <a:pt x="1351" y="87"/>
                    <a:pt x="1325" y="54"/>
                  </a:cubicBezTo>
                  <a:close/>
                  <a:moveTo>
                    <a:pt x="1325" y="54"/>
                  </a:moveTo>
                  <a:lnTo>
                    <a:pt x="1325" y="54"/>
                  </a:lnTo>
                  <a:close/>
                </a:path>
              </a:pathLst>
            </a:custGeom>
            <a:grpFill/>
            <a:ln>
              <a:noFill/>
            </a:ln>
            <a:effectLst/>
          </p:spPr>
          <p:txBody>
            <a:bodyPr wrap="none" anchor="ctr"/>
            <a:lstStyle/>
            <a:p>
              <a:endParaRPr lang="en-US" sz="6900" dirty="0">
                <a:latin typeface="微软雅黑" panose="020B0503020204020204" charset="-122"/>
              </a:endParaRPr>
            </a:p>
          </p:txBody>
        </p:sp>
      </p:grpSp>
      <p:sp>
        <p:nvSpPr>
          <p:cNvPr id="175" name="TextBox 174"/>
          <p:cNvSpPr txBox="1"/>
          <p:nvPr/>
        </p:nvSpPr>
        <p:spPr>
          <a:xfrm>
            <a:off x="8904744" y="4231888"/>
            <a:ext cx="2544185" cy="510540"/>
          </a:xfrm>
          <a:prstGeom prst="rect">
            <a:avLst/>
          </a:prstGeom>
          <a:noFill/>
        </p:spPr>
        <p:txBody>
          <a:bodyPr wrap="square" lIns="109709" tIns="54855" rIns="109709" bIns="54855" rtlCol="0">
            <a:spAutoFit/>
          </a:bodyPr>
          <a:lstStyle/>
          <a:p>
            <a:pPr>
              <a:lnSpc>
                <a:spcPct val="110000"/>
              </a:lnSpc>
            </a:pPr>
            <a:r>
              <a:rPr lang="en-US" sz="1200" dirty="0">
                <a:solidFill>
                  <a:schemeClr val="tx1"/>
                </a:solidFill>
                <a:latin typeface="微软雅黑" panose="020B0503020204020204" charset="-122"/>
                <a:cs typeface="Aparajita" panose="020B0604020202020204" pitchFamily="34" charset="0"/>
              </a:rPr>
              <a:t>请在此粘贴或者输入您的文字内容请在此粘贴或者输入您的文字内容</a:t>
            </a:r>
          </a:p>
        </p:txBody>
      </p:sp>
      <p:sp>
        <p:nvSpPr>
          <p:cNvPr id="176" name="TextBox 175"/>
          <p:cNvSpPr txBox="1"/>
          <p:nvPr/>
        </p:nvSpPr>
        <p:spPr>
          <a:xfrm>
            <a:off x="8904829" y="3998813"/>
            <a:ext cx="1817370" cy="334010"/>
          </a:xfrm>
          <a:prstGeom prst="rect">
            <a:avLst/>
          </a:prstGeom>
          <a:noFill/>
        </p:spPr>
        <p:txBody>
          <a:bodyPr wrap="none" lIns="91421" tIns="45711" rIns="91421" bIns="45711" rtlCol="0">
            <a:spAutoFit/>
          </a:bodyPr>
          <a:lstStyle/>
          <a:p>
            <a:pPr algn="l"/>
            <a:r>
              <a:rPr lang="en-US" sz="1600" b="1" dirty="0">
                <a:latin typeface="微软雅黑" panose="020B0503020204020204" charset="-122"/>
              </a:rPr>
              <a:t>单击此处添加标题</a:t>
            </a:r>
          </a:p>
        </p:txBody>
      </p:sp>
      <p:sp>
        <p:nvSpPr>
          <p:cNvPr id="177" name="Freeform 53"/>
          <p:cNvSpPr>
            <a:spLocks noChangeArrowheads="1"/>
          </p:cNvSpPr>
          <p:nvPr/>
        </p:nvSpPr>
        <p:spPr bwMode="auto">
          <a:xfrm>
            <a:off x="8561067" y="4120521"/>
            <a:ext cx="292024" cy="292100"/>
          </a:xfrm>
          <a:custGeom>
            <a:avLst/>
            <a:gdLst>
              <a:gd name="T0" fmla="*/ 208626 w 608"/>
              <a:gd name="T1" fmla="*/ 218715 h 609"/>
              <a:gd name="T2" fmla="*/ 0 w 608"/>
              <a:gd name="T3" fmla="*/ 208643 h 609"/>
              <a:gd name="T4" fmla="*/ 10089 w 608"/>
              <a:gd name="T5" fmla="*/ 28059 h 609"/>
              <a:gd name="T6" fmla="*/ 30267 w 608"/>
              <a:gd name="T7" fmla="*/ 38131 h 609"/>
              <a:gd name="T8" fmla="*/ 78910 w 608"/>
              <a:gd name="T9" fmla="*/ 38131 h 609"/>
              <a:gd name="T10" fmla="*/ 139804 w 608"/>
              <a:gd name="T11" fmla="*/ 28059 h 609"/>
              <a:gd name="T12" fmla="*/ 162865 w 608"/>
              <a:gd name="T13" fmla="*/ 61154 h 609"/>
              <a:gd name="T14" fmla="*/ 188448 w 608"/>
              <a:gd name="T15" fmla="*/ 28059 h 609"/>
              <a:gd name="T16" fmla="*/ 218715 w 608"/>
              <a:gd name="T17" fmla="*/ 38131 h 609"/>
              <a:gd name="T18" fmla="*/ 208626 w 608"/>
              <a:gd name="T19" fmla="*/ 218715 h 609"/>
              <a:gd name="T20" fmla="*/ 198537 w 608"/>
              <a:gd name="T21" fmla="*/ 81299 h 609"/>
              <a:gd name="T22" fmla="*/ 20178 w 608"/>
              <a:gd name="T23" fmla="*/ 198211 h 609"/>
              <a:gd name="T24" fmla="*/ 198537 w 608"/>
              <a:gd name="T25" fmla="*/ 81299 h 609"/>
              <a:gd name="T26" fmla="*/ 68461 w 608"/>
              <a:gd name="T27" fmla="*/ 152525 h 609"/>
              <a:gd name="T28" fmla="*/ 81432 w 608"/>
              <a:gd name="T29" fmla="*/ 142453 h 609"/>
              <a:gd name="T30" fmla="*/ 88999 w 608"/>
              <a:gd name="T31" fmla="*/ 134898 h 609"/>
              <a:gd name="T32" fmla="*/ 94044 w 608"/>
              <a:gd name="T33" fmla="*/ 126984 h 609"/>
              <a:gd name="T34" fmla="*/ 86477 w 608"/>
              <a:gd name="T35" fmla="*/ 116912 h 609"/>
              <a:gd name="T36" fmla="*/ 78910 w 608"/>
              <a:gd name="T37" fmla="*/ 121948 h 609"/>
              <a:gd name="T38" fmla="*/ 76388 w 608"/>
              <a:gd name="T39" fmla="*/ 129502 h 609"/>
              <a:gd name="T40" fmla="*/ 65939 w 608"/>
              <a:gd name="T41" fmla="*/ 121948 h 609"/>
              <a:gd name="T42" fmla="*/ 76388 w 608"/>
              <a:gd name="T43" fmla="*/ 106840 h 609"/>
              <a:gd name="T44" fmla="*/ 94044 w 608"/>
              <a:gd name="T45" fmla="*/ 106840 h 609"/>
              <a:gd name="T46" fmla="*/ 104493 w 608"/>
              <a:gd name="T47" fmla="*/ 116912 h 609"/>
              <a:gd name="T48" fmla="*/ 107015 w 608"/>
              <a:gd name="T49" fmla="*/ 132021 h 609"/>
              <a:gd name="T50" fmla="*/ 96566 w 608"/>
              <a:gd name="T51" fmla="*/ 144971 h 609"/>
              <a:gd name="T52" fmla="*/ 83955 w 608"/>
              <a:gd name="T53" fmla="*/ 152525 h 609"/>
              <a:gd name="T54" fmla="*/ 107015 w 608"/>
              <a:gd name="T55" fmla="*/ 157561 h 609"/>
              <a:gd name="T56" fmla="*/ 60894 w 608"/>
              <a:gd name="T57" fmla="*/ 167993 h 609"/>
              <a:gd name="T58" fmla="*/ 68461 w 608"/>
              <a:gd name="T59" fmla="*/ 152525 h 609"/>
              <a:gd name="T60" fmla="*/ 127193 w 608"/>
              <a:gd name="T61" fmla="*/ 157561 h 609"/>
              <a:gd name="T62" fmla="*/ 137282 w 608"/>
              <a:gd name="T63" fmla="*/ 157561 h 609"/>
              <a:gd name="T64" fmla="*/ 142327 w 608"/>
              <a:gd name="T65" fmla="*/ 152525 h 609"/>
              <a:gd name="T66" fmla="*/ 142327 w 608"/>
              <a:gd name="T67" fmla="*/ 142453 h 609"/>
              <a:gd name="T68" fmla="*/ 137282 w 608"/>
              <a:gd name="T69" fmla="*/ 137417 h 609"/>
              <a:gd name="T70" fmla="*/ 127193 w 608"/>
              <a:gd name="T71" fmla="*/ 137417 h 609"/>
              <a:gd name="T72" fmla="*/ 112060 w 608"/>
              <a:gd name="T73" fmla="*/ 142453 h 609"/>
              <a:gd name="T74" fmla="*/ 152776 w 608"/>
              <a:gd name="T75" fmla="*/ 106840 h 609"/>
              <a:gd name="T76" fmla="*/ 127193 w 608"/>
              <a:gd name="T77" fmla="*/ 116912 h 609"/>
              <a:gd name="T78" fmla="*/ 124671 w 608"/>
              <a:gd name="T79" fmla="*/ 132021 h 609"/>
              <a:gd name="T80" fmla="*/ 137282 w 608"/>
              <a:gd name="T81" fmla="*/ 126984 h 609"/>
              <a:gd name="T82" fmla="*/ 152776 w 608"/>
              <a:gd name="T83" fmla="*/ 132021 h 609"/>
              <a:gd name="T84" fmla="*/ 157820 w 608"/>
              <a:gd name="T85" fmla="*/ 147489 h 609"/>
              <a:gd name="T86" fmla="*/ 150254 w 608"/>
              <a:gd name="T87" fmla="*/ 162598 h 609"/>
              <a:gd name="T88" fmla="*/ 134760 w 608"/>
              <a:gd name="T89" fmla="*/ 170512 h 609"/>
              <a:gd name="T90" fmla="*/ 117104 w 608"/>
              <a:gd name="T91" fmla="*/ 165475 h 609"/>
              <a:gd name="T92" fmla="*/ 112060 w 608"/>
              <a:gd name="T93" fmla="*/ 150007 h 609"/>
              <a:gd name="T94" fmla="*/ 127193 w 608"/>
              <a:gd name="T95" fmla="*/ 157561 h 609"/>
              <a:gd name="T96" fmla="*/ 162865 w 608"/>
              <a:gd name="T97" fmla="*/ 48204 h 609"/>
              <a:gd name="T98" fmla="*/ 152776 w 608"/>
              <a:gd name="T99" fmla="*/ 10072 h 609"/>
              <a:gd name="T100" fmla="*/ 172954 w 608"/>
              <a:gd name="T101" fmla="*/ 10072 h 609"/>
              <a:gd name="T102" fmla="*/ 162865 w 608"/>
              <a:gd name="T103" fmla="*/ 48204 h 609"/>
              <a:gd name="T104" fmla="*/ 55850 w 608"/>
              <a:gd name="T105" fmla="*/ 48204 h 609"/>
              <a:gd name="T106" fmla="*/ 45761 w 608"/>
              <a:gd name="T107" fmla="*/ 10072 h 609"/>
              <a:gd name="T108" fmla="*/ 65939 w 608"/>
              <a:gd name="T109" fmla="*/ 10072 h 609"/>
              <a:gd name="T110" fmla="*/ 55850 w 608"/>
              <a:gd name="T111" fmla="*/ 48204 h 60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608" h="609">
                <a:moveTo>
                  <a:pt x="579" y="608"/>
                </a:moveTo>
                <a:lnTo>
                  <a:pt x="579" y="608"/>
                </a:lnTo>
                <a:cubicBezTo>
                  <a:pt x="28" y="608"/>
                  <a:pt x="28" y="608"/>
                  <a:pt x="28" y="608"/>
                </a:cubicBezTo>
                <a:cubicBezTo>
                  <a:pt x="14" y="608"/>
                  <a:pt x="0" y="594"/>
                  <a:pt x="0" y="580"/>
                </a:cubicBezTo>
                <a:cubicBezTo>
                  <a:pt x="0" y="106"/>
                  <a:pt x="0" y="106"/>
                  <a:pt x="0" y="106"/>
                </a:cubicBezTo>
                <a:cubicBezTo>
                  <a:pt x="0" y="92"/>
                  <a:pt x="14" y="78"/>
                  <a:pt x="28" y="78"/>
                </a:cubicBezTo>
                <a:cubicBezTo>
                  <a:pt x="84" y="78"/>
                  <a:pt x="84" y="78"/>
                  <a:pt x="84" y="78"/>
                </a:cubicBezTo>
                <a:cubicBezTo>
                  <a:pt x="84" y="106"/>
                  <a:pt x="84" y="106"/>
                  <a:pt x="84" y="106"/>
                </a:cubicBezTo>
                <a:cubicBezTo>
                  <a:pt x="84" y="141"/>
                  <a:pt x="120" y="170"/>
                  <a:pt x="155" y="170"/>
                </a:cubicBezTo>
                <a:cubicBezTo>
                  <a:pt x="190" y="170"/>
                  <a:pt x="219" y="141"/>
                  <a:pt x="219" y="106"/>
                </a:cubicBezTo>
                <a:cubicBezTo>
                  <a:pt x="219" y="78"/>
                  <a:pt x="219" y="78"/>
                  <a:pt x="219" y="78"/>
                </a:cubicBezTo>
                <a:cubicBezTo>
                  <a:pt x="388" y="78"/>
                  <a:pt x="388" y="78"/>
                  <a:pt x="388" y="78"/>
                </a:cubicBezTo>
                <a:cubicBezTo>
                  <a:pt x="388" y="106"/>
                  <a:pt x="388" y="106"/>
                  <a:pt x="388" y="106"/>
                </a:cubicBezTo>
                <a:cubicBezTo>
                  <a:pt x="388" y="141"/>
                  <a:pt x="417" y="170"/>
                  <a:pt x="452" y="170"/>
                </a:cubicBezTo>
                <a:cubicBezTo>
                  <a:pt x="487" y="170"/>
                  <a:pt x="523" y="141"/>
                  <a:pt x="523" y="106"/>
                </a:cubicBezTo>
                <a:cubicBezTo>
                  <a:pt x="523" y="78"/>
                  <a:pt x="523" y="78"/>
                  <a:pt x="523" y="78"/>
                </a:cubicBezTo>
                <a:cubicBezTo>
                  <a:pt x="579" y="78"/>
                  <a:pt x="579" y="78"/>
                  <a:pt x="579" y="78"/>
                </a:cubicBezTo>
                <a:cubicBezTo>
                  <a:pt x="593" y="78"/>
                  <a:pt x="607" y="92"/>
                  <a:pt x="607" y="106"/>
                </a:cubicBezTo>
                <a:cubicBezTo>
                  <a:pt x="607" y="580"/>
                  <a:pt x="607" y="580"/>
                  <a:pt x="607" y="580"/>
                </a:cubicBezTo>
                <a:cubicBezTo>
                  <a:pt x="607" y="594"/>
                  <a:pt x="593" y="608"/>
                  <a:pt x="579" y="608"/>
                </a:cubicBezTo>
                <a:close/>
                <a:moveTo>
                  <a:pt x="551" y="226"/>
                </a:moveTo>
                <a:lnTo>
                  <a:pt x="551" y="226"/>
                </a:lnTo>
                <a:cubicBezTo>
                  <a:pt x="56" y="226"/>
                  <a:pt x="56" y="226"/>
                  <a:pt x="56" y="226"/>
                </a:cubicBezTo>
                <a:cubicBezTo>
                  <a:pt x="56" y="551"/>
                  <a:pt x="56" y="551"/>
                  <a:pt x="56" y="551"/>
                </a:cubicBezTo>
                <a:cubicBezTo>
                  <a:pt x="551" y="551"/>
                  <a:pt x="551" y="551"/>
                  <a:pt x="551" y="551"/>
                </a:cubicBezTo>
                <a:lnTo>
                  <a:pt x="551" y="226"/>
                </a:lnTo>
                <a:close/>
                <a:moveTo>
                  <a:pt x="190" y="424"/>
                </a:moveTo>
                <a:lnTo>
                  <a:pt x="190" y="424"/>
                </a:lnTo>
                <a:cubicBezTo>
                  <a:pt x="190" y="417"/>
                  <a:pt x="197" y="410"/>
                  <a:pt x="205" y="410"/>
                </a:cubicBezTo>
                <a:cubicBezTo>
                  <a:pt x="212" y="403"/>
                  <a:pt x="219" y="396"/>
                  <a:pt x="226" y="396"/>
                </a:cubicBezTo>
                <a:cubicBezTo>
                  <a:pt x="233" y="389"/>
                  <a:pt x="233" y="389"/>
                  <a:pt x="240" y="382"/>
                </a:cubicBezTo>
                <a:cubicBezTo>
                  <a:pt x="240" y="382"/>
                  <a:pt x="247" y="382"/>
                  <a:pt x="247" y="375"/>
                </a:cubicBezTo>
                <a:cubicBezTo>
                  <a:pt x="254" y="375"/>
                  <a:pt x="254" y="367"/>
                  <a:pt x="261" y="367"/>
                </a:cubicBezTo>
                <a:cubicBezTo>
                  <a:pt x="261" y="360"/>
                  <a:pt x="261" y="353"/>
                  <a:pt x="261" y="353"/>
                </a:cubicBezTo>
                <a:cubicBezTo>
                  <a:pt x="261" y="339"/>
                  <a:pt x="261" y="339"/>
                  <a:pt x="254" y="332"/>
                </a:cubicBezTo>
                <a:cubicBezTo>
                  <a:pt x="254" y="325"/>
                  <a:pt x="247" y="325"/>
                  <a:pt x="240" y="325"/>
                </a:cubicBezTo>
                <a:cubicBezTo>
                  <a:pt x="233" y="325"/>
                  <a:pt x="226" y="325"/>
                  <a:pt x="226" y="325"/>
                </a:cubicBezTo>
                <a:cubicBezTo>
                  <a:pt x="219" y="332"/>
                  <a:pt x="219" y="332"/>
                  <a:pt x="219" y="339"/>
                </a:cubicBezTo>
                <a:cubicBezTo>
                  <a:pt x="212" y="339"/>
                  <a:pt x="212" y="346"/>
                  <a:pt x="212" y="353"/>
                </a:cubicBezTo>
                <a:lnTo>
                  <a:pt x="212" y="360"/>
                </a:lnTo>
                <a:cubicBezTo>
                  <a:pt x="176" y="360"/>
                  <a:pt x="176" y="360"/>
                  <a:pt x="176" y="360"/>
                </a:cubicBezTo>
                <a:cubicBezTo>
                  <a:pt x="176" y="353"/>
                  <a:pt x="176" y="346"/>
                  <a:pt x="183" y="339"/>
                </a:cubicBezTo>
                <a:cubicBezTo>
                  <a:pt x="183" y="325"/>
                  <a:pt x="183" y="318"/>
                  <a:pt x="190" y="311"/>
                </a:cubicBezTo>
                <a:cubicBezTo>
                  <a:pt x="197" y="311"/>
                  <a:pt x="205" y="304"/>
                  <a:pt x="212" y="297"/>
                </a:cubicBezTo>
                <a:cubicBezTo>
                  <a:pt x="219" y="297"/>
                  <a:pt x="226" y="297"/>
                  <a:pt x="240" y="297"/>
                </a:cubicBezTo>
                <a:cubicBezTo>
                  <a:pt x="247" y="297"/>
                  <a:pt x="254" y="297"/>
                  <a:pt x="261" y="297"/>
                </a:cubicBezTo>
                <a:cubicBezTo>
                  <a:pt x="268" y="304"/>
                  <a:pt x="275" y="304"/>
                  <a:pt x="282" y="311"/>
                </a:cubicBezTo>
                <a:cubicBezTo>
                  <a:pt x="282" y="311"/>
                  <a:pt x="290" y="318"/>
                  <a:pt x="290" y="325"/>
                </a:cubicBezTo>
                <a:cubicBezTo>
                  <a:pt x="297" y="332"/>
                  <a:pt x="297" y="339"/>
                  <a:pt x="297" y="346"/>
                </a:cubicBezTo>
                <a:cubicBezTo>
                  <a:pt x="297" y="353"/>
                  <a:pt x="297" y="367"/>
                  <a:pt x="297" y="367"/>
                </a:cubicBezTo>
                <a:cubicBezTo>
                  <a:pt x="290" y="375"/>
                  <a:pt x="290" y="382"/>
                  <a:pt x="282" y="389"/>
                </a:cubicBezTo>
                <a:cubicBezTo>
                  <a:pt x="275" y="389"/>
                  <a:pt x="275" y="396"/>
                  <a:pt x="268" y="403"/>
                </a:cubicBezTo>
                <a:cubicBezTo>
                  <a:pt x="261" y="403"/>
                  <a:pt x="254" y="410"/>
                  <a:pt x="247" y="410"/>
                </a:cubicBezTo>
                <a:cubicBezTo>
                  <a:pt x="240" y="417"/>
                  <a:pt x="240" y="417"/>
                  <a:pt x="233" y="424"/>
                </a:cubicBezTo>
                <a:cubicBezTo>
                  <a:pt x="226" y="431"/>
                  <a:pt x="219" y="431"/>
                  <a:pt x="219" y="438"/>
                </a:cubicBezTo>
                <a:cubicBezTo>
                  <a:pt x="297" y="438"/>
                  <a:pt x="297" y="438"/>
                  <a:pt x="297" y="438"/>
                </a:cubicBezTo>
                <a:cubicBezTo>
                  <a:pt x="297" y="467"/>
                  <a:pt x="297" y="467"/>
                  <a:pt x="297" y="467"/>
                </a:cubicBezTo>
                <a:cubicBezTo>
                  <a:pt x="169" y="467"/>
                  <a:pt x="169" y="467"/>
                  <a:pt x="169" y="467"/>
                </a:cubicBezTo>
                <a:cubicBezTo>
                  <a:pt x="169" y="460"/>
                  <a:pt x="176" y="452"/>
                  <a:pt x="176" y="445"/>
                </a:cubicBezTo>
                <a:cubicBezTo>
                  <a:pt x="176" y="438"/>
                  <a:pt x="183" y="431"/>
                  <a:pt x="190" y="424"/>
                </a:cubicBezTo>
                <a:close/>
                <a:moveTo>
                  <a:pt x="353" y="438"/>
                </a:moveTo>
                <a:lnTo>
                  <a:pt x="353" y="438"/>
                </a:lnTo>
                <a:cubicBezTo>
                  <a:pt x="360" y="445"/>
                  <a:pt x="360" y="445"/>
                  <a:pt x="374" y="445"/>
                </a:cubicBezTo>
                <a:cubicBezTo>
                  <a:pt x="374" y="445"/>
                  <a:pt x="381" y="445"/>
                  <a:pt x="381" y="438"/>
                </a:cubicBezTo>
                <a:cubicBezTo>
                  <a:pt x="388" y="438"/>
                  <a:pt x="388" y="438"/>
                  <a:pt x="395" y="431"/>
                </a:cubicBezTo>
                <a:lnTo>
                  <a:pt x="395" y="424"/>
                </a:lnTo>
                <a:cubicBezTo>
                  <a:pt x="403" y="417"/>
                  <a:pt x="403" y="417"/>
                  <a:pt x="403" y="410"/>
                </a:cubicBezTo>
                <a:cubicBezTo>
                  <a:pt x="403" y="410"/>
                  <a:pt x="403" y="403"/>
                  <a:pt x="395" y="396"/>
                </a:cubicBezTo>
                <a:lnTo>
                  <a:pt x="395" y="389"/>
                </a:lnTo>
                <a:cubicBezTo>
                  <a:pt x="388" y="389"/>
                  <a:pt x="388" y="382"/>
                  <a:pt x="381" y="382"/>
                </a:cubicBezTo>
                <a:lnTo>
                  <a:pt x="374" y="382"/>
                </a:lnTo>
                <a:cubicBezTo>
                  <a:pt x="367" y="382"/>
                  <a:pt x="360" y="382"/>
                  <a:pt x="353" y="382"/>
                </a:cubicBezTo>
                <a:cubicBezTo>
                  <a:pt x="353" y="382"/>
                  <a:pt x="346" y="389"/>
                  <a:pt x="346" y="396"/>
                </a:cubicBezTo>
                <a:cubicBezTo>
                  <a:pt x="311" y="396"/>
                  <a:pt x="311" y="396"/>
                  <a:pt x="311" y="396"/>
                </a:cubicBezTo>
                <a:cubicBezTo>
                  <a:pt x="332" y="297"/>
                  <a:pt x="332" y="297"/>
                  <a:pt x="332" y="297"/>
                </a:cubicBezTo>
                <a:cubicBezTo>
                  <a:pt x="424" y="297"/>
                  <a:pt x="424" y="297"/>
                  <a:pt x="424" y="297"/>
                </a:cubicBezTo>
                <a:cubicBezTo>
                  <a:pt x="424" y="325"/>
                  <a:pt x="424" y="325"/>
                  <a:pt x="424" y="325"/>
                </a:cubicBezTo>
                <a:cubicBezTo>
                  <a:pt x="353" y="325"/>
                  <a:pt x="353" y="325"/>
                  <a:pt x="353" y="325"/>
                </a:cubicBezTo>
                <a:cubicBezTo>
                  <a:pt x="346" y="367"/>
                  <a:pt x="346" y="367"/>
                  <a:pt x="346" y="367"/>
                </a:cubicBezTo>
                <a:cubicBezTo>
                  <a:pt x="353" y="360"/>
                  <a:pt x="360" y="360"/>
                  <a:pt x="367" y="353"/>
                </a:cubicBezTo>
                <a:cubicBezTo>
                  <a:pt x="367" y="353"/>
                  <a:pt x="374" y="353"/>
                  <a:pt x="381" y="353"/>
                </a:cubicBezTo>
                <a:cubicBezTo>
                  <a:pt x="388" y="353"/>
                  <a:pt x="395" y="353"/>
                  <a:pt x="403" y="360"/>
                </a:cubicBezTo>
                <a:cubicBezTo>
                  <a:pt x="410" y="360"/>
                  <a:pt x="417" y="367"/>
                  <a:pt x="424" y="367"/>
                </a:cubicBezTo>
                <a:cubicBezTo>
                  <a:pt x="424" y="375"/>
                  <a:pt x="431" y="382"/>
                  <a:pt x="431" y="389"/>
                </a:cubicBezTo>
                <a:cubicBezTo>
                  <a:pt x="438" y="396"/>
                  <a:pt x="438" y="403"/>
                  <a:pt x="438" y="410"/>
                </a:cubicBezTo>
                <a:cubicBezTo>
                  <a:pt x="438" y="417"/>
                  <a:pt x="431" y="431"/>
                  <a:pt x="431" y="438"/>
                </a:cubicBezTo>
                <a:cubicBezTo>
                  <a:pt x="424" y="445"/>
                  <a:pt x="424" y="452"/>
                  <a:pt x="417" y="452"/>
                </a:cubicBezTo>
                <a:cubicBezTo>
                  <a:pt x="410" y="460"/>
                  <a:pt x="403" y="467"/>
                  <a:pt x="395" y="467"/>
                </a:cubicBezTo>
                <a:cubicBezTo>
                  <a:pt x="388" y="474"/>
                  <a:pt x="381" y="474"/>
                  <a:pt x="374" y="474"/>
                </a:cubicBezTo>
                <a:cubicBezTo>
                  <a:pt x="360" y="474"/>
                  <a:pt x="353" y="474"/>
                  <a:pt x="346" y="467"/>
                </a:cubicBezTo>
                <a:cubicBezTo>
                  <a:pt x="339" y="467"/>
                  <a:pt x="332" y="467"/>
                  <a:pt x="325" y="460"/>
                </a:cubicBezTo>
                <a:cubicBezTo>
                  <a:pt x="325" y="452"/>
                  <a:pt x="318" y="452"/>
                  <a:pt x="311" y="445"/>
                </a:cubicBezTo>
                <a:cubicBezTo>
                  <a:pt x="311" y="438"/>
                  <a:pt x="311" y="424"/>
                  <a:pt x="311" y="417"/>
                </a:cubicBezTo>
                <a:cubicBezTo>
                  <a:pt x="346" y="417"/>
                  <a:pt x="346" y="417"/>
                  <a:pt x="346" y="417"/>
                </a:cubicBezTo>
                <a:cubicBezTo>
                  <a:pt x="346" y="424"/>
                  <a:pt x="346" y="431"/>
                  <a:pt x="353" y="438"/>
                </a:cubicBezTo>
                <a:close/>
                <a:moveTo>
                  <a:pt x="452" y="134"/>
                </a:moveTo>
                <a:lnTo>
                  <a:pt x="452" y="134"/>
                </a:lnTo>
                <a:cubicBezTo>
                  <a:pt x="438" y="134"/>
                  <a:pt x="424" y="120"/>
                  <a:pt x="424" y="106"/>
                </a:cubicBezTo>
                <a:cubicBezTo>
                  <a:pt x="424" y="28"/>
                  <a:pt x="424" y="28"/>
                  <a:pt x="424" y="28"/>
                </a:cubicBezTo>
                <a:cubicBezTo>
                  <a:pt x="424" y="14"/>
                  <a:pt x="438" y="0"/>
                  <a:pt x="452" y="0"/>
                </a:cubicBezTo>
                <a:cubicBezTo>
                  <a:pt x="473" y="0"/>
                  <a:pt x="480" y="14"/>
                  <a:pt x="480" y="28"/>
                </a:cubicBezTo>
                <a:cubicBezTo>
                  <a:pt x="480" y="106"/>
                  <a:pt x="480" y="106"/>
                  <a:pt x="480" y="106"/>
                </a:cubicBezTo>
                <a:cubicBezTo>
                  <a:pt x="480" y="120"/>
                  <a:pt x="473" y="134"/>
                  <a:pt x="452" y="134"/>
                </a:cubicBezTo>
                <a:close/>
                <a:moveTo>
                  <a:pt x="155" y="134"/>
                </a:moveTo>
                <a:lnTo>
                  <a:pt x="155" y="134"/>
                </a:lnTo>
                <a:cubicBezTo>
                  <a:pt x="134" y="134"/>
                  <a:pt x="127" y="120"/>
                  <a:pt x="127" y="106"/>
                </a:cubicBezTo>
                <a:cubicBezTo>
                  <a:pt x="127" y="28"/>
                  <a:pt x="127" y="28"/>
                  <a:pt x="127" y="28"/>
                </a:cubicBezTo>
                <a:cubicBezTo>
                  <a:pt x="127" y="14"/>
                  <a:pt x="134" y="0"/>
                  <a:pt x="155" y="0"/>
                </a:cubicBezTo>
                <a:cubicBezTo>
                  <a:pt x="169" y="0"/>
                  <a:pt x="183" y="14"/>
                  <a:pt x="183" y="28"/>
                </a:cubicBezTo>
                <a:cubicBezTo>
                  <a:pt x="183" y="106"/>
                  <a:pt x="183" y="106"/>
                  <a:pt x="183" y="106"/>
                </a:cubicBezTo>
                <a:cubicBezTo>
                  <a:pt x="183" y="120"/>
                  <a:pt x="169" y="134"/>
                  <a:pt x="155" y="134"/>
                </a:cubicBezTo>
                <a:close/>
              </a:path>
            </a:pathLst>
          </a:custGeom>
          <a:solidFill>
            <a:schemeClr val="accent4"/>
          </a:solidFill>
          <a:ln>
            <a:noFill/>
          </a:ln>
        </p:spPr>
        <p:txBody>
          <a:bodyPr wrap="none" anchor="ctr"/>
          <a:lstStyle/>
          <a:p>
            <a:endParaRPr lang="en-US" sz="1800" dirty="0">
              <a:latin typeface="微软雅黑" panose="020B0503020204020204" charset="-122"/>
            </a:endParaRPr>
          </a:p>
        </p:txBody>
      </p:sp>
      <p:sp>
        <p:nvSpPr>
          <p:cNvPr id="178" name="Text Box 1637"/>
          <p:cNvSpPr txBox="1">
            <a:spLocks noChangeArrowheads="1"/>
          </p:cNvSpPr>
          <p:nvPr/>
        </p:nvSpPr>
        <p:spPr bwMode="auto">
          <a:xfrm>
            <a:off x="4126230" y="2738090"/>
            <a:ext cx="751840" cy="782955"/>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宋体" panose="02010600030101010101" pitchFamily="2" charset="-122"/>
                <a:cs typeface="宋体" panose="02010600030101010101" pitchFamily="2" charset="-122"/>
              </a:defRPr>
            </a:lvl9pPr>
          </a:lstStyle>
          <a:p>
            <a:pPr algn="ctr"/>
            <a:r>
              <a:rPr lang="en-US" sz="4800" b="1" dirty="0">
                <a:solidFill>
                  <a:srgbClr val="F1F0F0"/>
                </a:solidFill>
                <a:latin typeface="微软雅黑" panose="020B0503020204020204" charset="-122"/>
                <a:cs typeface="Aparajita" panose="020B0604020202020204" pitchFamily="34" charset="0"/>
              </a:rPr>
              <a:t>01</a:t>
            </a:r>
          </a:p>
        </p:txBody>
      </p:sp>
    </p:spTree>
  </p:cSld>
  <p:clrMapOvr>
    <a:masterClrMapping/>
  </p:clrMapOvr>
  <p:transition advTm="2855">
    <p:checke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par>
                                <p:cTn id="12" presetID="2" presetClass="entr" presetSubtype="8" fill="hold" nodeType="withEffect">
                                  <p:stCondLst>
                                    <p:cond delay="25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0-#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par>
                          <p:cTn id="20" fill="hold">
                            <p:stCondLst>
                              <p:cond delay="850"/>
                            </p:stCondLst>
                            <p:childTnLst>
                              <p:par>
                                <p:cTn id="21" presetID="53" presetClass="entr" presetSubtype="16" fill="hold" grpId="0" nodeType="afterEffect">
                                  <p:stCondLst>
                                    <p:cond delay="0"/>
                                  </p:stCondLst>
                                  <p:childTnLst>
                                    <p:set>
                                      <p:cBhvr>
                                        <p:cTn id="22" dur="1" fill="hold">
                                          <p:stCondLst>
                                            <p:cond delay="0"/>
                                          </p:stCondLst>
                                        </p:cTn>
                                        <p:tgtEl>
                                          <p:spTgt spid="39"/>
                                        </p:tgtEl>
                                        <p:attrNameLst>
                                          <p:attrName>style.visibility</p:attrName>
                                        </p:attrNameLst>
                                      </p:cBhvr>
                                      <p:to>
                                        <p:strVal val="visible"/>
                                      </p:to>
                                    </p:set>
                                    <p:anim calcmode="lin" valueType="num">
                                      <p:cBhvr>
                                        <p:cTn id="23" dur="500" fill="hold"/>
                                        <p:tgtEl>
                                          <p:spTgt spid="39"/>
                                        </p:tgtEl>
                                        <p:attrNameLst>
                                          <p:attrName>ppt_w</p:attrName>
                                        </p:attrNameLst>
                                      </p:cBhvr>
                                      <p:tavLst>
                                        <p:tav tm="0">
                                          <p:val>
                                            <p:fltVal val="0"/>
                                          </p:val>
                                        </p:tav>
                                        <p:tav tm="100000">
                                          <p:val>
                                            <p:strVal val="#ppt_w"/>
                                          </p:val>
                                        </p:tav>
                                      </p:tavLst>
                                    </p:anim>
                                    <p:anim calcmode="lin" valueType="num">
                                      <p:cBhvr>
                                        <p:cTn id="24" dur="500" fill="hold"/>
                                        <p:tgtEl>
                                          <p:spTgt spid="39"/>
                                        </p:tgtEl>
                                        <p:attrNameLst>
                                          <p:attrName>ppt_h</p:attrName>
                                        </p:attrNameLst>
                                      </p:cBhvr>
                                      <p:tavLst>
                                        <p:tav tm="0">
                                          <p:val>
                                            <p:fltVal val="0"/>
                                          </p:val>
                                        </p:tav>
                                        <p:tav tm="100000">
                                          <p:val>
                                            <p:strVal val="#ppt_h"/>
                                          </p:val>
                                        </p:tav>
                                      </p:tavLst>
                                    </p:anim>
                                    <p:animEffect transition="in" filter="fade">
                                      <p:cBhvr>
                                        <p:cTn id="25" dur="500"/>
                                        <p:tgtEl>
                                          <p:spTgt spid="39"/>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66"/>
                                        </p:tgtEl>
                                        <p:attrNameLst>
                                          <p:attrName>style.visibility</p:attrName>
                                        </p:attrNameLst>
                                      </p:cBhvr>
                                      <p:to>
                                        <p:strVal val="visible"/>
                                      </p:to>
                                    </p:set>
                                    <p:anim calcmode="lin" valueType="num">
                                      <p:cBhvr>
                                        <p:cTn id="28" dur="500" fill="hold"/>
                                        <p:tgtEl>
                                          <p:spTgt spid="66"/>
                                        </p:tgtEl>
                                        <p:attrNameLst>
                                          <p:attrName>ppt_w</p:attrName>
                                        </p:attrNameLst>
                                      </p:cBhvr>
                                      <p:tavLst>
                                        <p:tav tm="0">
                                          <p:val>
                                            <p:fltVal val="0"/>
                                          </p:val>
                                        </p:tav>
                                        <p:tav tm="100000">
                                          <p:val>
                                            <p:strVal val="#ppt_w"/>
                                          </p:val>
                                        </p:tav>
                                      </p:tavLst>
                                    </p:anim>
                                    <p:anim calcmode="lin" valueType="num">
                                      <p:cBhvr>
                                        <p:cTn id="29" dur="500" fill="hold"/>
                                        <p:tgtEl>
                                          <p:spTgt spid="66"/>
                                        </p:tgtEl>
                                        <p:attrNameLst>
                                          <p:attrName>ppt_h</p:attrName>
                                        </p:attrNameLst>
                                      </p:cBhvr>
                                      <p:tavLst>
                                        <p:tav tm="0">
                                          <p:val>
                                            <p:fltVal val="0"/>
                                          </p:val>
                                        </p:tav>
                                        <p:tav tm="100000">
                                          <p:val>
                                            <p:strVal val="#ppt_h"/>
                                          </p:val>
                                        </p:tav>
                                      </p:tavLst>
                                    </p:anim>
                                    <p:animEffect transition="in" filter="fade">
                                      <p:cBhvr>
                                        <p:cTn id="30" dur="500"/>
                                        <p:tgtEl>
                                          <p:spTgt spid="66"/>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92"/>
                                        </p:tgtEl>
                                        <p:attrNameLst>
                                          <p:attrName>style.visibility</p:attrName>
                                        </p:attrNameLst>
                                      </p:cBhvr>
                                      <p:to>
                                        <p:strVal val="visible"/>
                                      </p:to>
                                    </p:set>
                                    <p:anim calcmode="lin" valueType="num">
                                      <p:cBhvr>
                                        <p:cTn id="33" dur="500" fill="hold"/>
                                        <p:tgtEl>
                                          <p:spTgt spid="92"/>
                                        </p:tgtEl>
                                        <p:attrNameLst>
                                          <p:attrName>ppt_w</p:attrName>
                                        </p:attrNameLst>
                                      </p:cBhvr>
                                      <p:tavLst>
                                        <p:tav tm="0">
                                          <p:val>
                                            <p:fltVal val="0"/>
                                          </p:val>
                                        </p:tav>
                                        <p:tav tm="100000">
                                          <p:val>
                                            <p:strVal val="#ppt_w"/>
                                          </p:val>
                                        </p:tav>
                                      </p:tavLst>
                                    </p:anim>
                                    <p:anim calcmode="lin" valueType="num">
                                      <p:cBhvr>
                                        <p:cTn id="34" dur="500" fill="hold"/>
                                        <p:tgtEl>
                                          <p:spTgt spid="92"/>
                                        </p:tgtEl>
                                        <p:attrNameLst>
                                          <p:attrName>ppt_h</p:attrName>
                                        </p:attrNameLst>
                                      </p:cBhvr>
                                      <p:tavLst>
                                        <p:tav tm="0">
                                          <p:val>
                                            <p:fltVal val="0"/>
                                          </p:val>
                                        </p:tav>
                                        <p:tav tm="100000">
                                          <p:val>
                                            <p:strVal val="#ppt_h"/>
                                          </p:val>
                                        </p:tav>
                                      </p:tavLst>
                                    </p:anim>
                                    <p:animEffect transition="in" filter="fade">
                                      <p:cBhvr>
                                        <p:cTn id="35" dur="500"/>
                                        <p:tgtEl>
                                          <p:spTgt spid="92"/>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94"/>
                                        </p:tgtEl>
                                        <p:attrNameLst>
                                          <p:attrName>style.visibility</p:attrName>
                                        </p:attrNameLst>
                                      </p:cBhvr>
                                      <p:to>
                                        <p:strVal val="visible"/>
                                      </p:to>
                                    </p:set>
                                    <p:anim calcmode="lin" valueType="num">
                                      <p:cBhvr>
                                        <p:cTn id="38" dur="500" fill="hold"/>
                                        <p:tgtEl>
                                          <p:spTgt spid="94"/>
                                        </p:tgtEl>
                                        <p:attrNameLst>
                                          <p:attrName>ppt_w</p:attrName>
                                        </p:attrNameLst>
                                      </p:cBhvr>
                                      <p:tavLst>
                                        <p:tav tm="0">
                                          <p:val>
                                            <p:fltVal val="0"/>
                                          </p:val>
                                        </p:tav>
                                        <p:tav tm="100000">
                                          <p:val>
                                            <p:strVal val="#ppt_w"/>
                                          </p:val>
                                        </p:tav>
                                      </p:tavLst>
                                    </p:anim>
                                    <p:anim calcmode="lin" valueType="num">
                                      <p:cBhvr>
                                        <p:cTn id="39" dur="500" fill="hold"/>
                                        <p:tgtEl>
                                          <p:spTgt spid="94"/>
                                        </p:tgtEl>
                                        <p:attrNameLst>
                                          <p:attrName>ppt_h</p:attrName>
                                        </p:attrNameLst>
                                      </p:cBhvr>
                                      <p:tavLst>
                                        <p:tav tm="0">
                                          <p:val>
                                            <p:fltVal val="0"/>
                                          </p:val>
                                        </p:tav>
                                        <p:tav tm="100000">
                                          <p:val>
                                            <p:strVal val="#ppt_h"/>
                                          </p:val>
                                        </p:tav>
                                      </p:tavLst>
                                    </p:anim>
                                    <p:animEffect transition="in" filter="fade">
                                      <p:cBhvr>
                                        <p:cTn id="40" dur="500"/>
                                        <p:tgtEl>
                                          <p:spTgt spid="94"/>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119"/>
                                        </p:tgtEl>
                                        <p:attrNameLst>
                                          <p:attrName>style.visibility</p:attrName>
                                        </p:attrNameLst>
                                      </p:cBhvr>
                                      <p:to>
                                        <p:strVal val="visible"/>
                                      </p:to>
                                    </p:set>
                                    <p:anim calcmode="lin" valueType="num">
                                      <p:cBhvr>
                                        <p:cTn id="43" dur="500" fill="hold"/>
                                        <p:tgtEl>
                                          <p:spTgt spid="119"/>
                                        </p:tgtEl>
                                        <p:attrNameLst>
                                          <p:attrName>ppt_w</p:attrName>
                                        </p:attrNameLst>
                                      </p:cBhvr>
                                      <p:tavLst>
                                        <p:tav tm="0">
                                          <p:val>
                                            <p:fltVal val="0"/>
                                          </p:val>
                                        </p:tav>
                                        <p:tav tm="100000">
                                          <p:val>
                                            <p:strVal val="#ppt_w"/>
                                          </p:val>
                                        </p:tav>
                                      </p:tavLst>
                                    </p:anim>
                                    <p:anim calcmode="lin" valueType="num">
                                      <p:cBhvr>
                                        <p:cTn id="44" dur="500" fill="hold"/>
                                        <p:tgtEl>
                                          <p:spTgt spid="119"/>
                                        </p:tgtEl>
                                        <p:attrNameLst>
                                          <p:attrName>ppt_h</p:attrName>
                                        </p:attrNameLst>
                                      </p:cBhvr>
                                      <p:tavLst>
                                        <p:tav tm="0">
                                          <p:val>
                                            <p:fltVal val="0"/>
                                          </p:val>
                                        </p:tav>
                                        <p:tav tm="100000">
                                          <p:val>
                                            <p:strVal val="#ppt_h"/>
                                          </p:val>
                                        </p:tav>
                                      </p:tavLst>
                                    </p:anim>
                                    <p:animEffect transition="in" filter="fade">
                                      <p:cBhvr>
                                        <p:cTn id="45" dur="500"/>
                                        <p:tgtEl>
                                          <p:spTgt spid="119"/>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121"/>
                                        </p:tgtEl>
                                        <p:attrNameLst>
                                          <p:attrName>style.visibility</p:attrName>
                                        </p:attrNameLst>
                                      </p:cBhvr>
                                      <p:to>
                                        <p:strVal val="visible"/>
                                      </p:to>
                                    </p:set>
                                    <p:anim calcmode="lin" valueType="num">
                                      <p:cBhvr>
                                        <p:cTn id="48" dur="500" fill="hold"/>
                                        <p:tgtEl>
                                          <p:spTgt spid="121"/>
                                        </p:tgtEl>
                                        <p:attrNameLst>
                                          <p:attrName>ppt_w</p:attrName>
                                        </p:attrNameLst>
                                      </p:cBhvr>
                                      <p:tavLst>
                                        <p:tav tm="0">
                                          <p:val>
                                            <p:fltVal val="0"/>
                                          </p:val>
                                        </p:tav>
                                        <p:tav tm="100000">
                                          <p:val>
                                            <p:strVal val="#ppt_w"/>
                                          </p:val>
                                        </p:tav>
                                      </p:tavLst>
                                    </p:anim>
                                    <p:anim calcmode="lin" valueType="num">
                                      <p:cBhvr>
                                        <p:cTn id="49" dur="500" fill="hold"/>
                                        <p:tgtEl>
                                          <p:spTgt spid="121"/>
                                        </p:tgtEl>
                                        <p:attrNameLst>
                                          <p:attrName>ppt_h</p:attrName>
                                        </p:attrNameLst>
                                      </p:cBhvr>
                                      <p:tavLst>
                                        <p:tav tm="0">
                                          <p:val>
                                            <p:fltVal val="0"/>
                                          </p:val>
                                        </p:tav>
                                        <p:tav tm="100000">
                                          <p:val>
                                            <p:strVal val="#ppt_h"/>
                                          </p:val>
                                        </p:tav>
                                      </p:tavLst>
                                    </p:anim>
                                    <p:animEffect transition="in" filter="fade">
                                      <p:cBhvr>
                                        <p:cTn id="50" dur="500"/>
                                        <p:tgtEl>
                                          <p:spTgt spid="121"/>
                                        </p:tgtEl>
                                      </p:cBhvr>
                                    </p:animEffect>
                                  </p:childTnLst>
                                </p:cTn>
                              </p:par>
                              <p:par>
                                <p:cTn id="51" presetID="53" presetClass="entr" presetSubtype="16" fill="hold" grpId="0" nodeType="withEffect">
                                  <p:stCondLst>
                                    <p:cond delay="0"/>
                                  </p:stCondLst>
                                  <p:childTnLst>
                                    <p:set>
                                      <p:cBhvr>
                                        <p:cTn id="52" dur="1" fill="hold">
                                          <p:stCondLst>
                                            <p:cond delay="0"/>
                                          </p:stCondLst>
                                        </p:cTn>
                                        <p:tgtEl>
                                          <p:spTgt spid="154"/>
                                        </p:tgtEl>
                                        <p:attrNameLst>
                                          <p:attrName>style.visibility</p:attrName>
                                        </p:attrNameLst>
                                      </p:cBhvr>
                                      <p:to>
                                        <p:strVal val="visible"/>
                                      </p:to>
                                    </p:set>
                                    <p:anim calcmode="lin" valueType="num">
                                      <p:cBhvr>
                                        <p:cTn id="53" dur="500" fill="hold"/>
                                        <p:tgtEl>
                                          <p:spTgt spid="154"/>
                                        </p:tgtEl>
                                        <p:attrNameLst>
                                          <p:attrName>ppt_w</p:attrName>
                                        </p:attrNameLst>
                                      </p:cBhvr>
                                      <p:tavLst>
                                        <p:tav tm="0">
                                          <p:val>
                                            <p:fltVal val="0"/>
                                          </p:val>
                                        </p:tav>
                                        <p:tav tm="100000">
                                          <p:val>
                                            <p:strVal val="#ppt_w"/>
                                          </p:val>
                                        </p:tav>
                                      </p:tavLst>
                                    </p:anim>
                                    <p:anim calcmode="lin" valueType="num">
                                      <p:cBhvr>
                                        <p:cTn id="54" dur="500" fill="hold"/>
                                        <p:tgtEl>
                                          <p:spTgt spid="154"/>
                                        </p:tgtEl>
                                        <p:attrNameLst>
                                          <p:attrName>ppt_h</p:attrName>
                                        </p:attrNameLst>
                                      </p:cBhvr>
                                      <p:tavLst>
                                        <p:tav tm="0">
                                          <p:val>
                                            <p:fltVal val="0"/>
                                          </p:val>
                                        </p:tav>
                                        <p:tav tm="100000">
                                          <p:val>
                                            <p:strVal val="#ppt_h"/>
                                          </p:val>
                                        </p:tav>
                                      </p:tavLst>
                                    </p:anim>
                                    <p:animEffect transition="in" filter="fade">
                                      <p:cBhvr>
                                        <p:cTn id="55" dur="500"/>
                                        <p:tgtEl>
                                          <p:spTgt spid="154"/>
                                        </p:tgtEl>
                                      </p:cBhvr>
                                    </p:animEffect>
                                  </p:childTnLst>
                                </p:cTn>
                              </p:par>
                              <p:par>
                                <p:cTn id="56" presetID="53" presetClass="entr" presetSubtype="16" fill="hold" grpId="0" nodeType="withEffect">
                                  <p:stCondLst>
                                    <p:cond delay="0"/>
                                  </p:stCondLst>
                                  <p:childTnLst>
                                    <p:set>
                                      <p:cBhvr>
                                        <p:cTn id="57" dur="1" fill="hold">
                                          <p:stCondLst>
                                            <p:cond delay="0"/>
                                          </p:stCondLst>
                                        </p:cTn>
                                        <p:tgtEl>
                                          <p:spTgt spid="157"/>
                                        </p:tgtEl>
                                        <p:attrNameLst>
                                          <p:attrName>style.visibility</p:attrName>
                                        </p:attrNameLst>
                                      </p:cBhvr>
                                      <p:to>
                                        <p:strVal val="visible"/>
                                      </p:to>
                                    </p:set>
                                    <p:anim calcmode="lin" valueType="num">
                                      <p:cBhvr>
                                        <p:cTn id="58" dur="500" fill="hold"/>
                                        <p:tgtEl>
                                          <p:spTgt spid="157"/>
                                        </p:tgtEl>
                                        <p:attrNameLst>
                                          <p:attrName>ppt_w</p:attrName>
                                        </p:attrNameLst>
                                      </p:cBhvr>
                                      <p:tavLst>
                                        <p:tav tm="0">
                                          <p:val>
                                            <p:fltVal val="0"/>
                                          </p:val>
                                        </p:tav>
                                        <p:tav tm="100000">
                                          <p:val>
                                            <p:strVal val="#ppt_w"/>
                                          </p:val>
                                        </p:tav>
                                      </p:tavLst>
                                    </p:anim>
                                    <p:anim calcmode="lin" valueType="num">
                                      <p:cBhvr>
                                        <p:cTn id="59" dur="500" fill="hold"/>
                                        <p:tgtEl>
                                          <p:spTgt spid="157"/>
                                        </p:tgtEl>
                                        <p:attrNameLst>
                                          <p:attrName>ppt_h</p:attrName>
                                        </p:attrNameLst>
                                      </p:cBhvr>
                                      <p:tavLst>
                                        <p:tav tm="0">
                                          <p:val>
                                            <p:fltVal val="0"/>
                                          </p:val>
                                        </p:tav>
                                        <p:tav tm="100000">
                                          <p:val>
                                            <p:strVal val="#ppt_h"/>
                                          </p:val>
                                        </p:tav>
                                      </p:tavLst>
                                    </p:anim>
                                    <p:animEffect transition="in" filter="fade">
                                      <p:cBhvr>
                                        <p:cTn id="60" dur="500"/>
                                        <p:tgtEl>
                                          <p:spTgt spid="157"/>
                                        </p:tgtEl>
                                      </p:cBhvr>
                                    </p:animEffect>
                                  </p:childTnLst>
                                </p:cTn>
                              </p:par>
                              <p:par>
                                <p:cTn id="61" presetID="53" presetClass="entr" presetSubtype="16" fill="hold" grpId="0" nodeType="withEffect">
                                  <p:stCondLst>
                                    <p:cond delay="0"/>
                                  </p:stCondLst>
                                  <p:childTnLst>
                                    <p:set>
                                      <p:cBhvr>
                                        <p:cTn id="62" dur="1" fill="hold">
                                          <p:stCondLst>
                                            <p:cond delay="0"/>
                                          </p:stCondLst>
                                        </p:cTn>
                                        <p:tgtEl>
                                          <p:spTgt spid="167"/>
                                        </p:tgtEl>
                                        <p:attrNameLst>
                                          <p:attrName>style.visibility</p:attrName>
                                        </p:attrNameLst>
                                      </p:cBhvr>
                                      <p:to>
                                        <p:strVal val="visible"/>
                                      </p:to>
                                    </p:set>
                                    <p:anim calcmode="lin" valueType="num">
                                      <p:cBhvr>
                                        <p:cTn id="63" dur="500" fill="hold"/>
                                        <p:tgtEl>
                                          <p:spTgt spid="167"/>
                                        </p:tgtEl>
                                        <p:attrNameLst>
                                          <p:attrName>ppt_w</p:attrName>
                                        </p:attrNameLst>
                                      </p:cBhvr>
                                      <p:tavLst>
                                        <p:tav tm="0">
                                          <p:val>
                                            <p:fltVal val="0"/>
                                          </p:val>
                                        </p:tav>
                                        <p:tav tm="100000">
                                          <p:val>
                                            <p:strVal val="#ppt_w"/>
                                          </p:val>
                                        </p:tav>
                                      </p:tavLst>
                                    </p:anim>
                                    <p:anim calcmode="lin" valueType="num">
                                      <p:cBhvr>
                                        <p:cTn id="64" dur="500" fill="hold"/>
                                        <p:tgtEl>
                                          <p:spTgt spid="167"/>
                                        </p:tgtEl>
                                        <p:attrNameLst>
                                          <p:attrName>ppt_h</p:attrName>
                                        </p:attrNameLst>
                                      </p:cBhvr>
                                      <p:tavLst>
                                        <p:tav tm="0">
                                          <p:val>
                                            <p:fltVal val="0"/>
                                          </p:val>
                                        </p:tav>
                                        <p:tav tm="100000">
                                          <p:val>
                                            <p:strVal val="#ppt_h"/>
                                          </p:val>
                                        </p:tav>
                                      </p:tavLst>
                                    </p:anim>
                                    <p:animEffect transition="in" filter="fade">
                                      <p:cBhvr>
                                        <p:cTn id="65" dur="500"/>
                                        <p:tgtEl>
                                          <p:spTgt spid="167"/>
                                        </p:tgtEl>
                                      </p:cBhvr>
                                    </p:animEffect>
                                  </p:childTnLst>
                                </p:cTn>
                              </p:par>
                              <p:par>
                                <p:cTn id="66" presetID="53" presetClass="entr" presetSubtype="16" fill="hold" nodeType="withEffect">
                                  <p:stCondLst>
                                    <p:cond delay="0"/>
                                  </p:stCondLst>
                                  <p:childTnLst>
                                    <p:set>
                                      <p:cBhvr>
                                        <p:cTn id="67" dur="1" fill="hold">
                                          <p:stCondLst>
                                            <p:cond delay="0"/>
                                          </p:stCondLst>
                                        </p:cTn>
                                        <p:tgtEl>
                                          <p:spTgt spid="172"/>
                                        </p:tgtEl>
                                        <p:attrNameLst>
                                          <p:attrName>style.visibility</p:attrName>
                                        </p:attrNameLst>
                                      </p:cBhvr>
                                      <p:to>
                                        <p:strVal val="visible"/>
                                      </p:to>
                                    </p:set>
                                    <p:anim calcmode="lin" valueType="num">
                                      <p:cBhvr>
                                        <p:cTn id="68" dur="500" fill="hold"/>
                                        <p:tgtEl>
                                          <p:spTgt spid="172"/>
                                        </p:tgtEl>
                                        <p:attrNameLst>
                                          <p:attrName>ppt_w</p:attrName>
                                        </p:attrNameLst>
                                      </p:cBhvr>
                                      <p:tavLst>
                                        <p:tav tm="0">
                                          <p:val>
                                            <p:fltVal val="0"/>
                                          </p:val>
                                        </p:tav>
                                        <p:tav tm="100000">
                                          <p:val>
                                            <p:strVal val="#ppt_w"/>
                                          </p:val>
                                        </p:tav>
                                      </p:tavLst>
                                    </p:anim>
                                    <p:anim calcmode="lin" valueType="num">
                                      <p:cBhvr>
                                        <p:cTn id="69" dur="500" fill="hold"/>
                                        <p:tgtEl>
                                          <p:spTgt spid="172"/>
                                        </p:tgtEl>
                                        <p:attrNameLst>
                                          <p:attrName>ppt_h</p:attrName>
                                        </p:attrNameLst>
                                      </p:cBhvr>
                                      <p:tavLst>
                                        <p:tav tm="0">
                                          <p:val>
                                            <p:fltVal val="0"/>
                                          </p:val>
                                        </p:tav>
                                        <p:tav tm="100000">
                                          <p:val>
                                            <p:strVal val="#ppt_h"/>
                                          </p:val>
                                        </p:tav>
                                      </p:tavLst>
                                    </p:anim>
                                    <p:animEffect transition="in" filter="fade">
                                      <p:cBhvr>
                                        <p:cTn id="70" dur="500"/>
                                        <p:tgtEl>
                                          <p:spTgt spid="172"/>
                                        </p:tgtEl>
                                      </p:cBhvr>
                                    </p:animEffect>
                                  </p:childTnLst>
                                </p:cTn>
                              </p:par>
                              <p:par>
                                <p:cTn id="71" presetID="53" presetClass="entr" presetSubtype="16" fill="hold" grpId="0" nodeType="withEffect">
                                  <p:stCondLst>
                                    <p:cond delay="0"/>
                                  </p:stCondLst>
                                  <p:childTnLst>
                                    <p:set>
                                      <p:cBhvr>
                                        <p:cTn id="72" dur="1" fill="hold">
                                          <p:stCondLst>
                                            <p:cond delay="0"/>
                                          </p:stCondLst>
                                        </p:cTn>
                                        <p:tgtEl>
                                          <p:spTgt spid="177"/>
                                        </p:tgtEl>
                                        <p:attrNameLst>
                                          <p:attrName>style.visibility</p:attrName>
                                        </p:attrNameLst>
                                      </p:cBhvr>
                                      <p:to>
                                        <p:strVal val="visible"/>
                                      </p:to>
                                    </p:set>
                                    <p:anim calcmode="lin" valueType="num">
                                      <p:cBhvr>
                                        <p:cTn id="73" dur="500" fill="hold"/>
                                        <p:tgtEl>
                                          <p:spTgt spid="177"/>
                                        </p:tgtEl>
                                        <p:attrNameLst>
                                          <p:attrName>ppt_w</p:attrName>
                                        </p:attrNameLst>
                                      </p:cBhvr>
                                      <p:tavLst>
                                        <p:tav tm="0">
                                          <p:val>
                                            <p:fltVal val="0"/>
                                          </p:val>
                                        </p:tav>
                                        <p:tav tm="100000">
                                          <p:val>
                                            <p:strVal val="#ppt_w"/>
                                          </p:val>
                                        </p:tav>
                                      </p:tavLst>
                                    </p:anim>
                                    <p:anim calcmode="lin" valueType="num">
                                      <p:cBhvr>
                                        <p:cTn id="74" dur="500" fill="hold"/>
                                        <p:tgtEl>
                                          <p:spTgt spid="177"/>
                                        </p:tgtEl>
                                        <p:attrNameLst>
                                          <p:attrName>ppt_h</p:attrName>
                                        </p:attrNameLst>
                                      </p:cBhvr>
                                      <p:tavLst>
                                        <p:tav tm="0">
                                          <p:val>
                                            <p:fltVal val="0"/>
                                          </p:val>
                                        </p:tav>
                                        <p:tav tm="100000">
                                          <p:val>
                                            <p:strVal val="#ppt_h"/>
                                          </p:val>
                                        </p:tav>
                                      </p:tavLst>
                                    </p:anim>
                                    <p:animEffect transition="in" filter="fade">
                                      <p:cBhvr>
                                        <p:cTn id="75" dur="500"/>
                                        <p:tgtEl>
                                          <p:spTgt spid="177"/>
                                        </p:tgtEl>
                                      </p:cBhvr>
                                    </p:animEffect>
                                  </p:childTnLst>
                                </p:cTn>
                              </p:par>
                              <p:par>
                                <p:cTn id="76" presetID="53" presetClass="entr" presetSubtype="16" fill="hold" grpId="0" nodeType="withEffect">
                                  <p:stCondLst>
                                    <p:cond delay="0"/>
                                  </p:stCondLst>
                                  <p:childTnLst>
                                    <p:set>
                                      <p:cBhvr>
                                        <p:cTn id="77" dur="1" fill="hold">
                                          <p:stCondLst>
                                            <p:cond delay="0"/>
                                          </p:stCondLst>
                                        </p:cTn>
                                        <p:tgtEl>
                                          <p:spTgt spid="178"/>
                                        </p:tgtEl>
                                        <p:attrNameLst>
                                          <p:attrName>style.visibility</p:attrName>
                                        </p:attrNameLst>
                                      </p:cBhvr>
                                      <p:to>
                                        <p:strVal val="visible"/>
                                      </p:to>
                                    </p:set>
                                    <p:anim calcmode="lin" valueType="num">
                                      <p:cBhvr>
                                        <p:cTn id="78" dur="500" fill="hold"/>
                                        <p:tgtEl>
                                          <p:spTgt spid="178"/>
                                        </p:tgtEl>
                                        <p:attrNameLst>
                                          <p:attrName>ppt_w</p:attrName>
                                        </p:attrNameLst>
                                      </p:cBhvr>
                                      <p:tavLst>
                                        <p:tav tm="0">
                                          <p:val>
                                            <p:fltVal val="0"/>
                                          </p:val>
                                        </p:tav>
                                        <p:tav tm="100000">
                                          <p:val>
                                            <p:strVal val="#ppt_w"/>
                                          </p:val>
                                        </p:tav>
                                      </p:tavLst>
                                    </p:anim>
                                    <p:anim calcmode="lin" valueType="num">
                                      <p:cBhvr>
                                        <p:cTn id="79" dur="500" fill="hold"/>
                                        <p:tgtEl>
                                          <p:spTgt spid="178"/>
                                        </p:tgtEl>
                                        <p:attrNameLst>
                                          <p:attrName>ppt_h</p:attrName>
                                        </p:attrNameLst>
                                      </p:cBhvr>
                                      <p:tavLst>
                                        <p:tav tm="0">
                                          <p:val>
                                            <p:fltVal val="0"/>
                                          </p:val>
                                        </p:tav>
                                        <p:tav tm="100000">
                                          <p:val>
                                            <p:strVal val="#ppt_h"/>
                                          </p:val>
                                        </p:tav>
                                      </p:tavLst>
                                    </p:anim>
                                    <p:animEffect transition="in" filter="fade">
                                      <p:cBhvr>
                                        <p:cTn id="80" dur="500"/>
                                        <p:tgtEl>
                                          <p:spTgt spid="178"/>
                                        </p:tgtEl>
                                      </p:cBhvr>
                                    </p:animEffect>
                                  </p:childTnLst>
                                </p:cTn>
                              </p:par>
                            </p:childTnLst>
                          </p:cTn>
                        </p:par>
                        <p:par>
                          <p:cTn id="81" fill="hold">
                            <p:stCondLst>
                              <p:cond delay="1350"/>
                            </p:stCondLst>
                            <p:childTnLst>
                              <p:par>
                                <p:cTn id="82" presetID="2" presetClass="entr" presetSubtype="8" fill="hold" grpId="0" nodeType="afterEffect">
                                  <p:stCondLst>
                                    <p:cond delay="0"/>
                                  </p:stCondLst>
                                  <p:childTnLst>
                                    <p:set>
                                      <p:cBhvr>
                                        <p:cTn id="83" dur="1" fill="hold">
                                          <p:stCondLst>
                                            <p:cond delay="0"/>
                                          </p:stCondLst>
                                        </p:cTn>
                                        <p:tgtEl>
                                          <p:spTgt spid="158"/>
                                        </p:tgtEl>
                                        <p:attrNameLst>
                                          <p:attrName>style.visibility</p:attrName>
                                        </p:attrNameLst>
                                      </p:cBhvr>
                                      <p:to>
                                        <p:strVal val="visible"/>
                                      </p:to>
                                    </p:set>
                                    <p:anim calcmode="lin" valueType="num">
                                      <p:cBhvr additive="base">
                                        <p:cTn id="84" dur="500" fill="hold"/>
                                        <p:tgtEl>
                                          <p:spTgt spid="158"/>
                                        </p:tgtEl>
                                        <p:attrNameLst>
                                          <p:attrName>ppt_x</p:attrName>
                                        </p:attrNameLst>
                                      </p:cBhvr>
                                      <p:tavLst>
                                        <p:tav tm="0">
                                          <p:val>
                                            <p:strVal val="0-#ppt_w/2"/>
                                          </p:val>
                                        </p:tav>
                                        <p:tav tm="100000">
                                          <p:val>
                                            <p:strVal val="#ppt_x"/>
                                          </p:val>
                                        </p:tav>
                                      </p:tavLst>
                                    </p:anim>
                                    <p:anim calcmode="lin" valueType="num">
                                      <p:cBhvr additive="base">
                                        <p:cTn id="85" dur="500" fill="hold"/>
                                        <p:tgtEl>
                                          <p:spTgt spid="158"/>
                                        </p:tgtEl>
                                        <p:attrNameLst>
                                          <p:attrName>ppt_y</p:attrName>
                                        </p:attrNameLst>
                                      </p:cBhvr>
                                      <p:tavLst>
                                        <p:tav tm="0">
                                          <p:val>
                                            <p:strVal val="#ppt_y"/>
                                          </p:val>
                                        </p:tav>
                                        <p:tav tm="100000">
                                          <p:val>
                                            <p:strVal val="#ppt_y"/>
                                          </p:val>
                                        </p:tav>
                                      </p:tavLst>
                                    </p:anim>
                                  </p:childTnLst>
                                </p:cTn>
                              </p:par>
                              <p:par>
                                <p:cTn id="86" presetID="2" presetClass="entr" presetSubtype="8" fill="hold" grpId="0" nodeType="withEffect">
                                  <p:stCondLst>
                                    <p:cond delay="0"/>
                                  </p:stCondLst>
                                  <p:childTnLst>
                                    <p:set>
                                      <p:cBhvr>
                                        <p:cTn id="87" dur="1" fill="hold">
                                          <p:stCondLst>
                                            <p:cond delay="0"/>
                                          </p:stCondLst>
                                        </p:cTn>
                                        <p:tgtEl>
                                          <p:spTgt spid="159"/>
                                        </p:tgtEl>
                                        <p:attrNameLst>
                                          <p:attrName>style.visibility</p:attrName>
                                        </p:attrNameLst>
                                      </p:cBhvr>
                                      <p:to>
                                        <p:strVal val="visible"/>
                                      </p:to>
                                    </p:set>
                                    <p:anim calcmode="lin" valueType="num">
                                      <p:cBhvr additive="base">
                                        <p:cTn id="88" dur="500" fill="hold"/>
                                        <p:tgtEl>
                                          <p:spTgt spid="159"/>
                                        </p:tgtEl>
                                        <p:attrNameLst>
                                          <p:attrName>ppt_x</p:attrName>
                                        </p:attrNameLst>
                                      </p:cBhvr>
                                      <p:tavLst>
                                        <p:tav tm="0">
                                          <p:val>
                                            <p:strVal val="0-#ppt_w/2"/>
                                          </p:val>
                                        </p:tav>
                                        <p:tav tm="100000">
                                          <p:val>
                                            <p:strVal val="#ppt_x"/>
                                          </p:val>
                                        </p:tav>
                                      </p:tavLst>
                                    </p:anim>
                                    <p:anim calcmode="lin" valueType="num">
                                      <p:cBhvr additive="base">
                                        <p:cTn id="89" dur="500" fill="hold"/>
                                        <p:tgtEl>
                                          <p:spTgt spid="159"/>
                                        </p:tgtEl>
                                        <p:attrNameLst>
                                          <p:attrName>ppt_y</p:attrName>
                                        </p:attrNameLst>
                                      </p:cBhvr>
                                      <p:tavLst>
                                        <p:tav tm="0">
                                          <p:val>
                                            <p:strVal val="#ppt_y"/>
                                          </p:val>
                                        </p:tav>
                                        <p:tav tm="100000">
                                          <p:val>
                                            <p:strVal val="#ppt_y"/>
                                          </p:val>
                                        </p:tav>
                                      </p:tavLst>
                                    </p:anim>
                                  </p:childTnLst>
                                </p:cTn>
                              </p:par>
                              <p:par>
                                <p:cTn id="90" presetID="2" presetClass="entr" presetSubtype="8" fill="hold" grpId="0" nodeType="withEffect">
                                  <p:stCondLst>
                                    <p:cond delay="0"/>
                                  </p:stCondLst>
                                  <p:childTnLst>
                                    <p:set>
                                      <p:cBhvr>
                                        <p:cTn id="91" dur="1" fill="hold">
                                          <p:stCondLst>
                                            <p:cond delay="0"/>
                                          </p:stCondLst>
                                        </p:cTn>
                                        <p:tgtEl>
                                          <p:spTgt spid="165"/>
                                        </p:tgtEl>
                                        <p:attrNameLst>
                                          <p:attrName>style.visibility</p:attrName>
                                        </p:attrNameLst>
                                      </p:cBhvr>
                                      <p:to>
                                        <p:strVal val="visible"/>
                                      </p:to>
                                    </p:set>
                                    <p:anim calcmode="lin" valueType="num">
                                      <p:cBhvr additive="base">
                                        <p:cTn id="92" dur="500" fill="hold"/>
                                        <p:tgtEl>
                                          <p:spTgt spid="165"/>
                                        </p:tgtEl>
                                        <p:attrNameLst>
                                          <p:attrName>ppt_x</p:attrName>
                                        </p:attrNameLst>
                                      </p:cBhvr>
                                      <p:tavLst>
                                        <p:tav tm="0">
                                          <p:val>
                                            <p:strVal val="0-#ppt_w/2"/>
                                          </p:val>
                                        </p:tav>
                                        <p:tav tm="100000">
                                          <p:val>
                                            <p:strVal val="#ppt_x"/>
                                          </p:val>
                                        </p:tav>
                                      </p:tavLst>
                                    </p:anim>
                                    <p:anim calcmode="lin" valueType="num">
                                      <p:cBhvr additive="base">
                                        <p:cTn id="93" dur="500" fill="hold"/>
                                        <p:tgtEl>
                                          <p:spTgt spid="165"/>
                                        </p:tgtEl>
                                        <p:attrNameLst>
                                          <p:attrName>ppt_y</p:attrName>
                                        </p:attrNameLst>
                                      </p:cBhvr>
                                      <p:tavLst>
                                        <p:tav tm="0">
                                          <p:val>
                                            <p:strVal val="#ppt_y"/>
                                          </p:val>
                                        </p:tav>
                                        <p:tav tm="100000">
                                          <p:val>
                                            <p:strVal val="#ppt_y"/>
                                          </p:val>
                                        </p:tav>
                                      </p:tavLst>
                                    </p:anim>
                                  </p:childTnLst>
                                </p:cTn>
                              </p:par>
                              <p:par>
                                <p:cTn id="94" presetID="2" presetClass="entr" presetSubtype="8" fill="hold" grpId="0" nodeType="withEffect">
                                  <p:stCondLst>
                                    <p:cond delay="0"/>
                                  </p:stCondLst>
                                  <p:childTnLst>
                                    <p:set>
                                      <p:cBhvr>
                                        <p:cTn id="95" dur="1" fill="hold">
                                          <p:stCondLst>
                                            <p:cond delay="0"/>
                                          </p:stCondLst>
                                        </p:cTn>
                                        <p:tgtEl>
                                          <p:spTgt spid="166"/>
                                        </p:tgtEl>
                                        <p:attrNameLst>
                                          <p:attrName>style.visibility</p:attrName>
                                        </p:attrNameLst>
                                      </p:cBhvr>
                                      <p:to>
                                        <p:strVal val="visible"/>
                                      </p:to>
                                    </p:set>
                                    <p:anim calcmode="lin" valueType="num">
                                      <p:cBhvr additive="base">
                                        <p:cTn id="96" dur="500" fill="hold"/>
                                        <p:tgtEl>
                                          <p:spTgt spid="166"/>
                                        </p:tgtEl>
                                        <p:attrNameLst>
                                          <p:attrName>ppt_x</p:attrName>
                                        </p:attrNameLst>
                                      </p:cBhvr>
                                      <p:tavLst>
                                        <p:tav tm="0">
                                          <p:val>
                                            <p:strVal val="0-#ppt_w/2"/>
                                          </p:val>
                                        </p:tav>
                                        <p:tav tm="100000">
                                          <p:val>
                                            <p:strVal val="#ppt_x"/>
                                          </p:val>
                                        </p:tav>
                                      </p:tavLst>
                                    </p:anim>
                                    <p:anim calcmode="lin" valueType="num">
                                      <p:cBhvr additive="base">
                                        <p:cTn id="97" dur="500" fill="hold"/>
                                        <p:tgtEl>
                                          <p:spTgt spid="166"/>
                                        </p:tgtEl>
                                        <p:attrNameLst>
                                          <p:attrName>ppt_y</p:attrName>
                                        </p:attrNameLst>
                                      </p:cBhvr>
                                      <p:tavLst>
                                        <p:tav tm="0">
                                          <p:val>
                                            <p:strVal val="#ppt_y"/>
                                          </p:val>
                                        </p:tav>
                                        <p:tav tm="100000">
                                          <p:val>
                                            <p:strVal val="#ppt_y"/>
                                          </p:val>
                                        </p:tav>
                                      </p:tavLst>
                                    </p:anim>
                                  </p:childTnLst>
                                </p:cTn>
                              </p:par>
                            </p:childTnLst>
                          </p:cTn>
                        </p:par>
                        <p:par>
                          <p:cTn id="98" fill="hold">
                            <p:stCondLst>
                              <p:cond delay="1850"/>
                            </p:stCondLst>
                            <p:childTnLst>
                              <p:par>
                                <p:cTn id="99" presetID="2" presetClass="entr" presetSubtype="2" fill="hold" grpId="0" nodeType="afterEffect">
                                  <p:stCondLst>
                                    <p:cond delay="0"/>
                                  </p:stCondLst>
                                  <p:childTnLst>
                                    <p:set>
                                      <p:cBhvr>
                                        <p:cTn id="100" dur="1" fill="hold">
                                          <p:stCondLst>
                                            <p:cond delay="0"/>
                                          </p:stCondLst>
                                        </p:cTn>
                                        <p:tgtEl>
                                          <p:spTgt spid="170"/>
                                        </p:tgtEl>
                                        <p:attrNameLst>
                                          <p:attrName>style.visibility</p:attrName>
                                        </p:attrNameLst>
                                      </p:cBhvr>
                                      <p:to>
                                        <p:strVal val="visible"/>
                                      </p:to>
                                    </p:set>
                                    <p:anim calcmode="lin" valueType="num">
                                      <p:cBhvr additive="base">
                                        <p:cTn id="101" dur="500" fill="hold"/>
                                        <p:tgtEl>
                                          <p:spTgt spid="170"/>
                                        </p:tgtEl>
                                        <p:attrNameLst>
                                          <p:attrName>ppt_x</p:attrName>
                                        </p:attrNameLst>
                                      </p:cBhvr>
                                      <p:tavLst>
                                        <p:tav tm="0">
                                          <p:val>
                                            <p:strVal val="1+#ppt_w/2"/>
                                          </p:val>
                                        </p:tav>
                                        <p:tav tm="100000">
                                          <p:val>
                                            <p:strVal val="#ppt_x"/>
                                          </p:val>
                                        </p:tav>
                                      </p:tavLst>
                                    </p:anim>
                                    <p:anim calcmode="lin" valueType="num">
                                      <p:cBhvr additive="base">
                                        <p:cTn id="102" dur="500" fill="hold"/>
                                        <p:tgtEl>
                                          <p:spTgt spid="170"/>
                                        </p:tgtEl>
                                        <p:attrNameLst>
                                          <p:attrName>ppt_y</p:attrName>
                                        </p:attrNameLst>
                                      </p:cBhvr>
                                      <p:tavLst>
                                        <p:tav tm="0">
                                          <p:val>
                                            <p:strVal val="#ppt_y"/>
                                          </p:val>
                                        </p:tav>
                                        <p:tav tm="100000">
                                          <p:val>
                                            <p:strVal val="#ppt_y"/>
                                          </p:val>
                                        </p:tav>
                                      </p:tavLst>
                                    </p:anim>
                                  </p:childTnLst>
                                </p:cTn>
                              </p:par>
                              <p:par>
                                <p:cTn id="103" presetID="2" presetClass="entr" presetSubtype="2" fill="hold" grpId="0" nodeType="withEffect">
                                  <p:stCondLst>
                                    <p:cond delay="0"/>
                                  </p:stCondLst>
                                  <p:childTnLst>
                                    <p:set>
                                      <p:cBhvr>
                                        <p:cTn id="104" dur="1" fill="hold">
                                          <p:stCondLst>
                                            <p:cond delay="0"/>
                                          </p:stCondLst>
                                        </p:cTn>
                                        <p:tgtEl>
                                          <p:spTgt spid="171"/>
                                        </p:tgtEl>
                                        <p:attrNameLst>
                                          <p:attrName>style.visibility</p:attrName>
                                        </p:attrNameLst>
                                      </p:cBhvr>
                                      <p:to>
                                        <p:strVal val="visible"/>
                                      </p:to>
                                    </p:set>
                                    <p:anim calcmode="lin" valueType="num">
                                      <p:cBhvr additive="base">
                                        <p:cTn id="105" dur="500" fill="hold"/>
                                        <p:tgtEl>
                                          <p:spTgt spid="171"/>
                                        </p:tgtEl>
                                        <p:attrNameLst>
                                          <p:attrName>ppt_x</p:attrName>
                                        </p:attrNameLst>
                                      </p:cBhvr>
                                      <p:tavLst>
                                        <p:tav tm="0">
                                          <p:val>
                                            <p:strVal val="1+#ppt_w/2"/>
                                          </p:val>
                                        </p:tav>
                                        <p:tav tm="100000">
                                          <p:val>
                                            <p:strVal val="#ppt_x"/>
                                          </p:val>
                                        </p:tav>
                                      </p:tavLst>
                                    </p:anim>
                                    <p:anim calcmode="lin" valueType="num">
                                      <p:cBhvr additive="base">
                                        <p:cTn id="106" dur="500" fill="hold"/>
                                        <p:tgtEl>
                                          <p:spTgt spid="171"/>
                                        </p:tgtEl>
                                        <p:attrNameLst>
                                          <p:attrName>ppt_y</p:attrName>
                                        </p:attrNameLst>
                                      </p:cBhvr>
                                      <p:tavLst>
                                        <p:tav tm="0">
                                          <p:val>
                                            <p:strVal val="#ppt_y"/>
                                          </p:val>
                                        </p:tav>
                                        <p:tav tm="100000">
                                          <p:val>
                                            <p:strVal val="#ppt_y"/>
                                          </p:val>
                                        </p:tav>
                                      </p:tavLst>
                                    </p:anim>
                                  </p:childTnLst>
                                </p:cTn>
                              </p:par>
                              <p:par>
                                <p:cTn id="107" presetID="2" presetClass="entr" presetSubtype="2" fill="hold" grpId="0" nodeType="withEffect">
                                  <p:stCondLst>
                                    <p:cond delay="0"/>
                                  </p:stCondLst>
                                  <p:childTnLst>
                                    <p:set>
                                      <p:cBhvr>
                                        <p:cTn id="108" dur="1" fill="hold">
                                          <p:stCondLst>
                                            <p:cond delay="0"/>
                                          </p:stCondLst>
                                        </p:cTn>
                                        <p:tgtEl>
                                          <p:spTgt spid="175"/>
                                        </p:tgtEl>
                                        <p:attrNameLst>
                                          <p:attrName>style.visibility</p:attrName>
                                        </p:attrNameLst>
                                      </p:cBhvr>
                                      <p:to>
                                        <p:strVal val="visible"/>
                                      </p:to>
                                    </p:set>
                                    <p:anim calcmode="lin" valueType="num">
                                      <p:cBhvr additive="base">
                                        <p:cTn id="109" dur="500" fill="hold"/>
                                        <p:tgtEl>
                                          <p:spTgt spid="175"/>
                                        </p:tgtEl>
                                        <p:attrNameLst>
                                          <p:attrName>ppt_x</p:attrName>
                                        </p:attrNameLst>
                                      </p:cBhvr>
                                      <p:tavLst>
                                        <p:tav tm="0">
                                          <p:val>
                                            <p:strVal val="1+#ppt_w/2"/>
                                          </p:val>
                                        </p:tav>
                                        <p:tav tm="100000">
                                          <p:val>
                                            <p:strVal val="#ppt_x"/>
                                          </p:val>
                                        </p:tav>
                                      </p:tavLst>
                                    </p:anim>
                                    <p:anim calcmode="lin" valueType="num">
                                      <p:cBhvr additive="base">
                                        <p:cTn id="110" dur="500" fill="hold"/>
                                        <p:tgtEl>
                                          <p:spTgt spid="175"/>
                                        </p:tgtEl>
                                        <p:attrNameLst>
                                          <p:attrName>ppt_y</p:attrName>
                                        </p:attrNameLst>
                                      </p:cBhvr>
                                      <p:tavLst>
                                        <p:tav tm="0">
                                          <p:val>
                                            <p:strVal val="#ppt_y"/>
                                          </p:val>
                                        </p:tav>
                                        <p:tav tm="100000">
                                          <p:val>
                                            <p:strVal val="#ppt_y"/>
                                          </p:val>
                                        </p:tav>
                                      </p:tavLst>
                                    </p:anim>
                                  </p:childTnLst>
                                </p:cTn>
                              </p:par>
                              <p:par>
                                <p:cTn id="111" presetID="2" presetClass="entr" presetSubtype="2" fill="hold" grpId="0" nodeType="withEffect">
                                  <p:stCondLst>
                                    <p:cond delay="0"/>
                                  </p:stCondLst>
                                  <p:childTnLst>
                                    <p:set>
                                      <p:cBhvr>
                                        <p:cTn id="112" dur="1" fill="hold">
                                          <p:stCondLst>
                                            <p:cond delay="0"/>
                                          </p:stCondLst>
                                        </p:cTn>
                                        <p:tgtEl>
                                          <p:spTgt spid="176"/>
                                        </p:tgtEl>
                                        <p:attrNameLst>
                                          <p:attrName>style.visibility</p:attrName>
                                        </p:attrNameLst>
                                      </p:cBhvr>
                                      <p:to>
                                        <p:strVal val="visible"/>
                                      </p:to>
                                    </p:set>
                                    <p:anim calcmode="lin" valueType="num">
                                      <p:cBhvr additive="base">
                                        <p:cTn id="113" dur="500" fill="hold"/>
                                        <p:tgtEl>
                                          <p:spTgt spid="176"/>
                                        </p:tgtEl>
                                        <p:attrNameLst>
                                          <p:attrName>ppt_x</p:attrName>
                                        </p:attrNameLst>
                                      </p:cBhvr>
                                      <p:tavLst>
                                        <p:tav tm="0">
                                          <p:val>
                                            <p:strVal val="1+#ppt_w/2"/>
                                          </p:val>
                                        </p:tav>
                                        <p:tav tm="100000">
                                          <p:val>
                                            <p:strVal val="#ppt_x"/>
                                          </p:val>
                                        </p:tav>
                                      </p:tavLst>
                                    </p:anim>
                                    <p:anim calcmode="lin" valueType="num">
                                      <p:cBhvr additive="base">
                                        <p:cTn id="114" dur="500" fill="hold"/>
                                        <p:tgtEl>
                                          <p:spTgt spid="17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9" grpId="0" animBg="1"/>
      <p:bldP spid="66" grpId="0" animBg="1"/>
      <p:bldP spid="92" grpId="0" animBg="1"/>
      <p:bldP spid="94" grpId="0" animBg="1"/>
      <p:bldP spid="119" grpId="0" animBg="1"/>
      <p:bldP spid="121" grpId="0" animBg="1"/>
      <p:bldP spid="154" grpId="0" animBg="1"/>
      <p:bldP spid="157" grpId="0" animBg="1"/>
      <p:bldP spid="158" grpId="0"/>
      <p:bldP spid="159" grpId="0"/>
      <p:bldP spid="165" grpId="0"/>
      <p:bldP spid="166" grpId="0"/>
      <p:bldP spid="167" grpId="0" animBg="1"/>
      <p:bldP spid="170" grpId="0"/>
      <p:bldP spid="171" grpId="0"/>
      <p:bldP spid="175" grpId="0"/>
      <p:bldP spid="176" grpId="0"/>
      <p:bldP spid="177" grpId="0" animBg="1"/>
      <p:bldP spid="17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769876" y="189165"/>
            <a:ext cx="2622658" cy="483235"/>
          </a:xfrm>
          <a:prstGeom prst="rect">
            <a:avLst/>
          </a:prstGeom>
          <a:noFill/>
        </p:spPr>
        <p:txBody>
          <a:bodyPr wrap="square" rtlCol="0">
            <a:spAutoFit/>
          </a:bodyPr>
          <a:lstStyle/>
          <a:p>
            <a:pPr algn="ctr"/>
            <a:r>
              <a:rPr lang="zh-CN" altLang="en-US" sz="2400" b="1" dirty="0">
                <a:solidFill>
                  <a:schemeClr val="tx1">
                    <a:lumMod val="75000"/>
                    <a:lumOff val="25000"/>
                  </a:schemeClr>
                </a:solidFill>
                <a:latin typeface="微软雅黑" panose="020B0503020204020204" charset="-122"/>
                <a:ea typeface="微软雅黑" panose="020B0503020204020204" charset="-122"/>
              </a:rPr>
              <a:t>单击此处添加标题</a:t>
            </a:r>
          </a:p>
        </p:txBody>
      </p:sp>
      <p:cxnSp>
        <p:nvCxnSpPr>
          <p:cNvPr id="6" name="直接连接符 5"/>
          <p:cNvCxnSpPr/>
          <p:nvPr/>
        </p:nvCxnSpPr>
        <p:spPr>
          <a:xfrm>
            <a:off x="7392534" y="477150"/>
            <a:ext cx="4463773"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36892" y="481504"/>
            <a:ext cx="439177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Freeform 378"/>
          <p:cNvSpPr>
            <a:spLocks noChangeArrowheads="1"/>
          </p:cNvSpPr>
          <p:nvPr/>
        </p:nvSpPr>
        <p:spPr bwMode="auto">
          <a:xfrm>
            <a:off x="8334155" y="1716056"/>
            <a:ext cx="2636870" cy="408537"/>
          </a:xfrm>
          <a:custGeom>
            <a:avLst/>
            <a:gdLst>
              <a:gd name="T0" fmla="*/ 8829 w 8830"/>
              <a:gd name="T1" fmla="*/ 1370 h 1371"/>
              <a:gd name="T2" fmla="*/ 0 w 8830"/>
              <a:gd name="T3" fmla="*/ 1370 h 1371"/>
              <a:gd name="T4" fmla="*/ 0 w 8830"/>
              <a:gd name="T5" fmla="*/ 0 h 1371"/>
              <a:gd name="T6" fmla="*/ 8829 w 8830"/>
              <a:gd name="T7" fmla="*/ 0 h 1371"/>
              <a:gd name="T8" fmla="*/ 8829 w 8830"/>
              <a:gd name="T9" fmla="*/ 1370 h 1371"/>
            </a:gdLst>
            <a:ahLst/>
            <a:cxnLst>
              <a:cxn ang="0">
                <a:pos x="T0" y="T1"/>
              </a:cxn>
              <a:cxn ang="0">
                <a:pos x="T2" y="T3"/>
              </a:cxn>
              <a:cxn ang="0">
                <a:pos x="T4" y="T5"/>
              </a:cxn>
              <a:cxn ang="0">
                <a:pos x="T6" y="T7"/>
              </a:cxn>
              <a:cxn ang="0">
                <a:pos x="T8" y="T9"/>
              </a:cxn>
            </a:cxnLst>
            <a:rect l="0" t="0" r="r" b="b"/>
            <a:pathLst>
              <a:path w="8830" h="1371">
                <a:moveTo>
                  <a:pt x="8829" y="1370"/>
                </a:moveTo>
                <a:lnTo>
                  <a:pt x="0" y="1370"/>
                </a:lnTo>
                <a:lnTo>
                  <a:pt x="0" y="0"/>
                </a:lnTo>
                <a:lnTo>
                  <a:pt x="8829" y="0"/>
                </a:lnTo>
                <a:lnTo>
                  <a:pt x="8829" y="1370"/>
                </a:lnTo>
              </a:path>
            </a:pathLst>
          </a:custGeom>
          <a:solidFill>
            <a:schemeClr val="bg1">
              <a:lumMod val="95000"/>
            </a:schemeClr>
          </a:solidFill>
          <a:ln>
            <a:noFill/>
          </a:ln>
          <a:effectLst/>
        </p:spPr>
        <p:txBody>
          <a:bodyPr wrap="none" anchor="ctr"/>
          <a:lstStyle/>
          <a:p>
            <a:endParaRPr lang="en-US" dirty="0">
              <a:latin typeface="微软雅黑" panose="020B0503020204020204" charset="-122"/>
              <a:ea typeface="微软雅黑" panose="020B0503020204020204" charset="-122"/>
            </a:endParaRPr>
          </a:p>
        </p:txBody>
      </p:sp>
      <p:sp>
        <p:nvSpPr>
          <p:cNvPr id="25" name="Freeform 379"/>
          <p:cNvSpPr>
            <a:spLocks noChangeArrowheads="1"/>
          </p:cNvSpPr>
          <p:nvPr/>
        </p:nvSpPr>
        <p:spPr bwMode="auto">
          <a:xfrm>
            <a:off x="6428651" y="1705513"/>
            <a:ext cx="3633108" cy="429623"/>
          </a:xfrm>
          <a:custGeom>
            <a:avLst/>
            <a:gdLst>
              <a:gd name="T0" fmla="*/ 11333 w 12162"/>
              <a:gd name="T1" fmla="*/ 0 h 1441"/>
              <a:gd name="T2" fmla="*/ 11333 w 12162"/>
              <a:gd name="T3" fmla="*/ 0 h 1441"/>
              <a:gd name="T4" fmla="*/ 219 w 12162"/>
              <a:gd name="T5" fmla="*/ 0 h 1441"/>
              <a:gd name="T6" fmla="*/ 0 w 12162"/>
              <a:gd name="T7" fmla="*/ 210 h 1441"/>
              <a:gd name="T8" fmla="*/ 0 w 12162"/>
              <a:gd name="T9" fmla="*/ 1229 h 1441"/>
              <a:gd name="T10" fmla="*/ 219 w 12162"/>
              <a:gd name="T11" fmla="*/ 1440 h 1441"/>
              <a:gd name="T12" fmla="*/ 11333 w 12162"/>
              <a:gd name="T13" fmla="*/ 1440 h 1441"/>
              <a:gd name="T14" fmla="*/ 12161 w 12162"/>
              <a:gd name="T15" fmla="*/ 724 h 1441"/>
              <a:gd name="T16" fmla="*/ 11333 w 12162"/>
              <a:gd name="T17" fmla="*/ 0 h 1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162" h="1441">
                <a:moveTo>
                  <a:pt x="11333" y="0"/>
                </a:moveTo>
                <a:lnTo>
                  <a:pt x="11333" y="0"/>
                </a:lnTo>
                <a:cubicBezTo>
                  <a:pt x="219" y="0"/>
                  <a:pt x="219" y="0"/>
                  <a:pt x="219" y="0"/>
                </a:cubicBezTo>
                <a:cubicBezTo>
                  <a:pt x="97" y="0"/>
                  <a:pt x="0" y="95"/>
                  <a:pt x="0" y="210"/>
                </a:cubicBezTo>
                <a:cubicBezTo>
                  <a:pt x="0" y="1229"/>
                  <a:pt x="0" y="1229"/>
                  <a:pt x="0" y="1229"/>
                </a:cubicBezTo>
                <a:cubicBezTo>
                  <a:pt x="0" y="1343"/>
                  <a:pt x="97" y="1440"/>
                  <a:pt x="219" y="1440"/>
                </a:cubicBezTo>
                <a:cubicBezTo>
                  <a:pt x="11333" y="1440"/>
                  <a:pt x="11333" y="1440"/>
                  <a:pt x="11333" y="1440"/>
                </a:cubicBezTo>
                <a:cubicBezTo>
                  <a:pt x="12161" y="724"/>
                  <a:pt x="12161" y="724"/>
                  <a:pt x="12161" y="724"/>
                </a:cubicBezTo>
                <a:lnTo>
                  <a:pt x="11333" y="0"/>
                </a:lnTo>
              </a:path>
            </a:pathLst>
          </a:custGeom>
          <a:solidFill>
            <a:schemeClr val="accent1"/>
          </a:solidFill>
          <a:ln>
            <a:noFill/>
          </a:ln>
          <a:effectLst/>
        </p:spPr>
        <p:txBody>
          <a:bodyPr wrap="none" anchor="ctr"/>
          <a:lstStyle/>
          <a:p>
            <a:endParaRPr lang="en-US" dirty="0">
              <a:latin typeface="微软雅黑" panose="020B0503020204020204" charset="-122"/>
              <a:ea typeface="微软雅黑" panose="020B0503020204020204" charset="-122"/>
            </a:endParaRPr>
          </a:p>
        </p:txBody>
      </p:sp>
      <p:sp>
        <p:nvSpPr>
          <p:cNvPr id="26" name="Freeform 380"/>
          <p:cNvSpPr>
            <a:spLocks noChangeArrowheads="1"/>
          </p:cNvSpPr>
          <p:nvPr/>
        </p:nvSpPr>
        <p:spPr bwMode="auto">
          <a:xfrm>
            <a:off x="6473456" y="1743732"/>
            <a:ext cx="350529" cy="350551"/>
          </a:xfrm>
          <a:custGeom>
            <a:avLst/>
            <a:gdLst>
              <a:gd name="T0" fmla="*/ 1178 w 1179"/>
              <a:gd name="T1" fmla="*/ 961 h 1179"/>
              <a:gd name="T2" fmla="*/ 1178 w 1179"/>
              <a:gd name="T3" fmla="*/ 961 h 1179"/>
              <a:gd name="T4" fmla="*/ 967 w 1179"/>
              <a:gd name="T5" fmla="*/ 1178 h 1179"/>
              <a:gd name="T6" fmla="*/ 218 w 1179"/>
              <a:gd name="T7" fmla="*/ 1178 h 1179"/>
              <a:gd name="T8" fmla="*/ 0 w 1179"/>
              <a:gd name="T9" fmla="*/ 961 h 1179"/>
              <a:gd name="T10" fmla="*/ 0 w 1179"/>
              <a:gd name="T11" fmla="*/ 218 h 1179"/>
              <a:gd name="T12" fmla="*/ 218 w 1179"/>
              <a:gd name="T13" fmla="*/ 0 h 1179"/>
              <a:gd name="T14" fmla="*/ 967 w 1179"/>
              <a:gd name="T15" fmla="*/ 0 h 1179"/>
              <a:gd name="T16" fmla="*/ 1178 w 1179"/>
              <a:gd name="T17" fmla="*/ 218 h 1179"/>
              <a:gd name="T18" fmla="*/ 1178 w 1179"/>
              <a:gd name="T19" fmla="*/ 961 h 1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79" h="1179">
                <a:moveTo>
                  <a:pt x="1178" y="961"/>
                </a:moveTo>
                <a:lnTo>
                  <a:pt x="1178" y="961"/>
                </a:lnTo>
                <a:cubicBezTo>
                  <a:pt x="1178" y="1083"/>
                  <a:pt x="1081" y="1178"/>
                  <a:pt x="967" y="1178"/>
                </a:cubicBezTo>
                <a:cubicBezTo>
                  <a:pt x="218" y="1178"/>
                  <a:pt x="218" y="1178"/>
                  <a:pt x="218" y="1178"/>
                </a:cubicBezTo>
                <a:cubicBezTo>
                  <a:pt x="96" y="1178"/>
                  <a:pt x="0" y="1083"/>
                  <a:pt x="0" y="961"/>
                </a:cubicBezTo>
                <a:cubicBezTo>
                  <a:pt x="0" y="218"/>
                  <a:pt x="0" y="218"/>
                  <a:pt x="0" y="218"/>
                </a:cubicBezTo>
                <a:cubicBezTo>
                  <a:pt x="0" y="97"/>
                  <a:pt x="96" y="0"/>
                  <a:pt x="218" y="0"/>
                </a:cubicBezTo>
                <a:cubicBezTo>
                  <a:pt x="967" y="0"/>
                  <a:pt x="967" y="0"/>
                  <a:pt x="967" y="0"/>
                </a:cubicBezTo>
                <a:cubicBezTo>
                  <a:pt x="1081" y="0"/>
                  <a:pt x="1178" y="97"/>
                  <a:pt x="1178" y="218"/>
                </a:cubicBezTo>
                <a:lnTo>
                  <a:pt x="1178" y="961"/>
                </a:lnTo>
              </a:path>
            </a:pathLst>
          </a:custGeom>
          <a:solidFill>
            <a:schemeClr val="bg1"/>
          </a:solidFill>
          <a:ln>
            <a:noFill/>
          </a:ln>
          <a:effectLst/>
        </p:spPr>
        <p:txBody>
          <a:bodyPr wrap="none" anchor="ctr"/>
          <a:lstStyle/>
          <a:p>
            <a:endParaRPr lang="en-US" dirty="0">
              <a:latin typeface="微软雅黑" panose="020B0503020204020204" charset="-122"/>
              <a:ea typeface="微软雅黑" panose="020B0503020204020204" charset="-122"/>
            </a:endParaRPr>
          </a:p>
        </p:txBody>
      </p:sp>
      <p:sp>
        <p:nvSpPr>
          <p:cNvPr id="28" name="Text Box 382"/>
          <p:cNvSpPr txBox="1">
            <a:spLocks noChangeArrowheads="1"/>
          </p:cNvSpPr>
          <p:nvPr/>
        </p:nvSpPr>
        <p:spPr bwMode="auto">
          <a:xfrm>
            <a:off x="7036435" y="1773555"/>
            <a:ext cx="2061845" cy="341630"/>
          </a:xfrm>
          <a:prstGeom prst="rect">
            <a:avLst/>
          </a:prstGeom>
          <a:noFill/>
          <a:ln>
            <a:noFill/>
          </a:ln>
          <a:effectLst/>
        </p:spPr>
        <p:txBody>
          <a:bodyPr lIns="0" tIns="0" rIns="0" bIns="0"/>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sz="1800" dirty="0">
                <a:solidFill>
                  <a:schemeClr val="bg1"/>
                </a:solidFill>
                <a:latin typeface="微软雅黑" panose="020B0503020204020204" charset="-122"/>
                <a:ea typeface="微软雅黑" panose="020B0503020204020204" charset="-122"/>
                <a:cs typeface="Aparajita" panose="020B0604020202020204" pitchFamily="34" charset="0"/>
              </a:rPr>
              <a:t>单击此处添加标题</a:t>
            </a:r>
          </a:p>
        </p:txBody>
      </p:sp>
      <p:sp>
        <p:nvSpPr>
          <p:cNvPr id="29" name="Text Box 383"/>
          <p:cNvSpPr txBox="1">
            <a:spLocks noChangeArrowheads="1"/>
          </p:cNvSpPr>
          <p:nvPr/>
        </p:nvSpPr>
        <p:spPr bwMode="auto">
          <a:xfrm>
            <a:off x="10385308" y="1822803"/>
            <a:ext cx="513715" cy="195580"/>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pPr algn="r"/>
            <a:r>
              <a:rPr lang="en-US" sz="1200" b="1" dirty="0">
                <a:solidFill>
                  <a:srgbClr val="4E4E4E"/>
                </a:solidFill>
                <a:latin typeface="微软雅黑" panose="020B0503020204020204" charset="-122"/>
                <a:ea typeface="微软雅黑" panose="020B0503020204020204" charset="-122"/>
                <a:cs typeface="Aparajita" panose="020B0604020202020204" pitchFamily="34" charset="0"/>
              </a:rPr>
              <a:t>14.015</a:t>
            </a:r>
          </a:p>
        </p:txBody>
      </p:sp>
      <p:sp>
        <p:nvSpPr>
          <p:cNvPr id="30" name="Freeform 384"/>
          <p:cNvSpPr>
            <a:spLocks noChangeArrowheads="1"/>
          </p:cNvSpPr>
          <p:nvPr/>
        </p:nvSpPr>
        <p:spPr bwMode="auto">
          <a:xfrm>
            <a:off x="8334155" y="2262969"/>
            <a:ext cx="2636870" cy="411173"/>
          </a:xfrm>
          <a:custGeom>
            <a:avLst/>
            <a:gdLst>
              <a:gd name="T0" fmla="*/ 8829 w 8830"/>
              <a:gd name="T1" fmla="*/ 1378 h 1379"/>
              <a:gd name="T2" fmla="*/ 0 w 8830"/>
              <a:gd name="T3" fmla="*/ 1378 h 1379"/>
              <a:gd name="T4" fmla="*/ 0 w 8830"/>
              <a:gd name="T5" fmla="*/ 0 h 1379"/>
              <a:gd name="T6" fmla="*/ 8829 w 8830"/>
              <a:gd name="T7" fmla="*/ 0 h 1379"/>
              <a:gd name="T8" fmla="*/ 8829 w 8830"/>
              <a:gd name="T9" fmla="*/ 1378 h 1379"/>
            </a:gdLst>
            <a:ahLst/>
            <a:cxnLst>
              <a:cxn ang="0">
                <a:pos x="T0" y="T1"/>
              </a:cxn>
              <a:cxn ang="0">
                <a:pos x="T2" y="T3"/>
              </a:cxn>
              <a:cxn ang="0">
                <a:pos x="T4" y="T5"/>
              </a:cxn>
              <a:cxn ang="0">
                <a:pos x="T6" y="T7"/>
              </a:cxn>
              <a:cxn ang="0">
                <a:pos x="T8" y="T9"/>
              </a:cxn>
            </a:cxnLst>
            <a:rect l="0" t="0" r="r" b="b"/>
            <a:pathLst>
              <a:path w="8830" h="1379">
                <a:moveTo>
                  <a:pt x="8829" y="1378"/>
                </a:moveTo>
                <a:lnTo>
                  <a:pt x="0" y="1378"/>
                </a:lnTo>
                <a:lnTo>
                  <a:pt x="0" y="0"/>
                </a:lnTo>
                <a:lnTo>
                  <a:pt x="8829" y="0"/>
                </a:lnTo>
                <a:lnTo>
                  <a:pt x="8829" y="1378"/>
                </a:lnTo>
              </a:path>
            </a:pathLst>
          </a:custGeom>
          <a:solidFill>
            <a:schemeClr val="bg1">
              <a:lumMod val="95000"/>
            </a:schemeClr>
          </a:solidFill>
          <a:ln>
            <a:noFill/>
          </a:ln>
          <a:effectLst/>
        </p:spPr>
        <p:txBody>
          <a:bodyPr wrap="none" anchor="ctr"/>
          <a:lstStyle/>
          <a:p>
            <a:endParaRPr lang="en-US" dirty="0">
              <a:latin typeface="微软雅黑" panose="020B0503020204020204" charset="-122"/>
              <a:ea typeface="微软雅黑" panose="020B0503020204020204" charset="-122"/>
            </a:endParaRPr>
          </a:p>
        </p:txBody>
      </p:sp>
      <p:sp>
        <p:nvSpPr>
          <p:cNvPr id="31" name="Freeform 385"/>
          <p:cNvSpPr>
            <a:spLocks noChangeArrowheads="1"/>
          </p:cNvSpPr>
          <p:nvPr/>
        </p:nvSpPr>
        <p:spPr bwMode="auto">
          <a:xfrm>
            <a:off x="6428651" y="2252426"/>
            <a:ext cx="3633108" cy="432259"/>
          </a:xfrm>
          <a:custGeom>
            <a:avLst/>
            <a:gdLst>
              <a:gd name="T0" fmla="*/ 11333 w 12162"/>
              <a:gd name="T1" fmla="*/ 0 h 1449"/>
              <a:gd name="T2" fmla="*/ 11333 w 12162"/>
              <a:gd name="T3" fmla="*/ 0 h 1449"/>
              <a:gd name="T4" fmla="*/ 219 w 12162"/>
              <a:gd name="T5" fmla="*/ 0 h 1449"/>
              <a:gd name="T6" fmla="*/ 0 w 12162"/>
              <a:gd name="T7" fmla="*/ 218 h 1449"/>
              <a:gd name="T8" fmla="*/ 0 w 12162"/>
              <a:gd name="T9" fmla="*/ 1230 h 1449"/>
              <a:gd name="T10" fmla="*/ 219 w 12162"/>
              <a:gd name="T11" fmla="*/ 1448 h 1449"/>
              <a:gd name="T12" fmla="*/ 11333 w 12162"/>
              <a:gd name="T13" fmla="*/ 1448 h 1449"/>
              <a:gd name="T14" fmla="*/ 12161 w 12162"/>
              <a:gd name="T15" fmla="*/ 724 h 1449"/>
              <a:gd name="T16" fmla="*/ 11333 w 12162"/>
              <a:gd name="T17" fmla="*/ 0 h 1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162" h="1449">
                <a:moveTo>
                  <a:pt x="11333" y="0"/>
                </a:moveTo>
                <a:lnTo>
                  <a:pt x="11333" y="0"/>
                </a:lnTo>
                <a:cubicBezTo>
                  <a:pt x="219" y="0"/>
                  <a:pt x="219" y="0"/>
                  <a:pt x="219" y="0"/>
                </a:cubicBezTo>
                <a:cubicBezTo>
                  <a:pt x="97" y="0"/>
                  <a:pt x="0" y="95"/>
                  <a:pt x="0" y="218"/>
                </a:cubicBezTo>
                <a:cubicBezTo>
                  <a:pt x="0" y="1230"/>
                  <a:pt x="0" y="1230"/>
                  <a:pt x="0" y="1230"/>
                </a:cubicBezTo>
                <a:cubicBezTo>
                  <a:pt x="0" y="1351"/>
                  <a:pt x="97" y="1448"/>
                  <a:pt x="219" y="1448"/>
                </a:cubicBezTo>
                <a:cubicBezTo>
                  <a:pt x="11333" y="1448"/>
                  <a:pt x="11333" y="1448"/>
                  <a:pt x="11333" y="1448"/>
                </a:cubicBezTo>
                <a:cubicBezTo>
                  <a:pt x="12161" y="724"/>
                  <a:pt x="12161" y="724"/>
                  <a:pt x="12161" y="724"/>
                </a:cubicBezTo>
                <a:lnTo>
                  <a:pt x="11333" y="0"/>
                </a:lnTo>
              </a:path>
            </a:pathLst>
          </a:custGeom>
          <a:solidFill>
            <a:schemeClr val="accent2"/>
          </a:solidFill>
          <a:ln>
            <a:noFill/>
          </a:ln>
          <a:effectLst/>
        </p:spPr>
        <p:txBody>
          <a:bodyPr wrap="none" anchor="ctr"/>
          <a:lstStyle/>
          <a:p>
            <a:endParaRPr lang="en-US" dirty="0">
              <a:latin typeface="微软雅黑" panose="020B0503020204020204" charset="-122"/>
              <a:ea typeface="微软雅黑" panose="020B0503020204020204" charset="-122"/>
            </a:endParaRPr>
          </a:p>
        </p:txBody>
      </p:sp>
      <p:sp>
        <p:nvSpPr>
          <p:cNvPr id="32" name="Freeform 386"/>
          <p:cNvSpPr>
            <a:spLocks noChangeArrowheads="1"/>
          </p:cNvSpPr>
          <p:nvPr/>
        </p:nvSpPr>
        <p:spPr bwMode="auto">
          <a:xfrm>
            <a:off x="6473456" y="2294598"/>
            <a:ext cx="350529" cy="347916"/>
          </a:xfrm>
          <a:custGeom>
            <a:avLst/>
            <a:gdLst>
              <a:gd name="T0" fmla="*/ 1178 w 1179"/>
              <a:gd name="T1" fmla="*/ 959 h 1169"/>
              <a:gd name="T2" fmla="*/ 1178 w 1179"/>
              <a:gd name="T3" fmla="*/ 959 h 1169"/>
              <a:gd name="T4" fmla="*/ 967 w 1179"/>
              <a:gd name="T5" fmla="*/ 1168 h 1169"/>
              <a:gd name="T6" fmla="*/ 218 w 1179"/>
              <a:gd name="T7" fmla="*/ 1168 h 1169"/>
              <a:gd name="T8" fmla="*/ 0 w 1179"/>
              <a:gd name="T9" fmla="*/ 959 h 1169"/>
              <a:gd name="T10" fmla="*/ 0 w 1179"/>
              <a:gd name="T11" fmla="*/ 208 h 1169"/>
              <a:gd name="T12" fmla="*/ 218 w 1179"/>
              <a:gd name="T13" fmla="*/ 0 h 1169"/>
              <a:gd name="T14" fmla="*/ 967 w 1179"/>
              <a:gd name="T15" fmla="*/ 0 h 1169"/>
              <a:gd name="T16" fmla="*/ 1178 w 1179"/>
              <a:gd name="T17" fmla="*/ 208 h 1169"/>
              <a:gd name="T18" fmla="*/ 1178 w 1179"/>
              <a:gd name="T19" fmla="*/ 959 h 1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79" h="1169">
                <a:moveTo>
                  <a:pt x="1178" y="959"/>
                </a:moveTo>
                <a:lnTo>
                  <a:pt x="1178" y="959"/>
                </a:lnTo>
                <a:cubicBezTo>
                  <a:pt x="1178" y="1073"/>
                  <a:pt x="1081" y="1168"/>
                  <a:pt x="967" y="1168"/>
                </a:cubicBezTo>
                <a:cubicBezTo>
                  <a:pt x="218" y="1168"/>
                  <a:pt x="218" y="1168"/>
                  <a:pt x="218" y="1168"/>
                </a:cubicBezTo>
                <a:cubicBezTo>
                  <a:pt x="96" y="1168"/>
                  <a:pt x="0" y="1073"/>
                  <a:pt x="0" y="959"/>
                </a:cubicBezTo>
                <a:cubicBezTo>
                  <a:pt x="0" y="208"/>
                  <a:pt x="0" y="208"/>
                  <a:pt x="0" y="208"/>
                </a:cubicBezTo>
                <a:cubicBezTo>
                  <a:pt x="0" y="87"/>
                  <a:pt x="96" y="0"/>
                  <a:pt x="218" y="0"/>
                </a:cubicBezTo>
                <a:cubicBezTo>
                  <a:pt x="967" y="0"/>
                  <a:pt x="967" y="0"/>
                  <a:pt x="967" y="0"/>
                </a:cubicBezTo>
                <a:cubicBezTo>
                  <a:pt x="1081" y="0"/>
                  <a:pt x="1178" y="87"/>
                  <a:pt x="1178" y="208"/>
                </a:cubicBezTo>
                <a:lnTo>
                  <a:pt x="1178" y="959"/>
                </a:lnTo>
              </a:path>
            </a:pathLst>
          </a:custGeom>
          <a:solidFill>
            <a:schemeClr val="bg1"/>
          </a:solidFill>
          <a:ln>
            <a:noFill/>
          </a:ln>
          <a:effectLst/>
        </p:spPr>
        <p:txBody>
          <a:bodyPr wrap="none" anchor="ctr"/>
          <a:lstStyle/>
          <a:p>
            <a:endParaRPr lang="en-US" dirty="0">
              <a:latin typeface="微软雅黑" panose="020B0503020204020204" charset="-122"/>
              <a:ea typeface="微软雅黑" panose="020B0503020204020204" charset="-122"/>
            </a:endParaRPr>
          </a:p>
        </p:txBody>
      </p:sp>
      <p:sp>
        <p:nvSpPr>
          <p:cNvPr id="34" name="Text Box 388"/>
          <p:cNvSpPr txBox="1">
            <a:spLocks noChangeArrowheads="1"/>
          </p:cNvSpPr>
          <p:nvPr/>
        </p:nvSpPr>
        <p:spPr bwMode="auto">
          <a:xfrm>
            <a:off x="7036435" y="2322830"/>
            <a:ext cx="2061845" cy="341630"/>
          </a:xfrm>
          <a:prstGeom prst="rect">
            <a:avLst/>
          </a:prstGeom>
          <a:noFill/>
          <a:ln>
            <a:noFill/>
          </a:ln>
          <a:effectLst/>
        </p:spPr>
        <p:txBody>
          <a:bodyPr lIns="0" tIns="0" rIns="0" bIns="0"/>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sz="1800" dirty="0">
                <a:solidFill>
                  <a:schemeClr val="bg1"/>
                </a:solidFill>
                <a:latin typeface="微软雅黑" panose="020B0503020204020204" charset="-122"/>
                <a:ea typeface="微软雅黑" panose="020B0503020204020204" charset="-122"/>
                <a:cs typeface="Aparajita" panose="020B0604020202020204" pitchFamily="34" charset="0"/>
              </a:rPr>
              <a:t>单击此处添加标题</a:t>
            </a:r>
          </a:p>
        </p:txBody>
      </p:sp>
      <p:sp>
        <p:nvSpPr>
          <p:cNvPr id="35" name="Text Box 389"/>
          <p:cNvSpPr txBox="1">
            <a:spLocks noChangeArrowheads="1"/>
          </p:cNvSpPr>
          <p:nvPr/>
        </p:nvSpPr>
        <p:spPr bwMode="auto">
          <a:xfrm>
            <a:off x="10617083" y="2371033"/>
            <a:ext cx="281940" cy="195580"/>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pPr algn="r"/>
            <a:r>
              <a:rPr lang="en-US" sz="1200" b="1" dirty="0">
                <a:solidFill>
                  <a:srgbClr val="4E4E4E"/>
                </a:solidFill>
                <a:latin typeface="微软雅黑" panose="020B0503020204020204" charset="-122"/>
                <a:ea typeface="微软雅黑" panose="020B0503020204020204" charset="-122"/>
                <a:cs typeface="Aparajita" panose="020B0604020202020204" pitchFamily="34" charset="0"/>
              </a:rPr>
              <a:t>356</a:t>
            </a:r>
          </a:p>
        </p:txBody>
      </p:sp>
      <p:sp>
        <p:nvSpPr>
          <p:cNvPr id="36" name="Freeform 390"/>
          <p:cNvSpPr>
            <a:spLocks noChangeArrowheads="1"/>
          </p:cNvSpPr>
          <p:nvPr/>
        </p:nvSpPr>
        <p:spPr bwMode="auto">
          <a:xfrm>
            <a:off x="8334155" y="2813835"/>
            <a:ext cx="2636870" cy="408537"/>
          </a:xfrm>
          <a:custGeom>
            <a:avLst/>
            <a:gdLst>
              <a:gd name="T0" fmla="*/ 8829 w 8830"/>
              <a:gd name="T1" fmla="*/ 1370 h 1371"/>
              <a:gd name="T2" fmla="*/ 0 w 8830"/>
              <a:gd name="T3" fmla="*/ 1370 h 1371"/>
              <a:gd name="T4" fmla="*/ 0 w 8830"/>
              <a:gd name="T5" fmla="*/ 0 h 1371"/>
              <a:gd name="T6" fmla="*/ 8829 w 8830"/>
              <a:gd name="T7" fmla="*/ 0 h 1371"/>
              <a:gd name="T8" fmla="*/ 8829 w 8830"/>
              <a:gd name="T9" fmla="*/ 1370 h 1371"/>
            </a:gdLst>
            <a:ahLst/>
            <a:cxnLst>
              <a:cxn ang="0">
                <a:pos x="T0" y="T1"/>
              </a:cxn>
              <a:cxn ang="0">
                <a:pos x="T2" y="T3"/>
              </a:cxn>
              <a:cxn ang="0">
                <a:pos x="T4" y="T5"/>
              </a:cxn>
              <a:cxn ang="0">
                <a:pos x="T6" y="T7"/>
              </a:cxn>
              <a:cxn ang="0">
                <a:pos x="T8" y="T9"/>
              </a:cxn>
            </a:cxnLst>
            <a:rect l="0" t="0" r="r" b="b"/>
            <a:pathLst>
              <a:path w="8830" h="1371">
                <a:moveTo>
                  <a:pt x="8829" y="1370"/>
                </a:moveTo>
                <a:lnTo>
                  <a:pt x="0" y="1370"/>
                </a:lnTo>
                <a:lnTo>
                  <a:pt x="0" y="0"/>
                </a:lnTo>
                <a:lnTo>
                  <a:pt x="8829" y="0"/>
                </a:lnTo>
                <a:lnTo>
                  <a:pt x="8829" y="1370"/>
                </a:lnTo>
              </a:path>
            </a:pathLst>
          </a:custGeom>
          <a:solidFill>
            <a:schemeClr val="bg1">
              <a:lumMod val="95000"/>
            </a:schemeClr>
          </a:solidFill>
          <a:ln>
            <a:noFill/>
          </a:ln>
          <a:effectLst/>
        </p:spPr>
        <p:txBody>
          <a:bodyPr wrap="none" anchor="ctr"/>
          <a:lstStyle/>
          <a:p>
            <a:endParaRPr lang="en-US" dirty="0">
              <a:latin typeface="微软雅黑" panose="020B0503020204020204" charset="-122"/>
              <a:ea typeface="微软雅黑" panose="020B0503020204020204" charset="-122"/>
            </a:endParaRPr>
          </a:p>
        </p:txBody>
      </p:sp>
      <p:sp>
        <p:nvSpPr>
          <p:cNvPr id="37" name="Freeform 391"/>
          <p:cNvSpPr>
            <a:spLocks noChangeArrowheads="1"/>
          </p:cNvSpPr>
          <p:nvPr/>
        </p:nvSpPr>
        <p:spPr bwMode="auto">
          <a:xfrm>
            <a:off x="6428651" y="2803292"/>
            <a:ext cx="3633108" cy="429623"/>
          </a:xfrm>
          <a:custGeom>
            <a:avLst/>
            <a:gdLst>
              <a:gd name="T0" fmla="*/ 11333 w 12162"/>
              <a:gd name="T1" fmla="*/ 0 h 1441"/>
              <a:gd name="T2" fmla="*/ 11333 w 12162"/>
              <a:gd name="T3" fmla="*/ 0 h 1441"/>
              <a:gd name="T4" fmla="*/ 219 w 12162"/>
              <a:gd name="T5" fmla="*/ 0 h 1441"/>
              <a:gd name="T6" fmla="*/ 0 w 12162"/>
              <a:gd name="T7" fmla="*/ 210 h 1441"/>
              <a:gd name="T8" fmla="*/ 0 w 12162"/>
              <a:gd name="T9" fmla="*/ 1230 h 1441"/>
              <a:gd name="T10" fmla="*/ 219 w 12162"/>
              <a:gd name="T11" fmla="*/ 1440 h 1441"/>
              <a:gd name="T12" fmla="*/ 11333 w 12162"/>
              <a:gd name="T13" fmla="*/ 1440 h 1441"/>
              <a:gd name="T14" fmla="*/ 12161 w 12162"/>
              <a:gd name="T15" fmla="*/ 716 h 1441"/>
              <a:gd name="T16" fmla="*/ 11333 w 12162"/>
              <a:gd name="T17" fmla="*/ 0 h 1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162" h="1441">
                <a:moveTo>
                  <a:pt x="11333" y="0"/>
                </a:moveTo>
                <a:lnTo>
                  <a:pt x="11333" y="0"/>
                </a:lnTo>
                <a:cubicBezTo>
                  <a:pt x="219" y="0"/>
                  <a:pt x="219" y="0"/>
                  <a:pt x="219" y="0"/>
                </a:cubicBezTo>
                <a:cubicBezTo>
                  <a:pt x="97" y="0"/>
                  <a:pt x="0" y="97"/>
                  <a:pt x="0" y="210"/>
                </a:cubicBezTo>
                <a:cubicBezTo>
                  <a:pt x="0" y="1230"/>
                  <a:pt x="0" y="1230"/>
                  <a:pt x="0" y="1230"/>
                </a:cubicBezTo>
                <a:cubicBezTo>
                  <a:pt x="0" y="1343"/>
                  <a:pt x="97" y="1440"/>
                  <a:pt x="219" y="1440"/>
                </a:cubicBezTo>
                <a:cubicBezTo>
                  <a:pt x="11333" y="1440"/>
                  <a:pt x="11333" y="1440"/>
                  <a:pt x="11333" y="1440"/>
                </a:cubicBezTo>
                <a:cubicBezTo>
                  <a:pt x="12161" y="716"/>
                  <a:pt x="12161" y="716"/>
                  <a:pt x="12161" y="716"/>
                </a:cubicBezTo>
                <a:lnTo>
                  <a:pt x="11333" y="0"/>
                </a:lnTo>
              </a:path>
            </a:pathLst>
          </a:custGeom>
          <a:solidFill>
            <a:schemeClr val="accent3"/>
          </a:solidFill>
          <a:ln>
            <a:noFill/>
          </a:ln>
          <a:effectLst/>
        </p:spPr>
        <p:txBody>
          <a:bodyPr wrap="none" anchor="ctr"/>
          <a:lstStyle/>
          <a:p>
            <a:endParaRPr lang="en-US" dirty="0">
              <a:latin typeface="微软雅黑" panose="020B0503020204020204" charset="-122"/>
              <a:ea typeface="微软雅黑" panose="020B0503020204020204" charset="-122"/>
            </a:endParaRPr>
          </a:p>
        </p:txBody>
      </p:sp>
      <p:sp>
        <p:nvSpPr>
          <p:cNvPr id="38" name="Freeform 392"/>
          <p:cNvSpPr>
            <a:spLocks noChangeArrowheads="1"/>
          </p:cNvSpPr>
          <p:nvPr/>
        </p:nvSpPr>
        <p:spPr bwMode="auto">
          <a:xfrm>
            <a:off x="6473456" y="2842828"/>
            <a:ext cx="350529" cy="350551"/>
          </a:xfrm>
          <a:custGeom>
            <a:avLst/>
            <a:gdLst>
              <a:gd name="T0" fmla="*/ 1178 w 1179"/>
              <a:gd name="T1" fmla="*/ 959 h 1177"/>
              <a:gd name="T2" fmla="*/ 1178 w 1179"/>
              <a:gd name="T3" fmla="*/ 959 h 1177"/>
              <a:gd name="T4" fmla="*/ 967 w 1179"/>
              <a:gd name="T5" fmla="*/ 1176 h 1177"/>
              <a:gd name="T6" fmla="*/ 218 w 1179"/>
              <a:gd name="T7" fmla="*/ 1176 h 1177"/>
              <a:gd name="T8" fmla="*/ 0 w 1179"/>
              <a:gd name="T9" fmla="*/ 959 h 1177"/>
              <a:gd name="T10" fmla="*/ 0 w 1179"/>
              <a:gd name="T11" fmla="*/ 209 h 1177"/>
              <a:gd name="T12" fmla="*/ 218 w 1179"/>
              <a:gd name="T13" fmla="*/ 0 h 1177"/>
              <a:gd name="T14" fmla="*/ 967 w 1179"/>
              <a:gd name="T15" fmla="*/ 0 h 1177"/>
              <a:gd name="T16" fmla="*/ 1178 w 1179"/>
              <a:gd name="T17" fmla="*/ 209 h 1177"/>
              <a:gd name="T18" fmla="*/ 1178 w 1179"/>
              <a:gd name="T19" fmla="*/ 959 h 1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79" h="1177">
                <a:moveTo>
                  <a:pt x="1178" y="959"/>
                </a:moveTo>
                <a:lnTo>
                  <a:pt x="1178" y="959"/>
                </a:lnTo>
                <a:cubicBezTo>
                  <a:pt x="1178" y="1081"/>
                  <a:pt x="1081" y="1176"/>
                  <a:pt x="967" y="1176"/>
                </a:cubicBezTo>
                <a:cubicBezTo>
                  <a:pt x="218" y="1176"/>
                  <a:pt x="218" y="1176"/>
                  <a:pt x="218" y="1176"/>
                </a:cubicBezTo>
                <a:cubicBezTo>
                  <a:pt x="96" y="1176"/>
                  <a:pt x="0" y="1081"/>
                  <a:pt x="0" y="959"/>
                </a:cubicBezTo>
                <a:cubicBezTo>
                  <a:pt x="0" y="209"/>
                  <a:pt x="0" y="209"/>
                  <a:pt x="0" y="209"/>
                </a:cubicBezTo>
                <a:cubicBezTo>
                  <a:pt x="0" y="95"/>
                  <a:pt x="96" y="0"/>
                  <a:pt x="218" y="0"/>
                </a:cubicBezTo>
                <a:cubicBezTo>
                  <a:pt x="967" y="0"/>
                  <a:pt x="967" y="0"/>
                  <a:pt x="967" y="0"/>
                </a:cubicBezTo>
                <a:cubicBezTo>
                  <a:pt x="1081" y="0"/>
                  <a:pt x="1178" y="95"/>
                  <a:pt x="1178" y="209"/>
                </a:cubicBezTo>
                <a:lnTo>
                  <a:pt x="1178" y="959"/>
                </a:lnTo>
              </a:path>
            </a:pathLst>
          </a:custGeom>
          <a:solidFill>
            <a:schemeClr val="bg1"/>
          </a:solidFill>
          <a:ln>
            <a:noFill/>
          </a:ln>
          <a:effectLst/>
        </p:spPr>
        <p:txBody>
          <a:bodyPr wrap="none" anchor="ctr"/>
          <a:lstStyle/>
          <a:p>
            <a:endParaRPr lang="en-US" dirty="0">
              <a:latin typeface="微软雅黑" panose="020B0503020204020204" charset="-122"/>
              <a:ea typeface="微软雅黑" panose="020B0503020204020204" charset="-122"/>
            </a:endParaRPr>
          </a:p>
        </p:txBody>
      </p:sp>
      <p:sp>
        <p:nvSpPr>
          <p:cNvPr id="40" name="Text Box 394"/>
          <p:cNvSpPr txBox="1">
            <a:spLocks noChangeArrowheads="1"/>
          </p:cNvSpPr>
          <p:nvPr/>
        </p:nvSpPr>
        <p:spPr bwMode="auto">
          <a:xfrm>
            <a:off x="7036435" y="2870200"/>
            <a:ext cx="2061845" cy="341630"/>
          </a:xfrm>
          <a:prstGeom prst="rect">
            <a:avLst/>
          </a:prstGeom>
          <a:noFill/>
          <a:ln>
            <a:noFill/>
          </a:ln>
          <a:effectLst/>
        </p:spPr>
        <p:txBody>
          <a:bodyPr lIns="0" tIns="0" rIns="0" bIns="0"/>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sz="1800" dirty="0">
                <a:solidFill>
                  <a:schemeClr val="bg1"/>
                </a:solidFill>
                <a:latin typeface="微软雅黑" panose="020B0503020204020204" charset="-122"/>
                <a:ea typeface="微软雅黑" panose="020B0503020204020204" charset="-122"/>
                <a:cs typeface="Aparajita" panose="020B0604020202020204" pitchFamily="34" charset="0"/>
              </a:rPr>
              <a:t>单击此处添加标题</a:t>
            </a:r>
          </a:p>
        </p:txBody>
      </p:sp>
      <p:sp>
        <p:nvSpPr>
          <p:cNvPr id="41" name="Text Box 395"/>
          <p:cNvSpPr txBox="1">
            <a:spLocks noChangeArrowheads="1"/>
          </p:cNvSpPr>
          <p:nvPr/>
        </p:nvSpPr>
        <p:spPr bwMode="auto">
          <a:xfrm>
            <a:off x="10476652" y="2917946"/>
            <a:ext cx="419735" cy="195580"/>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pPr algn="r"/>
            <a:r>
              <a:rPr lang="en-US" sz="1200" b="1" dirty="0">
                <a:solidFill>
                  <a:srgbClr val="4E4E4E"/>
                </a:solidFill>
                <a:latin typeface="微软雅黑" panose="020B0503020204020204" charset="-122"/>
                <a:ea typeface="微软雅黑" panose="020B0503020204020204" charset="-122"/>
                <a:cs typeface="Aparajita" panose="020B0604020202020204" pitchFamily="34" charset="0"/>
              </a:rPr>
              <a:t>6.516</a:t>
            </a:r>
          </a:p>
        </p:txBody>
      </p:sp>
      <p:sp>
        <p:nvSpPr>
          <p:cNvPr id="42" name="Freeform 396"/>
          <p:cNvSpPr>
            <a:spLocks noChangeArrowheads="1"/>
          </p:cNvSpPr>
          <p:nvPr/>
        </p:nvSpPr>
        <p:spPr bwMode="auto">
          <a:xfrm>
            <a:off x="8334155" y="3360748"/>
            <a:ext cx="2636870" cy="411173"/>
          </a:xfrm>
          <a:custGeom>
            <a:avLst/>
            <a:gdLst>
              <a:gd name="T0" fmla="*/ 8829 w 8830"/>
              <a:gd name="T1" fmla="*/ 1379 h 1380"/>
              <a:gd name="T2" fmla="*/ 0 w 8830"/>
              <a:gd name="T3" fmla="*/ 1379 h 1380"/>
              <a:gd name="T4" fmla="*/ 0 w 8830"/>
              <a:gd name="T5" fmla="*/ 0 h 1380"/>
              <a:gd name="T6" fmla="*/ 8829 w 8830"/>
              <a:gd name="T7" fmla="*/ 0 h 1380"/>
              <a:gd name="T8" fmla="*/ 8829 w 8830"/>
              <a:gd name="T9" fmla="*/ 1379 h 1380"/>
            </a:gdLst>
            <a:ahLst/>
            <a:cxnLst>
              <a:cxn ang="0">
                <a:pos x="T0" y="T1"/>
              </a:cxn>
              <a:cxn ang="0">
                <a:pos x="T2" y="T3"/>
              </a:cxn>
              <a:cxn ang="0">
                <a:pos x="T4" y="T5"/>
              </a:cxn>
              <a:cxn ang="0">
                <a:pos x="T6" y="T7"/>
              </a:cxn>
              <a:cxn ang="0">
                <a:pos x="T8" y="T9"/>
              </a:cxn>
            </a:cxnLst>
            <a:rect l="0" t="0" r="r" b="b"/>
            <a:pathLst>
              <a:path w="8830" h="1380">
                <a:moveTo>
                  <a:pt x="8829" y="1379"/>
                </a:moveTo>
                <a:lnTo>
                  <a:pt x="0" y="1379"/>
                </a:lnTo>
                <a:lnTo>
                  <a:pt x="0" y="0"/>
                </a:lnTo>
                <a:lnTo>
                  <a:pt x="8829" y="0"/>
                </a:lnTo>
                <a:lnTo>
                  <a:pt x="8829" y="1379"/>
                </a:lnTo>
              </a:path>
            </a:pathLst>
          </a:custGeom>
          <a:solidFill>
            <a:schemeClr val="bg1">
              <a:lumMod val="95000"/>
            </a:schemeClr>
          </a:solidFill>
          <a:ln>
            <a:noFill/>
          </a:ln>
          <a:effectLst/>
        </p:spPr>
        <p:txBody>
          <a:bodyPr wrap="none" anchor="ctr"/>
          <a:lstStyle/>
          <a:p>
            <a:endParaRPr lang="en-US" dirty="0">
              <a:latin typeface="微软雅黑" panose="020B0503020204020204" charset="-122"/>
              <a:ea typeface="微软雅黑" panose="020B0503020204020204" charset="-122"/>
            </a:endParaRPr>
          </a:p>
        </p:txBody>
      </p:sp>
      <p:sp>
        <p:nvSpPr>
          <p:cNvPr id="43" name="Freeform 397"/>
          <p:cNvSpPr>
            <a:spLocks noChangeArrowheads="1"/>
          </p:cNvSpPr>
          <p:nvPr/>
        </p:nvSpPr>
        <p:spPr bwMode="auto">
          <a:xfrm>
            <a:off x="6428651" y="3350205"/>
            <a:ext cx="3633108" cy="432259"/>
          </a:xfrm>
          <a:custGeom>
            <a:avLst/>
            <a:gdLst>
              <a:gd name="T0" fmla="*/ 11333 w 12162"/>
              <a:gd name="T1" fmla="*/ 0 h 1450"/>
              <a:gd name="T2" fmla="*/ 11333 w 12162"/>
              <a:gd name="T3" fmla="*/ 0 h 1450"/>
              <a:gd name="T4" fmla="*/ 219 w 12162"/>
              <a:gd name="T5" fmla="*/ 0 h 1450"/>
              <a:gd name="T6" fmla="*/ 0 w 12162"/>
              <a:gd name="T7" fmla="*/ 219 h 1450"/>
              <a:gd name="T8" fmla="*/ 0 w 12162"/>
              <a:gd name="T9" fmla="*/ 1230 h 1450"/>
              <a:gd name="T10" fmla="*/ 219 w 12162"/>
              <a:gd name="T11" fmla="*/ 1449 h 1450"/>
              <a:gd name="T12" fmla="*/ 11333 w 12162"/>
              <a:gd name="T13" fmla="*/ 1449 h 1450"/>
              <a:gd name="T14" fmla="*/ 12161 w 12162"/>
              <a:gd name="T15" fmla="*/ 725 h 1450"/>
              <a:gd name="T16" fmla="*/ 11333 w 12162"/>
              <a:gd name="T17" fmla="*/ 0 h 1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162" h="1450">
                <a:moveTo>
                  <a:pt x="11333" y="0"/>
                </a:moveTo>
                <a:lnTo>
                  <a:pt x="11333" y="0"/>
                </a:lnTo>
                <a:cubicBezTo>
                  <a:pt x="219" y="0"/>
                  <a:pt x="219" y="0"/>
                  <a:pt x="219" y="0"/>
                </a:cubicBezTo>
                <a:cubicBezTo>
                  <a:pt x="97" y="0"/>
                  <a:pt x="0" y="95"/>
                  <a:pt x="0" y="219"/>
                </a:cubicBezTo>
                <a:cubicBezTo>
                  <a:pt x="0" y="1230"/>
                  <a:pt x="0" y="1230"/>
                  <a:pt x="0" y="1230"/>
                </a:cubicBezTo>
                <a:cubicBezTo>
                  <a:pt x="0" y="1352"/>
                  <a:pt x="97" y="1449"/>
                  <a:pt x="219" y="1449"/>
                </a:cubicBezTo>
                <a:cubicBezTo>
                  <a:pt x="11333" y="1449"/>
                  <a:pt x="11333" y="1449"/>
                  <a:pt x="11333" y="1449"/>
                </a:cubicBezTo>
                <a:cubicBezTo>
                  <a:pt x="12161" y="725"/>
                  <a:pt x="12161" y="725"/>
                  <a:pt x="12161" y="725"/>
                </a:cubicBezTo>
                <a:lnTo>
                  <a:pt x="11333" y="0"/>
                </a:lnTo>
              </a:path>
            </a:pathLst>
          </a:custGeom>
          <a:solidFill>
            <a:schemeClr val="accent4"/>
          </a:solidFill>
          <a:ln>
            <a:noFill/>
          </a:ln>
          <a:effectLst/>
        </p:spPr>
        <p:txBody>
          <a:bodyPr wrap="none" anchor="ctr"/>
          <a:lstStyle/>
          <a:p>
            <a:endParaRPr lang="en-US" dirty="0">
              <a:latin typeface="微软雅黑" panose="020B0503020204020204" charset="-122"/>
              <a:ea typeface="微软雅黑" panose="020B0503020204020204" charset="-122"/>
            </a:endParaRPr>
          </a:p>
        </p:txBody>
      </p:sp>
      <p:sp>
        <p:nvSpPr>
          <p:cNvPr id="44" name="Freeform 398"/>
          <p:cNvSpPr>
            <a:spLocks noChangeArrowheads="1"/>
          </p:cNvSpPr>
          <p:nvPr/>
        </p:nvSpPr>
        <p:spPr bwMode="auto">
          <a:xfrm>
            <a:off x="6473456" y="3389741"/>
            <a:ext cx="350529" cy="350551"/>
          </a:xfrm>
          <a:custGeom>
            <a:avLst/>
            <a:gdLst>
              <a:gd name="T0" fmla="*/ 1178 w 1179"/>
              <a:gd name="T1" fmla="*/ 969 h 1179"/>
              <a:gd name="T2" fmla="*/ 1178 w 1179"/>
              <a:gd name="T3" fmla="*/ 969 h 1179"/>
              <a:gd name="T4" fmla="*/ 967 w 1179"/>
              <a:gd name="T5" fmla="*/ 1178 h 1179"/>
              <a:gd name="T6" fmla="*/ 218 w 1179"/>
              <a:gd name="T7" fmla="*/ 1178 h 1179"/>
              <a:gd name="T8" fmla="*/ 0 w 1179"/>
              <a:gd name="T9" fmla="*/ 969 h 1179"/>
              <a:gd name="T10" fmla="*/ 0 w 1179"/>
              <a:gd name="T11" fmla="*/ 218 h 1179"/>
              <a:gd name="T12" fmla="*/ 218 w 1179"/>
              <a:gd name="T13" fmla="*/ 0 h 1179"/>
              <a:gd name="T14" fmla="*/ 967 w 1179"/>
              <a:gd name="T15" fmla="*/ 0 h 1179"/>
              <a:gd name="T16" fmla="*/ 1178 w 1179"/>
              <a:gd name="T17" fmla="*/ 218 h 1179"/>
              <a:gd name="T18" fmla="*/ 1178 w 1179"/>
              <a:gd name="T19" fmla="*/ 969 h 1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79" h="1179">
                <a:moveTo>
                  <a:pt x="1178" y="969"/>
                </a:moveTo>
                <a:lnTo>
                  <a:pt x="1178" y="969"/>
                </a:lnTo>
                <a:cubicBezTo>
                  <a:pt x="1178" y="1082"/>
                  <a:pt x="1081" y="1178"/>
                  <a:pt x="967" y="1178"/>
                </a:cubicBezTo>
                <a:cubicBezTo>
                  <a:pt x="218" y="1178"/>
                  <a:pt x="218" y="1178"/>
                  <a:pt x="218" y="1178"/>
                </a:cubicBezTo>
                <a:cubicBezTo>
                  <a:pt x="96" y="1178"/>
                  <a:pt x="0" y="1082"/>
                  <a:pt x="0" y="969"/>
                </a:cubicBezTo>
                <a:cubicBezTo>
                  <a:pt x="0" y="218"/>
                  <a:pt x="0" y="218"/>
                  <a:pt x="0" y="218"/>
                </a:cubicBezTo>
                <a:cubicBezTo>
                  <a:pt x="0" y="96"/>
                  <a:pt x="96" y="0"/>
                  <a:pt x="218" y="0"/>
                </a:cubicBezTo>
                <a:cubicBezTo>
                  <a:pt x="967" y="0"/>
                  <a:pt x="967" y="0"/>
                  <a:pt x="967" y="0"/>
                </a:cubicBezTo>
                <a:cubicBezTo>
                  <a:pt x="1081" y="0"/>
                  <a:pt x="1178" y="96"/>
                  <a:pt x="1178" y="218"/>
                </a:cubicBezTo>
                <a:lnTo>
                  <a:pt x="1178" y="969"/>
                </a:lnTo>
              </a:path>
            </a:pathLst>
          </a:custGeom>
          <a:solidFill>
            <a:schemeClr val="bg1"/>
          </a:solidFill>
          <a:ln>
            <a:noFill/>
          </a:ln>
          <a:effectLst/>
        </p:spPr>
        <p:txBody>
          <a:bodyPr wrap="none" anchor="ctr"/>
          <a:lstStyle/>
          <a:p>
            <a:endParaRPr lang="en-US" dirty="0">
              <a:latin typeface="微软雅黑" panose="020B0503020204020204" charset="-122"/>
              <a:ea typeface="微软雅黑" panose="020B0503020204020204" charset="-122"/>
            </a:endParaRPr>
          </a:p>
        </p:txBody>
      </p:sp>
      <p:sp>
        <p:nvSpPr>
          <p:cNvPr id="46" name="Text Box 400"/>
          <p:cNvSpPr txBox="1">
            <a:spLocks noChangeArrowheads="1"/>
          </p:cNvSpPr>
          <p:nvPr/>
        </p:nvSpPr>
        <p:spPr bwMode="auto">
          <a:xfrm>
            <a:off x="7036435" y="3420745"/>
            <a:ext cx="2061845" cy="341630"/>
          </a:xfrm>
          <a:prstGeom prst="rect">
            <a:avLst/>
          </a:prstGeom>
          <a:noFill/>
          <a:ln>
            <a:noFill/>
          </a:ln>
          <a:effectLst/>
        </p:spPr>
        <p:txBody>
          <a:bodyPr lIns="0" tIns="0" rIns="0" bIns="0"/>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sz="1800" dirty="0">
                <a:solidFill>
                  <a:schemeClr val="bg1"/>
                </a:solidFill>
                <a:latin typeface="微软雅黑" panose="020B0503020204020204" charset="-122"/>
                <a:ea typeface="微软雅黑" panose="020B0503020204020204" charset="-122"/>
                <a:cs typeface="Aparajita" panose="020B0604020202020204" pitchFamily="34" charset="0"/>
              </a:rPr>
              <a:t>单击此处添加标题</a:t>
            </a:r>
          </a:p>
        </p:txBody>
      </p:sp>
      <p:sp>
        <p:nvSpPr>
          <p:cNvPr id="47" name="Text Box 401"/>
          <p:cNvSpPr txBox="1">
            <a:spLocks noChangeArrowheads="1"/>
          </p:cNvSpPr>
          <p:nvPr/>
        </p:nvSpPr>
        <p:spPr bwMode="auto">
          <a:xfrm>
            <a:off x="10385308" y="3468812"/>
            <a:ext cx="513715" cy="195580"/>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pPr algn="r"/>
            <a:r>
              <a:rPr lang="en-US" sz="1200" b="1" dirty="0">
                <a:solidFill>
                  <a:srgbClr val="4E4E4E"/>
                </a:solidFill>
                <a:latin typeface="微软雅黑" panose="020B0503020204020204" charset="-122"/>
                <a:ea typeface="微软雅黑" panose="020B0503020204020204" charset="-122"/>
                <a:cs typeface="Aparajita" panose="020B0604020202020204" pitchFamily="34" charset="0"/>
              </a:rPr>
              <a:t>4.0156</a:t>
            </a:r>
          </a:p>
        </p:txBody>
      </p:sp>
      <p:sp>
        <p:nvSpPr>
          <p:cNvPr id="48" name="Freeform 402"/>
          <p:cNvSpPr>
            <a:spLocks noChangeArrowheads="1"/>
          </p:cNvSpPr>
          <p:nvPr/>
        </p:nvSpPr>
        <p:spPr bwMode="auto">
          <a:xfrm>
            <a:off x="8334155" y="3910296"/>
            <a:ext cx="2636870" cy="408537"/>
          </a:xfrm>
          <a:custGeom>
            <a:avLst/>
            <a:gdLst>
              <a:gd name="T0" fmla="*/ 8829 w 8830"/>
              <a:gd name="T1" fmla="*/ 1370 h 1371"/>
              <a:gd name="T2" fmla="*/ 0 w 8830"/>
              <a:gd name="T3" fmla="*/ 1370 h 1371"/>
              <a:gd name="T4" fmla="*/ 0 w 8830"/>
              <a:gd name="T5" fmla="*/ 0 h 1371"/>
              <a:gd name="T6" fmla="*/ 8829 w 8830"/>
              <a:gd name="T7" fmla="*/ 0 h 1371"/>
              <a:gd name="T8" fmla="*/ 8829 w 8830"/>
              <a:gd name="T9" fmla="*/ 1370 h 1371"/>
            </a:gdLst>
            <a:ahLst/>
            <a:cxnLst>
              <a:cxn ang="0">
                <a:pos x="T0" y="T1"/>
              </a:cxn>
              <a:cxn ang="0">
                <a:pos x="T2" y="T3"/>
              </a:cxn>
              <a:cxn ang="0">
                <a:pos x="T4" y="T5"/>
              </a:cxn>
              <a:cxn ang="0">
                <a:pos x="T6" y="T7"/>
              </a:cxn>
              <a:cxn ang="0">
                <a:pos x="T8" y="T9"/>
              </a:cxn>
            </a:cxnLst>
            <a:rect l="0" t="0" r="r" b="b"/>
            <a:pathLst>
              <a:path w="8830" h="1371">
                <a:moveTo>
                  <a:pt x="8829" y="1370"/>
                </a:moveTo>
                <a:lnTo>
                  <a:pt x="0" y="1370"/>
                </a:lnTo>
                <a:lnTo>
                  <a:pt x="0" y="0"/>
                </a:lnTo>
                <a:lnTo>
                  <a:pt x="8829" y="0"/>
                </a:lnTo>
                <a:lnTo>
                  <a:pt x="8829" y="1370"/>
                </a:lnTo>
              </a:path>
            </a:pathLst>
          </a:custGeom>
          <a:solidFill>
            <a:schemeClr val="bg1">
              <a:lumMod val="95000"/>
            </a:schemeClr>
          </a:solidFill>
          <a:ln>
            <a:noFill/>
          </a:ln>
          <a:effectLst/>
        </p:spPr>
        <p:txBody>
          <a:bodyPr wrap="none" anchor="ctr"/>
          <a:lstStyle/>
          <a:p>
            <a:endParaRPr lang="en-US" dirty="0">
              <a:latin typeface="微软雅黑" panose="020B0503020204020204" charset="-122"/>
              <a:ea typeface="微软雅黑" panose="020B0503020204020204" charset="-122"/>
            </a:endParaRPr>
          </a:p>
        </p:txBody>
      </p:sp>
      <p:sp>
        <p:nvSpPr>
          <p:cNvPr id="49" name="Freeform 403"/>
          <p:cNvSpPr>
            <a:spLocks noChangeArrowheads="1"/>
          </p:cNvSpPr>
          <p:nvPr/>
        </p:nvSpPr>
        <p:spPr bwMode="auto">
          <a:xfrm>
            <a:off x="6428651" y="3901071"/>
            <a:ext cx="3633108" cy="429623"/>
          </a:xfrm>
          <a:custGeom>
            <a:avLst/>
            <a:gdLst>
              <a:gd name="T0" fmla="*/ 11333 w 12162"/>
              <a:gd name="T1" fmla="*/ 0 h 1441"/>
              <a:gd name="T2" fmla="*/ 11333 w 12162"/>
              <a:gd name="T3" fmla="*/ 0 h 1441"/>
              <a:gd name="T4" fmla="*/ 219 w 12162"/>
              <a:gd name="T5" fmla="*/ 0 h 1441"/>
              <a:gd name="T6" fmla="*/ 0 w 12162"/>
              <a:gd name="T7" fmla="*/ 210 h 1441"/>
              <a:gd name="T8" fmla="*/ 0 w 12162"/>
              <a:gd name="T9" fmla="*/ 1230 h 1441"/>
              <a:gd name="T10" fmla="*/ 219 w 12162"/>
              <a:gd name="T11" fmla="*/ 1440 h 1441"/>
              <a:gd name="T12" fmla="*/ 11333 w 12162"/>
              <a:gd name="T13" fmla="*/ 1440 h 1441"/>
              <a:gd name="T14" fmla="*/ 12161 w 12162"/>
              <a:gd name="T15" fmla="*/ 716 h 1441"/>
              <a:gd name="T16" fmla="*/ 11333 w 12162"/>
              <a:gd name="T17" fmla="*/ 0 h 1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162" h="1441">
                <a:moveTo>
                  <a:pt x="11333" y="0"/>
                </a:moveTo>
                <a:lnTo>
                  <a:pt x="11333" y="0"/>
                </a:lnTo>
                <a:cubicBezTo>
                  <a:pt x="219" y="0"/>
                  <a:pt x="219" y="0"/>
                  <a:pt x="219" y="0"/>
                </a:cubicBezTo>
                <a:cubicBezTo>
                  <a:pt x="97" y="0"/>
                  <a:pt x="0" y="97"/>
                  <a:pt x="0" y="210"/>
                </a:cubicBezTo>
                <a:cubicBezTo>
                  <a:pt x="0" y="1230"/>
                  <a:pt x="0" y="1230"/>
                  <a:pt x="0" y="1230"/>
                </a:cubicBezTo>
                <a:cubicBezTo>
                  <a:pt x="0" y="1343"/>
                  <a:pt x="97" y="1440"/>
                  <a:pt x="219" y="1440"/>
                </a:cubicBezTo>
                <a:cubicBezTo>
                  <a:pt x="11333" y="1440"/>
                  <a:pt x="11333" y="1440"/>
                  <a:pt x="11333" y="1440"/>
                </a:cubicBezTo>
                <a:cubicBezTo>
                  <a:pt x="12161" y="716"/>
                  <a:pt x="12161" y="716"/>
                  <a:pt x="12161" y="716"/>
                </a:cubicBezTo>
                <a:lnTo>
                  <a:pt x="11333" y="0"/>
                </a:lnTo>
              </a:path>
            </a:pathLst>
          </a:custGeom>
          <a:solidFill>
            <a:schemeClr val="accent5"/>
          </a:solidFill>
          <a:ln>
            <a:noFill/>
          </a:ln>
          <a:effectLst/>
        </p:spPr>
        <p:txBody>
          <a:bodyPr wrap="none" anchor="ctr"/>
          <a:lstStyle/>
          <a:p>
            <a:endParaRPr lang="en-US" dirty="0">
              <a:latin typeface="微软雅黑" panose="020B0503020204020204" charset="-122"/>
              <a:ea typeface="微软雅黑" panose="020B0503020204020204" charset="-122"/>
            </a:endParaRPr>
          </a:p>
        </p:txBody>
      </p:sp>
      <p:sp>
        <p:nvSpPr>
          <p:cNvPr id="50" name="Freeform 404"/>
          <p:cNvSpPr>
            <a:spLocks noChangeArrowheads="1"/>
          </p:cNvSpPr>
          <p:nvPr/>
        </p:nvSpPr>
        <p:spPr bwMode="auto">
          <a:xfrm>
            <a:off x="6473456" y="3939289"/>
            <a:ext cx="350529" cy="350551"/>
          </a:xfrm>
          <a:custGeom>
            <a:avLst/>
            <a:gdLst>
              <a:gd name="T0" fmla="*/ 1178 w 1179"/>
              <a:gd name="T1" fmla="*/ 959 h 1177"/>
              <a:gd name="T2" fmla="*/ 1178 w 1179"/>
              <a:gd name="T3" fmla="*/ 959 h 1177"/>
              <a:gd name="T4" fmla="*/ 967 w 1179"/>
              <a:gd name="T5" fmla="*/ 1176 h 1177"/>
              <a:gd name="T6" fmla="*/ 218 w 1179"/>
              <a:gd name="T7" fmla="*/ 1176 h 1177"/>
              <a:gd name="T8" fmla="*/ 0 w 1179"/>
              <a:gd name="T9" fmla="*/ 959 h 1177"/>
              <a:gd name="T10" fmla="*/ 0 w 1179"/>
              <a:gd name="T11" fmla="*/ 208 h 1177"/>
              <a:gd name="T12" fmla="*/ 218 w 1179"/>
              <a:gd name="T13" fmla="*/ 0 h 1177"/>
              <a:gd name="T14" fmla="*/ 967 w 1179"/>
              <a:gd name="T15" fmla="*/ 0 h 1177"/>
              <a:gd name="T16" fmla="*/ 1178 w 1179"/>
              <a:gd name="T17" fmla="*/ 208 h 1177"/>
              <a:gd name="T18" fmla="*/ 1178 w 1179"/>
              <a:gd name="T19" fmla="*/ 959 h 1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79" h="1177">
                <a:moveTo>
                  <a:pt x="1178" y="959"/>
                </a:moveTo>
                <a:lnTo>
                  <a:pt x="1178" y="959"/>
                </a:lnTo>
                <a:cubicBezTo>
                  <a:pt x="1178" y="1081"/>
                  <a:pt x="1081" y="1176"/>
                  <a:pt x="967" y="1176"/>
                </a:cubicBezTo>
                <a:cubicBezTo>
                  <a:pt x="218" y="1176"/>
                  <a:pt x="218" y="1176"/>
                  <a:pt x="218" y="1176"/>
                </a:cubicBezTo>
                <a:cubicBezTo>
                  <a:pt x="96" y="1176"/>
                  <a:pt x="0" y="1081"/>
                  <a:pt x="0" y="959"/>
                </a:cubicBezTo>
                <a:cubicBezTo>
                  <a:pt x="0" y="208"/>
                  <a:pt x="0" y="208"/>
                  <a:pt x="0" y="208"/>
                </a:cubicBezTo>
                <a:cubicBezTo>
                  <a:pt x="0" y="95"/>
                  <a:pt x="96" y="0"/>
                  <a:pt x="218" y="0"/>
                </a:cubicBezTo>
                <a:cubicBezTo>
                  <a:pt x="967" y="0"/>
                  <a:pt x="967" y="0"/>
                  <a:pt x="967" y="0"/>
                </a:cubicBezTo>
                <a:cubicBezTo>
                  <a:pt x="1081" y="0"/>
                  <a:pt x="1178" y="95"/>
                  <a:pt x="1178" y="208"/>
                </a:cubicBezTo>
                <a:lnTo>
                  <a:pt x="1178" y="959"/>
                </a:lnTo>
              </a:path>
            </a:pathLst>
          </a:custGeom>
          <a:solidFill>
            <a:schemeClr val="bg1"/>
          </a:solidFill>
          <a:ln>
            <a:noFill/>
          </a:ln>
          <a:effectLst/>
        </p:spPr>
        <p:txBody>
          <a:bodyPr wrap="none" anchor="ctr"/>
          <a:lstStyle/>
          <a:p>
            <a:endParaRPr lang="en-US" dirty="0">
              <a:latin typeface="微软雅黑" panose="020B0503020204020204" charset="-122"/>
              <a:ea typeface="微软雅黑" panose="020B0503020204020204" charset="-122"/>
            </a:endParaRPr>
          </a:p>
        </p:txBody>
      </p:sp>
      <p:sp>
        <p:nvSpPr>
          <p:cNvPr id="52" name="Text Box 406"/>
          <p:cNvSpPr txBox="1">
            <a:spLocks noChangeArrowheads="1"/>
          </p:cNvSpPr>
          <p:nvPr/>
        </p:nvSpPr>
        <p:spPr bwMode="auto">
          <a:xfrm>
            <a:off x="7036435" y="3968115"/>
            <a:ext cx="2061845" cy="341630"/>
          </a:xfrm>
          <a:prstGeom prst="rect">
            <a:avLst/>
          </a:prstGeom>
          <a:noFill/>
          <a:ln>
            <a:noFill/>
          </a:ln>
          <a:effectLst/>
        </p:spPr>
        <p:txBody>
          <a:bodyPr lIns="0" tIns="0" rIns="0" bIns="0"/>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sz="1800" dirty="0">
                <a:solidFill>
                  <a:schemeClr val="bg1"/>
                </a:solidFill>
                <a:latin typeface="微软雅黑" panose="020B0503020204020204" charset="-122"/>
                <a:ea typeface="微软雅黑" panose="020B0503020204020204" charset="-122"/>
                <a:cs typeface="Aparajita" panose="020B0604020202020204" pitchFamily="34" charset="0"/>
              </a:rPr>
              <a:t>单击此处添加标题</a:t>
            </a:r>
          </a:p>
        </p:txBody>
      </p:sp>
      <p:sp>
        <p:nvSpPr>
          <p:cNvPr id="53" name="Text Box 407"/>
          <p:cNvSpPr txBox="1">
            <a:spLocks noChangeArrowheads="1"/>
          </p:cNvSpPr>
          <p:nvPr/>
        </p:nvSpPr>
        <p:spPr bwMode="auto">
          <a:xfrm>
            <a:off x="10476652" y="4015725"/>
            <a:ext cx="419735" cy="195580"/>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pPr algn="r"/>
            <a:r>
              <a:rPr lang="en-US" sz="1200" b="1" dirty="0">
                <a:solidFill>
                  <a:srgbClr val="4E4E4E"/>
                </a:solidFill>
                <a:latin typeface="微软雅黑" panose="020B0503020204020204" charset="-122"/>
                <a:ea typeface="微软雅黑" panose="020B0503020204020204" charset="-122"/>
                <a:cs typeface="Aparajita" panose="020B0604020202020204" pitchFamily="34" charset="0"/>
              </a:rPr>
              <a:t>1.857</a:t>
            </a:r>
          </a:p>
        </p:txBody>
      </p:sp>
      <p:sp>
        <p:nvSpPr>
          <p:cNvPr id="54" name="Freeform 408"/>
          <p:cNvSpPr>
            <a:spLocks noChangeArrowheads="1"/>
          </p:cNvSpPr>
          <p:nvPr/>
        </p:nvSpPr>
        <p:spPr bwMode="auto">
          <a:xfrm>
            <a:off x="8334155" y="4458527"/>
            <a:ext cx="2636870" cy="411173"/>
          </a:xfrm>
          <a:custGeom>
            <a:avLst/>
            <a:gdLst>
              <a:gd name="T0" fmla="*/ 8829 w 8830"/>
              <a:gd name="T1" fmla="*/ 1378 h 1379"/>
              <a:gd name="T2" fmla="*/ 0 w 8830"/>
              <a:gd name="T3" fmla="*/ 1378 h 1379"/>
              <a:gd name="T4" fmla="*/ 0 w 8830"/>
              <a:gd name="T5" fmla="*/ 0 h 1379"/>
              <a:gd name="T6" fmla="*/ 8829 w 8830"/>
              <a:gd name="T7" fmla="*/ 0 h 1379"/>
              <a:gd name="T8" fmla="*/ 8829 w 8830"/>
              <a:gd name="T9" fmla="*/ 1378 h 1379"/>
            </a:gdLst>
            <a:ahLst/>
            <a:cxnLst>
              <a:cxn ang="0">
                <a:pos x="T0" y="T1"/>
              </a:cxn>
              <a:cxn ang="0">
                <a:pos x="T2" y="T3"/>
              </a:cxn>
              <a:cxn ang="0">
                <a:pos x="T4" y="T5"/>
              </a:cxn>
              <a:cxn ang="0">
                <a:pos x="T6" y="T7"/>
              </a:cxn>
              <a:cxn ang="0">
                <a:pos x="T8" y="T9"/>
              </a:cxn>
            </a:cxnLst>
            <a:rect l="0" t="0" r="r" b="b"/>
            <a:pathLst>
              <a:path w="8830" h="1379">
                <a:moveTo>
                  <a:pt x="8829" y="1378"/>
                </a:moveTo>
                <a:lnTo>
                  <a:pt x="0" y="1378"/>
                </a:lnTo>
                <a:lnTo>
                  <a:pt x="0" y="0"/>
                </a:lnTo>
                <a:lnTo>
                  <a:pt x="8829" y="0"/>
                </a:lnTo>
                <a:lnTo>
                  <a:pt x="8829" y="1378"/>
                </a:lnTo>
              </a:path>
            </a:pathLst>
          </a:custGeom>
          <a:solidFill>
            <a:schemeClr val="bg1">
              <a:lumMod val="95000"/>
            </a:schemeClr>
          </a:solidFill>
          <a:ln>
            <a:noFill/>
          </a:ln>
          <a:effectLst/>
        </p:spPr>
        <p:txBody>
          <a:bodyPr wrap="none" anchor="ctr"/>
          <a:lstStyle/>
          <a:p>
            <a:endParaRPr lang="en-US" dirty="0">
              <a:latin typeface="微软雅黑" panose="020B0503020204020204" charset="-122"/>
              <a:ea typeface="微软雅黑" panose="020B0503020204020204" charset="-122"/>
            </a:endParaRPr>
          </a:p>
        </p:txBody>
      </p:sp>
      <p:sp>
        <p:nvSpPr>
          <p:cNvPr id="55" name="Freeform 409"/>
          <p:cNvSpPr>
            <a:spLocks noChangeArrowheads="1"/>
          </p:cNvSpPr>
          <p:nvPr/>
        </p:nvSpPr>
        <p:spPr bwMode="auto">
          <a:xfrm>
            <a:off x="6428651" y="4447984"/>
            <a:ext cx="3633108" cy="432259"/>
          </a:xfrm>
          <a:custGeom>
            <a:avLst/>
            <a:gdLst>
              <a:gd name="T0" fmla="*/ 11333 w 12162"/>
              <a:gd name="T1" fmla="*/ 0 h 1449"/>
              <a:gd name="T2" fmla="*/ 11333 w 12162"/>
              <a:gd name="T3" fmla="*/ 0 h 1449"/>
              <a:gd name="T4" fmla="*/ 219 w 12162"/>
              <a:gd name="T5" fmla="*/ 0 h 1449"/>
              <a:gd name="T6" fmla="*/ 0 w 12162"/>
              <a:gd name="T7" fmla="*/ 219 h 1449"/>
              <a:gd name="T8" fmla="*/ 0 w 12162"/>
              <a:gd name="T9" fmla="*/ 1230 h 1449"/>
              <a:gd name="T10" fmla="*/ 219 w 12162"/>
              <a:gd name="T11" fmla="*/ 1448 h 1449"/>
              <a:gd name="T12" fmla="*/ 11333 w 12162"/>
              <a:gd name="T13" fmla="*/ 1448 h 1449"/>
              <a:gd name="T14" fmla="*/ 12161 w 12162"/>
              <a:gd name="T15" fmla="*/ 724 h 1449"/>
              <a:gd name="T16" fmla="*/ 11333 w 12162"/>
              <a:gd name="T17" fmla="*/ 0 h 1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162" h="1449">
                <a:moveTo>
                  <a:pt x="11333" y="0"/>
                </a:moveTo>
                <a:lnTo>
                  <a:pt x="11333" y="0"/>
                </a:lnTo>
                <a:cubicBezTo>
                  <a:pt x="219" y="0"/>
                  <a:pt x="219" y="0"/>
                  <a:pt x="219" y="0"/>
                </a:cubicBezTo>
                <a:cubicBezTo>
                  <a:pt x="97" y="0"/>
                  <a:pt x="0" y="95"/>
                  <a:pt x="0" y="219"/>
                </a:cubicBezTo>
                <a:cubicBezTo>
                  <a:pt x="0" y="1230"/>
                  <a:pt x="0" y="1230"/>
                  <a:pt x="0" y="1230"/>
                </a:cubicBezTo>
                <a:cubicBezTo>
                  <a:pt x="0" y="1352"/>
                  <a:pt x="97" y="1448"/>
                  <a:pt x="219" y="1448"/>
                </a:cubicBezTo>
                <a:cubicBezTo>
                  <a:pt x="11333" y="1448"/>
                  <a:pt x="11333" y="1448"/>
                  <a:pt x="11333" y="1448"/>
                </a:cubicBezTo>
                <a:cubicBezTo>
                  <a:pt x="12161" y="724"/>
                  <a:pt x="12161" y="724"/>
                  <a:pt x="12161" y="724"/>
                </a:cubicBezTo>
                <a:lnTo>
                  <a:pt x="11333" y="0"/>
                </a:lnTo>
              </a:path>
            </a:pathLst>
          </a:custGeom>
          <a:solidFill>
            <a:schemeClr val="accent6"/>
          </a:solidFill>
          <a:ln>
            <a:noFill/>
          </a:ln>
          <a:effectLst/>
        </p:spPr>
        <p:txBody>
          <a:bodyPr wrap="none" anchor="ctr"/>
          <a:lstStyle/>
          <a:p>
            <a:endParaRPr lang="en-US" dirty="0">
              <a:latin typeface="微软雅黑" panose="020B0503020204020204" charset="-122"/>
              <a:ea typeface="微软雅黑" panose="020B0503020204020204" charset="-122"/>
            </a:endParaRPr>
          </a:p>
        </p:txBody>
      </p:sp>
      <p:sp>
        <p:nvSpPr>
          <p:cNvPr id="56" name="Freeform 410"/>
          <p:cNvSpPr>
            <a:spLocks noChangeArrowheads="1"/>
          </p:cNvSpPr>
          <p:nvPr/>
        </p:nvSpPr>
        <p:spPr bwMode="auto">
          <a:xfrm>
            <a:off x="6473456" y="4486201"/>
            <a:ext cx="350529" cy="350551"/>
          </a:xfrm>
          <a:custGeom>
            <a:avLst/>
            <a:gdLst>
              <a:gd name="T0" fmla="*/ 1178 w 1179"/>
              <a:gd name="T1" fmla="*/ 970 h 1179"/>
              <a:gd name="T2" fmla="*/ 1178 w 1179"/>
              <a:gd name="T3" fmla="*/ 970 h 1179"/>
              <a:gd name="T4" fmla="*/ 967 w 1179"/>
              <a:gd name="T5" fmla="*/ 1178 h 1179"/>
              <a:gd name="T6" fmla="*/ 218 w 1179"/>
              <a:gd name="T7" fmla="*/ 1178 h 1179"/>
              <a:gd name="T8" fmla="*/ 0 w 1179"/>
              <a:gd name="T9" fmla="*/ 970 h 1179"/>
              <a:gd name="T10" fmla="*/ 0 w 1179"/>
              <a:gd name="T11" fmla="*/ 219 h 1179"/>
              <a:gd name="T12" fmla="*/ 218 w 1179"/>
              <a:gd name="T13" fmla="*/ 0 h 1179"/>
              <a:gd name="T14" fmla="*/ 967 w 1179"/>
              <a:gd name="T15" fmla="*/ 0 h 1179"/>
              <a:gd name="T16" fmla="*/ 1178 w 1179"/>
              <a:gd name="T17" fmla="*/ 219 h 1179"/>
              <a:gd name="T18" fmla="*/ 1178 w 1179"/>
              <a:gd name="T19" fmla="*/ 970 h 1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79" h="1179">
                <a:moveTo>
                  <a:pt x="1178" y="970"/>
                </a:moveTo>
                <a:lnTo>
                  <a:pt x="1178" y="970"/>
                </a:lnTo>
                <a:cubicBezTo>
                  <a:pt x="1178" y="1083"/>
                  <a:pt x="1081" y="1178"/>
                  <a:pt x="967" y="1178"/>
                </a:cubicBezTo>
                <a:cubicBezTo>
                  <a:pt x="218" y="1178"/>
                  <a:pt x="218" y="1178"/>
                  <a:pt x="218" y="1178"/>
                </a:cubicBezTo>
                <a:cubicBezTo>
                  <a:pt x="96" y="1178"/>
                  <a:pt x="0" y="1083"/>
                  <a:pt x="0" y="970"/>
                </a:cubicBezTo>
                <a:cubicBezTo>
                  <a:pt x="0" y="219"/>
                  <a:pt x="0" y="219"/>
                  <a:pt x="0" y="219"/>
                </a:cubicBezTo>
                <a:cubicBezTo>
                  <a:pt x="0" y="97"/>
                  <a:pt x="96" y="0"/>
                  <a:pt x="218" y="0"/>
                </a:cubicBezTo>
                <a:cubicBezTo>
                  <a:pt x="967" y="0"/>
                  <a:pt x="967" y="0"/>
                  <a:pt x="967" y="0"/>
                </a:cubicBezTo>
                <a:cubicBezTo>
                  <a:pt x="1081" y="0"/>
                  <a:pt x="1178" y="97"/>
                  <a:pt x="1178" y="219"/>
                </a:cubicBezTo>
                <a:lnTo>
                  <a:pt x="1178" y="970"/>
                </a:lnTo>
              </a:path>
            </a:pathLst>
          </a:custGeom>
          <a:solidFill>
            <a:schemeClr val="bg1"/>
          </a:solidFill>
          <a:ln>
            <a:noFill/>
          </a:ln>
          <a:effectLst/>
        </p:spPr>
        <p:txBody>
          <a:bodyPr wrap="none" anchor="ctr"/>
          <a:lstStyle/>
          <a:p>
            <a:endParaRPr lang="en-US" dirty="0">
              <a:latin typeface="微软雅黑" panose="020B0503020204020204" charset="-122"/>
              <a:ea typeface="微软雅黑" panose="020B0503020204020204" charset="-122"/>
            </a:endParaRPr>
          </a:p>
        </p:txBody>
      </p:sp>
      <p:sp>
        <p:nvSpPr>
          <p:cNvPr id="58" name="Text Box 412"/>
          <p:cNvSpPr txBox="1">
            <a:spLocks noChangeArrowheads="1"/>
          </p:cNvSpPr>
          <p:nvPr/>
        </p:nvSpPr>
        <p:spPr bwMode="auto">
          <a:xfrm>
            <a:off x="7036435" y="4516120"/>
            <a:ext cx="2061845" cy="341630"/>
          </a:xfrm>
          <a:prstGeom prst="rect">
            <a:avLst/>
          </a:prstGeom>
          <a:noFill/>
          <a:ln>
            <a:noFill/>
          </a:ln>
          <a:effectLst/>
        </p:spPr>
        <p:txBody>
          <a:bodyPr lIns="0" tIns="0" rIns="0" bIns="0"/>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sz="1800" dirty="0">
                <a:solidFill>
                  <a:schemeClr val="bg1"/>
                </a:solidFill>
                <a:latin typeface="微软雅黑" panose="020B0503020204020204" charset="-122"/>
                <a:ea typeface="微软雅黑" panose="020B0503020204020204" charset="-122"/>
                <a:cs typeface="Aparajita" panose="020B0604020202020204" pitchFamily="34" charset="0"/>
              </a:rPr>
              <a:t>单击此处添加标题</a:t>
            </a:r>
          </a:p>
        </p:txBody>
      </p:sp>
      <p:sp>
        <p:nvSpPr>
          <p:cNvPr id="59" name="Text Box 413"/>
          <p:cNvSpPr txBox="1">
            <a:spLocks noChangeArrowheads="1"/>
          </p:cNvSpPr>
          <p:nvPr/>
        </p:nvSpPr>
        <p:spPr bwMode="auto">
          <a:xfrm>
            <a:off x="10617083" y="4566591"/>
            <a:ext cx="281940" cy="195580"/>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pPr algn="r"/>
            <a:r>
              <a:rPr lang="en-US" sz="1200" b="1" dirty="0">
                <a:solidFill>
                  <a:srgbClr val="4E4E4E"/>
                </a:solidFill>
                <a:latin typeface="微软雅黑" panose="020B0503020204020204" charset="-122"/>
                <a:ea typeface="微软雅黑" panose="020B0503020204020204" charset="-122"/>
                <a:cs typeface="Aparajita" panose="020B0604020202020204" pitchFamily="34" charset="0"/>
              </a:rPr>
              <a:t>556</a:t>
            </a:r>
          </a:p>
        </p:txBody>
      </p:sp>
      <p:sp>
        <p:nvSpPr>
          <p:cNvPr id="60" name="Freeform 414"/>
          <p:cNvSpPr>
            <a:spLocks noChangeArrowheads="1"/>
          </p:cNvSpPr>
          <p:nvPr/>
        </p:nvSpPr>
        <p:spPr bwMode="auto">
          <a:xfrm>
            <a:off x="8334155" y="5005439"/>
            <a:ext cx="2636870" cy="411173"/>
          </a:xfrm>
          <a:custGeom>
            <a:avLst/>
            <a:gdLst>
              <a:gd name="T0" fmla="*/ 8829 w 8830"/>
              <a:gd name="T1" fmla="*/ 1378 h 1379"/>
              <a:gd name="T2" fmla="*/ 0 w 8830"/>
              <a:gd name="T3" fmla="*/ 1378 h 1379"/>
              <a:gd name="T4" fmla="*/ 0 w 8830"/>
              <a:gd name="T5" fmla="*/ 0 h 1379"/>
              <a:gd name="T6" fmla="*/ 8829 w 8830"/>
              <a:gd name="T7" fmla="*/ 0 h 1379"/>
              <a:gd name="T8" fmla="*/ 8829 w 8830"/>
              <a:gd name="T9" fmla="*/ 1378 h 1379"/>
            </a:gdLst>
            <a:ahLst/>
            <a:cxnLst>
              <a:cxn ang="0">
                <a:pos x="T0" y="T1"/>
              </a:cxn>
              <a:cxn ang="0">
                <a:pos x="T2" y="T3"/>
              </a:cxn>
              <a:cxn ang="0">
                <a:pos x="T4" y="T5"/>
              </a:cxn>
              <a:cxn ang="0">
                <a:pos x="T6" y="T7"/>
              </a:cxn>
              <a:cxn ang="0">
                <a:pos x="T8" y="T9"/>
              </a:cxn>
            </a:cxnLst>
            <a:rect l="0" t="0" r="r" b="b"/>
            <a:pathLst>
              <a:path w="8830" h="1379">
                <a:moveTo>
                  <a:pt x="8829" y="1378"/>
                </a:moveTo>
                <a:lnTo>
                  <a:pt x="0" y="1378"/>
                </a:lnTo>
                <a:lnTo>
                  <a:pt x="0" y="0"/>
                </a:lnTo>
                <a:lnTo>
                  <a:pt x="8829" y="0"/>
                </a:lnTo>
                <a:lnTo>
                  <a:pt x="8829" y="1378"/>
                </a:lnTo>
              </a:path>
            </a:pathLst>
          </a:custGeom>
          <a:solidFill>
            <a:schemeClr val="bg1">
              <a:lumMod val="95000"/>
            </a:schemeClr>
          </a:solidFill>
          <a:ln>
            <a:noFill/>
          </a:ln>
          <a:effectLst/>
        </p:spPr>
        <p:txBody>
          <a:bodyPr wrap="none" anchor="ctr"/>
          <a:lstStyle/>
          <a:p>
            <a:endParaRPr lang="en-US" dirty="0">
              <a:latin typeface="微软雅黑" panose="020B0503020204020204" charset="-122"/>
              <a:ea typeface="微软雅黑" panose="020B0503020204020204" charset="-122"/>
            </a:endParaRPr>
          </a:p>
        </p:txBody>
      </p:sp>
      <p:sp>
        <p:nvSpPr>
          <p:cNvPr id="61" name="Freeform 415"/>
          <p:cNvSpPr>
            <a:spLocks noChangeArrowheads="1"/>
          </p:cNvSpPr>
          <p:nvPr/>
        </p:nvSpPr>
        <p:spPr bwMode="auto">
          <a:xfrm>
            <a:off x="6428651" y="4994896"/>
            <a:ext cx="3633108" cy="432259"/>
          </a:xfrm>
          <a:custGeom>
            <a:avLst/>
            <a:gdLst>
              <a:gd name="T0" fmla="*/ 11333 w 12162"/>
              <a:gd name="T1" fmla="*/ 0 h 1449"/>
              <a:gd name="T2" fmla="*/ 11333 w 12162"/>
              <a:gd name="T3" fmla="*/ 0 h 1449"/>
              <a:gd name="T4" fmla="*/ 219 w 12162"/>
              <a:gd name="T5" fmla="*/ 0 h 1449"/>
              <a:gd name="T6" fmla="*/ 0 w 12162"/>
              <a:gd name="T7" fmla="*/ 219 h 1449"/>
              <a:gd name="T8" fmla="*/ 0 w 12162"/>
              <a:gd name="T9" fmla="*/ 1230 h 1449"/>
              <a:gd name="T10" fmla="*/ 219 w 12162"/>
              <a:gd name="T11" fmla="*/ 1448 h 1449"/>
              <a:gd name="T12" fmla="*/ 11333 w 12162"/>
              <a:gd name="T13" fmla="*/ 1448 h 1449"/>
              <a:gd name="T14" fmla="*/ 12161 w 12162"/>
              <a:gd name="T15" fmla="*/ 724 h 1449"/>
              <a:gd name="T16" fmla="*/ 11333 w 12162"/>
              <a:gd name="T17" fmla="*/ 0 h 1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162" h="1449">
                <a:moveTo>
                  <a:pt x="11333" y="0"/>
                </a:moveTo>
                <a:lnTo>
                  <a:pt x="11333" y="0"/>
                </a:lnTo>
                <a:cubicBezTo>
                  <a:pt x="219" y="0"/>
                  <a:pt x="219" y="0"/>
                  <a:pt x="219" y="0"/>
                </a:cubicBezTo>
                <a:cubicBezTo>
                  <a:pt x="97" y="0"/>
                  <a:pt x="0" y="95"/>
                  <a:pt x="0" y="219"/>
                </a:cubicBezTo>
                <a:cubicBezTo>
                  <a:pt x="0" y="1230"/>
                  <a:pt x="0" y="1230"/>
                  <a:pt x="0" y="1230"/>
                </a:cubicBezTo>
                <a:cubicBezTo>
                  <a:pt x="0" y="1352"/>
                  <a:pt x="97" y="1448"/>
                  <a:pt x="219" y="1448"/>
                </a:cubicBezTo>
                <a:cubicBezTo>
                  <a:pt x="11333" y="1448"/>
                  <a:pt x="11333" y="1448"/>
                  <a:pt x="11333" y="1448"/>
                </a:cubicBezTo>
                <a:cubicBezTo>
                  <a:pt x="12161" y="724"/>
                  <a:pt x="12161" y="724"/>
                  <a:pt x="12161" y="724"/>
                </a:cubicBezTo>
                <a:lnTo>
                  <a:pt x="11333" y="0"/>
                </a:lnTo>
              </a:path>
            </a:pathLst>
          </a:custGeom>
          <a:solidFill>
            <a:schemeClr val="accent2"/>
          </a:solidFill>
          <a:ln>
            <a:noFill/>
          </a:ln>
          <a:effectLst/>
        </p:spPr>
        <p:txBody>
          <a:bodyPr wrap="none" anchor="ctr"/>
          <a:lstStyle/>
          <a:p>
            <a:endParaRPr lang="en-US" dirty="0">
              <a:latin typeface="微软雅黑" panose="020B0503020204020204" charset="-122"/>
              <a:ea typeface="微软雅黑" panose="020B0503020204020204" charset="-122"/>
            </a:endParaRPr>
          </a:p>
        </p:txBody>
      </p:sp>
      <p:sp>
        <p:nvSpPr>
          <p:cNvPr id="62" name="Freeform 416"/>
          <p:cNvSpPr>
            <a:spLocks noChangeArrowheads="1"/>
          </p:cNvSpPr>
          <p:nvPr/>
        </p:nvSpPr>
        <p:spPr bwMode="auto">
          <a:xfrm>
            <a:off x="6473456" y="5037068"/>
            <a:ext cx="350529" cy="350551"/>
          </a:xfrm>
          <a:custGeom>
            <a:avLst/>
            <a:gdLst>
              <a:gd name="T0" fmla="*/ 1178 w 1179"/>
              <a:gd name="T1" fmla="*/ 960 h 1178"/>
              <a:gd name="T2" fmla="*/ 1178 w 1179"/>
              <a:gd name="T3" fmla="*/ 960 h 1178"/>
              <a:gd name="T4" fmla="*/ 967 w 1179"/>
              <a:gd name="T5" fmla="*/ 1177 h 1178"/>
              <a:gd name="T6" fmla="*/ 218 w 1179"/>
              <a:gd name="T7" fmla="*/ 1177 h 1178"/>
              <a:gd name="T8" fmla="*/ 0 w 1179"/>
              <a:gd name="T9" fmla="*/ 960 h 1178"/>
              <a:gd name="T10" fmla="*/ 0 w 1179"/>
              <a:gd name="T11" fmla="*/ 209 h 1178"/>
              <a:gd name="T12" fmla="*/ 218 w 1179"/>
              <a:gd name="T13" fmla="*/ 0 h 1178"/>
              <a:gd name="T14" fmla="*/ 967 w 1179"/>
              <a:gd name="T15" fmla="*/ 0 h 1178"/>
              <a:gd name="T16" fmla="*/ 1178 w 1179"/>
              <a:gd name="T17" fmla="*/ 209 h 1178"/>
              <a:gd name="T18" fmla="*/ 1178 w 1179"/>
              <a:gd name="T19" fmla="*/ 960 h 1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79" h="1178">
                <a:moveTo>
                  <a:pt x="1178" y="960"/>
                </a:moveTo>
                <a:lnTo>
                  <a:pt x="1178" y="960"/>
                </a:lnTo>
                <a:cubicBezTo>
                  <a:pt x="1178" y="1081"/>
                  <a:pt x="1081" y="1177"/>
                  <a:pt x="967" y="1177"/>
                </a:cubicBezTo>
                <a:cubicBezTo>
                  <a:pt x="218" y="1177"/>
                  <a:pt x="218" y="1177"/>
                  <a:pt x="218" y="1177"/>
                </a:cubicBezTo>
                <a:cubicBezTo>
                  <a:pt x="96" y="1177"/>
                  <a:pt x="0" y="1081"/>
                  <a:pt x="0" y="960"/>
                </a:cubicBezTo>
                <a:cubicBezTo>
                  <a:pt x="0" y="209"/>
                  <a:pt x="0" y="209"/>
                  <a:pt x="0" y="209"/>
                </a:cubicBezTo>
                <a:cubicBezTo>
                  <a:pt x="0" y="95"/>
                  <a:pt x="96" y="0"/>
                  <a:pt x="218" y="0"/>
                </a:cubicBezTo>
                <a:cubicBezTo>
                  <a:pt x="967" y="0"/>
                  <a:pt x="967" y="0"/>
                  <a:pt x="967" y="0"/>
                </a:cubicBezTo>
                <a:cubicBezTo>
                  <a:pt x="1081" y="0"/>
                  <a:pt x="1178" y="95"/>
                  <a:pt x="1178" y="209"/>
                </a:cubicBezTo>
                <a:lnTo>
                  <a:pt x="1178" y="960"/>
                </a:lnTo>
              </a:path>
            </a:pathLst>
          </a:custGeom>
          <a:solidFill>
            <a:schemeClr val="bg1"/>
          </a:solidFill>
          <a:ln>
            <a:noFill/>
          </a:ln>
          <a:effectLst/>
        </p:spPr>
        <p:txBody>
          <a:bodyPr wrap="none" anchor="ctr"/>
          <a:lstStyle/>
          <a:p>
            <a:endParaRPr lang="en-US" dirty="0">
              <a:latin typeface="微软雅黑" panose="020B0503020204020204" charset="-122"/>
              <a:ea typeface="微软雅黑" panose="020B0503020204020204" charset="-122"/>
            </a:endParaRPr>
          </a:p>
        </p:txBody>
      </p:sp>
      <p:sp>
        <p:nvSpPr>
          <p:cNvPr id="64" name="Text Box 418"/>
          <p:cNvSpPr txBox="1">
            <a:spLocks noChangeArrowheads="1"/>
          </p:cNvSpPr>
          <p:nvPr/>
        </p:nvSpPr>
        <p:spPr bwMode="auto">
          <a:xfrm>
            <a:off x="7036435" y="5065395"/>
            <a:ext cx="2061845" cy="341630"/>
          </a:xfrm>
          <a:prstGeom prst="rect">
            <a:avLst/>
          </a:prstGeom>
          <a:noFill/>
          <a:ln>
            <a:noFill/>
          </a:ln>
          <a:effectLst/>
        </p:spPr>
        <p:txBody>
          <a:bodyPr lIns="0" tIns="0" rIns="0" bIns="0"/>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sz="1800" dirty="0">
                <a:solidFill>
                  <a:schemeClr val="bg1"/>
                </a:solidFill>
                <a:latin typeface="微软雅黑" panose="020B0503020204020204" charset="-122"/>
                <a:ea typeface="微软雅黑" panose="020B0503020204020204" charset="-122"/>
                <a:cs typeface="Aparajita" panose="020B0604020202020204" pitchFamily="34" charset="0"/>
              </a:rPr>
              <a:t>单击此处添加标题</a:t>
            </a:r>
          </a:p>
        </p:txBody>
      </p:sp>
      <p:sp>
        <p:nvSpPr>
          <p:cNvPr id="65" name="Text Box 419"/>
          <p:cNvSpPr txBox="1">
            <a:spLocks noChangeArrowheads="1"/>
          </p:cNvSpPr>
          <p:nvPr/>
        </p:nvSpPr>
        <p:spPr bwMode="auto">
          <a:xfrm>
            <a:off x="10476652" y="5113504"/>
            <a:ext cx="419735" cy="195580"/>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pPr algn="r"/>
            <a:r>
              <a:rPr lang="en-US" sz="1200" b="1" dirty="0">
                <a:solidFill>
                  <a:srgbClr val="4E4E4E"/>
                </a:solidFill>
                <a:latin typeface="微软雅黑" panose="020B0503020204020204" charset="-122"/>
                <a:ea typeface="微软雅黑" panose="020B0503020204020204" charset="-122"/>
                <a:cs typeface="Aparajita" panose="020B0604020202020204" pitchFamily="34" charset="0"/>
              </a:rPr>
              <a:t>4.684</a:t>
            </a:r>
          </a:p>
        </p:txBody>
      </p:sp>
      <p:sp>
        <p:nvSpPr>
          <p:cNvPr id="67" name="Text Box 381"/>
          <p:cNvSpPr txBox="1">
            <a:spLocks noChangeArrowheads="1"/>
          </p:cNvSpPr>
          <p:nvPr/>
        </p:nvSpPr>
        <p:spPr bwMode="auto">
          <a:xfrm>
            <a:off x="6512989" y="1752956"/>
            <a:ext cx="267970" cy="293370"/>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sz="1800" dirty="0">
                <a:solidFill>
                  <a:schemeClr val="tx1"/>
                </a:solidFill>
                <a:latin typeface="微软雅黑" panose="020B0503020204020204" charset="-122"/>
                <a:ea typeface="微软雅黑" panose="020B0503020204020204" charset="-122"/>
                <a:cs typeface="Aparajita" panose="020B0604020202020204" pitchFamily="34" charset="0"/>
              </a:rPr>
              <a:t>01</a:t>
            </a:r>
          </a:p>
        </p:txBody>
      </p:sp>
      <p:sp>
        <p:nvSpPr>
          <p:cNvPr id="68" name="Text Box 387"/>
          <p:cNvSpPr txBox="1">
            <a:spLocks noChangeArrowheads="1"/>
          </p:cNvSpPr>
          <p:nvPr/>
        </p:nvSpPr>
        <p:spPr bwMode="auto">
          <a:xfrm>
            <a:off x="6512989" y="2301187"/>
            <a:ext cx="267970" cy="293370"/>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sz="1800" dirty="0">
                <a:solidFill>
                  <a:schemeClr val="tx1"/>
                </a:solidFill>
                <a:latin typeface="微软雅黑" panose="020B0503020204020204" charset="-122"/>
                <a:ea typeface="微软雅黑" panose="020B0503020204020204" charset="-122"/>
                <a:cs typeface="Aparajita" panose="020B0604020202020204" pitchFamily="34" charset="0"/>
              </a:rPr>
              <a:t>02</a:t>
            </a:r>
          </a:p>
        </p:txBody>
      </p:sp>
      <p:sp>
        <p:nvSpPr>
          <p:cNvPr id="69" name="Text Box 393"/>
          <p:cNvSpPr txBox="1">
            <a:spLocks noChangeArrowheads="1"/>
          </p:cNvSpPr>
          <p:nvPr/>
        </p:nvSpPr>
        <p:spPr bwMode="auto">
          <a:xfrm>
            <a:off x="6512989" y="2850736"/>
            <a:ext cx="267970" cy="293370"/>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sz="1800" dirty="0">
                <a:solidFill>
                  <a:schemeClr val="tx1"/>
                </a:solidFill>
                <a:latin typeface="微软雅黑" panose="020B0503020204020204" charset="-122"/>
                <a:ea typeface="微软雅黑" panose="020B0503020204020204" charset="-122"/>
                <a:cs typeface="Aparajita" panose="020B0604020202020204" pitchFamily="34" charset="0"/>
              </a:rPr>
              <a:t>03</a:t>
            </a:r>
          </a:p>
        </p:txBody>
      </p:sp>
      <p:sp>
        <p:nvSpPr>
          <p:cNvPr id="70" name="Text Box 399"/>
          <p:cNvSpPr txBox="1">
            <a:spLocks noChangeArrowheads="1"/>
          </p:cNvSpPr>
          <p:nvPr/>
        </p:nvSpPr>
        <p:spPr bwMode="auto">
          <a:xfrm>
            <a:off x="6512989" y="3398966"/>
            <a:ext cx="267970" cy="293370"/>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sz="1800" dirty="0">
                <a:solidFill>
                  <a:schemeClr val="tx1"/>
                </a:solidFill>
                <a:latin typeface="微软雅黑" panose="020B0503020204020204" charset="-122"/>
                <a:ea typeface="微软雅黑" panose="020B0503020204020204" charset="-122"/>
                <a:cs typeface="Aparajita" panose="020B0604020202020204" pitchFamily="34" charset="0"/>
              </a:rPr>
              <a:t>04</a:t>
            </a:r>
          </a:p>
        </p:txBody>
      </p:sp>
      <p:sp>
        <p:nvSpPr>
          <p:cNvPr id="71" name="Text Box 405"/>
          <p:cNvSpPr txBox="1">
            <a:spLocks noChangeArrowheads="1"/>
          </p:cNvSpPr>
          <p:nvPr/>
        </p:nvSpPr>
        <p:spPr bwMode="auto">
          <a:xfrm>
            <a:off x="6512989" y="3948514"/>
            <a:ext cx="267970" cy="293370"/>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sz="1800" dirty="0">
                <a:solidFill>
                  <a:schemeClr val="tx1"/>
                </a:solidFill>
                <a:latin typeface="微软雅黑" panose="020B0503020204020204" charset="-122"/>
                <a:ea typeface="微软雅黑" panose="020B0503020204020204" charset="-122"/>
                <a:cs typeface="Aparajita" panose="020B0604020202020204" pitchFamily="34" charset="0"/>
              </a:rPr>
              <a:t>05</a:t>
            </a:r>
          </a:p>
        </p:txBody>
      </p:sp>
      <p:sp>
        <p:nvSpPr>
          <p:cNvPr id="72" name="Text Box 411"/>
          <p:cNvSpPr txBox="1">
            <a:spLocks noChangeArrowheads="1"/>
          </p:cNvSpPr>
          <p:nvPr/>
        </p:nvSpPr>
        <p:spPr bwMode="auto">
          <a:xfrm>
            <a:off x="6512989" y="4496744"/>
            <a:ext cx="267970" cy="293370"/>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sz="1800" dirty="0">
                <a:solidFill>
                  <a:schemeClr val="tx1"/>
                </a:solidFill>
                <a:latin typeface="微软雅黑" panose="020B0503020204020204" charset="-122"/>
                <a:ea typeface="微软雅黑" panose="020B0503020204020204" charset="-122"/>
                <a:cs typeface="Aparajita" panose="020B0604020202020204" pitchFamily="34" charset="0"/>
              </a:rPr>
              <a:t>06</a:t>
            </a:r>
          </a:p>
        </p:txBody>
      </p:sp>
      <p:sp>
        <p:nvSpPr>
          <p:cNvPr id="73" name="Text Box 417"/>
          <p:cNvSpPr txBox="1">
            <a:spLocks noChangeArrowheads="1"/>
          </p:cNvSpPr>
          <p:nvPr/>
        </p:nvSpPr>
        <p:spPr bwMode="auto">
          <a:xfrm>
            <a:off x="6512989" y="5043657"/>
            <a:ext cx="267970" cy="293370"/>
          </a:xfrm>
          <a:prstGeom prst="rect">
            <a:avLst/>
          </a:prstGeom>
          <a:noFill/>
          <a:ln>
            <a:noFill/>
          </a:ln>
          <a:effectLst/>
        </p:spPr>
        <p:txBody>
          <a:bodyPr wrap="none" lIns="0" tIns="0" rIns="0" bIns="0">
            <a:spAutoFit/>
          </a:bodyPr>
          <a:lstStyle>
            <a:lvl1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1pPr>
            <a:lvl2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2pPr>
            <a:lvl3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3pPr>
            <a:lvl4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4pPr>
            <a:lvl5pPr defTabSz="-635">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5pPr>
            <a:lvl6pPr marL="25146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6pPr>
            <a:lvl7pPr marL="29718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7pPr>
            <a:lvl8pPr marL="34290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8pPr>
            <a:lvl9pPr marL="3886200" indent="-228600" defTabSz="-635" fontAlgn="base" hangingPunct="0">
              <a:lnSpc>
                <a:spcPct val="93000"/>
              </a:lnSpc>
              <a:spcBef>
                <a:spcPct val="0"/>
              </a:spcBef>
              <a:spcAft>
                <a:spcPct val="0"/>
              </a:spcAft>
              <a:buClr>
                <a:srgbClr val="000000"/>
              </a:buClr>
              <a:buSzPct val="100000"/>
              <a:buFont typeface="Times New Roman" panose="0202060305040502030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panose="020B0604020202020204" pitchFamily="34" charset="0"/>
                <a:ea typeface="MS PGothic" panose="020B0600070205080204" charset="-128"/>
                <a:cs typeface="宋体" panose="02010600030101010101" pitchFamily="2" charset="-122"/>
              </a:defRPr>
            </a:lvl9pPr>
          </a:lstStyle>
          <a:p>
            <a:r>
              <a:rPr lang="en-US" sz="1800" dirty="0">
                <a:solidFill>
                  <a:schemeClr val="tx1"/>
                </a:solidFill>
                <a:latin typeface="微软雅黑" panose="020B0503020204020204" charset="-122"/>
                <a:ea typeface="微软雅黑" panose="020B0503020204020204" charset="-122"/>
                <a:cs typeface="Aparajita" panose="020B0604020202020204" pitchFamily="34" charset="0"/>
              </a:rPr>
              <a:t>07</a:t>
            </a:r>
          </a:p>
        </p:txBody>
      </p:sp>
      <p:sp>
        <p:nvSpPr>
          <p:cNvPr id="74" name="TextBox 73"/>
          <p:cNvSpPr txBox="1"/>
          <p:nvPr/>
        </p:nvSpPr>
        <p:spPr>
          <a:xfrm>
            <a:off x="1600018" y="2493570"/>
            <a:ext cx="4118619" cy="474980"/>
          </a:xfrm>
          <a:prstGeom prst="rect">
            <a:avLst/>
          </a:prstGeom>
          <a:noFill/>
        </p:spPr>
        <p:txBody>
          <a:bodyPr wrap="square" lIns="109709" tIns="54855" rIns="109709" bIns="54855" rtlCol="0">
            <a:spAutoFit/>
          </a:bodyPr>
          <a:lstStyle/>
          <a:p>
            <a:pPr algn="just"/>
            <a:r>
              <a:rPr lang="en-US" sz="1200" dirty="0">
                <a:latin typeface="微软雅黑" panose="020B0503020204020204" charset="-122"/>
                <a:ea typeface="微软雅黑" panose="020B0503020204020204" charset="-122"/>
                <a:cs typeface="Aparajita" panose="020B0604020202020204" pitchFamily="34" charset="0"/>
              </a:rPr>
              <a:t>请在此粘贴或者输入您的文字内容请在此粘贴或者输入您的文字内容请在此粘贴或者输入您的文字内容</a:t>
            </a:r>
          </a:p>
        </p:txBody>
      </p:sp>
      <p:sp>
        <p:nvSpPr>
          <p:cNvPr id="75" name="TextBox 74"/>
          <p:cNvSpPr txBox="1"/>
          <p:nvPr/>
        </p:nvSpPr>
        <p:spPr>
          <a:xfrm>
            <a:off x="1600018" y="3112832"/>
            <a:ext cx="4118619" cy="474980"/>
          </a:xfrm>
          <a:prstGeom prst="rect">
            <a:avLst/>
          </a:prstGeom>
          <a:noFill/>
        </p:spPr>
        <p:txBody>
          <a:bodyPr wrap="square" lIns="109709" tIns="54855" rIns="109709" bIns="54855" rtlCol="0">
            <a:spAutoFit/>
          </a:bodyPr>
          <a:lstStyle/>
          <a:p>
            <a:pPr algn="just"/>
            <a:r>
              <a:rPr lang="en-US" sz="1200" dirty="0">
                <a:latin typeface="微软雅黑" panose="020B0503020204020204" charset="-122"/>
                <a:ea typeface="微软雅黑" panose="020B0503020204020204" charset="-122"/>
                <a:cs typeface="Aparajita" panose="020B0604020202020204" pitchFamily="34" charset="0"/>
              </a:rPr>
              <a:t>请在此粘贴或者输入您的文字内容请在此粘贴或者输入您的文字内容请在此粘贴或者输入您的文字内容</a:t>
            </a:r>
          </a:p>
        </p:txBody>
      </p:sp>
      <p:sp>
        <p:nvSpPr>
          <p:cNvPr id="76" name="TextBox 75"/>
          <p:cNvSpPr txBox="1"/>
          <p:nvPr/>
        </p:nvSpPr>
        <p:spPr>
          <a:xfrm>
            <a:off x="1600018" y="4978697"/>
            <a:ext cx="4118619" cy="474980"/>
          </a:xfrm>
          <a:prstGeom prst="rect">
            <a:avLst/>
          </a:prstGeom>
          <a:noFill/>
        </p:spPr>
        <p:txBody>
          <a:bodyPr wrap="square" lIns="109709" tIns="54855" rIns="109709" bIns="54855" rtlCol="0">
            <a:spAutoFit/>
          </a:bodyPr>
          <a:lstStyle/>
          <a:p>
            <a:pPr algn="just"/>
            <a:r>
              <a:rPr lang="en-US" sz="1200" dirty="0">
                <a:latin typeface="微软雅黑" panose="020B0503020204020204" charset="-122"/>
                <a:ea typeface="微软雅黑" panose="020B0503020204020204" charset="-122"/>
                <a:cs typeface="Aparajita" panose="020B0604020202020204" pitchFamily="34" charset="0"/>
              </a:rPr>
              <a:t>请在此粘贴或者输入您的文字内容请在此粘贴或者输入您的文字内容请在此粘贴或者输入您的文字内容</a:t>
            </a:r>
          </a:p>
        </p:txBody>
      </p:sp>
      <p:sp>
        <p:nvSpPr>
          <p:cNvPr id="77" name="Round Same Side Corner Rectangle 76"/>
          <p:cNvSpPr/>
          <p:nvPr/>
        </p:nvSpPr>
        <p:spPr>
          <a:xfrm rot="10800000" flipH="1">
            <a:off x="1608646" y="3158329"/>
            <a:ext cx="54849" cy="456796"/>
          </a:xfrm>
          <a:prstGeom prst="round2SameRect">
            <a:avLst>
              <a:gd name="adj1" fmla="val 50000"/>
              <a:gd name="adj2"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lstStyle/>
          <a:p>
            <a:pPr algn="ctr"/>
            <a:endParaRPr lang="bg-BG" sz="1800" dirty="0">
              <a:solidFill>
                <a:schemeClr val="tx1"/>
              </a:solidFill>
              <a:latin typeface="微软雅黑" panose="020B0503020204020204" charset="-122"/>
              <a:ea typeface="微软雅黑" panose="020B0503020204020204" charset="-122"/>
            </a:endParaRPr>
          </a:p>
        </p:txBody>
      </p:sp>
      <p:sp>
        <p:nvSpPr>
          <p:cNvPr id="78" name="Round Same Side Corner Rectangle 77"/>
          <p:cNvSpPr/>
          <p:nvPr/>
        </p:nvSpPr>
        <p:spPr>
          <a:xfrm rot="10800000" flipH="1">
            <a:off x="1608646" y="5020039"/>
            <a:ext cx="54849" cy="456796"/>
          </a:xfrm>
          <a:prstGeom prst="round2SameRect">
            <a:avLst>
              <a:gd name="adj1" fmla="val 50000"/>
              <a:gd name="adj2" fmla="val 5000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lstStyle/>
          <a:p>
            <a:pPr algn="ctr"/>
            <a:endParaRPr lang="bg-BG" sz="1800" dirty="0">
              <a:solidFill>
                <a:schemeClr val="tx1"/>
              </a:solidFill>
              <a:latin typeface="微软雅黑" panose="020B0503020204020204" charset="-122"/>
              <a:ea typeface="微软雅黑" panose="020B0503020204020204" charset="-122"/>
            </a:endParaRPr>
          </a:p>
        </p:txBody>
      </p:sp>
      <p:sp>
        <p:nvSpPr>
          <p:cNvPr id="79" name="Round Same Side Corner Rectangle 78"/>
          <p:cNvSpPr/>
          <p:nvPr/>
        </p:nvSpPr>
        <p:spPr>
          <a:xfrm rot="10800000" flipH="1">
            <a:off x="1608646" y="2547958"/>
            <a:ext cx="54849" cy="456796"/>
          </a:xfrm>
          <a:prstGeom prst="round2SameRect">
            <a:avLst>
              <a:gd name="adj1" fmla="val 50000"/>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lstStyle/>
          <a:p>
            <a:pPr algn="ctr"/>
            <a:endParaRPr lang="bg-BG" sz="1800" dirty="0">
              <a:solidFill>
                <a:schemeClr val="tx1"/>
              </a:solidFill>
              <a:latin typeface="微软雅黑" panose="020B0503020204020204" charset="-122"/>
              <a:ea typeface="微软雅黑" panose="020B0503020204020204" charset="-122"/>
            </a:endParaRPr>
          </a:p>
        </p:txBody>
      </p:sp>
      <p:sp>
        <p:nvSpPr>
          <p:cNvPr id="80" name="TextBox 79"/>
          <p:cNvSpPr txBox="1"/>
          <p:nvPr/>
        </p:nvSpPr>
        <p:spPr>
          <a:xfrm>
            <a:off x="1600018" y="3732093"/>
            <a:ext cx="4118619" cy="474980"/>
          </a:xfrm>
          <a:prstGeom prst="rect">
            <a:avLst/>
          </a:prstGeom>
          <a:noFill/>
        </p:spPr>
        <p:txBody>
          <a:bodyPr wrap="square" lIns="109709" tIns="54855" rIns="109709" bIns="54855" rtlCol="0">
            <a:spAutoFit/>
          </a:bodyPr>
          <a:lstStyle/>
          <a:p>
            <a:pPr algn="just"/>
            <a:r>
              <a:rPr lang="en-US" sz="1200" dirty="0">
                <a:latin typeface="微软雅黑" panose="020B0503020204020204" charset="-122"/>
                <a:ea typeface="微软雅黑" panose="020B0503020204020204" charset="-122"/>
                <a:cs typeface="Aparajita" panose="020B0604020202020204" pitchFamily="34" charset="0"/>
              </a:rPr>
              <a:t>请在此粘贴或者输入您的文字内容请在此粘贴或者输入您的文字内容请在此粘贴或者输入您的文字内容</a:t>
            </a:r>
          </a:p>
        </p:txBody>
      </p:sp>
      <p:sp>
        <p:nvSpPr>
          <p:cNvPr id="81" name="TextBox 80"/>
          <p:cNvSpPr txBox="1"/>
          <p:nvPr/>
        </p:nvSpPr>
        <p:spPr>
          <a:xfrm>
            <a:off x="1600018" y="4351356"/>
            <a:ext cx="4118618" cy="474980"/>
          </a:xfrm>
          <a:prstGeom prst="rect">
            <a:avLst/>
          </a:prstGeom>
          <a:noFill/>
        </p:spPr>
        <p:txBody>
          <a:bodyPr wrap="square" lIns="109709" tIns="54855" rIns="109709" bIns="54855" rtlCol="0">
            <a:spAutoFit/>
          </a:bodyPr>
          <a:lstStyle/>
          <a:p>
            <a:pPr algn="just"/>
            <a:r>
              <a:rPr lang="en-US" sz="1200" dirty="0">
                <a:latin typeface="微软雅黑" panose="020B0503020204020204" charset="-122"/>
                <a:ea typeface="微软雅黑" panose="020B0503020204020204" charset="-122"/>
                <a:cs typeface="Aparajita" panose="020B0604020202020204" pitchFamily="34" charset="0"/>
              </a:rPr>
              <a:t>请在此粘贴或者输入您的文字内容请在此粘贴或者输入您的文字内容请在此粘贴或者输入您的文字内容</a:t>
            </a:r>
          </a:p>
        </p:txBody>
      </p:sp>
      <p:sp>
        <p:nvSpPr>
          <p:cNvPr id="82" name="Round Same Side Corner Rectangle 81"/>
          <p:cNvSpPr/>
          <p:nvPr/>
        </p:nvSpPr>
        <p:spPr>
          <a:xfrm rot="10800000" flipH="1">
            <a:off x="1608646" y="3773436"/>
            <a:ext cx="54849" cy="456796"/>
          </a:xfrm>
          <a:prstGeom prst="round2SameRect">
            <a:avLst>
              <a:gd name="adj1" fmla="val 50000"/>
              <a:gd name="adj2"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lstStyle/>
          <a:p>
            <a:pPr algn="ctr"/>
            <a:endParaRPr lang="bg-BG" sz="1800" dirty="0">
              <a:solidFill>
                <a:schemeClr val="tx1"/>
              </a:solidFill>
              <a:latin typeface="微软雅黑" panose="020B0503020204020204" charset="-122"/>
              <a:ea typeface="微软雅黑" panose="020B0503020204020204" charset="-122"/>
            </a:endParaRPr>
          </a:p>
        </p:txBody>
      </p:sp>
      <p:sp>
        <p:nvSpPr>
          <p:cNvPr id="83" name="Round Same Side Corner Rectangle 82"/>
          <p:cNvSpPr/>
          <p:nvPr/>
        </p:nvSpPr>
        <p:spPr>
          <a:xfrm rot="10800000" flipH="1">
            <a:off x="1608646" y="4388543"/>
            <a:ext cx="54849" cy="456796"/>
          </a:xfrm>
          <a:prstGeom prst="round2SameRect">
            <a:avLst>
              <a:gd name="adj1" fmla="val 50000"/>
              <a:gd name="adj2"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9709" tIns="54855" rIns="109709" bIns="54855" rtlCol="0" anchor="ctr"/>
          <a:lstStyle/>
          <a:p>
            <a:pPr algn="ctr"/>
            <a:endParaRPr lang="bg-BG" sz="1800" dirty="0">
              <a:solidFill>
                <a:schemeClr val="tx1"/>
              </a:solidFill>
              <a:latin typeface="微软雅黑" panose="020B0503020204020204" charset="-122"/>
              <a:ea typeface="微软雅黑" panose="020B0503020204020204" charset="-122"/>
            </a:endParaRPr>
          </a:p>
        </p:txBody>
      </p:sp>
      <p:sp>
        <p:nvSpPr>
          <p:cNvPr id="84" name="TextBox 83"/>
          <p:cNvSpPr txBox="1"/>
          <p:nvPr/>
        </p:nvSpPr>
        <p:spPr>
          <a:xfrm>
            <a:off x="1049344" y="1310612"/>
            <a:ext cx="2223770" cy="394970"/>
          </a:xfrm>
          <a:prstGeom prst="rect">
            <a:avLst/>
          </a:prstGeom>
          <a:noFill/>
        </p:spPr>
        <p:txBody>
          <a:bodyPr wrap="none" lIns="91421" tIns="45711" rIns="91421" bIns="45711" rtlCol="0">
            <a:spAutoFit/>
          </a:bodyPr>
          <a:lstStyle/>
          <a:p>
            <a:pPr algn="l"/>
            <a:r>
              <a:rPr lang="id-ID" sz="2000" b="1" dirty="0">
                <a:latin typeface="微软雅黑" panose="020B0503020204020204" charset="-122"/>
                <a:ea typeface="微软雅黑" panose="020B0503020204020204" charset="-122"/>
              </a:rPr>
              <a:t>单击此处添加标题</a:t>
            </a:r>
          </a:p>
        </p:txBody>
      </p:sp>
      <p:sp>
        <p:nvSpPr>
          <p:cNvPr id="85" name="TextBox 84"/>
          <p:cNvSpPr txBox="1"/>
          <p:nvPr/>
        </p:nvSpPr>
        <p:spPr>
          <a:xfrm>
            <a:off x="1047252" y="1680578"/>
            <a:ext cx="5124459" cy="793115"/>
          </a:xfrm>
          <a:prstGeom prst="rect">
            <a:avLst/>
          </a:prstGeom>
          <a:noFill/>
        </p:spPr>
        <p:txBody>
          <a:bodyPr wrap="square" lIns="91421" tIns="45711" rIns="91421" bIns="45711" rtlCol="0">
            <a:spAutoFit/>
          </a:bodyPr>
          <a:lstStyle/>
          <a:p>
            <a:pPr>
              <a:lnSpc>
                <a:spcPct val="110000"/>
              </a:lnSpc>
            </a:pPr>
            <a:r>
              <a:rPr lang="en-US" sz="1400" dirty="0">
                <a:solidFill>
                  <a:schemeClr val="tx1"/>
                </a:solidFill>
                <a:latin typeface="微软雅黑" panose="020B0503020204020204" charset="-122"/>
                <a:ea typeface="微软雅黑" panose="020B0503020204020204" charset="-122"/>
                <a:cs typeface="Aparajita" panose="020B0604020202020204" pitchFamily="34" charset="0"/>
              </a:rPr>
              <a:t>您的内容打在这里，或者通过复制您的文本后，在此框中选择粘贴，并选择只保留文字。您的内容打在这里，或者通过复制您的文本后，在此框中</a:t>
            </a:r>
          </a:p>
        </p:txBody>
      </p:sp>
    </p:spTree>
  </p:cSld>
  <p:clrMapOvr>
    <a:masterClrMapping/>
  </p:clrMapOvr>
  <p:transition advTm="2620">
    <p:comb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par>
                                <p:cTn id="12" presetID="2" presetClass="entr" presetSubtype="8" fill="hold" nodeType="withEffect">
                                  <p:stCondLst>
                                    <p:cond delay="25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0-#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par>
                          <p:cTn id="20" fill="hold">
                            <p:stCondLst>
                              <p:cond delay="850"/>
                            </p:stCondLst>
                            <p:childTnLst>
                              <p:par>
                                <p:cTn id="21" presetID="2" presetClass="entr" presetSubtype="8" fill="hold" grpId="0" nodeType="afterEffect">
                                  <p:stCondLst>
                                    <p:cond delay="0"/>
                                  </p:stCondLst>
                                  <p:childTnLst>
                                    <p:set>
                                      <p:cBhvr>
                                        <p:cTn id="22" dur="1" fill="hold">
                                          <p:stCondLst>
                                            <p:cond delay="0"/>
                                          </p:stCondLst>
                                        </p:cTn>
                                        <p:tgtEl>
                                          <p:spTgt spid="74"/>
                                        </p:tgtEl>
                                        <p:attrNameLst>
                                          <p:attrName>style.visibility</p:attrName>
                                        </p:attrNameLst>
                                      </p:cBhvr>
                                      <p:to>
                                        <p:strVal val="visible"/>
                                      </p:to>
                                    </p:set>
                                    <p:anim calcmode="lin" valueType="num">
                                      <p:cBhvr additive="base">
                                        <p:cTn id="23" dur="500" fill="hold"/>
                                        <p:tgtEl>
                                          <p:spTgt spid="74"/>
                                        </p:tgtEl>
                                        <p:attrNameLst>
                                          <p:attrName>ppt_x</p:attrName>
                                        </p:attrNameLst>
                                      </p:cBhvr>
                                      <p:tavLst>
                                        <p:tav tm="0">
                                          <p:val>
                                            <p:strVal val="0-#ppt_w/2"/>
                                          </p:val>
                                        </p:tav>
                                        <p:tav tm="100000">
                                          <p:val>
                                            <p:strVal val="#ppt_x"/>
                                          </p:val>
                                        </p:tav>
                                      </p:tavLst>
                                    </p:anim>
                                    <p:anim calcmode="lin" valueType="num">
                                      <p:cBhvr additive="base">
                                        <p:cTn id="24" dur="500" fill="hold"/>
                                        <p:tgtEl>
                                          <p:spTgt spid="74"/>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75"/>
                                        </p:tgtEl>
                                        <p:attrNameLst>
                                          <p:attrName>style.visibility</p:attrName>
                                        </p:attrNameLst>
                                      </p:cBhvr>
                                      <p:to>
                                        <p:strVal val="visible"/>
                                      </p:to>
                                    </p:set>
                                    <p:anim calcmode="lin" valueType="num">
                                      <p:cBhvr additive="base">
                                        <p:cTn id="27" dur="500" fill="hold"/>
                                        <p:tgtEl>
                                          <p:spTgt spid="75"/>
                                        </p:tgtEl>
                                        <p:attrNameLst>
                                          <p:attrName>ppt_x</p:attrName>
                                        </p:attrNameLst>
                                      </p:cBhvr>
                                      <p:tavLst>
                                        <p:tav tm="0">
                                          <p:val>
                                            <p:strVal val="0-#ppt_w/2"/>
                                          </p:val>
                                        </p:tav>
                                        <p:tav tm="100000">
                                          <p:val>
                                            <p:strVal val="#ppt_x"/>
                                          </p:val>
                                        </p:tav>
                                      </p:tavLst>
                                    </p:anim>
                                    <p:anim calcmode="lin" valueType="num">
                                      <p:cBhvr additive="base">
                                        <p:cTn id="28" dur="500" fill="hold"/>
                                        <p:tgtEl>
                                          <p:spTgt spid="75"/>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76"/>
                                        </p:tgtEl>
                                        <p:attrNameLst>
                                          <p:attrName>style.visibility</p:attrName>
                                        </p:attrNameLst>
                                      </p:cBhvr>
                                      <p:to>
                                        <p:strVal val="visible"/>
                                      </p:to>
                                    </p:set>
                                    <p:anim calcmode="lin" valueType="num">
                                      <p:cBhvr additive="base">
                                        <p:cTn id="31" dur="500" fill="hold"/>
                                        <p:tgtEl>
                                          <p:spTgt spid="76"/>
                                        </p:tgtEl>
                                        <p:attrNameLst>
                                          <p:attrName>ppt_x</p:attrName>
                                        </p:attrNameLst>
                                      </p:cBhvr>
                                      <p:tavLst>
                                        <p:tav tm="0">
                                          <p:val>
                                            <p:strVal val="0-#ppt_w/2"/>
                                          </p:val>
                                        </p:tav>
                                        <p:tav tm="100000">
                                          <p:val>
                                            <p:strVal val="#ppt_x"/>
                                          </p:val>
                                        </p:tav>
                                      </p:tavLst>
                                    </p:anim>
                                    <p:anim calcmode="lin" valueType="num">
                                      <p:cBhvr additive="base">
                                        <p:cTn id="32" dur="500" fill="hold"/>
                                        <p:tgtEl>
                                          <p:spTgt spid="76"/>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77"/>
                                        </p:tgtEl>
                                        <p:attrNameLst>
                                          <p:attrName>style.visibility</p:attrName>
                                        </p:attrNameLst>
                                      </p:cBhvr>
                                      <p:to>
                                        <p:strVal val="visible"/>
                                      </p:to>
                                    </p:set>
                                    <p:anim calcmode="lin" valueType="num">
                                      <p:cBhvr additive="base">
                                        <p:cTn id="35" dur="500" fill="hold"/>
                                        <p:tgtEl>
                                          <p:spTgt spid="77"/>
                                        </p:tgtEl>
                                        <p:attrNameLst>
                                          <p:attrName>ppt_x</p:attrName>
                                        </p:attrNameLst>
                                      </p:cBhvr>
                                      <p:tavLst>
                                        <p:tav tm="0">
                                          <p:val>
                                            <p:strVal val="0-#ppt_w/2"/>
                                          </p:val>
                                        </p:tav>
                                        <p:tav tm="100000">
                                          <p:val>
                                            <p:strVal val="#ppt_x"/>
                                          </p:val>
                                        </p:tav>
                                      </p:tavLst>
                                    </p:anim>
                                    <p:anim calcmode="lin" valueType="num">
                                      <p:cBhvr additive="base">
                                        <p:cTn id="36" dur="500" fill="hold"/>
                                        <p:tgtEl>
                                          <p:spTgt spid="77"/>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78"/>
                                        </p:tgtEl>
                                        <p:attrNameLst>
                                          <p:attrName>style.visibility</p:attrName>
                                        </p:attrNameLst>
                                      </p:cBhvr>
                                      <p:to>
                                        <p:strVal val="visible"/>
                                      </p:to>
                                    </p:set>
                                    <p:anim calcmode="lin" valueType="num">
                                      <p:cBhvr additive="base">
                                        <p:cTn id="39" dur="500" fill="hold"/>
                                        <p:tgtEl>
                                          <p:spTgt spid="78"/>
                                        </p:tgtEl>
                                        <p:attrNameLst>
                                          <p:attrName>ppt_x</p:attrName>
                                        </p:attrNameLst>
                                      </p:cBhvr>
                                      <p:tavLst>
                                        <p:tav tm="0">
                                          <p:val>
                                            <p:strVal val="0-#ppt_w/2"/>
                                          </p:val>
                                        </p:tav>
                                        <p:tav tm="100000">
                                          <p:val>
                                            <p:strVal val="#ppt_x"/>
                                          </p:val>
                                        </p:tav>
                                      </p:tavLst>
                                    </p:anim>
                                    <p:anim calcmode="lin" valueType="num">
                                      <p:cBhvr additive="base">
                                        <p:cTn id="40" dur="500" fill="hold"/>
                                        <p:tgtEl>
                                          <p:spTgt spid="78"/>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79"/>
                                        </p:tgtEl>
                                        <p:attrNameLst>
                                          <p:attrName>style.visibility</p:attrName>
                                        </p:attrNameLst>
                                      </p:cBhvr>
                                      <p:to>
                                        <p:strVal val="visible"/>
                                      </p:to>
                                    </p:set>
                                    <p:anim calcmode="lin" valueType="num">
                                      <p:cBhvr additive="base">
                                        <p:cTn id="43" dur="500" fill="hold"/>
                                        <p:tgtEl>
                                          <p:spTgt spid="79"/>
                                        </p:tgtEl>
                                        <p:attrNameLst>
                                          <p:attrName>ppt_x</p:attrName>
                                        </p:attrNameLst>
                                      </p:cBhvr>
                                      <p:tavLst>
                                        <p:tav tm="0">
                                          <p:val>
                                            <p:strVal val="0-#ppt_w/2"/>
                                          </p:val>
                                        </p:tav>
                                        <p:tav tm="100000">
                                          <p:val>
                                            <p:strVal val="#ppt_x"/>
                                          </p:val>
                                        </p:tav>
                                      </p:tavLst>
                                    </p:anim>
                                    <p:anim calcmode="lin" valueType="num">
                                      <p:cBhvr additive="base">
                                        <p:cTn id="44" dur="500" fill="hold"/>
                                        <p:tgtEl>
                                          <p:spTgt spid="79"/>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80"/>
                                        </p:tgtEl>
                                        <p:attrNameLst>
                                          <p:attrName>style.visibility</p:attrName>
                                        </p:attrNameLst>
                                      </p:cBhvr>
                                      <p:to>
                                        <p:strVal val="visible"/>
                                      </p:to>
                                    </p:set>
                                    <p:anim calcmode="lin" valueType="num">
                                      <p:cBhvr additive="base">
                                        <p:cTn id="47" dur="500" fill="hold"/>
                                        <p:tgtEl>
                                          <p:spTgt spid="80"/>
                                        </p:tgtEl>
                                        <p:attrNameLst>
                                          <p:attrName>ppt_x</p:attrName>
                                        </p:attrNameLst>
                                      </p:cBhvr>
                                      <p:tavLst>
                                        <p:tav tm="0">
                                          <p:val>
                                            <p:strVal val="0-#ppt_w/2"/>
                                          </p:val>
                                        </p:tav>
                                        <p:tav tm="100000">
                                          <p:val>
                                            <p:strVal val="#ppt_x"/>
                                          </p:val>
                                        </p:tav>
                                      </p:tavLst>
                                    </p:anim>
                                    <p:anim calcmode="lin" valueType="num">
                                      <p:cBhvr additive="base">
                                        <p:cTn id="48" dur="500" fill="hold"/>
                                        <p:tgtEl>
                                          <p:spTgt spid="80"/>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0"/>
                                  </p:stCondLst>
                                  <p:childTnLst>
                                    <p:set>
                                      <p:cBhvr>
                                        <p:cTn id="50" dur="1" fill="hold">
                                          <p:stCondLst>
                                            <p:cond delay="0"/>
                                          </p:stCondLst>
                                        </p:cTn>
                                        <p:tgtEl>
                                          <p:spTgt spid="81"/>
                                        </p:tgtEl>
                                        <p:attrNameLst>
                                          <p:attrName>style.visibility</p:attrName>
                                        </p:attrNameLst>
                                      </p:cBhvr>
                                      <p:to>
                                        <p:strVal val="visible"/>
                                      </p:to>
                                    </p:set>
                                    <p:anim calcmode="lin" valueType="num">
                                      <p:cBhvr additive="base">
                                        <p:cTn id="51" dur="500" fill="hold"/>
                                        <p:tgtEl>
                                          <p:spTgt spid="81"/>
                                        </p:tgtEl>
                                        <p:attrNameLst>
                                          <p:attrName>ppt_x</p:attrName>
                                        </p:attrNameLst>
                                      </p:cBhvr>
                                      <p:tavLst>
                                        <p:tav tm="0">
                                          <p:val>
                                            <p:strVal val="0-#ppt_w/2"/>
                                          </p:val>
                                        </p:tav>
                                        <p:tav tm="100000">
                                          <p:val>
                                            <p:strVal val="#ppt_x"/>
                                          </p:val>
                                        </p:tav>
                                      </p:tavLst>
                                    </p:anim>
                                    <p:anim calcmode="lin" valueType="num">
                                      <p:cBhvr additive="base">
                                        <p:cTn id="52" dur="500" fill="hold"/>
                                        <p:tgtEl>
                                          <p:spTgt spid="81"/>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0"/>
                                  </p:stCondLst>
                                  <p:childTnLst>
                                    <p:set>
                                      <p:cBhvr>
                                        <p:cTn id="54" dur="1" fill="hold">
                                          <p:stCondLst>
                                            <p:cond delay="0"/>
                                          </p:stCondLst>
                                        </p:cTn>
                                        <p:tgtEl>
                                          <p:spTgt spid="82"/>
                                        </p:tgtEl>
                                        <p:attrNameLst>
                                          <p:attrName>style.visibility</p:attrName>
                                        </p:attrNameLst>
                                      </p:cBhvr>
                                      <p:to>
                                        <p:strVal val="visible"/>
                                      </p:to>
                                    </p:set>
                                    <p:anim calcmode="lin" valueType="num">
                                      <p:cBhvr additive="base">
                                        <p:cTn id="55" dur="500" fill="hold"/>
                                        <p:tgtEl>
                                          <p:spTgt spid="82"/>
                                        </p:tgtEl>
                                        <p:attrNameLst>
                                          <p:attrName>ppt_x</p:attrName>
                                        </p:attrNameLst>
                                      </p:cBhvr>
                                      <p:tavLst>
                                        <p:tav tm="0">
                                          <p:val>
                                            <p:strVal val="0-#ppt_w/2"/>
                                          </p:val>
                                        </p:tav>
                                        <p:tav tm="100000">
                                          <p:val>
                                            <p:strVal val="#ppt_x"/>
                                          </p:val>
                                        </p:tav>
                                      </p:tavLst>
                                    </p:anim>
                                    <p:anim calcmode="lin" valueType="num">
                                      <p:cBhvr additive="base">
                                        <p:cTn id="56" dur="500" fill="hold"/>
                                        <p:tgtEl>
                                          <p:spTgt spid="82"/>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0"/>
                                  </p:stCondLst>
                                  <p:childTnLst>
                                    <p:set>
                                      <p:cBhvr>
                                        <p:cTn id="58" dur="1" fill="hold">
                                          <p:stCondLst>
                                            <p:cond delay="0"/>
                                          </p:stCondLst>
                                        </p:cTn>
                                        <p:tgtEl>
                                          <p:spTgt spid="83"/>
                                        </p:tgtEl>
                                        <p:attrNameLst>
                                          <p:attrName>style.visibility</p:attrName>
                                        </p:attrNameLst>
                                      </p:cBhvr>
                                      <p:to>
                                        <p:strVal val="visible"/>
                                      </p:to>
                                    </p:set>
                                    <p:anim calcmode="lin" valueType="num">
                                      <p:cBhvr additive="base">
                                        <p:cTn id="59" dur="500" fill="hold"/>
                                        <p:tgtEl>
                                          <p:spTgt spid="83"/>
                                        </p:tgtEl>
                                        <p:attrNameLst>
                                          <p:attrName>ppt_x</p:attrName>
                                        </p:attrNameLst>
                                      </p:cBhvr>
                                      <p:tavLst>
                                        <p:tav tm="0">
                                          <p:val>
                                            <p:strVal val="0-#ppt_w/2"/>
                                          </p:val>
                                        </p:tav>
                                        <p:tav tm="100000">
                                          <p:val>
                                            <p:strVal val="#ppt_x"/>
                                          </p:val>
                                        </p:tav>
                                      </p:tavLst>
                                    </p:anim>
                                    <p:anim calcmode="lin" valueType="num">
                                      <p:cBhvr additive="base">
                                        <p:cTn id="60" dur="500" fill="hold"/>
                                        <p:tgtEl>
                                          <p:spTgt spid="83"/>
                                        </p:tgtEl>
                                        <p:attrNameLst>
                                          <p:attrName>ppt_y</p:attrName>
                                        </p:attrNameLst>
                                      </p:cBhvr>
                                      <p:tavLst>
                                        <p:tav tm="0">
                                          <p:val>
                                            <p:strVal val="#ppt_y"/>
                                          </p:val>
                                        </p:tav>
                                        <p:tav tm="100000">
                                          <p:val>
                                            <p:strVal val="#ppt_y"/>
                                          </p:val>
                                        </p:tav>
                                      </p:tavLst>
                                    </p:anim>
                                  </p:childTnLst>
                                </p:cTn>
                              </p:par>
                              <p:par>
                                <p:cTn id="61" presetID="2" presetClass="entr" presetSubtype="8" fill="hold" grpId="0" nodeType="withEffect">
                                  <p:stCondLst>
                                    <p:cond delay="0"/>
                                  </p:stCondLst>
                                  <p:childTnLst>
                                    <p:set>
                                      <p:cBhvr>
                                        <p:cTn id="62" dur="1" fill="hold">
                                          <p:stCondLst>
                                            <p:cond delay="0"/>
                                          </p:stCondLst>
                                        </p:cTn>
                                        <p:tgtEl>
                                          <p:spTgt spid="84"/>
                                        </p:tgtEl>
                                        <p:attrNameLst>
                                          <p:attrName>style.visibility</p:attrName>
                                        </p:attrNameLst>
                                      </p:cBhvr>
                                      <p:to>
                                        <p:strVal val="visible"/>
                                      </p:to>
                                    </p:set>
                                    <p:anim calcmode="lin" valueType="num">
                                      <p:cBhvr additive="base">
                                        <p:cTn id="63" dur="500" fill="hold"/>
                                        <p:tgtEl>
                                          <p:spTgt spid="84"/>
                                        </p:tgtEl>
                                        <p:attrNameLst>
                                          <p:attrName>ppt_x</p:attrName>
                                        </p:attrNameLst>
                                      </p:cBhvr>
                                      <p:tavLst>
                                        <p:tav tm="0">
                                          <p:val>
                                            <p:strVal val="0-#ppt_w/2"/>
                                          </p:val>
                                        </p:tav>
                                        <p:tav tm="100000">
                                          <p:val>
                                            <p:strVal val="#ppt_x"/>
                                          </p:val>
                                        </p:tav>
                                      </p:tavLst>
                                    </p:anim>
                                    <p:anim calcmode="lin" valueType="num">
                                      <p:cBhvr additive="base">
                                        <p:cTn id="64" dur="500" fill="hold"/>
                                        <p:tgtEl>
                                          <p:spTgt spid="84"/>
                                        </p:tgtEl>
                                        <p:attrNameLst>
                                          <p:attrName>ppt_y</p:attrName>
                                        </p:attrNameLst>
                                      </p:cBhvr>
                                      <p:tavLst>
                                        <p:tav tm="0">
                                          <p:val>
                                            <p:strVal val="#ppt_y"/>
                                          </p:val>
                                        </p:tav>
                                        <p:tav tm="100000">
                                          <p:val>
                                            <p:strVal val="#ppt_y"/>
                                          </p:val>
                                        </p:tav>
                                      </p:tavLst>
                                    </p:anim>
                                  </p:childTnLst>
                                </p:cTn>
                              </p:par>
                              <p:par>
                                <p:cTn id="65" presetID="2" presetClass="entr" presetSubtype="8" fill="hold" grpId="0" nodeType="withEffect">
                                  <p:stCondLst>
                                    <p:cond delay="0"/>
                                  </p:stCondLst>
                                  <p:childTnLst>
                                    <p:set>
                                      <p:cBhvr>
                                        <p:cTn id="66" dur="1" fill="hold">
                                          <p:stCondLst>
                                            <p:cond delay="0"/>
                                          </p:stCondLst>
                                        </p:cTn>
                                        <p:tgtEl>
                                          <p:spTgt spid="85"/>
                                        </p:tgtEl>
                                        <p:attrNameLst>
                                          <p:attrName>style.visibility</p:attrName>
                                        </p:attrNameLst>
                                      </p:cBhvr>
                                      <p:to>
                                        <p:strVal val="visible"/>
                                      </p:to>
                                    </p:set>
                                    <p:anim calcmode="lin" valueType="num">
                                      <p:cBhvr additive="base">
                                        <p:cTn id="67" dur="500" fill="hold"/>
                                        <p:tgtEl>
                                          <p:spTgt spid="85"/>
                                        </p:tgtEl>
                                        <p:attrNameLst>
                                          <p:attrName>ppt_x</p:attrName>
                                        </p:attrNameLst>
                                      </p:cBhvr>
                                      <p:tavLst>
                                        <p:tav tm="0">
                                          <p:val>
                                            <p:strVal val="0-#ppt_w/2"/>
                                          </p:val>
                                        </p:tav>
                                        <p:tav tm="100000">
                                          <p:val>
                                            <p:strVal val="#ppt_x"/>
                                          </p:val>
                                        </p:tav>
                                      </p:tavLst>
                                    </p:anim>
                                    <p:anim calcmode="lin" valueType="num">
                                      <p:cBhvr additive="base">
                                        <p:cTn id="68" dur="500" fill="hold"/>
                                        <p:tgtEl>
                                          <p:spTgt spid="85"/>
                                        </p:tgtEl>
                                        <p:attrNameLst>
                                          <p:attrName>ppt_y</p:attrName>
                                        </p:attrNameLst>
                                      </p:cBhvr>
                                      <p:tavLst>
                                        <p:tav tm="0">
                                          <p:val>
                                            <p:strVal val="#ppt_y"/>
                                          </p:val>
                                        </p:tav>
                                        <p:tav tm="100000">
                                          <p:val>
                                            <p:strVal val="#ppt_y"/>
                                          </p:val>
                                        </p:tav>
                                      </p:tavLst>
                                    </p:anim>
                                  </p:childTnLst>
                                </p:cTn>
                              </p:par>
                            </p:childTnLst>
                          </p:cTn>
                        </p:par>
                        <p:par>
                          <p:cTn id="69" fill="hold">
                            <p:stCondLst>
                              <p:cond delay="1350"/>
                            </p:stCondLst>
                            <p:childTnLst>
                              <p:par>
                                <p:cTn id="70" presetID="53" presetClass="entr" presetSubtype="16" fill="hold" grpId="0" nodeType="afterEffect">
                                  <p:stCondLst>
                                    <p:cond delay="0"/>
                                  </p:stCondLst>
                                  <p:childTnLst>
                                    <p:set>
                                      <p:cBhvr>
                                        <p:cTn id="71" dur="1" fill="hold">
                                          <p:stCondLst>
                                            <p:cond delay="0"/>
                                          </p:stCondLst>
                                        </p:cTn>
                                        <p:tgtEl>
                                          <p:spTgt spid="24"/>
                                        </p:tgtEl>
                                        <p:attrNameLst>
                                          <p:attrName>style.visibility</p:attrName>
                                        </p:attrNameLst>
                                      </p:cBhvr>
                                      <p:to>
                                        <p:strVal val="visible"/>
                                      </p:to>
                                    </p:set>
                                    <p:anim calcmode="lin" valueType="num">
                                      <p:cBhvr>
                                        <p:cTn id="72" dur="500" fill="hold"/>
                                        <p:tgtEl>
                                          <p:spTgt spid="24"/>
                                        </p:tgtEl>
                                        <p:attrNameLst>
                                          <p:attrName>ppt_w</p:attrName>
                                        </p:attrNameLst>
                                      </p:cBhvr>
                                      <p:tavLst>
                                        <p:tav tm="0">
                                          <p:val>
                                            <p:fltVal val="0"/>
                                          </p:val>
                                        </p:tav>
                                        <p:tav tm="100000">
                                          <p:val>
                                            <p:strVal val="#ppt_w"/>
                                          </p:val>
                                        </p:tav>
                                      </p:tavLst>
                                    </p:anim>
                                    <p:anim calcmode="lin" valueType="num">
                                      <p:cBhvr>
                                        <p:cTn id="73" dur="500" fill="hold"/>
                                        <p:tgtEl>
                                          <p:spTgt spid="24"/>
                                        </p:tgtEl>
                                        <p:attrNameLst>
                                          <p:attrName>ppt_h</p:attrName>
                                        </p:attrNameLst>
                                      </p:cBhvr>
                                      <p:tavLst>
                                        <p:tav tm="0">
                                          <p:val>
                                            <p:fltVal val="0"/>
                                          </p:val>
                                        </p:tav>
                                        <p:tav tm="100000">
                                          <p:val>
                                            <p:strVal val="#ppt_h"/>
                                          </p:val>
                                        </p:tav>
                                      </p:tavLst>
                                    </p:anim>
                                    <p:animEffect transition="in" filter="fade">
                                      <p:cBhvr>
                                        <p:cTn id="74" dur="500"/>
                                        <p:tgtEl>
                                          <p:spTgt spid="24"/>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 calcmode="lin" valueType="num">
                                      <p:cBhvr>
                                        <p:cTn id="77" dur="500" fill="hold"/>
                                        <p:tgtEl>
                                          <p:spTgt spid="25"/>
                                        </p:tgtEl>
                                        <p:attrNameLst>
                                          <p:attrName>ppt_w</p:attrName>
                                        </p:attrNameLst>
                                      </p:cBhvr>
                                      <p:tavLst>
                                        <p:tav tm="0">
                                          <p:val>
                                            <p:fltVal val="0"/>
                                          </p:val>
                                        </p:tav>
                                        <p:tav tm="100000">
                                          <p:val>
                                            <p:strVal val="#ppt_w"/>
                                          </p:val>
                                        </p:tav>
                                      </p:tavLst>
                                    </p:anim>
                                    <p:anim calcmode="lin" valueType="num">
                                      <p:cBhvr>
                                        <p:cTn id="78" dur="500" fill="hold"/>
                                        <p:tgtEl>
                                          <p:spTgt spid="25"/>
                                        </p:tgtEl>
                                        <p:attrNameLst>
                                          <p:attrName>ppt_h</p:attrName>
                                        </p:attrNameLst>
                                      </p:cBhvr>
                                      <p:tavLst>
                                        <p:tav tm="0">
                                          <p:val>
                                            <p:fltVal val="0"/>
                                          </p:val>
                                        </p:tav>
                                        <p:tav tm="100000">
                                          <p:val>
                                            <p:strVal val="#ppt_h"/>
                                          </p:val>
                                        </p:tav>
                                      </p:tavLst>
                                    </p:anim>
                                    <p:animEffect transition="in" filter="fade">
                                      <p:cBhvr>
                                        <p:cTn id="79" dur="500"/>
                                        <p:tgtEl>
                                          <p:spTgt spid="25"/>
                                        </p:tgtEl>
                                      </p:cBhvr>
                                    </p:animEffect>
                                  </p:childTnLst>
                                </p:cTn>
                              </p:par>
                              <p:par>
                                <p:cTn id="80" presetID="53" presetClass="entr" presetSubtype="16" fill="hold" grpId="0" nodeType="withEffect">
                                  <p:stCondLst>
                                    <p:cond delay="0"/>
                                  </p:stCondLst>
                                  <p:childTnLst>
                                    <p:set>
                                      <p:cBhvr>
                                        <p:cTn id="81" dur="1" fill="hold">
                                          <p:stCondLst>
                                            <p:cond delay="0"/>
                                          </p:stCondLst>
                                        </p:cTn>
                                        <p:tgtEl>
                                          <p:spTgt spid="26"/>
                                        </p:tgtEl>
                                        <p:attrNameLst>
                                          <p:attrName>style.visibility</p:attrName>
                                        </p:attrNameLst>
                                      </p:cBhvr>
                                      <p:to>
                                        <p:strVal val="visible"/>
                                      </p:to>
                                    </p:set>
                                    <p:anim calcmode="lin" valueType="num">
                                      <p:cBhvr>
                                        <p:cTn id="82" dur="500" fill="hold"/>
                                        <p:tgtEl>
                                          <p:spTgt spid="26"/>
                                        </p:tgtEl>
                                        <p:attrNameLst>
                                          <p:attrName>ppt_w</p:attrName>
                                        </p:attrNameLst>
                                      </p:cBhvr>
                                      <p:tavLst>
                                        <p:tav tm="0">
                                          <p:val>
                                            <p:fltVal val="0"/>
                                          </p:val>
                                        </p:tav>
                                        <p:tav tm="100000">
                                          <p:val>
                                            <p:strVal val="#ppt_w"/>
                                          </p:val>
                                        </p:tav>
                                      </p:tavLst>
                                    </p:anim>
                                    <p:anim calcmode="lin" valueType="num">
                                      <p:cBhvr>
                                        <p:cTn id="83" dur="500" fill="hold"/>
                                        <p:tgtEl>
                                          <p:spTgt spid="26"/>
                                        </p:tgtEl>
                                        <p:attrNameLst>
                                          <p:attrName>ppt_h</p:attrName>
                                        </p:attrNameLst>
                                      </p:cBhvr>
                                      <p:tavLst>
                                        <p:tav tm="0">
                                          <p:val>
                                            <p:fltVal val="0"/>
                                          </p:val>
                                        </p:tav>
                                        <p:tav tm="100000">
                                          <p:val>
                                            <p:strVal val="#ppt_h"/>
                                          </p:val>
                                        </p:tav>
                                      </p:tavLst>
                                    </p:anim>
                                    <p:animEffect transition="in" filter="fade">
                                      <p:cBhvr>
                                        <p:cTn id="84" dur="500"/>
                                        <p:tgtEl>
                                          <p:spTgt spid="26"/>
                                        </p:tgtEl>
                                      </p:cBhvr>
                                    </p:animEffect>
                                  </p:childTnLst>
                                </p:cTn>
                              </p:par>
                              <p:par>
                                <p:cTn id="85" presetID="53" presetClass="entr" presetSubtype="16" fill="hold" grpId="0" nodeType="withEffect">
                                  <p:stCondLst>
                                    <p:cond delay="0"/>
                                  </p:stCondLst>
                                  <p:childTnLst>
                                    <p:set>
                                      <p:cBhvr>
                                        <p:cTn id="86" dur="1" fill="hold">
                                          <p:stCondLst>
                                            <p:cond delay="0"/>
                                          </p:stCondLst>
                                        </p:cTn>
                                        <p:tgtEl>
                                          <p:spTgt spid="28"/>
                                        </p:tgtEl>
                                        <p:attrNameLst>
                                          <p:attrName>style.visibility</p:attrName>
                                        </p:attrNameLst>
                                      </p:cBhvr>
                                      <p:to>
                                        <p:strVal val="visible"/>
                                      </p:to>
                                    </p:set>
                                    <p:anim calcmode="lin" valueType="num">
                                      <p:cBhvr>
                                        <p:cTn id="87" dur="500" fill="hold"/>
                                        <p:tgtEl>
                                          <p:spTgt spid="28"/>
                                        </p:tgtEl>
                                        <p:attrNameLst>
                                          <p:attrName>ppt_w</p:attrName>
                                        </p:attrNameLst>
                                      </p:cBhvr>
                                      <p:tavLst>
                                        <p:tav tm="0">
                                          <p:val>
                                            <p:fltVal val="0"/>
                                          </p:val>
                                        </p:tav>
                                        <p:tav tm="100000">
                                          <p:val>
                                            <p:strVal val="#ppt_w"/>
                                          </p:val>
                                        </p:tav>
                                      </p:tavLst>
                                    </p:anim>
                                    <p:anim calcmode="lin" valueType="num">
                                      <p:cBhvr>
                                        <p:cTn id="88" dur="500" fill="hold"/>
                                        <p:tgtEl>
                                          <p:spTgt spid="28"/>
                                        </p:tgtEl>
                                        <p:attrNameLst>
                                          <p:attrName>ppt_h</p:attrName>
                                        </p:attrNameLst>
                                      </p:cBhvr>
                                      <p:tavLst>
                                        <p:tav tm="0">
                                          <p:val>
                                            <p:fltVal val="0"/>
                                          </p:val>
                                        </p:tav>
                                        <p:tav tm="100000">
                                          <p:val>
                                            <p:strVal val="#ppt_h"/>
                                          </p:val>
                                        </p:tav>
                                      </p:tavLst>
                                    </p:anim>
                                    <p:animEffect transition="in" filter="fade">
                                      <p:cBhvr>
                                        <p:cTn id="89" dur="500"/>
                                        <p:tgtEl>
                                          <p:spTgt spid="28"/>
                                        </p:tgtEl>
                                      </p:cBhvr>
                                    </p:animEffect>
                                  </p:childTnLst>
                                </p:cTn>
                              </p:par>
                              <p:par>
                                <p:cTn id="90" presetID="53" presetClass="entr" presetSubtype="16" fill="hold" grpId="0" nodeType="withEffect">
                                  <p:stCondLst>
                                    <p:cond delay="0"/>
                                  </p:stCondLst>
                                  <p:childTnLst>
                                    <p:set>
                                      <p:cBhvr>
                                        <p:cTn id="91" dur="1" fill="hold">
                                          <p:stCondLst>
                                            <p:cond delay="0"/>
                                          </p:stCondLst>
                                        </p:cTn>
                                        <p:tgtEl>
                                          <p:spTgt spid="29"/>
                                        </p:tgtEl>
                                        <p:attrNameLst>
                                          <p:attrName>style.visibility</p:attrName>
                                        </p:attrNameLst>
                                      </p:cBhvr>
                                      <p:to>
                                        <p:strVal val="visible"/>
                                      </p:to>
                                    </p:set>
                                    <p:anim calcmode="lin" valueType="num">
                                      <p:cBhvr>
                                        <p:cTn id="92" dur="500" fill="hold"/>
                                        <p:tgtEl>
                                          <p:spTgt spid="29"/>
                                        </p:tgtEl>
                                        <p:attrNameLst>
                                          <p:attrName>ppt_w</p:attrName>
                                        </p:attrNameLst>
                                      </p:cBhvr>
                                      <p:tavLst>
                                        <p:tav tm="0">
                                          <p:val>
                                            <p:fltVal val="0"/>
                                          </p:val>
                                        </p:tav>
                                        <p:tav tm="100000">
                                          <p:val>
                                            <p:strVal val="#ppt_w"/>
                                          </p:val>
                                        </p:tav>
                                      </p:tavLst>
                                    </p:anim>
                                    <p:anim calcmode="lin" valueType="num">
                                      <p:cBhvr>
                                        <p:cTn id="93" dur="500" fill="hold"/>
                                        <p:tgtEl>
                                          <p:spTgt spid="29"/>
                                        </p:tgtEl>
                                        <p:attrNameLst>
                                          <p:attrName>ppt_h</p:attrName>
                                        </p:attrNameLst>
                                      </p:cBhvr>
                                      <p:tavLst>
                                        <p:tav tm="0">
                                          <p:val>
                                            <p:fltVal val="0"/>
                                          </p:val>
                                        </p:tav>
                                        <p:tav tm="100000">
                                          <p:val>
                                            <p:strVal val="#ppt_h"/>
                                          </p:val>
                                        </p:tav>
                                      </p:tavLst>
                                    </p:anim>
                                    <p:animEffect transition="in" filter="fade">
                                      <p:cBhvr>
                                        <p:cTn id="94" dur="500"/>
                                        <p:tgtEl>
                                          <p:spTgt spid="29"/>
                                        </p:tgtEl>
                                      </p:cBhvr>
                                    </p:animEffect>
                                  </p:childTnLst>
                                </p:cTn>
                              </p:par>
                              <p:par>
                                <p:cTn id="95" presetID="53" presetClass="entr" presetSubtype="16" fill="hold" grpId="0" nodeType="withEffect">
                                  <p:stCondLst>
                                    <p:cond delay="0"/>
                                  </p:stCondLst>
                                  <p:childTnLst>
                                    <p:set>
                                      <p:cBhvr>
                                        <p:cTn id="96" dur="1" fill="hold">
                                          <p:stCondLst>
                                            <p:cond delay="0"/>
                                          </p:stCondLst>
                                        </p:cTn>
                                        <p:tgtEl>
                                          <p:spTgt spid="30"/>
                                        </p:tgtEl>
                                        <p:attrNameLst>
                                          <p:attrName>style.visibility</p:attrName>
                                        </p:attrNameLst>
                                      </p:cBhvr>
                                      <p:to>
                                        <p:strVal val="visible"/>
                                      </p:to>
                                    </p:set>
                                    <p:anim calcmode="lin" valueType="num">
                                      <p:cBhvr>
                                        <p:cTn id="97" dur="500" fill="hold"/>
                                        <p:tgtEl>
                                          <p:spTgt spid="30"/>
                                        </p:tgtEl>
                                        <p:attrNameLst>
                                          <p:attrName>ppt_w</p:attrName>
                                        </p:attrNameLst>
                                      </p:cBhvr>
                                      <p:tavLst>
                                        <p:tav tm="0">
                                          <p:val>
                                            <p:fltVal val="0"/>
                                          </p:val>
                                        </p:tav>
                                        <p:tav tm="100000">
                                          <p:val>
                                            <p:strVal val="#ppt_w"/>
                                          </p:val>
                                        </p:tav>
                                      </p:tavLst>
                                    </p:anim>
                                    <p:anim calcmode="lin" valueType="num">
                                      <p:cBhvr>
                                        <p:cTn id="98" dur="500" fill="hold"/>
                                        <p:tgtEl>
                                          <p:spTgt spid="30"/>
                                        </p:tgtEl>
                                        <p:attrNameLst>
                                          <p:attrName>ppt_h</p:attrName>
                                        </p:attrNameLst>
                                      </p:cBhvr>
                                      <p:tavLst>
                                        <p:tav tm="0">
                                          <p:val>
                                            <p:fltVal val="0"/>
                                          </p:val>
                                        </p:tav>
                                        <p:tav tm="100000">
                                          <p:val>
                                            <p:strVal val="#ppt_h"/>
                                          </p:val>
                                        </p:tav>
                                      </p:tavLst>
                                    </p:anim>
                                    <p:animEffect transition="in" filter="fade">
                                      <p:cBhvr>
                                        <p:cTn id="99" dur="500"/>
                                        <p:tgtEl>
                                          <p:spTgt spid="30"/>
                                        </p:tgtEl>
                                      </p:cBhvr>
                                    </p:animEffect>
                                  </p:childTnLst>
                                </p:cTn>
                              </p:par>
                              <p:par>
                                <p:cTn id="100" presetID="53" presetClass="entr" presetSubtype="16" fill="hold" grpId="0" nodeType="withEffect">
                                  <p:stCondLst>
                                    <p:cond delay="0"/>
                                  </p:stCondLst>
                                  <p:childTnLst>
                                    <p:set>
                                      <p:cBhvr>
                                        <p:cTn id="101" dur="1" fill="hold">
                                          <p:stCondLst>
                                            <p:cond delay="0"/>
                                          </p:stCondLst>
                                        </p:cTn>
                                        <p:tgtEl>
                                          <p:spTgt spid="31"/>
                                        </p:tgtEl>
                                        <p:attrNameLst>
                                          <p:attrName>style.visibility</p:attrName>
                                        </p:attrNameLst>
                                      </p:cBhvr>
                                      <p:to>
                                        <p:strVal val="visible"/>
                                      </p:to>
                                    </p:set>
                                    <p:anim calcmode="lin" valueType="num">
                                      <p:cBhvr>
                                        <p:cTn id="102" dur="500" fill="hold"/>
                                        <p:tgtEl>
                                          <p:spTgt spid="31"/>
                                        </p:tgtEl>
                                        <p:attrNameLst>
                                          <p:attrName>ppt_w</p:attrName>
                                        </p:attrNameLst>
                                      </p:cBhvr>
                                      <p:tavLst>
                                        <p:tav tm="0">
                                          <p:val>
                                            <p:fltVal val="0"/>
                                          </p:val>
                                        </p:tav>
                                        <p:tav tm="100000">
                                          <p:val>
                                            <p:strVal val="#ppt_w"/>
                                          </p:val>
                                        </p:tav>
                                      </p:tavLst>
                                    </p:anim>
                                    <p:anim calcmode="lin" valueType="num">
                                      <p:cBhvr>
                                        <p:cTn id="103" dur="500" fill="hold"/>
                                        <p:tgtEl>
                                          <p:spTgt spid="31"/>
                                        </p:tgtEl>
                                        <p:attrNameLst>
                                          <p:attrName>ppt_h</p:attrName>
                                        </p:attrNameLst>
                                      </p:cBhvr>
                                      <p:tavLst>
                                        <p:tav tm="0">
                                          <p:val>
                                            <p:fltVal val="0"/>
                                          </p:val>
                                        </p:tav>
                                        <p:tav tm="100000">
                                          <p:val>
                                            <p:strVal val="#ppt_h"/>
                                          </p:val>
                                        </p:tav>
                                      </p:tavLst>
                                    </p:anim>
                                    <p:animEffect transition="in" filter="fade">
                                      <p:cBhvr>
                                        <p:cTn id="104" dur="500"/>
                                        <p:tgtEl>
                                          <p:spTgt spid="31"/>
                                        </p:tgtEl>
                                      </p:cBhvr>
                                    </p:animEffect>
                                  </p:childTnLst>
                                </p:cTn>
                              </p:par>
                              <p:par>
                                <p:cTn id="105" presetID="53" presetClass="entr" presetSubtype="16" fill="hold" grpId="0" nodeType="withEffect">
                                  <p:stCondLst>
                                    <p:cond delay="0"/>
                                  </p:stCondLst>
                                  <p:childTnLst>
                                    <p:set>
                                      <p:cBhvr>
                                        <p:cTn id="106" dur="1" fill="hold">
                                          <p:stCondLst>
                                            <p:cond delay="0"/>
                                          </p:stCondLst>
                                        </p:cTn>
                                        <p:tgtEl>
                                          <p:spTgt spid="32"/>
                                        </p:tgtEl>
                                        <p:attrNameLst>
                                          <p:attrName>style.visibility</p:attrName>
                                        </p:attrNameLst>
                                      </p:cBhvr>
                                      <p:to>
                                        <p:strVal val="visible"/>
                                      </p:to>
                                    </p:set>
                                    <p:anim calcmode="lin" valueType="num">
                                      <p:cBhvr>
                                        <p:cTn id="107" dur="500" fill="hold"/>
                                        <p:tgtEl>
                                          <p:spTgt spid="32"/>
                                        </p:tgtEl>
                                        <p:attrNameLst>
                                          <p:attrName>ppt_w</p:attrName>
                                        </p:attrNameLst>
                                      </p:cBhvr>
                                      <p:tavLst>
                                        <p:tav tm="0">
                                          <p:val>
                                            <p:fltVal val="0"/>
                                          </p:val>
                                        </p:tav>
                                        <p:tav tm="100000">
                                          <p:val>
                                            <p:strVal val="#ppt_w"/>
                                          </p:val>
                                        </p:tav>
                                      </p:tavLst>
                                    </p:anim>
                                    <p:anim calcmode="lin" valueType="num">
                                      <p:cBhvr>
                                        <p:cTn id="108" dur="500" fill="hold"/>
                                        <p:tgtEl>
                                          <p:spTgt spid="32"/>
                                        </p:tgtEl>
                                        <p:attrNameLst>
                                          <p:attrName>ppt_h</p:attrName>
                                        </p:attrNameLst>
                                      </p:cBhvr>
                                      <p:tavLst>
                                        <p:tav tm="0">
                                          <p:val>
                                            <p:fltVal val="0"/>
                                          </p:val>
                                        </p:tav>
                                        <p:tav tm="100000">
                                          <p:val>
                                            <p:strVal val="#ppt_h"/>
                                          </p:val>
                                        </p:tav>
                                      </p:tavLst>
                                    </p:anim>
                                    <p:animEffect transition="in" filter="fade">
                                      <p:cBhvr>
                                        <p:cTn id="109" dur="500"/>
                                        <p:tgtEl>
                                          <p:spTgt spid="32"/>
                                        </p:tgtEl>
                                      </p:cBhvr>
                                    </p:animEffect>
                                  </p:childTnLst>
                                </p:cTn>
                              </p:par>
                              <p:par>
                                <p:cTn id="110" presetID="53" presetClass="entr" presetSubtype="16" fill="hold" grpId="0" nodeType="withEffect">
                                  <p:stCondLst>
                                    <p:cond delay="0"/>
                                  </p:stCondLst>
                                  <p:childTnLst>
                                    <p:set>
                                      <p:cBhvr>
                                        <p:cTn id="111" dur="1" fill="hold">
                                          <p:stCondLst>
                                            <p:cond delay="0"/>
                                          </p:stCondLst>
                                        </p:cTn>
                                        <p:tgtEl>
                                          <p:spTgt spid="34"/>
                                        </p:tgtEl>
                                        <p:attrNameLst>
                                          <p:attrName>style.visibility</p:attrName>
                                        </p:attrNameLst>
                                      </p:cBhvr>
                                      <p:to>
                                        <p:strVal val="visible"/>
                                      </p:to>
                                    </p:set>
                                    <p:anim calcmode="lin" valueType="num">
                                      <p:cBhvr>
                                        <p:cTn id="112" dur="500" fill="hold"/>
                                        <p:tgtEl>
                                          <p:spTgt spid="34"/>
                                        </p:tgtEl>
                                        <p:attrNameLst>
                                          <p:attrName>ppt_w</p:attrName>
                                        </p:attrNameLst>
                                      </p:cBhvr>
                                      <p:tavLst>
                                        <p:tav tm="0">
                                          <p:val>
                                            <p:fltVal val="0"/>
                                          </p:val>
                                        </p:tav>
                                        <p:tav tm="100000">
                                          <p:val>
                                            <p:strVal val="#ppt_w"/>
                                          </p:val>
                                        </p:tav>
                                      </p:tavLst>
                                    </p:anim>
                                    <p:anim calcmode="lin" valueType="num">
                                      <p:cBhvr>
                                        <p:cTn id="113" dur="500" fill="hold"/>
                                        <p:tgtEl>
                                          <p:spTgt spid="34"/>
                                        </p:tgtEl>
                                        <p:attrNameLst>
                                          <p:attrName>ppt_h</p:attrName>
                                        </p:attrNameLst>
                                      </p:cBhvr>
                                      <p:tavLst>
                                        <p:tav tm="0">
                                          <p:val>
                                            <p:fltVal val="0"/>
                                          </p:val>
                                        </p:tav>
                                        <p:tav tm="100000">
                                          <p:val>
                                            <p:strVal val="#ppt_h"/>
                                          </p:val>
                                        </p:tav>
                                      </p:tavLst>
                                    </p:anim>
                                    <p:animEffect transition="in" filter="fade">
                                      <p:cBhvr>
                                        <p:cTn id="114" dur="500"/>
                                        <p:tgtEl>
                                          <p:spTgt spid="34"/>
                                        </p:tgtEl>
                                      </p:cBhvr>
                                    </p:animEffect>
                                  </p:childTnLst>
                                </p:cTn>
                              </p:par>
                              <p:par>
                                <p:cTn id="115" presetID="53" presetClass="entr" presetSubtype="16" fill="hold" grpId="0" nodeType="withEffect">
                                  <p:stCondLst>
                                    <p:cond delay="0"/>
                                  </p:stCondLst>
                                  <p:childTnLst>
                                    <p:set>
                                      <p:cBhvr>
                                        <p:cTn id="116" dur="1" fill="hold">
                                          <p:stCondLst>
                                            <p:cond delay="0"/>
                                          </p:stCondLst>
                                        </p:cTn>
                                        <p:tgtEl>
                                          <p:spTgt spid="35"/>
                                        </p:tgtEl>
                                        <p:attrNameLst>
                                          <p:attrName>style.visibility</p:attrName>
                                        </p:attrNameLst>
                                      </p:cBhvr>
                                      <p:to>
                                        <p:strVal val="visible"/>
                                      </p:to>
                                    </p:set>
                                    <p:anim calcmode="lin" valueType="num">
                                      <p:cBhvr>
                                        <p:cTn id="117" dur="500" fill="hold"/>
                                        <p:tgtEl>
                                          <p:spTgt spid="35"/>
                                        </p:tgtEl>
                                        <p:attrNameLst>
                                          <p:attrName>ppt_w</p:attrName>
                                        </p:attrNameLst>
                                      </p:cBhvr>
                                      <p:tavLst>
                                        <p:tav tm="0">
                                          <p:val>
                                            <p:fltVal val="0"/>
                                          </p:val>
                                        </p:tav>
                                        <p:tav tm="100000">
                                          <p:val>
                                            <p:strVal val="#ppt_w"/>
                                          </p:val>
                                        </p:tav>
                                      </p:tavLst>
                                    </p:anim>
                                    <p:anim calcmode="lin" valueType="num">
                                      <p:cBhvr>
                                        <p:cTn id="118" dur="500" fill="hold"/>
                                        <p:tgtEl>
                                          <p:spTgt spid="35"/>
                                        </p:tgtEl>
                                        <p:attrNameLst>
                                          <p:attrName>ppt_h</p:attrName>
                                        </p:attrNameLst>
                                      </p:cBhvr>
                                      <p:tavLst>
                                        <p:tav tm="0">
                                          <p:val>
                                            <p:fltVal val="0"/>
                                          </p:val>
                                        </p:tav>
                                        <p:tav tm="100000">
                                          <p:val>
                                            <p:strVal val="#ppt_h"/>
                                          </p:val>
                                        </p:tav>
                                      </p:tavLst>
                                    </p:anim>
                                    <p:animEffect transition="in" filter="fade">
                                      <p:cBhvr>
                                        <p:cTn id="119" dur="500"/>
                                        <p:tgtEl>
                                          <p:spTgt spid="35"/>
                                        </p:tgtEl>
                                      </p:cBhvr>
                                    </p:animEffect>
                                  </p:childTnLst>
                                </p:cTn>
                              </p:par>
                              <p:par>
                                <p:cTn id="120" presetID="53" presetClass="entr" presetSubtype="16" fill="hold" grpId="0" nodeType="withEffect">
                                  <p:stCondLst>
                                    <p:cond delay="0"/>
                                  </p:stCondLst>
                                  <p:childTnLst>
                                    <p:set>
                                      <p:cBhvr>
                                        <p:cTn id="121" dur="1" fill="hold">
                                          <p:stCondLst>
                                            <p:cond delay="0"/>
                                          </p:stCondLst>
                                        </p:cTn>
                                        <p:tgtEl>
                                          <p:spTgt spid="36"/>
                                        </p:tgtEl>
                                        <p:attrNameLst>
                                          <p:attrName>style.visibility</p:attrName>
                                        </p:attrNameLst>
                                      </p:cBhvr>
                                      <p:to>
                                        <p:strVal val="visible"/>
                                      </p:to>
                                    </p:set>
                                    <p:anim calcmode="lin" valueType="num">
                                      <p:cBhvr>
                                        <p:cTn id="122" dur="500" fill="hold"/>
                                        <p:tgtEl>
                                          <p:spTgt spid="36"/>
                                        </p:tgtEl>
                                        <p:attrNameLst>
                                          <p:attrName>ppt_w</p:attrName>
                                        </p:attrNameLst>
                                      </p:cBhvr>
                                      <p:tavLst>
                                        <p:tav tm="0">
                                          <p:val>
                                            <p:fltVal val="0"/>
                                          </p:val>
                                        </p:tav>
                                        <p:tav tm="100000">
                                          <p:val>
                                            <p:strVal val="#ppt_w"/>
                                          </p:val>
                                        </p:tav>
                                      </p:tavLst>
                                    </p:anim>
                                    <p:anim calcmode="lin" valueType="num">
                                      <p:cBhvr>
                                        <p:cTn id="123" dur="500" fill="hold"/>
                                        <p:tgtEl>
                                          <p:spTgt spid="36"/>
                                        </p:tgtEl>
                                        <p:attrNameLst>
                                          <p:attrName>ppt_h</p:attrName>
                                        </p:attrNameLst>
                                      </p:cBhvr>
                                      <p:tavLst>
                                        <p:tav tm="0">
                                          <p:val>
                                            <p:fltVal val="0"/>
                                          </p:val>
                                        </p:tav>
                                        <p:tav tm="100000">
                                          <p:val>
                                            <p:strVal val="#ppt_h"/>
                                          </p:val>
                                        </p:tav>
                                      </p:tavLst>
                                    </p:anim>
                                    <p:animEffect transition="in" filter="fade">
                                      <p:cBhvr>
                                        <p:cTn id="124" dur="500"/>
                                        <p:tgtEl>
                                          <p:spTgt spid="36"/>
                                        </p:tgtEl>
                                      </p:cBhvr>
                                    </p:animEffect>
                                  </p:childTnLst>
                                </p:cTn>
                              </p:par>
                              <p:par>
                                <p:cTn id="125" presetID="53" presetClass="entr" presetSubtype="16" fill="hold" grpId="0" nodeType="withEffect">
                                  <p:stCondLst>
                                    <p:cond delay="0"/>
                                  </p:stCondLst>
                                  <p:childTnLst>
                                    <p:set>
                                      <p:cBhvr>
                                        <p:cTn id="126" dur="1" fill="hold">
                                          <p:stCondLst>
                                            <p:cond delay="0"/>
                                          </p:stCondLst>
                                        </p:cTn>
                                        <p:tgtEl>
                                          <p:spTgt spid="37"/>
                                        </p:tgtEl>
                                        <p:attrNameLst>
                                          <p:attrName>style.visibility</p:attrName>
                                        </p:attrNameLst>
                                      </p:cBhvr>
                                      <p:to>
                                        <p:strVal val="visible"/>
                                      </p:to>
                                    </p:set>
                                    <p:anim calcmode="lin" valueType="num">
                                      <p:cBhvr>
                                        <p:cTn id="127" dur="500" fill="hold"/>
                                        <p:tgtEl>
                                          <p:spTgt spid="37"/>
                                        </p:tgtEl>
                                        <p:attrNameLst>
                                          <p:attrName>ppt_w</p:attrName>
                                        </p:attrNameLst>
                                      </p:cBhvr>
                                      <p:tavLst>
                                        <p:tav tm="0">
                                          <p:val>
                                            <p:fltVal val="0"/>
                                          </p:val>
                                        </p:tav>
                                        <p:tav tm="100000">
                                          <p:val>
                                            <p:strVal val="#ppt_w"/>
                                          </p:val>
                                        </p:tav>
                                      </p:tavLst>
                                    </p:anim>
                                    <p:anim calcmode="lin" valueType="num">
                                      <p:cBhvr>
                                        <p:cTn id="128" dur="500" fill="hold"/>
                                        <p:tgtEl>
                                          <p:spTgt spid="37"/>
                                        </p:tgtEl>
                                        <p:attrNameLst>
                                          <p:attrName>ppt_h</p:attrName>
                                        </p:attrNameLst>
                                      </p:cBhvr>
                                      <p:tavLst>
                                        <p:tav tm="0">
                                          <p:val>
                                            <p:fltVal val="0"/>
                                          </p:val>
                                        </p:tav>
                                        <p:tav tm="100000">
                                          <p:val>
                                            <p:strVal val="#ppt_h"/>
                                          </p:val>
                                        </p:tav>
                                      </p:tavLst>
                                    </p:anim>
                                    <p:animEffect transition="in" filter="fade">
                                      <p:cBhvr>
                                        <p:cTn id="129" dur="500"/>
                                        <p:tgtEl>
                                          <p:spTgt spid="37"/>
                                        </p:tgtEl>
                                      </p:cBhvr>
                                    </p:animEffect>
                                  </p:childTnLst>
                                </p:cTn>
                              </p:par>
                              <p:par>
                                <p:cTn id="130" presetID="53" presetClass="entr" presetSubtype="16" fill="hold" grpId="0" nodeType="withEffect">
                                  <p:stCondLst>
                                    <p:cond delay="0"/>
                                  </p:stCondLst>
                                  <p:childTnLst>
                                    <p:set>
                                      <p:cBhvr>
                                        <p:cTn id="131" dur="1" fill="hold">
                                          <p:stCondLst>
                                            <p:cond delay="0"/>
                                          </p:stCondLst>
                                        </p:cTn>
                                        <p:tgtEl>
                                          <p:spTgt spid="38"/>
                                        </p:tgtEl>
                                        <p:attrNameLst>
                                          <p:attrName>style.visibility</p:attrName>
                                        </p:attrNameLst>
                                      </p:cBhvr>
                                      <p:to>
                                        <p:strVal val="visible"/>
                                      </p:to>
                                    </p:set>
                                    <p:anim calcmode="lin" valueType="num">
                                      <p:cBhvr>
                                        <p:cTn id="132" dur="500" fill="hold"/>
                                        <p:tgtEl>
                                          <p:spTgt spid="38"/>
                                        </p:tgtEl>
                                        <p:attrNameLst>
                                          <p:attrName>ppt_w</p:attrName>
                                        </p:attrNameLst>
                                      </p:cBhvr>
                                      <p:tavLst>
                                        <p:tav tm="0">
                                          <p:val>
                                            <p:fltVal val="0"/>
                                          </p:val>
                                        </p:tav>
                                        <p:tav tm="100000">
                                          <p:val>
                                            <p:strVal val="#ppt_w"/>
                                          </p:val>
                                        </p:tav>
                                      </p:tavLst>
                                    </p:anim>
                                    <p:anim calcmode="lin" valueType="num">
                                      <p:cBhvr>
                                        <p:cTn id="133" dur="500" fill="hold"/>
                                        <p:tgtEl>
                                          <p:spTgt spid="38"/>
                                        </p:tgtEl>
                                        <p:attrNameLst>
                                          <p:attrName>ppt_h</p:attrName>
                                        </p:attrNameLst>
                                      </p:cBhvr>
                                      <p:tavLst>
                                        <p:tav tm="0">
                                          <p:val>
                                            <p:fltVal val="0"/>
                                          </p:val>
                                        </p:tav>
                                        <p:tav tm="100000">
                                          <p:val>
                                            <p:strVal val="#ppt_h"/>
                                          </p:val>
                                        </p:tav>
                                      </p:tavLst>
                                    </p:anim>
                                    <p:animEffect transition="in" filter="fade">
                                      <p:cBhvr>
                                        <p:cTn id="134" dur="500"/>
                                        <p:tgtEl>
                                          <p:spTgt spid="38"/>
                                        </p:tgtEl>
                                      </p:cBhvr>
                                    </p:animEffect>
                                  </p:childTnLst>
                                </p:cTn>
                              </p:par>
                              <p:par>
                                <p:cTn id="135" presetID="53" presetClass="entr" presetSubtype="16" fill="hold" grpId="0" nodeType="withEffect">
                                  <p:stCondLst>
                                    <p:cond delay="0"/>
                                  </p:stCondLst>
                                  <p:childTnLst>
                                    <p:set>
                                      <p:cBhvr>
                                        <p:cTn id="136" dur="1" fill="hold">
                                          <p:stCondLst>
                                            <p:cond delay="0"/>
                                          </p:stCondLst>
                                        </p:cTn>
                                        <p:tgtEl>
                                          <p:spTgt spid="40"/>
                                        </p:tgtEl>
                                        <p:attrNameLst>
                                          <p:attrName>style.visibility</p:attrName>
                                        </p:attrNameLst>
                                      </p:cBhvr>
                                      <p:to>
                                        <p:strVal val="visible"/>
                                      </p:to>
                                    </p:set>
                                    <p:anim calcmode="lin" valueType="num">
                                      <p:cBhvr>
                                        <p:cTn id="137" dur="500" fill="hold"/>
                                        <p:tgtEl>
                                          <p:spTgt spid="40"/>
                                        </p:tgtEl>
                                        <p:attrNameLst>
                                          <p:attrName>ppt_w</p:attrName>
                                        </p:attrNameLst>
                                      </p:cBhvr>
                                      <p:tavLst>
                                        <p:tav tm="0">
                                          <p:val>
                                            <p:fltVal val="0"/>
                                          </p:val>
                                        </p:tav>
                                        <p:tav tm="100000">
                                          <p:val>
                                            <p:strVal val="#ppt_w"/>
                                          </p:val>
                                        </p:tav>
                                      </p:tavLst>
                                    </p:anim>
                                    <p:anim calcmode="lin" valueType="num">
                                      <p:cBhvr>
                                        <p:cTn id="138" dur="500" fill="hold"/>
                                        <p:tgtEl>
                                          <p:spTgt spid="40"/>
                                        </p:tgtEl>
                                        <p:attrNameLst>
                                          <p:attrName>ppt_h</p:attrName>
                                        </p:attrNameLst>
                                      </p:cBhvr>
                                      <p:tavLst>
                                        <p:tav tm="0">
                                          <p:val>
                                            <p:fltVal val="0"/>
                                          </p:val>
                                        </p:tav>
                                        <p:tav tm="100000">
                                          <p:val>
                                            <p:strVal val="#ppt_h"/>
                                          </p:val>
                                        </p:tav>
                                      </p:tavLst>
                                    </p:anim>
                                    <p:animEffect transition="in" filter="fade">
                                      <p:cBhvr>
                                        <p:cTn id="139" dur="500"/>
                                        <p:tgtEl>
                                          <p:spTgt spid="40"/>
                                        </p:tgtEl>
                                      </p:cBhvr>
                                    </p:animEffect>
                                  </p:childTnLst>
                                </p:cTn>
                              </p:par>
                              <p:par>
                                <p:cTn id="140" presetID="53" presetClass="entr" presetSubtype="16" fill="hold" grpId="0" nodeType="withEffect">
                                  <p:stCondLst>
                                    <p:cond delay="0"/>
                                  </p:stCondLst>
                                  <p:childTnLst>
                                    <p:set>
                                      <p:cBhvr>
                                        <p:cTn id="141" dur="1" fill="hold">
                                          <p:stCondLst>
                                            <p:cond delay="0"/>
                                          </p:stCondLst>
                                        </p:cTn>
                                        <p:tgtEl>
                                          <p:spTgt spid="41"/>
                                        </p:tgtEl>
                                        <p:attrNameLst>
                                          <p:attrName>style.visibility</p:attrName>
                                        </p:attrNameLst>
                                      </p:cBhvr>
                                      <p:to>
                                        <p:strVal val="visible"/>
                                      </p:to>
                                    </p:set>
                                    <p:anim calcmode="lin" valueType="num">
                                      <p:cBhvr>
                                        <p:cTn id="142" dur="500" fill="hold"/>
                                        <p:tgtEl>
                                          <p:spTgt spid="41"/>
                                        </p:tgtEl>
                                        <p:attrNameLst>
                                          <p:attrName>ppt_w</p:attrName>
                                        </p:attrNameLst>
                                      </p:cBhvr>
                                      <p:tavLst>
                                        <p:tav tm="0">
                                          <p:val>
                                            <p:fltVal val="0"/>
                                          </p:val>
                                        </p:tav>
                                        <p:tav tm="100000">
                                          <p:val>
                                            <p:strVal val="#ppt_w"/>
                                          </p:val>
                                        </p:tav>
                                      </p:tavLst>
                                    </p:anim>
                                    <p:anim calcmode="lin" valueType="num">
                                      <p:cBhvr>
                                        <p:cTn id="143" dur="500" fill="hold"/>
                                        <p:tgtEl>
                                          <p:spTgt spid="41"/>
                                        </p:tgtEl>
                                        <p:attrNameLst>
                                          <p:attrName>ppt_h</p:attrName>
                                        </p:attrNameLst>
                                      </p:cBhvr>
                                      <p:tavLst>
                                        <p:tav tm="0">
                                          <p:val>
                                            <p:fltVal val="0"/>
                                          </p:val>
                                        </p:tav>
                                        <p:tav tm="100000">
                                          <p:val>
                                            <p:strVal val="#ppt_h"/>
                                          </p:val>
                                        </p:tav>
                                      </p:tavLst>
                                    </p:anim>
                                    <p:animEffect transition="in" filter="fade">
                                      <p:cBhvr>
                                        <p:cTn id="144" dur="500"/>
                                        <p:tgtEl>
                                          <p:spTgt spid="41"/>
                                        </p:tgtEl>
                                      </p:cBhvr>
                                    </p:animEffect>
                                  </p:childTnLst>
                                </p:cTn>
                              </p:par>
                              <p:par>
                                <p:cTn id="145" presetID="53" presetClass="entr" presetSubtype="16" fill="hold" grpId="0" nodeType="withEffect">
                                  <p:stCondLst>
                                    <p:cond delay="0"/>
                                  </p:stCondLst>
                                  <p:childTnLst>
                                    <p:set>
                                      <p:cBhvr>
                                        <p:cTn id="146" dur="1" fill="hold">
                                          <p:stCondLst>
                                            <p:cond delay="0"/>
                                          </p:stCondLst>
                                        </p:cTn>
                                        <p:tgtEl>
                                          <p:spTgt spid="42"/>
                                        </p:tgtEl>
                                        <p:attrNameLst>
                                          <p:attrName>style.visibility</p:attrName>
                                        </p:attrNameLst>
                                      </p:cBhvr>
                                      <p:to>
                                        <p:strVal val="visible"/>
                                      </p:to>
                                    </p:set>
                                    <p:anim calcmode="lin" valueType="num">
                                      <p:cBhvr>
                                        <p:cTn id="147" dur="500" fill="hold"/>
                                        <p:tgtEl>
                                          <p:spTgt spid="42"/>
                                        </p:tgtEl>
                                        <p:attrNameLst>
                                          <p:attrName>ppt_w</p:attrName>
                                        </p:attrNameLst>
                                      </p:cBhvr>
                                      <p:tavLst>
                                        <p:tav tm="0">
                                          <p:val>
                                            <p:fltVal val="0"/>
                                          </p:val>
                                        </p:tav>
                                        <p:tav tm="100000">
                                          <p:val>
                                            <p:strVal val="#ppt_w"/>
                                          </p:val>
                                        </p:tav>
                                      </p:tavLst>
                                    </p:anim>
                                    <p:anim calcmode="lin" valueType="num">
                                      <p:cBhvr>
                                        <p:cTn id="148" dur="500" fill="hold"/>
                                        <p:tgtEl>
                                          <p:spTgt spid="42"/>
                                        </p:tgtEl>
                                        <p:attrNameLst>
                                          <p:attrName>ppt_h</p:attrName>
                                        </p:attrNameLst>
                                      </p:cBhvr>
                                      <p:tavLst>
                                        <p:tav tm="0">
                                          <p:val>
                                            <p:fltVal val="0"/>
                                          </p:val>
                                        </p:tav>
                                        <p:tav tm="100000">
                                          <p:val>
                                            <p:strVal val="#ppt_h"/>
                                          </p:val>
                                        </p:tav>
                                      </p:tavLst>
                                    </p:anim>
                                    <p:animEffect transition="in" filter="fade">
                                      <p:cBhvr>
                                        <p:cTn id="149" dur="500"/>
                                        <p:tgtEl>
                                          <p:spTgt spid="42"/>
                                        </p:tgtEl>
                                      </p:cBhvr>
                                    </p:animEffect>
                                  </p:childTnLst>
                                </p:cTn>
                              </p:par>
                              <p:par>
                                <p:cTn id="150" presetID="53" presetClass="entr" presetSubtype="16" fill="hold" grpId="0" nodeType="withEffect">
                                  <p:stCondLst>
                                    <p:cond delay="0"/>
                                  </p:stCondLst>
                                  <p:childTnLst>
                                    <p:set>
                                      <p:cBhvr>
                                        <p:cTn id="151" dur="1" fill="hold">
                                          <p:stCondLst>
                                            <p:cond delay="0"/>
                                          </p:stCondLst>
                                        </p:cTn>
                                        <p:tgtEl>
                                          <p:spTgt spid="43"/>
                                        </p:tgtEl>
                                        <p:attrNameLst>
                                          <p:attrName>style.visibility</p:attrName>
                                        </p:attrNameLst>
                                      </p:cBhvr>
                                      <p:to>
                                        <p:strVal val="visible"/>
                                      </p:to>
                                    </p:set>
                                    <p:anim calcmode="lin" valueType="num">
                                      <p:cBhvr>
                                        <p:cTn id="152" dur="500" fill="hold"/>
                                        <p:tgtEl>
                                          <p:spTgt spid="43"/>
                                        </p:tgtEl>
                                        <p:attrNameLst>
                                          <p:attrName>ppt_w</p:attrName>
                                        </p:attrNameLst>
                                      </p:cBhvr>
                                      <p:tavLst>
                                        <p:tav tm="0">
                                          <p:val>
                                            <p:fltVal val="0"/>
                                          </p:val>
                                        </p:tav>
                                        <p:tav tm="100000">
                                          <p:val>
                                            <p:strVal val="#ppt_w"/>
                                          </p:val>
                                        </p:tav>
                                      </p:tavLst>
                                    </p:anim>
                                    <p:anim calcmode="lin" valueType="num">
                                      <p:cBhvr>
                                        <p:cTn id="153" dur="500" fill="hold"/>
                                        <p:tgtEl>
                                          <p:spTgt spid="43"/>
                                        </p:tgtEl>
                                        <p:attrNameLst>
                                          <p:attrName>ppt_h</p:attrName>
                                        </p:attrNameLst>
                                      </p:cBhvr>
                                      <p:tavLst>
                                        <p:tav tm="0">
                                          <p:val>
                                            <p:fltVal val="0"/>
                                          </p:val>
                                        </p:tav>
                                        <p:tav tm="100000">
                                          <p:val>
                                            <p:strVal val="#ppt_h"/>
                                          </p:val>
                                        </p:tav>
                                      </p:tavLst>
                                    </p:anim>
                                    <p:animEffect transition="in" filter="fade">
                                      <p:cBhvr>
                                        <p:cTn id="154" dur="500"/>
                                        <p:tgtEl>
                                          <p:spTgt spid="43"/>
                                        </p:tgtEl>
                                      </p:cBhvr>
                                    </p:animEffect>
                                  </p:childTnLst>
                                </p:cTn>
                              </p:par>
                              <p:par>
                                <p:cTn id="155" presetID="53" presetClass="entr" presetSubtype="16" fill="hold" grpId="0" nodeType="withEffect">
                                  <p:stCondLst>
                                    <p:cond delay="0"/>
                                  </p:stCondLst>
                                  <p:childTnLst>
                                    <p:set>
                                      <p:cBhvr>
                                        <p:cTn id="156" dur="1" fill="hold">
                                          <p:stCondLst>
                                            <p:cond delay="0"/>
                                          </p:stCondLst>
                                        </p:cTn>
                                        <p:tgtEl>
                                          <p:spTgt spid="44"/>
                                        </p:tgtEl>
                                        <p:attrNameLst>
                                          <p:attrName>style.visibility</p:attrName>
                                        </p:attrNameLst>
                                      </p:cBhvr>
                                      <p:to>
                                        <p:strVal val="visible"/>
                                      </p:to>
                                    </p:set>
                                    <p:anim calcmode="lin" valueType="num">
                                      <p:cBhvr>
                                        <p:cTn id="157" dur="500" fill="hold"/>
                                        <p:tgtEl>
                                          <p:spTgt spid="44"/>
                                        </p:tgtEl>
                                        <p:attrNameLst>
                                          <p:attrName>ppt_w</p:attrName>
                                        </p:attrNameLst>
                                      </p:cBhvr>
                                      <p:tavLst>
                                        <p:tav tm="0">
                                          <p:val>
                                            <p:fltVal val="0"/>
                                          </p:val>
                                        </p:tav>
                                        <p:tav tm="100000">
                                          <p:val>
                                            <p:strVal val="#ppt_w"/>
                                          </p:val>
                                        </p:tav>
                                      </p:tavLst>
                                    </p:anim>
                                    <p:anim calcmode="lin" valueType="num">
                                      <p:cBhvr>
                                        <p:cTn id="158" dur="500" fill="hold"/>
                                        <p:tgtEl>
                                          <p:spTgt spid="44"/>
                                        </p:tgtEl>
                                        <p:attrNameLst>
                                          <p:attrName>ppt_h</p:attrName>
                                        </p:attrNameLst>
                                      </p:cBhvr>
                                      <p:tavLst>
                                        <p:tav tm="0">
                                          <p:val>
                                            <p:fltVal val="0"/>
                                          </p:val>
                                        </p:tav>
                                        <p:tav tm="100000">
                                          <p:val>
                                            <p:strVal val="#ppt_h"/>
                                          </p:val>
                                        </p:tav>
                                      </p:tavLst>
                                    </p:anim>
                                    <p:animEffect transition="in" filter="fade">
                                      <p:cBhvr>
                                        <p:cTn id="159" dur="500"/>
                                        <p:tgtEl>
                                          <p:spTgt spid="44"/>
                                        </p:tgtEl>
                                      </p:cBhvr>
                                    </p:animEffect>
                                  </p:childTnLst>
                                </p:cTn>
                              </p:par>
                              <p:par>
                                <p:cTn id="160" presetID="53" presetClass="entr" presetSubtype="16" fill="hold" grpId="0" nodeType="withEffect">
                                  <p:stCondLst>
                                    <p:cond delay="0"/>
                                  </p:stCondLst>
                                  <p:childTnLst>
                                    <p:set>
                                      <p:cBhvr>
                                        <p:cTn id="161" dur="1" fill="hold">
                                          <p:stCondLst>
                                            <p:cond delay="0"/>
                                          </p:stCondLst>
                                        </p:cTn>
                                        <p:tgtEl>
                                          <p:spTgt spid="46"/>
                                        </p:tgtEl>
                                        <p:attrNameLst>
                                          <p:attrName>style.visibility</p:attrName>
                                        </p:attrNameLst>
                                      </p:cBhvr>
                                      <p:to>
                                        <p:strVal val="visible"/>
                                      </p:to>
                                    </p:set>
                                    <p:anim calcmode="lin" valueType="num">
                                      <p:cBhvr>
                                        <p:cTn id="162" dur="500" fill="hold"/>
                                        <p:tgtEl>
                                          <p:spTgt spid="46"/>
                                        </p:tgtEl>
                                        <p:attrNameLst>
                                          <p:attrName>ppt_w</p:attrName>
                                        </p:attrNameLst>
                                      </p:cBhvr>
                                      <p:tavLst>
                                        <p:tav tm="0">
                                          <p:val>
                                            <p:fltVal val="0"/>
                                          </p:val>
                                        </p:tav>
                                        <p:tav tm="100000">
                                          <p:val>
                                            <p:strVal val="#ppt_w"/>
                                          </p:val>
                                        </p:tav>
                                      </p:tavLst>
                                    </p:anim>
                                    <p:anim calcmode="lin" valueType="num">
                                      <p:cBhvr>
                                        <p:cTn id="163" dur="500" fill="hold"/>
                                        <p:tgtEl>
                                          <p:spTgt spid="46"/>
                                        </p:tgtEl>
                                        <p:attrNameLst>
                                          <p:attrName>ppt_h</p:attrName>
                                        </p:attrNameLst>
                                      </p:cBhvr>
                                      <p:tavLst>
                                        <p:tav tm="0">
                                          <p:val>
                                            <p:fltVal val="0"/>
                                          </p:val>
                                        </p:tav>
                                        <p:tav tm="100000">
                                          <p:val>
                                            <p:strVal val="#ppt_h"/>
                                          </p:val>
                                        </p:tav>
                                      </p:tavLst>
                                    </p:anim>
                                    <p:animEffect transition="in" filter="fade">
                                      <p:cBhvr>
                                        <p:cTn id="164" dur="500"/>
                                        <p:tgtEl>
                                          <p:spTgt spid="46"/>
                                        </p:tgtEl>
                                      </p:cBhvr>
                                    </p:animEffect>
                                  </p:childTnLst>
                                </p:cTn>
                              </p:par>
                              <p:par>
                                <p:cTn id="165" presetID="53" presetClass="entr" presetSubtype="16" fill="hold" grpId="0" nodeType="withEffect">
                                  <p:stCondLst>
                                    <p:cond delay="0"/>
                                  </p:stCondLst>
                                  <p:childTnLst>
                                    <p:set>
                                      <p:cBhvr>
                                        <p:cTn id="166" dur="1" fill="hold">
                                          <p:stCondLst>
                                            <p:cond delay="0"/>
                                          </p:stCondLst>
                                        </p:cTn>
                                        <p:tgtEl>
                                          <p:spTgt spid="47"/>
                                        </p:tgtEl>
                                        <p:attrNameLst>
                                          <p:attrName>style.visibility</p:attrName>
                                        </p:attrNameLst>
                                      </p:cBhvr>
                                      <p:to>
                                        <p:strVal val="visible"/>
                                      </p:to>
                                    </p:set>
                                    <p:anim calcmode="lin" valueType="num">
                                      <p:cBhvr>
                                        <p:cTn id="167" dur="500" fill="hold"/>
                                        <p:tgtEl>
                                          <p:spTgt spid="47"/>
                                        </p:tgtEl>
                                        <p:attrNameLst>
                                          <p:attrName>ppt_w</p:attrName>
                                        </p:attrNameLst>
                                      </p:cBhvr>
                                      <p:tavLst>
                                        <p:tav tm="0">
                                          <p:val>
                                            <p:fltVal val="0"/>
                                          </p:val>
                                        </p:tav>
                                        <p:tav tm="100000">
                                          <p:val>
                                            <p:strVal val="#ppt_w"/>
                                          </p:val>
                                        </p:tav>
                                      </p:tavLst>
                                    </p:anim>
                                    <p:anim calcmode="lin" valueType="num">
                                      <p:cBhvr>
                                        <p:cTn id="168" dur="500" fill="hold"/>
                                        <p:tgtEl>
                                          <p:spTgt spid="47"/>
                                        </p:tgtEl>
                                        <p:attrNameLst>
                                          <p:attrName>ppt_h</p:attrName>
                                        </p:attrNameLst>
                                      </p:cBhvr>
                                      <p:tavLst>
                                        <p:tav tm="0">
                                          <p:val>
                                            <p:fltVal val="0"/>
                                          </p:val>
                                        </p:tav>
                                        <p:tav tm="100000">
                                          <p:val>
                                            <p:strVal val="#ppt_h"/>
                                          </p:val>
                                        </p:tav>
                                      </p:tavLst>
                                    </p:anim>
                                    <p:animEffect transition="in" filter="fade">
                                      <p:cBhvr>
                                        <p:cTn id="169" dur="500"/>
                                        <p:tgtEl>
                                          <p:spTgt spid="47"/>
                                        </p:tgtEl>
                                      </p:cBhvr>
                                    </p:animEffect>
                                  </p:childTnLst>
                                </p:cTn>
                              </p:par>
                              <p:par>
                                <p:cTn id="170" presetID="53" presetClass="entr" presetSubtype="16" fill="hold" grpId="0" nodeType="withEffect">
                                  <p:stCondLst>
                                    <p:cond delay="0"/>
                                  </p:stCondLst>
                                  <p:childTnLst>
                                    <p:set>
                                      <p:cBhvr>
                                        <p:cTn id="171" dur="1" fill="hold">
                                          <p:stCondLst>
                                            <p:cond delay="0"/>
                                          </p:stCondLst>
                                        </p:cTn>
                                        <p:tgtEl>
                                          <p:spTgt spid="48"/>
                                        </p:tgtEl>
                                        <p:attrNameLst>
                                          <p:attrName>style.visibility</p:attrName>
                                        </p:attrNameLst>
                                      </p:cBhvr>
                                      <p:to>
                                        <p:strVal val="visible"/>
                                      </p:to>
                                    </p:set>
                                    <p:anim calcmode="lin" valueType="num">
                                      <p:cBhvr>
                                        <p:cTn id="172" dur="500" fill="hold"/>
                                        <p:tgtEl>
                                          <p:spTgt spid="48"/>
                                        </p:tgtEl>
                                        <p:attrNameLst>
                                          <p:attrName>ppt_w</p:attrName>
                                        </p:attrNameLst>
                                      </p:cBhvr>
                                      <p:tavLst>
                                        <p:tav tm="0">
                                          <p:val>
                                            <p:fltVal val="0"/>
                                          </p:val>
                                        </p:tav>
                                        <p:tav tm="100000">
                                          <p:val>
                                            <p:strVal val="#ppt_w"/>
                                          </p:val>
                                        </p:tav>
                                      </p:tavLst>
                                    </p:anim>
                                    <p:anim calcmode="lin" valueType="num">
                                      <p:cBhvr>
                                        <p:cTn id="173" dur="500" fill="hold"/>
                                        <p:tgtEl>
                                          <p:spTgt spid="48"/>
                                        </p:tgtEl>
                                        <p:attrNameLst>
                                          <p:attrName>ppt_h</p:attrName>
                                        </p:attrNameLst>
                                      </p:cBhvr>
                                      <p:tavLst>
                                        <p:tav tm="0">
                                          <p:val>
                                            <p:fltVal val="0"/>
                                          </p:val>
                                        </p:tav>
                                        <p:tav tm="100000">
                                          <p:val>
                                            <p:strVal val="#ppt_h"/>
                                          </p:val>
                                        </p:tav>
                                      </p:tavLst>
                                    </p:anim>
                                    <p:animEffect transition="in" filter="fade">
                                      <p:cBhvr>
                                        <p:cTn id="174" dur="500"/>
                                        <p:tgtEl>
                                          <p:spTgt spid="48"/>
                                        </p:tgtEl>
                                      </p:cBhvr>
                                    </p:animEffect>
                                  </p:childTnLst>
                                </p:cTn>
                              </p:par>
                              <p:par>
                                <p:cTn id="175" presetID="53" presetClass="entr" presetSubtype="16" fill="hold" grpId="0" nodeType="withEffect">
                                  <p:stCondLst>
                                    <p:cond delay="0"/>
                                  </p:stCondLst>
                                  <p:childTnLst>
                                    <p:set>
                                      <p:cBhvr>
                                        <p:cTn id="176" dur="1" fill="hold">
                                          <p:stCondLst>
                                            <p:cond delay="0"/>
                                          </p:stCondLst>
                                        </p:cTn>
                                        <p:tgtEl>
                                          <p:spTgt spid="49"/>
                                        </p:tgtEl>
                                        <p:attrNameLst>
                                          <p:attrName>style.visibility</p:attrName>
                                        </p:attrNameLst>
                                      </p:cBhvr>
                                      <p:to>
                                        <p:strVal val="visible"/>
                                      </p:to>
                                    </p:set>
                                    <p:anim calcmode="lin" valueType="num">
                                      <p:cBhvr>
                                        <p:cTn id="177" dur="500" fill="hold"/>
                                        <p:tgtEl>
                                          <p:spTgt spid="49"/>
                                        </p:tgtEl>
                                        <p:attrNameLst>
                                          <p:attrName>ppt_w</p:attrName>
                                        </p:attrNameLst>
                                      </p:cBhvr>
                                      <p:tavLst>
                                        <p:tav tm="0">
                                          <p:val>
                                            <p:fltVal val="0"/>
                                          </p:val>
                                        </p:tav>
                                        <p:tav tm="100000">
                                          <p:val>
                                            <p:strVal val="#ppt_w"/>
                                          </p:val>
                                        </p:tav>
                                      </p:tavLst>
                                    </p:anim>
                                    <p:anim calcmode="lin" valueType="num">
                                      <p:cBhvr>
                                        <p:cTn id="178" dur="500" fill="hold"/>
                                        <p:tgtEl>
                                          <p:spTgt spid="49"/>
                                        </p:tgtEl>
                                        <p:attrNameLst>
                                          <p:attrName>ppt_h</p:attrName>
                                        </p:attrNameLst>
                                      </p:cBhvr>
                                      <p:tavLst>
                                        <p:tav tm="0">
                                          <p:val>
                                            <p:fltVal val="0"/>
                                          </p:val>
                                        </p:tav>
                                        <p:tav tm="100000">
                                          <p:val>
                                            <p:strVal val="#ppt_h"/>
                                          </p:val>
                                        </p:tav>
                                      </p:tavLst>
                                    </p:anim>
                                    <p:animEffect transition="in" filter="fade">
                                      <p:cBhvr>
                                        <p:cTn id="179" dur="500"/>
                                        <p:tgtEl>
                                          <p:spTgt spid="49"/>
                                        </p:tgtEl>
                                      </p:cBhvr>
                                    </p:animEffect>
                                  </p:childTnLst>
                                </p:cTn>
                              </p:par>
                              <p:par>
                                <p:cTn id="180" presetID="53" presetClass="entr" presetSubtype="16" fill="hold" grpId="0" nodeType="withEffect">
                                  <p:stCondLst>
                                    <p:cond delay="0"/>
                                  </p:stCondLst>
                                  <p:childTnLst>
                                    <p:set>
                                      <p:cBhvr>
                                        <p:cTn id="181" dur="1" fill="hold">
                                          <p:stCondLst>
                                            <p:cond delay="0"/>
                                          </p:stCondLst>
                                        </p:cTn>
                                        <p:tgtEl>
                                          <p:spTgt spid="50"/>
                                        </p:tgtEl>
                                        <p:attrNameLst>
                                          <p:attrName>style.visibility</p:attrName>
                                        </p:attrNameLst>
                                      </p:cBhvr>
                                      <p:to>
                                        <p:strVal val="visible"/>
                                      </p:to>
                                    </p:set>
                                    <p:anim calcmode="lin" valueType="num">
                                      <p:cBhvr>
                                        <p:cTn id="182" dur="500" fill="hold"/>
                                        <p:tgtEl>
                                          <p:spTgt spid="50"/>
                                        </p:tgtEl>
                                        <p:attrNameLst>
                                          <p:attrName>ppt_w</p:attrName>
                                        </p:attrNameLst>
                                      </p:cBhvr>
                                      <p:tavLst>
                                        <p:tav tm="0">
                                          <p:val>
                                            <p:fltVal val="0"/>
                                          </p:val>
                                        </p:tav>
                                        <p:tav tm="100000">
                                          <p:val>
                                            <p:strVal val="#ppt_w"/>
                                          </p:val>
                                        </p:tav>
                                      </p:tavLst>
                                    </p:anim>
                                    <p:anim calcmode="lin" valueType="num">
                                      <p:cBhvr>
                                        <p:cTn id="183" dur="500" fill="hold"/>
                                        <p:tgtEl>
                                          <p:spTgt spid="50"/>
                                        </p:tgtEl>
                                        <p:attrNameLst>
                                          <p:attrName>ppt_h</p:attrName>
                                        </p:attrNameLst>
                                      </p:cBhvr>
                                      <p:tavLst>
                                        <p:tav tm="0">
                                          <p:val>
                                            <p:fltVal val="0"/>
                                          </p:val>
                                        </p:tav>
                                        <p:tav tm="100000">
                                          <p:val>
                                            <p:strVal val="#ppt_h"/>
                                          </p:val>
                                        </p:tav>
                                      </p:tavLst>
                                    </p:anim>
                                    <p:animEffect transition="in" filter="fade">
                                      <p:cBhvr>
                                        <p:cTn id="184" dur="500"/>
                                        <p:tgtEl>
                                          <p:spTgt spid="50"/>
                                        </p:tgtEl>
                                      </p:cBhvr>
                                    </p:animEffect>
                                  </p:childTnLst>
                                </p:cTn>
                              </p:par>
                              <p:par>
                                <p:cTn id="185" presetID="53" presetClass="entr" presetSubtype="16" fill="hold" grpId="0" nodeType="withEffect">
                                  <p:stCondLst>
                                    <p:cond delay="0"/>
                                  </p:stCondLst>
                                  <p:childTnLst>
                                    <p:set>
                                      <p:cBhvr>
                                        <p:cTn id="186" dur="1" fill="hold">
                                          <p:stCondLst>
                                            <p:cond delay="0"/>
                                          </p:stCondLst>
                                        </p:cTn>
                                        <p:tgtEl>
                                          <p:spTgt spid="52"/>
                                        </p:tgtEl>
                                        <p:attrNameLst>
                                          <p:attrName>style.visibility</p:attrName>
                                        </p:attrNameLst>
                                      </p:cBhvr>
                                      <p:to>
                                        <p:strVal val="visible"/>
                                      </p:to>
                                    </p:set>
                                    <p:anim calcmode="lin" valueType="num">
                                      <p:cBhvr>
                                        <p:cTn id="187" dur="500" fill="hold"/>
                                        <p:tgtEl>
                                          <p:spTgt spid="52"/>
                                        </p:tgtEl>
                                        <p:attrNameLst>
                                          <p:attrName>ppt_w</p:attrName>
                                        </p:attrNameLst>
                                      </p:cBhvr>
                                      <p:tavLst>
                                        <p:tav tm="0">
                                          <p:val>
                                            <p:fltVal val="0"/>
                                          </p:val>
                                        </p:tav>
                                        <p:tav tm="100000">
                                          <p:val>
                                            <p:strVal val="#ppt_w"/>
                                          </p:val>
                                        </p:tav>
                                      </p:tavLst>
                                    </p:anim>
                                    <p:anim calcmode="lin" valueType="num">
                                      <p:cBhvr>
                                        <p:cTn id="188" dur="500" fill="hold"/>
                                        <p:tgtEl>
                                          <p:spTgt spid="52"/>
                                        </p:tgtEl>
                                        <p:attrNameLst>
                                          <p:attrName>ppt_h</p:attrName>
                                        </p:attrNameLst>
                                      </p:cBhvr>
                                      <p:tavLst>
                                        <p:tav tm="0">
                                          <p:val>
                                            <p:fltVal val="0"/>
                                          </p:val>
                                        </p:tav>
                                        <p:tav tm="100000">
                                          <p:val>
                                            <p:strVal val="#ppt_h"/>
                                          </p:val>
                                        </p:tav>
                                      </p:tavLst>
                                    </p:anim>
                                    <p:animEffect transition="in" filter="fade">
                                      <p:cBhvr>
                                        <p:cTn id="189" dur="500"/>
                                        <p:tgtEl>
                                          <p:spTgt spid="52"/>
                                        </p:tgtEl>
                                      </p:cBhvr>
                                    </p:animEffect>
                                  </p:childTnLst>
                                </p:cTn>
                              </p:par>
                              <p:par>
                                <p:cTn id="190" presetID="53" presetClass="entr" presetSubtype="16" fill="hold" grpId="0" nodeType="withEffect">
                                  <p:stCondLst>
                                    <p:cond delay="0"/>
                                  </p:stCondLst>
                                  <p:childTnLst>
                                    <p:set>
                                      <p:cBhvr>
                                        <p:cTn id="191" dur="1" fill="hold">
                                          <p:stCondLst>
                                            <p:cond delay="0"/>
                                          </p:stCondLst>
                                        </p:cTn>
                                        <p:tgtEl>
                                          <p:spTgt spid="53"/>
                                        </p:tgtEl>
                                        <p:attrNameLst>
                                          <p:attrName>style.visibility</p:attrName>
                                        </p:attrNameLst>
                                      </p:cBhvr>
                                      <p:to>
                                        <p:strVal val="visible"/>
                                      </p:to>
                                    </p:set>
                                    <p:anim calcmode="lin" valueType="num">
                                      <p:cBhvr>
                                        <p:cTn id="192" dur="500" fill="hold"/>
                                        <p:tgtEl>
                                          <p:spTgt spid="53"/>
                                        </p:tgtEl>
                                        <p:attrNameLst>
                                          <p:attrName>ppt_w</p:attrName>
                                        </p:attrNameLst>
                                      </p:cBhvr>
                                      <p:tavLst>
                                        <p:tav tm="0">
                                          <p:val>
                                            <p:fltVal val="0"/>
                                          </p:val>
                                        </p:tav>
                                        <p:tav tm="100000">
                                          <p:val>
                                            <p:strVal val="#ppt_w"/>
                                          </p:val>
                                        </p:tav>
                                      </p:tavLst>
                                    </p:anim>
                                    <p:anim calcmode="lin" valueType="num">
                                      <p:cBhvr>
                                        <p:cTn id="193" dur="500" fill="hold"/>
                                        <p:tgtEl>
                                          <p:spTgt spid="53"/>
                                        </p:tgtEl>
                                        <p:attrNameLst>
                                          <p:attrName>ppt_h</p:attrName>
                                        </p:attrNameLst>
                                      </p:cBhvr>
                                      <p:tavLst>
                                        <p:tav tm="0">
                                          <p:val>
                                            <p:fltVal val="0"/>
                                          </p:val>
                                        </p:tav>
                                        <p:tav tm="100000">
                                          <p:val>
                                            <p:strVal val="#ppt_h"/>
                                          </p:val>
                                        </p:tav>
                                      </p:tavLst>
                                    </p:anim>
                                    <p:animEffect transition="in" filter="fade">
                                      <p:cBhvr>
                                        <p:cTn id="194" dur="500"/>
                                        <p:tgtEl>
                                          <p:spTgt spid="53"/>
                                        </p:tgtEl>
                                      </p:cBhvr>
                                    </p:animEffect>
                                  </p:childTnLst>
                                </p:cTn>
                              </p:par>
                              <p:par>
                                <p:cTn id="195" presetID="53" presetClass="entr" presetSubtype="16" fill="hold" grpId="0" nodeType="withEffect">
                                  <p:stCondLst>
                                    <p:cond delay="0"/>
                                  </p:stCondLst>
                                  <p:childTnLst>
                                    <p:set>
                                      <p:cBhvr>
                                        <p:cTn id="196" dur="1" fill="hold">
                                          <p:stCondLst>
                                            <p:cond delay="0"/>
                                          </p:stCondLst>
                                        </p:cTn>
                                        <p:tgtEl>
                                          <p:spTgt spid="54"/>
                                        </p:tgtEl>
                                        <p:attrNameLst>
                                          <p:attrName>style.visibility</p:attrName>
                                        </p:attrNameLst>
                                      </p:cBhvr>
                                      <p:to>
                                        <p:strVal val="visible"/>
                                      </p:to>
                                    </p:set>
                                    <p:anim calcmode="lin" valueType="num">
                                      <p:cBhvr>
                                        <p:cTn id="197" dur="500" fill="hold"/>
                                        <p:tgtEl>
                                          <p:spTgt spid="54"/>
                                        </p:tgtEl>
                                        <p:attrNameLst>
                                          <p:attrName>ppt_w</p:attrName>
                                        </p:attrNameLst>
                                      </p:cBhvr>
                                      <p:tavLst>
                                        <p:tav tm="0">
                                          <p:val>
                                            <p:fltVal val="0"/>
                                          </p:val>
                                        </p:tav>
                                        <p:tav tm="100000">
                                          <p:val>
                                            <p:strVal val="#ppt_w"/>
                                          </p:val>
                                        </p:tav>
                                      </p:tavLst>
                                    </p:anim>
                                    <p:anim calcmode="lin" valueType="num">
                                      <p:cBhvr>
                                        <p:cTn id="198" dur="500" fill="hold"/>
                                        <p:tgtEl>
                                          <p:spTgt spid="54"/>
                                        </p:tgtEl>
                                        <p:attrNameLst>
                                          <p:attrName>ppt_h</p:attrName>
                                        </p:attrNameLst>
                                      </p:cBhvr>
                                      <p:tavLst>
                                        <p:tav tm="0">
                                          <p:val>
                                            <p:fltVal val="0"/>
                                          </p:val>
                                        </p:tav>
                                        <p:tav tm="100000">
                                          <p:val>
                                            <p:strVal val="#ppt_h"/>
                                          </p:val>
                                        </p:tav>
                                      </p:tavLst>
                                    </p:anim>
                                    <p:animEffect transition="in" filter="fade">
                                      <p:cBhvr>
                                        <p:cTn id="199" dur="500"/>
                                        <p:tgtEl>
                                          <p:spTgt spid="54"/>
                                        </p:tgtEl>
                                      </p:cBhvr>
                                    </p:animEffect>
                                  </p:childTnLst>
                                </p:cTn>
                              </p:par>
                              <p:par>
                                <p:cTn id="200" presetID="53" presetClass="entr" presetSubtype="16" fill="hold" grpId="0" nodeType="withEffect">
                                  <p:stCondLst>
                                    <p:cond delay="0"/>
                                  </p:stCondLst>
                                  <p:childTnLst>
                                    <p:set>
                                      <p:cBhvr>
                                        <p:cTn id="201" dur="1" fill="hold">
                                          <p:stCondLst>
                                            <p:cond delay="0"/>
                                          </p:stCondLst>
                                        </p:cTn>
                                        <p:tgtEl>
                                          <p:spTgt spid="55"/>
                                        </p:tgtEl>
                                        <p:attrNameLst>
                                          <p:attrName>style.visibility</p:attrName>
                                        </p:attrNameLst>
                                      </p:cBhvr>
                                      <p:to>
                                        <p:strVal val="visible"/>
                                      </p:to>
                                    </p:set>
                                    <p:anim calcmode="lin" valueType="num">
                                      <p:cBhvr>
                                        <p:cTn id="202" dur="500" fill="hold"/>
                                        <p:tgtEl>
                                          <p:spTgt spid="55"/>
                                        </p:tgtEl>
                                        <p:attrNameLst>
                                          <p:attrName>ppt_w</p:attrName>
                                        </p:attrNameLst>
                                      </p:cBhvr>
                                      <p:tavLst>
                                        <p:tav tm="0">
                                          <p:val>
                                            <p:fltVal val="0"/>
                                          </p:val>
                                        </p:tav>
                                        <p:tav tm="100000">
                                          <p:val>
                                            <p:strVal val="#ppt_w"/>
                                          </p:val>
                                        </p:tav>
                                      </p:tavLst>
                                    </p:anim>
                                    <p:anim calcmode="lin" valueType="num">
                                      <p:cBhvr>
                                        <p:cTn id="203" dur="500" fill="hold"/>
                                        <p:tgtEl>
                                          <p:spTgt spid="55"/>
                                        </p:tgtEl>
                                        <p:attrNameLst>
                                          <p:attrName>ppt_h</p:attrName>
                                        </p:attrNameLst>
                                      </p:cBhvr>
                                      <p:tavLst>
                                        <p:tav tm="0">
                                          <p:val>
                                            <p:fltVal val="0"/>
                                          </p:val>
                                        </p:tav>
                                        <p:tav tm="100000">
                                          <p:val>
                                            <p:strVal val="#ppt_h"/>
                                          </p:val>
                                        </p:tav>
                                      </p:tavLst>
                                    </p:anim>
                                    <p:animEffect transition="in" filter="fade">
                                      <p:cBhvr>
                                        <p:cTn id="204" dur="500"/>
                                        <p:tgtEl>
                                          <p:spTgt spid="55"/>
                                        </p:tgtEl>
                                      </p:cBhvr>
                                    </p:animEffect>
                                  </p:childTnLst>
                                </p:cTn>
                              </p:par>
                              <p:par>
                                <p:cTn id="205" presetID="53" presetClass="entr" presetSubtype="16" fill="hold" grpId="0" nodeType="withEffect">
                                  <p:stCondLst>
                                    <p:cond delay="0"/>
                                  </p:stCondLst>
                                  <p:childTnLst>
                                    <p:set>
                                      <p:cBhvr>
                                        <p:cTn id="206" dur="1" fill="hold">
                                          <p:stCondLst>
                                            <p:cond delay="0"/>
                                          </p:stCondLst>
                                        </p:cTn>
                                        <p:tgtEl>
                                          <p:spTgt spid="56"/>
                                        </p:tgtEl>
                                        <p:attrNameLst>
                                          <p:attrName>style.visibility</p:attrName>
                                        </p:attrNameLst>
                                      </p:cBhvr>
                                      <p:to>
                                        <p:strVal val="visible"/>
                                      </p:to>
                                    </p:set>
                                    <p:anim calcmode="lin" valueType="num">
                                      <p:cBhvr>
                                        <p:cTn id="207" dur="500" fill="hold"/>
                                        <p:tgtEl>
                                          <p:spTgt spid="56"/>
                                        </p:tgtEl>
                                        <p:attrNameLst>
                                          <p:attrName>ppt_w</p:attrName>
                                        </p:attrNameLst>
                                      </p:cBhvr>
                                      <p:tavLst>
                                        <p:tav tm="0">
                                          <p:val>
                                            <p:fltVal val="0"/>
                                          </p:val>
                                        </p:tav>
                                        <p:tav tm="100000">
                                          <p:val>
                                            <p:strVal val="#ppt_w"/>
                                          </p:val>
                                        </p:tav>
                                      </p:tavLst>
                                    </p:anim>
                                    <p:anim calcmode="lin" valueType="num">
                                      <p:cBhvr>
                                        <p:cTn id="208" dur="500" fill="hold"/>
                                        <p:tgtEl>
                                          <p:spTgt spid="56"/>
                                        </p:tgtEl>
                                        <p:attrNameLst>
                                          <p:attrName>ppt_h</p:attrName>
                                        </p:attrNameLst>
                                      </p:cBhvr>
                                      <p:tavLst>
                                        <p:tav tm="0">
                                          <p:val>
                                            <p:fltVal val="0"/>
                                          </p:val>
                                        </p:tav>
                                        <p:tav tm="100000">
                                          <p:val>
                                            <p:strVal val="#ppt_h"/>
                                          </p:val>
                                        </p:tav>
                                      </p:tavLst>
                                    </p:anim>
                                    <p:animEffect transition="in" filter="fade">
                                      <p:cBhvr>
                                        <p:cTn id="209" dur="500"/>
                                        <p:tgtEl>
                                          <p:spTgt spid="56"/>
                                        </p:tgtEl>
                                      </p:cBhvr>
                                    </p:animEffect>
                                  </p:childTnLst>
                                </p:cTn>
                              </p:par>
                              <p:par>
                                <p:cTn id="210" presetID="53" presetClass="entr" presetSubtype="16" fill="hold" grpId="0" nodeType="withEffect">
                                  <p:stCondLst>
                                    <p:cond delay="0"/>
                                  </p:stCondLst>
                                  <p:childTnLst>
                                    <p:set>
                                      <p:cBhvr>
                                        <p:cTn id="211" dur="1" fill="hold">
                                          <p:stCondLst>
                                            <p:cond delay="0"/>
                                          </p:stCondLst>
                                        </p:cTn>
                                        <p:tgtEl>
                                          <p:spTgt spid="58"/>
                                        </p:tgtEl>
                                        <p:attrNameLst>
                                          <p:attrName>style.visibility</p:attrName>
                                        </p:attrNameLst>
                                      </p:cBhvr>
                                      <p:to>
                                        <p:strVal val="visible"/>
                                      </p:to>
                                    </p:set>
                                    <p:anim calcmode="lin" valueType="num">
                                      <p:cBhvr>
                                        <p:cTn id="212" dur="500" fill="hold"/>
                                        <p:tgtEl>
                                          <p:spTgt spid="58"/>
                                        </p:tgtEl>
                                        <p:attrNameLst>
                                          <p:attrName>ppt_w</p:attrName>
                                        </p:attrNameLst>
                                      </p:cBhvr>
                                      <p:tavLst>
                                        <p:tav tm="0">
                                          <p:val>
                                            <p:fltVal val="0"/>
                                          </p:val>
                                        </p:tav>
                                        <p:tav tm="100000">
                                          <p:val>
                                            <p:strVal val="#ppt_w"/>
                                          </p:val>
                                        </p:tav>
                                      </p:tavLst>
                                    </p:anim>
                                    <p:anim calcmode="lin" valueType="num">
                                      <p:cBhvr>
                                        <p:cTn id="213" dur="500" fill="hold"/>
                                        <p:tgtEl>
                                          <p:spTgt spid="58"/>
                                        </p:tgtEl>
                                        <p:attrNameLst>
                                          <p:attrName>ppt_h</p:attrName>
                                        </p:attrNameLst>
                                      </p:cBhvr>
                                      <p:tavLst>
                                        <p:tav tm="0">
                                          <p:val>
                                            <p:fltVal val="0"/>
                                          </p:val>
                                        </p:tav>
                                        <p:tav tm="100000">
                                          <p:val>
                                            <p:strVal val="#ppt_h"/>
                                          </p:val>
                                        </p:tav>
                                      </p:tavLst>
                                    </p:anim>
                                    <p:animEffect transition="in" filter="fade">
                                      <p:cBhvr>
                                        <p:cTn id="214" dur="500"/>
                                        <p:tgtEl>
                                          <p:spTgt spid="58"/>
                                        </p:tgtEl>
                                      </p:cBhvr>
                                    </p:animEffect>
                                  </p:childTnLst>
                                </p:cTn>
                              </p:par>
                              <p:par>
                                <p:cTn id="215" presetID="53" presetClass="entr" presetSubtype="16" fill="hold" grpId="0" nodeType="withEffect">
                                  <p:stCondLst>
                                    <p:cond delay="0"/>
                                  </p:stCondLst>
                                  <p:childTnLst>
                                    <p:set>
                                      <p:cBhvr>
                                        <p:cTn id="216" dur="1" fill="hold">
                                          <p:stCondLst>
                                            <p:cond delay="0"/>
                                          </p:stCondLst>
                                        </p:cTn>
                                        <p:tgtEl>
                                          <p:spTgt spid="59"/>
                                        </p:tgtEl>
                                        <p:attrNameLst>
                                          <p:attrName>style.visibility</p:attrName>
                                        </p:attrNameLst>
                                      </p:cBhvr>
                                      <p:to>
                                        <p:strVal val="visible"/>
                                      </p:to>
                                    </p:set>
                                    <p:anim calcmode="lin" valueType="num">
                                      <p:cBhvr>
                                        <p:cTn id="217" dur="500" fill="hold"/>
                                        <p:tgtEl>
                                          <p:spTgt spid="59"/>
                                        </p:tgtEl>
                                        <p:attrNameLst>
                                          <p:attrName>ppt_w</p:attrName>
                                        </p:attrNameLst>
                                      </p:cBhvr>
                                      <p:tavLst>
                                        <p:tav tm="0">
                                          <p:val>
                                            <p:fltVal val="0"/>
                                          </p:val>
                                        </p:tav>
                                        <p:tav tm="100000">
                                          <p:val>
                                            <p:strVal val="#ppt_w"/>
                                          </p:val>
                                        </p:tav>
                                      </p:tavLst>
                                    </p:anim>
                                    <p:anim calcmode="lin" valueType="num">
                                      <p:cBhvr>
                                        <p:cTn id="218" dur="500" fill="hold"/>
                                        <p:tgtEl>
                                          <p:spTgt spid="59"/>
                                        </p:tgtEl>
                                        <p:attrNameLst>
                                          <p:attrName>ppt_h</p:attrName>
                                        </p:attrNameLst>
                                      </p:cBhvr>
                                      <p:tavLst>
                                        <p:tav tm="0">
                                          <p:val>
                                            <p:fltVal val="0"/>
                                          </p:val>
                                        </p:tav>
                                        <p:tav tm="100000">
                                          <p:val>
                                            <p:strVal val="#ppt_h"/>
                                          </p:val>
                                        </p:tav>
                                      </p:tavLst>
                                    </p:anim>
                                    <p:animEffect transition="in" filter="fade">
                                      <p:cBhvr>
                                        <p:cTn id="219" dur="500"/>
                                        <p:tgtEl>
                                          <p:spTgt spid="59"/>
                                        </p:tgtEl>
                                      </p:cBhvr>
                                    </p:animEffect>
                                  </p:childTnLst>
                                </p:cTn>
                              </p:par>
                              <p:par>
                                <p:cTn id="220" presetID="53" presetClass="entr" presetSubtype="16" fill="hold" grpId="0" nodeType="withEffect">
                                  <p:stCondLst>
                                    <p:cond delay="0"/>
                                  </p:stCondLst>
                                  <p:childTnLst>
                                    <p:set>
                                      <p:cBhvr>
                                        <p:cTn id="221" dur="1" fill="hold">
                                          <p:stCondLst>
                                            <p:cond delay="0"/>
                                          </p:stCondLst>
                                        </p:cTn>
                                        <p:tgtEl>
                                          <p:spTgt spid="60"/>
                                        </p:tgtEl>
                                        <p:attrNameLst>
                                          <p:attrName>style.visibility</p:attrName>
                                        </p:attrNameLst>
                                      </p:cBhvr>
                                      <p:to>
                                        <p:strVal val="visible"/>
                                      </p:to>
                                    </p:set>
                                    <p:anim calcmode="lin" valueType="num">
                                      <p:cBhvr>
                                        <p:cTn id="222" dur="500" fill="hold"/>
                                        <p:tgtEl>
                                          <p:spTgt spid="60"/>
                                        </p:tgtEl>
                                        <p:attrNameLst>
                                          <p:attrName>ppt_w</p:attrName>
                                        </p:attrNameLst>
                                      </p:cBhvr>
                                      <p:tavLst>
                                        <p:tav tm="0">
                                          <p:val>
                                            <p:fltVal val="0"/>
                                          </p:val>
                                        </p:tav>
                                        <p:tav tm="100000">
                                          <p:val>
                                            <p:strVal val="#ppt_w"/>
                                          </p:val>
                                        </p:tav>
                                      </p:tavLst>
                                    </p:anim>
                                    <p:anim calcmode="lin" valueType="num">
                                      <p:cBhvr>
                                        <p:cTn id="223" dur="500" fill="hold"/>
                                        <p:tgtEl>
                                          <p:spTgt spid="60"/>
                                        </p:tgtEl>
                                        <p:attrNameLst>
                                          <p:attrName>ppt_h</p:attrName>
                                        </p:attrNameLst>
                                      </p:cBhvr>
                                      <p:tavLst>
                                        <p:tav tm="0">
                                          <p:val>
                                            <p:fltVal val="0"/>
                                          </p:val>
                                        </p:tav>
                                        <p:tav tm="100000">
                                          <p:val>
                                            <p:strVal val="#ppt_h"/>
                                          </p:val>
                                        </p:tav>
                                      </p:tavLst>
                                    </p:anim>
                                    <p:animEffect transition="in" filter="fade">
                                      <p:cBhvr>
                                        <p:cTn id="224" dur="500"/>
                                        <p:tgtEl>
                                          <p:spTgt spid="60"/>
                                        </p:tgtEl>
                                      </p:cBhvr>
                                    </p:animEffect>
                                  </p:childTnLst>
                                </p:cTn>
                              </p:par>
                              <p:par>
                                <p:cTn id="225" presetID="53" presetClass="entr" presetSubtype="16" fill="hold" grpId="0" nodeType="withEffect">
                                  <p:stCondLst>
                                    <p:cond delay="0"/>
                                  </p:stCondLst>
                                  <p:childTnLst>
                                    <p:set>
                                      <p:cBhvr>
                                        <p:cTn id="226" dur="1" fill="hold">
                                          <p:stCondLst>
                                            <p:cond delay="0"/>
                                          </p:stCondLst>
                                        </p:cTn>
                                        <p:tgtEl>
                                          <p:spTgt spid="61"/>
                                        </p:tgtEl>
                                        <p:attrNameLst>
                                          <p:attrName>style.visibility</p:attrName>
                                        </p:attrNameLst>
                                      </p:cBhvr>
                                      <p:to>
                                        <p:strVal val="visible"/>
                                      </p:to>
                                    </p:set>
                                    <p:anim calcmode="lin" valueType="num">
                                      <p:cBhvr>
                                        <p:cTn id="227" dur="500" fill="hold"/>
                                        <p:tgtEl>
                                          <p:spTgt spid="61"/>
                                        </p:tgtEl>
                                        <p:attrNameLst>
                                          <p:attrName>ppt_w</p:attrName>
                                        </p:attrNameLst>
                                      </p:cBhvr>
                                      <p:tavLst>
                                        <p:tav tm="0">
                                          <p:val>
                                            <p:fltVal val="0"/>
                                          </p:val>
                                        </p:tav>
                                        <p:tav tm="100000">
                                          <p:val>
                                            <p:strVal val="#ppt_w"/>
                                          </p:val>
                                        </p:tav>
                                      </p:tavLst>
                                    </p:anim>
                                    <p:anim calcmode="lin" valueType="num">
                                      <p:cBhvr>
                                        <p:cTn id="228" dur="500" fill="hold"/>
                                        <p:tgtEl>
                                          <p:spTgt spid="61"/>
                                        </p:tgtEl>
                                        <p:attrNameLst>
                                          <p:attrName>ppt_h</p:attrName>
                                        </p:attrNameLst>
                                      </p:cBhvr>
                                      <p:tavLst>
                                        <p:tav tm="0">
                                          <p:val>
                                            <p:fltVal val="0"/>
                                          </p:val>
                                        </p:tav>
                                        <p:tav tm="100000">
                                          <p:val>
                                            <p:strVal val="#ppt_h"/>
                                          </p:val>
                                        </p:tav>
                                      </p:tavLst>
                                    </p:anim>
                                    <p:animEffect transition="in" filter="fade">
                                      <p:cBhvr>
                                        <p:cTn id="229" dur="500"/>
                                        <p:tgtEl>
                                          <p:spTgt spid="61"/>
                                        </p:tgtEl>
                                      </p:cBhvr>
                                    </p:animEffect>
                                  </p:childTnLst>
                                </p:cTn>
                              </p:par>
                              <p:par>
                                <p:cTn id="230" presetID="53" presetClass="entr" presetSubtype="16" fill="hold" grpId="0" nodeType="withEffect">
                                  <p:stCondLst>
                                    <p:cond delay="0"/>
                                  </p:stCondLst>
                                  <p:childTnLst>
                                    <p:set>
                                      <p:cBhvr>
                                        <p:cTn id="231" dur="1" fill="hold">
                                          <p:stCondLst>
                                            <p:cond delay="0"/>
                                          </p:stCondLst>
                                        </p:cTn>
                                        <p:tgtEl>
                                          <p:spTgt spid="62"/>
                                        </p:tgtEl>
                                        <p:attrNameLst>
                                          <p:attrName>style.visibility</p:attrName>
                                        </p:attrNameLst>
                                      </p:cBhvr>
                                      <p:to>
                                        <p:strVal val="visible"/>
                                      </p:to>
                                    </p:set>
                                    <p:anim calcmode="lin" valueType="num">
                                      <p:cBhvr>
                                        <p:cTn id="232" dur="500" fill="hold"/>
                                        <p:tgtEl>
                                          <p:spTgt spid="62"/>
                                        </p:tgtEl>
                                        <p:attrNameLst>
                                          <p:attrName>ppt_w</p:attrName>
                                        </p:attrNameLst>
                                      </p:cBhvr>
                                      <p:tavLst>
                                        <p:tav tm="0">
                                          <p:val>
                                            <p:fltVal val="0"/>
                                          </p:val>
                                        </p:tav>
                                        <p:tav tm="100000">
                                          <p:val>
                                            <p:strVal val="#ppt_w"/>
                                          </p:val>
                                        </p:tav>
                                      </p:tavLst>
                                    </p:anim>
                                    <p:anim calcmode="lin" valueType="num">
                                      <p:cBhvr>
                                        <p:cTn id="233" dur="500" fill="hold"/>
                                        <p:tgtEl>
                                          <p:spTgt spid="62"/>
                                        </p:tgtEl>
                                        <p:attrNameLst>
                                          <p:attrName>ppt_h</p:attrName>
                                        </p:attrNameLst>
                                      </p:cBhvr>
                                      <p:tavLst>
                                        <p:tav tm="0">
                                          <p:val>
                                            <p:fltVal val="0"/>
                                          </p:val>
                                        </p:tav>
                                        <p:tav tm="100000">
                                          <p:val>
                                            <p:strVal val="#ppt_h"/>
                                          </p:val>
                                        </p:tav>
                                      </p:tavLst>
                                    </p:anim>
                                    <p:animEffect transition="in" filter="fade">
                                      <p:cBhvr>
                                        <p:cTn id="234" dur="500"/>
                                        <p:tgtEl>
                                          <p:spTgt spid="62"/>
                                        </p:tgtEl>
                                      </p:cBhvr>
                                    </p:animEffect>
                                  </p:childTnLst>
                                </p:cTn>
                              </p:par>
                              <p:par>
                                <p:cTn id="235" presetID="53" presetClass="entr" presetSubtype="16" fill="hold" grpId="0" nodeType="withEffect">
                                  <p:stCondLst>
                                    <p:cond delay="0"/>
                                  </p:stCondLst>
                                  <p:childTnLst>
                                    <p:set>
                                      <p:cBhvr>
                                        <p:cTn id="236" dur="1" fill="hold">
                                          <p:stCondLst>
                                            <p:cond delay="0"/>
                                          </p:stCondLst>
                                        </p:cTn>
                                        <p:tgtEl>
                                          <p:spTgt spid="64"/>
                                        </p:tgtEl>
                                        <p:attrNameLst>
                                          <p:attrName>style.visibility</p:attrName>
                                        </p:attrNameLst>
                                      </p:cBhvr>
                                      <p:to>
                                        <p:strVal val="visible"/>
                                      </p:to>
                                    </p:set>
                                    <p:anim calcmode="lin" valueType="num">
                                      <p:cBhvr>
                                        <p:cTn id="237" dur="500" fill="hold"/>
                                        <p:tgtEl>
                                          <p:spTgt spid="64"/>
                                        </p:tgtEl>
                                        <p:attrNameLst>
                                          <p:attrName>ppt_w</p:attrName>
                                        </p:attrNameLst>
                                      </p:cBhvr>
                                      <p:tavLst>
                                        <p:tav tm="0">
                                          <p:val>
                                            <p:fltVal val="0"/>
                                          </p:val>
                                        </p:tav>
                                        <p:tav tm="100000">
                                          <p:val>
                                            <p:strVal val="#ppt_w"/>
                                          </p:val>
                                        </p:tav>
                                      </p:tavLst>
                                    </p:anim>
                                    <p:anim calcmode="lin" valueType="num">
                                      <p:cBhvr>
                                        <p:cTn id="238" dur="500" fill="hold"/>
                                        <p:tgtEl>
                                          <p:spTgt spid="64"/>
                                        </p:tgtEl>
                                        <p:attrNameLst>
                                          <p:attrName>ppt_h</p:attrName>
                                        </p:attrNameLst>
                                      </p:cBhvr>
                                      <p:tavLst>
                                        <p:tav tm="0">
                                          <p:val>
                                            <p:fltVal val="0"/>
                                          </p:val>
                                        </p:tav>
                                        <p:tav tm="100000">
                                          <p:val>
                                            <p:strVal val="#ppt_h"/>
                                          </p:val>
                                        </p:tav>
                                      </p:tavLst>
                                    </p:anim>
                                    <p:animEffect transition="in" filter="fade">
                                      <p:cBhvr>
                                        <p:cTn id="239" dur="500"/>
                                        <p:tgtEl>
                                          <p:spTgt spid="64"/>
                                        </p:tgtEl>
                                      </p:cBhvr>
                                    </p:animEffect>
                                  </p:childTnLst>
                                </p:cTn>
                              </p:par>
                              <p:par>
                                <p:cTn id="240" presetID="53" presetClass="entr" presetSubtype="16" fill="hold" grpId="0" nodeType="withEffect">
                                  <p:stCondLst>
                                    <p:cond delay="0"/>
                                  </p:stCondLst>
                                  <p:childTnLst>
                                    <p:set>
                                      <p:cBhvr>
                                        <p:cTn id="241" dur="1" fill="hold">
                                          <p:stCondLst>
                                            <p:cond delay="0"/>
                                          </p:stCondLst>
                                        </p:cTn>
                                        <p:tgtEl>
                                          <p:spTgt spid="65"/>
                                        </p:tgtEl>
                                        <p:attrNameLst>
                                          <p:attrName>style.visibility</p:attrName>
                                        </p:attrNameLst>
                                      </p:cBhvr>
                                      <p:to>
                                        <p:strVal val="visible"/>
                                      </p:to>
                                    </p:set>
                                    <p:anim calcmode="lin" valueType="num">
                                      <p:cBhvr>
                                        <p:cTn id="242" dur="500" fill="hold"/>
                                        <p:tgtEl>
                                          <p:spTgt spid="65"/>
                                        </p:tgtEl>
                                        <p:attrNameLst>
                                          <p:attrName>ppt_w</p:attrName>
                                        </p:attrNameLst>
                                      </p:cBhvr>
                                      <p:tavLst>
                                        <p:tav tm="0">
                                          <p:val>
                                            <p:fltVal val="0"/>
                                          </p:val>
                                        </p:tav>
                                        <p:tav tm="100000">
                                          <p:val>
                                            <p:strVal val="#ppt_w"/>
                                          </p:val>
                                        </p:tav>
                                      </p:tavLst>
                                    </p:anim>
                                    <p:anim calcmode="lin" valueType="num">
                                      <p:cBhvr>
                                        <p:cTn id="243" dur="500" fill="hold"/>
                                        <p:tgtEl>
                                          <p:spTgt spid="65"/>
                                        </p:tgtEl>
                                        <p:attrNameLst>
                                          <p:attrName>ppt_h</p:attrName>
                                        </p:attrNameLst>
                                      </p:cBhvr>
                                      <p:tavLst>
                                        <p:tav tm="0">
                                          <p:val>
                                            <p:fltVal val="0"/>
                                          </p:val>
                                        </p:tav>
                                        <p:tav tm="100000">
                                          <p:val>
                                            <p:strVal val="#ppt_h"/>
                                          </p:val>
                                        </p:tav>
                                      </p:tavLst>
                                    </p:anim>
                                    <p:animEffect transition="in" filter="fade">
                                      <p:cBhvr>
                                        <p:cTn id="244" dur="500"/>
                                        <p:tgtEl>
                                          <p:spTgt spid="65"/>
                                        </p:tgtEl>
                                      </p:cBhvr>
                                    </p:animEffect>
                                  </p:childTnLst>
                                </p:cTn>
                              </p:par>
                              <p:par>
                                <p:cTn id="245" presetID="53" presetClass="entr" presetSubtype="16" fill="hold" grpId="0" nodeType="withEffect">
                                  <p:stCondLst>
                                    <p:cond delay="0"/>
                                  </p:stCondLst>
                                  <p:childTnLst>
                                    <p:set>
                                      <p:cBhvr>
                                        <p:cTn id="246" dur="1" fill="hold">
                                          <p:stCondLst>
                                            <p:cond delay="0"/>
                                          </p:stCondLst>
                                        </p:cTn>
                                        <p:tgtEl>
                                          <p:spTgt spid="67"/>
                                        </p:tgtEl>
                                        <p:attrNameLst>
                                          <p:attrName>style.visibility</p:attrName>
                                        </p:attrNameLst>
                                      </p:cBhvr>
                                      <p:to>
                                        <p:strVal val="visible"/>
                                      </p:to>
                                    </p:set>
                                    <p:anim calcmode="lin" valueType="num">
                                      <p:cBhvr>
                                        <p:cTn id="247" dur="500" fill="hold"/>
                                        <p:tgtEl>
                                          <p:spTgt spid="67"/>
                                        </p:tgtEl>
                                        <p:attrNameLst>
                                          <p:attrName>ppt_w</p:attrName>
                                        </p:attrNameLst>
                                      </p:cBhvr>
                                      <p:tavLst>
                                        <p:tav tm="0">
                                          <p:val>
                                            <p:fltVal val="0"/>
                                          </p:val>
                                        </p:tav>
                                        <p:tav tm="100000">
                                          <p:val>
                                            <p:strVal val="#ppt_w"/>
                                          </p:val>
                                        </p:tav>
                                      </p:tavLst>
                                    </p:anim>
                                    <p:anim calcmode="lin" valueType="num">
                                      <p:cBhvr>
                                        <p:cTn id="248" dur="500" fill="hold"/>
                                        <p:tgtEl>
                                          <p:spTgt spid="67"/>
                                        </p:tgtEl>
                                        <p:attrNameLst>
                                          <p:attrName>ppt_h</p:attrName>
                                        </p:attrNameLst>
                                      </p:cBhvr>
                                      <p:tavLst>
                                        <p:tav tm="0">
                                          <p:val>
                                            <p:fltVal val="0"/>
                                          </p:val>
                                        </p:tav>
                                        <p:tav tm="100000">
                                          <p:val>
                                            <p:strVal val="#ppt_h"/>
                                          </p:val>
                                        </p:tav>
                                      </p:tavLst>
                                    </p:anim>
                                    <p:animEffect transition="in" filter="fade">
                                      <p:cBhvr>
                                        <p:cTn id="249" dur="500"/>
                                        <p:tgtEl>
                                          <p:spTgt spid="67"/>
                                        </p:tgtEl>
                                      </p:cBhvr>
                                    </p:animEffect>
                                  </p:childTnLst>
                                </p:cTn>
                              </p:par>
                              <p:par>
                                <p:cTn id="250" presetID="53" presetClass="entr" presetSubtype="16" fill="hold" grpId="0" nodeType="withEffect">
                                  <p:stCondLst>
                                    <p:cond delay="0"/>
                                  </p:stCondLst>
                                  <p:childTnLst>
                                    <p:set>
                                      <p:cBhvr>
                                        <p:cTn id="251" dur="1" fill="hold">
                                          <p:stCondLst>
                                            <p:cond delay="0"/>
                                          </p:stCondLst>
                                        </p:cTn>
                                        <p:tgtEl>
                                          <p:spTgt spid="68"/>
                                        </p:tgtEl>
                                        <p:attrNameLst>
                                          <p:attrName>style.visibility</p:attrName>
                                        </p:attrNameLst>
                                      </p:cBhvr>
                                      <p:to>
                                        <p:strVal val="visible"/>
                                      </p:to>
                                    </p:set>
                                    <p:anim calcmode="lin" valueType="num">
                                      <p:cBhvr>
                                        <p:cTn id="252" dur="500" fill="hold"/>
                                        <p:tgtEl>
                                          <p:spTgt spid="68"/>
                                        </p:tgtEl>
                                        <p:attrNameLst>
                                          <p:attrName>ppt_w</p:attrName>
                                        </p:attrNameLst>
                                      </p:cBhvr>
                                      <p:tavLst>
                                        <p:tav tm="0">
                                          <p:val>
                                            <p:fltVal val="0"/>
                                          </p:val>
                                        </p:tav>
                                        <p:tav tm="100000">
                                          <p:val>
                                            <p:strVal val="#ppt_w"/>
                                          </p:val>
                                        </p:tav>
                                      </p:tavLst>
                                    </p:anim>
                                    <p:anim calcmode="lin" valueType="num">
                                      <p:cBhvr>
                                        <p:cTn id="253" dur="500" fill="hold"/>
                                        <p:tgtEl>
                                          <p:spTgt spid="68"/>
                                        </p:tgtEl>
                                        <p:attrNameLst>
                                          <p:attrName>ppt_h</p:attrName>
                                        </p:attrNameLst>
                                      </p:cBhvr>
                                      <p:tavLst>
                                        <p:tav tm="0">
                                          <p:val>
                                            <p:fltVal val="0"/>
                                          </p:val>
                                        </p:tav>
                                        <p:tav tm="100000">
                                          <p:val>
                                            <p:strVal val="#ppt_h"/>
                                          </p:val>
                                        </p:tav>
                                      </p:tavLst>
                                    </p:anim>
                                    <p:animEffect transition="in" filter="fade">
                                      <p:cBhvr>
                                        <p:cTn id="254" dur="500"/>
                                        <p:tgtEl>
                                          <p:spTgt spid="68"/>
                                        </p:tgtEl>
                                      </p:cBhvr>
                                    </p:animEffect>
                                  </p:childTnLst>
                                </p:cTn>
                              </p:par>
                              <p:par>
                                <p:cTn id="255" presetID="53" presetClass="entr" presetSubtype="16" fill="hold" grpId="0" nodeType="withEffect">
                                  <p:stCondLst>
                                    <p:cond delay="0"/>
                                  </p:stCondLst>
                                  <p:childTnLst>
                                    <p:set>
                                      <p:cBhvr>
                                        <p:cTn id="256" dur="1" fill="hold">
                                          <p:stCondLst>
                                            <p:cond delay="0"/>
                                          </p:stCondLst>
                                        </p:cTn>
                                        <p:tgtEl>
                                          <p:spTgt spid="69"/>
                                        </p:tgtEl>
                                        <p:attrNameLst>
                                          <p:attrName>style.visibility</p:attrName>
                                        </p:attrNameLst>
                                      </p:cBhvr>
                                      <p:to>
                                        <p:strVal val="visible"/>
                                      </p:to>
                                    </p:set>
                                    <p:anim calcmode="lin" valueType="num">
                                      <p:cBhvr>
                                        <p:cTn id="257" dur="500" fill="hold"/>
                                        <p:tgtEl>
                                          <p:spTgt spid="69"/>
                                        </p:tgtEl>
                                        <p:attrNameLst>
                                          <p:attrName>ppt_w</p:attrName>
                                        </p:attrNameLst>
                                      </p:cBhvr>
                                      <p:tavLst>
                                        <p:tav tm="0">
                                          <p:val>
                                            <p:fltVal val="0"/>
                                          </p:val>
                                        </p:tav>
                                        <p:tav tm="100000">
                                          <p:val>
                                            <p:strVal val="#ppt_w"/>
                                          </p:val>
                                        </p:tav>
                                      </p:tavLst>
                                    </p:anim>
                                    <p:anim calcmode="lin" valueType="num">
                                      <p:cBhvr>
                                        <p:cTn id="258" dur="500" fill="hold"/>
                                        <p:tgtEl>
                                          <p:spTgt spid="69"/>
                                        </p:tgtEl>
                                        <p:attrNameLst>
                                          <p:attrName>ppt_h</p:attrName>
                                        </p:attrNameLst>
                                      </p:cBhvr>
                                      <p:tavLst>
                                        <p:tav tm="0">
                                          <p:val>
                                            <p:fltVal val="0"/>
                                          </p:val>
                                        </p:tav>
                                        <p:tav tm="100000">
                                          <p:val>
                                            <p:strVal val="#ppt_h"/>
                                          </p:val>
                                        </p:tav>
                                      </p:tavLst>
                                    </p:anim>
                                    <p:animEffect transition="in" filter="fade">
                                      <p:cBhvr>
                                        <p:cTn id="259" dur="500"/>
                                        <p:tgtEl>
                                          <p:spTgt spid="69"/>
                                        </p:tgtEl>
                                      </p:cBhvr>
                                    </p:animEffect>
                                  </p:childTnLst>
                                </p:cTn>
                              </p:par>
                              <p:par>
                                <p:cTn id="260" presetID="53" presetClass="entr" presetSubtype="16" fill="hold" grpId="0" nodeType="withEffect">
                                  <p:stCondLst>
                                    <p:cond delay="0"/>
                                  </p:stCondLst>
                                  <p:childTnLst>
                                    <p:set>
                                      <p:cBhvr>
                                        <p:cTn id="261" dur="1" fill="hold">
                                          <p:stCondLst>
                                            <p:cond delay="0"/>
                                          </p:stCondLst>
                                        </p:cTn>
                                        <p:tgtEl>
                                          <p:spTgt spid="70"/>
                                        </p:tgtEl>
                                        <p:attrNameLst>
                                          <p:attrName>style.visibility</p:attrName>
                                        </p:attrNameLst>
                                      </p:cBhvr>
                                      <p:to>
                                        <p:strVal val="visible"/>
                                      </p:to>
                                    </p:set>
                                    <p:anim calcmode="lin" valueType="num">
                                      <p:cBhvr>
                                        <p:cTn id="262" dur="500" fill="hold"/>
                                        <p:tgtEl>
                                          <p:spTgt spid="70"/>
                                        </p:tgtEl>
                                        <p:attrNameLst>
                                          <p:attrName>ppt_w</p:attrName>
                                        </p:attrNameLst>
                                      </p:cBhvr>
                                      <p:tavLst>
                                        <p:tav tm="0">
                                          <p:val>
                                            <p:fltVal val="0"/>
                                          </p:val>
                                        </p:tav>
                                        <p:tav tm="100000">
                                          <p:val>
                                            <p:strVal val="#ppt_w"/>
                                          </p:val>
                                        </p:tav>
                                      </p:tavLst>
                                    </p:anim>
                                    <p:anim calcmode="lin" valueType="num">
                                      <p:cBhvr>
                                        <p:cTn id="263" dur="500" fill="hold"/>
                                        <p:tgtEl>
                                          <p:spTgt spid="70"/>
                                        </p:tgtEl>
                                        <p:attrNameLst>
                                          <p:attrName>ppt_h</p:attrName>
                                        </p:attrNameLst>
                                      </p:cBhvr>
                                      <p:tavLst>
                                        <p:tav tm="0">
                                          <p:val>
                                            <p:fltVal val="0"/>
                                          </p:val>
                                        </p:tav>
                                        <p:tav tm="100000">
                                          <p:val>
                                            <p:strVal val="#ppt_h"/>
                                          </p:val>
                                        </p:tav>
                                      </p:tavLst>
                                    </p:anim>
                                    <p:animEffect transition="in" filter="fade">
                                      <p:cBhvr>
                                        <p:cTn id="264" dur="500"/>
                                        <p:tgtEl>
                                          <p:spTgt spid="70"/>
                                        </p:tgtEl>
                                      </p:cBhvr>
                                    </p:animEffect>
                                  </p:childTnLst>
                                </p:cTn>
                              </p:par>
                              <p:par>
                                <p:cTn id="265" presetID="53" presetClass="entr" presetSubtype="16" fill="hold" grpId="0" nodeType="withEffect">
                                  <p:stCondLst>
                                    <p:cond delay="0"/>
                                  </p:stCondLst>
                                  <p:childTnLst>
                                    <p:set>
                                      <p:cBhvr>
                                        <p:cTn id="266" dur="1" fill="hold">
                                          <p:stCondLst>
                                            <p:cond delay="0"/>
                                          </p:stCondLst>
                                        </p:cTn>
                                        <p:tgtEl>
                                          <p:spTgt spid="71"/>
                                        </p:tgtEl>
                                        <p:attrNameLst>
                                          <p:attrName>style.visibility</p:attrName>
                                        </p:attrNameLst>
                                      </p:cBhvr>
                                      <p:to>
                                        <p:strVal val="visible"/>
                                      </p:to>
                                    </p:set>
                                    <p:anim calcmode="lin" valueType="num">
                                      <p:cBhvr>
                                        <p:cTn id="267" dur="500" fill="hold"/>
                                        <p:tgtEl>
                                          <p:spTgt spid="71"/>
                                        </p:tgtEl>
                                        <p:attrNameLst>
                                          <p:attrName>ppt_w</p:attrName>
                                        </p:attrNameLst>
                                      </p:cBhvr>
                                      <p:tavLst>
                                        <p:tav tm="0">
                                          <p:val>
                                            <p:fltVal val="0"/>
                                          </p:val>
                                        </p:tav>
                                        <p:tav tm="100000">
                                          <p:val>
                                            <p:strVal val="#ppt_w"/>
                                          </p:val>
                                        </p:tav>
                                      </p:tavLst>
                                    </p:anim>
                                    <p:anim calcmode="lin" valueType="num">
                                      <p:cBhvr>
                                        <p:cTn id="268" dur="500" fill="hold"/>
                                        <p:tgtEl>
                                          <p:spTgt spid="71"/>
                                        </p:tgtEl>
                                        <p:attrNameLst>
                                          <p:attrName>ppt_h</p:attrName>
                                        </p:attrNameLst>
                                      </p:cBhvr>
                                      <p:tavLst>
                                        <p:tav tm="0">
                                          <p:val>
                                            <p:fltVal val="0"/>
                                          </p:val>
                                        </p:tav>
                                        <p:tav tm="100000">
                                          <p:val>
                                            <p:strVal val="#ppt_h"/>
                                          </p:val>
                                        </p:tav>
                                      </p:tavLst>
                                    </p:anim>
                                    <p:animEffect transition="in" filter="fade">
                                      <p:cBhvr>
                                        <p:cTn id="269" dur="500"/>
                                        <p:tgtEl>
                                          <p:spTgt spid="71"/>
                                        </p:tgtEl>
                                      </p:cBhvr>
                                    </p:animEffect>
                                  </p:childTnLst>
                                </p:cTn>
                              </p:par>
                              <p:par>
                                <p:cTn id="270" presetID="53" presetClass="entr" presetSubtype="16" fill="hold" grpId="0" nodeType="withEffect">
                                  <p:stCondLst>
                                    <p:cond delay="0"/>
                                  </p:stCondLst>
                                  <p:childTnLst>
                                    <p:set>
                                      <p:cBhvr>
                                        <p:cTn id="271" dur="1" fill="hold">
                                          <p:stCondLst>
                                            <p:cond delay="0"/>
                                          </p:stCondLst>
                                        </p:cTn>
                                        <p:tgtEl>
                                          <p:spTgt spid="72"/>
                                        </p:tgtEl>
                                        <p:attrNameLst>
                                          <p:attrName>style.visibility</p:attrName>
                                        </p:attrNameLst>
                                      </p:cBhvr>
                                      <p:to>
                                        <p:strVal val="visible"/>
                                      </p:to>
                                    </p:set>
                                    <p:anim calcmode="lin" valueType="num">
                                      <p:cBhvr>
                                        <p:cTn id="272" dur="500" fill="hold"/>
                                        <p:tgtEl>
                                          <p:spTgt spid="72"/>
                                        </p:tgtEl>
                                        <p:attrNameLst>
                                          <p:attrName>ppt_w</p:attrName>
                                        </p:attrNameLst>
                                      </p:cBhvr>
                                      <p:tavLst>
                                        <p:tav tm="0">
                                          <p:val>
                                            <p:fltVal val="0"/>
                                          </p:val>
                                        </p:tav>
                                        <p:tav tm="100000">
                                          <p:val>
                                            <p:strVal val="#ppt_w"/>
                                          </p:val>
                                        </p:tav>
                                      </p:tavLst>
                                    </p:anim>
                                    <p:anim calcmode="lin" valueType="num">
                                      <p:cBhvr>
                                        <p:cTn id="273" dur="500" fill="hold"/>
                                        <p:tgtEl>
                                          <p:spTgt spid="72"/>
                                        </p:tgtEl>
                                        <p:attrNameLst>
                                          <p:attrName>ppt_h</p:attrName>
                                        </p:attrNameLst>
                                      </p:cBhvr>
                                      <p:tavLst>
                                        <p:tav tm="0">
                                          <p:val>
                                            <p:fltVal val="0"/>
                                          </p:val>
                                        </p:tav>
                                        <p:tav tm="100000">
                                          <p:val>
                                            <p:strVal val="#ppt_h"/>
                                          </p:val>
                                        </p:tav>
                                      </p:tavLst>
                                    </p:anim>
                                    <p:animEffect transition="in" filter="fade">
                                      <p:cBhvr>
                                        <p:cTn id="274" dur="500"/>
                                        <p:tgtEl>
                                          <p:spTgt spid="72"/>
                                        </p:tgtEl>
                                      </p:cBhvr>
                                    </p:animEffect>
                                  </p:childTnLst>
                                </p:cTn>
                              </p:par>
                              <p:par>
                                <p:cTn id="275" presetID="53" presetClass="entr" presetSubtype="16" fill="hold" grpId="0" nodeType="withEffect">
                                  <p:stCondLst>
                                    <p:cond delay="0"/>
                                  </p:stCondLst>
                                  <p:childTnLst>
                                    <p:set>
                                      <p:cBhvr>
                                        <p:cTn id="276" dur="1" fill="hold">
                                          <p:stCondLst>
                                            <p:cond delay="0"/>
                                          </p:stCondLst>
                                        </p:cTn>
                                        <p:tgtEl>
                                          <p:spTgt spid="73"/>
                                        </p:tgtEl>
                                        <p:attrNameLst>
                                          <p:attrName>style.visibility</p:attrName>
                                        </p:attrNameLst>
                                      </p:cBhvr>
                                      <p:to>
                                        <p:strVal val="visible"/>
                                      </p:to>
                                    </p:set>
                                    <p:anim calcmode="lin" valueType="num">
                                      <p:cBhvr>
                                        <p:cTn id="277" dur="500" fill="hold"/>
                                        <p:tgtEl>
                                          <p:spTgt spid="73"/>
                                        </p:tgtEl>
                                        <p:attrNameLst>
                                          <p:attrName>ppt_w</p:attrName>
                                        </p:attrNameLst>
                                      </p:cBhvr>
                                      <p:tavLst>
                                        <p:tav tm="0">
                                          <p:val>
                                            <p:fltVal val="0"/>
                                          </p:val>
                                        </p:tav>
                                        <p:tav tm="100000">
                                          <p:val>
                                            <p:strVal val="#ppt_w"/>
                                          </p:val>
                                        </p:tav>
                                      </p:tavLst>
                                    </p:anim>
                                    <p:anim calcmode="lin" valueType="num">
                                      <p:cBhvr>
                                        <p:cTn id="278" dur="500" fill="hold"/>
                                        <p:tgtEl>
                                          <p:spTgt spid="73"/>
                                        </p:tgtEl>
                                        <p:attrNameLst>
                                          <p:attrName>ppt_h</p:attrName>
                                        </p:attrNameLst>
                                      </p:cBhvr>
                                      <p:tavLst>
                                        <p:tav tm="0">
                                          <p:val>
                                            <p:fltVal val="0"/>
                                          </p:val>
                                        </p:tav>
                                        <p:tav tm="100000">
                                          <p:val>
                                            <p:strVal val="#ppt_h"/>
                                          </p:val>
                                        </p:tav>
                                      </p:tavLst>
                                    </p:anim>
                                    <p:animEffect transition="in" filter="fade">
                                      <p:cBhvr>
                                        <p:cTn id="279"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4" grpId="0" animBg="1"/>
      <p:bldP spid="25" grpId="0" animBg="1"/>
      <p:bldP spid="26" grpId="0" animBg="1"/>
      <p:bldP spid="28" grpId="0" animBg="1"/>
      <p:bldP spid="29" grpId="0" animBg="1"/>
      <p:bldP spid="30" grpId="0" animBg="1"/>
      <p:bldP spid="31" grpId="0" animBg="1"/>
      <p:bldP spid="32" grpId="0" animBg="1"/>
      <p:bldP spid="34" grpId="0" animBg="1"/>
      <p:bldP spid="35" grpId="0" animBg="1"/>
      <p:bldP spid="36" grpId="0" animBg="1"/>
      <p:bldP spid="37" grpId="0" animBg="1"/>
      <p:bldP spid="38" grpId="0" animBg="1"/>
      <p:bldP spid="40" grpId="0" animBg="1"/>
      <p:bldP spid="41" grpId="0" animBg="1"/>
      <p:bldP spid="42" grpId="0" animBg="1"/>
      <p:bldP spid="43" grpId="0" animBg="1"/>
      <p:bldP spid="44" grpId="0" animBg="1"/>
      <p:bldP spid="46" grpId="0" animBg="1"/>
      <p:bldP spid="47" grpId="0" animBg="1"/>
      <p:bldP spid="48" grpId="0" animBg="1"/>
      <p:bldP spid="49" grpId="0" animBg="1"/>
      <p:bldP spid="50" grpId="0" animBg="1"/>
      <p:bldP spid="52" grpId="0" animBg="1"/>
      <p:bldP spid="53" grpId="0" animBg="1"/>
      <p:bldP spid="54" grpId="0" animBg="1"/>
      <p:bldP spid="55" grpId="0" animBg="1"/>
      <p:bldP spid="56" grpId="0" animBg="1"/>
      <p:bldP spid="58" grpId="0" animBg="1"/>
      <p:bldP spid="59" grpId="0" animBg="1"/>
      <p:bldP spid="60" grpId="0" animBg="1"/>
      <p:bldP spid="61" grpId="0" animBg="1"/>
      <p:bldP spid="62" grpId="0" animBg="1"/>
      <p:bldP spid="64" grpId="0" animBg="1"/>
      <p:bldP spid="65" grpId="0" animBg="1"/>
      <p:bldP spid="67" grpId="0" animBg="1"/>
      <p:bldP spid="68" grpId="0" animBg="1"/>
      <p:bldP spid="69" grpId="0" animBg="1"/>
      <p:bldP spid="70" grpId="0" animBg="1"/>
      <p:bldP spid="71" grpId="0" animBg="1"/>
      <p:bldP spid="72" grpId="0" animBg="1"/>
      <p:bldP spid="73" grpId="0" animBg="1"/>
      <p:bldP spid="74" grpId="0"/>
      <p:bldP spid="75" grpId="0"/>
      <p:bldP spid="76" grpId="0"/>
      <p:bldP spid="77" grpId="0" animBg="1"/>
      <p:bldP spid="78" grpId="0" animBg="1"/>
      <p:bldP spid="79" grpId="0" animBg="1"/>
      <p:bldP spid="80" grpId="0"/>
      <p:bldP spid="81" grpId="0"/>
      <p:bldP spid="82" grpId="0" animBg="1"/>
      <p:bldP spid="83" grpId="0" animBg="1"/>
      <p:bldP spid="84" grpId="0"/>
      <p:bldP spid="8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769876" y="189165"/>
            <a:ext cx="2622658" cy="483235"/>
          </a:xfrm>
          <a:prstGeom prst="rect">
            <a:avLst/>
          </a:prstGeom>
          <a:noFill/>
        </p:spPr>
        <p:txBody>
          <a:bodyPr wrap="square" rtlCol="0">
            <a:spAutoFit/>
          </a:bodyPr>
          <a:lstStyle/>
          <a:p>
            <a:pPr algn="ctr"/>
            <a:r>
              <a:rPr lang="zh-CN" altLang="en-US" sz="2400" b="1" dirty="0">
                <a:solidFill>
                  <a:schemeClr val="tx1">
                    <a:lumMod val="75000"/>
                    <a:lumOff val="25000"/>
                  </a:schemeClr>
                </a:solidFill>
                <a:latin typeface="微软雅黑" panose="020B0503020204020204" charset="-122"/>
                <a:ea typeface="微软雅黑" panose="020B0503020204020204" charset="-122"/>
              </a:rPr>
              <a:t>单击此处添加标题</a:t>
            </a:r>
          </a:p>
        </p:txBody>
      </p:sp>
      <p:cxnSp>
        <p:nvCxnSpPr>
          <p:cNvPr id="6" name="直接连接符 5"/>
          <p:cNvCxnSpPr/>
          <p:nvPr/>
        </p:nvCxnSpPr>
        <p:spPr>
          <a:xfrm>
            <a:off x="7392534" y="477150"/>
            <a:ext cx="4463773"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36892" y="481504"/>
            <a:ext cx="4391777" cy="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4" name="Group 3"/>
          <p:cNvGrpSpPr/>
          <p:nvPr/>
        </p:nvGrpSpPr>
        <p:grpSpPr>
          <a:xfrm>
            <a:off x="6608355" y="937679"/>
            <a:ext cx="5593798" cy="4777419"/>
            <a:chOff x="13190055" y="1764649"/>
            <a:chExt cx="11187595" cy="9554838"/>
          </a:xfrm>
        </p:grpSpPr>
        <p:sp>
          <p:nvSpPr>
            <p:cNvPr id="39" name="Freeform 66"/>
            <p:cNvSpPr/>
            <p:nvPr/>
          </p:nvSpPr>
          <p:spPr bwMode="auto">
            <a:xfrm>
              <a:off x="14220057" y="6610130"/>
              <a:ext cx="3044227" cy="2758271"/>
            </a:xfrm>
            <a:custGeom>
              <a:avLst/>
              <a:gdLst>
                <a:gd name="T0" fmla="*/ 256 w 1197"/>
                <a:gd name="T1" fmla="*/ 0 h 1155"/>
                <a:gd name="T2" fmla="*/ 0 w 1197"/>
                <a:gd name="T3" fmla="*/ 353 h 1155"/>
                <a:gd name="T4" fmla="*/ 1197 w 1197"/>
                <a:gd name="T5" fmla="*/ 1155 h 1155"/>
                <a:gd name="T6" fmla="*/ 1197 w 1197"/>
                <a:gd name="T7" fmla="*/ 633 h 1155"/>
                <a:gd name="T8" fmla="*/ 256 w 1197"/>
                <a:gd name="T9" fmla="*/ 0 h 1155"/>
              </a:gdLst>
              <a:ahLst/>
              <a:cxnLst>
                <a:cxn ang="0">
                  <a:pos x="T0" y="T1"/>
                </a:cxn>
                <a:cxn ang="0">
                  <a:pos x="T2" y="T3"/>
                </a:cxn>
                <a:cxn ang="0">
                  <a:pos x="T4" y="T5"/>
                </a:cxn>
                <a:cxn ang="0">
                  <a:pos x="T6" y="T7"/>
                </a:cxn>
                <a:cxn ang="0">
                  <a:pos x="T8" y="T9"/>
                </a:cxn>
              </a:cxnLst>
              <a:rect l="0" t="0" r="r" b="b"/>
              <a:pathLst>
                <a:path w="1197" h="1155">
                  <a:moveTo>
                    <a:pt x="256" y="0"/>
                  </a:moveTo>
                  <a:lnTo>
                    <a:pt x="0" y="353"/>
                  </a:lnTo>
                  <a:lnTo>
                    <a:pt x="1197" y="1155"/>
                  </a:lnTo>
                  <a:lnTo>
                    <a:pt x="1197" y="633"/>
                  </a:lnTo>
                  <a:lnTo>
                    <a:pt x="256" y="0"/>
                  </a:lnTo>
                  <a:close/>
                </a:path>
              </a:pathLst>
            </a:custGeom>
            <a:solidFill>
              <a:schemeClr val="accent4">
                <a:lumMod val="75000"/>
              </a:schemeClr>
            </a:solidFill>
            <a:ln>
              <a:noFill/>
            </a:ln>
          </p:spPr>
          <p:txBody>
            <a:bodyPr vert="horz" wrap="square" lIns="45720" tIns="22860" rIns="45720" bIns="22860" numCol="1" anchor="t" anchorCtr="0" compatLnSpc="1"/>
            <a:lstStyle/>
            <a:p>
              <a:endParaRPr lang="id-ID" sz="675" dirty="0">
                <a:latin typeface="微软雅黑" panose="020B0503020204020204" charset="-122"/>
              </a:endParaRPr>
            </a:p>
          </p:txBody>
        </p:sp>
        <p:sp>
          <p:nvSpPr>
            <p:cNvPr id="40" name="Freeform 68"/>
            <p:cNvSpPr/>
            <p:nvPr/>
          </p:nvSpPr>
          <p:spPr bwMode="auto">
            <a:xfrm>
              <a:off x="15018626" y="5800560"/>
              <a:ext cx="2230399" cy="2025119"/>
            </a:xfrm>
            <a:custGeom>
              <a:avLst/>
              <a:gdLst>
                <a:gd name="T0" fmla="*/ 191 w 877"/>
                <a:gd name="T1" fmla="*/ 0 h 848"/>
                <a:gd name="T2" fmla="*/ 0 w 877"/>
                <a:gd name="T3" fmla="*/ 261 h 848"/>
                <a:gd name="T4" fmla="*/ 877 w 877"/>
                <a:gd name="T5" fmla="*/ 848 h 848"/>
                <a:gd name="T6" fmla="*/ 877 w 877"/>
                <a:gd name="T7" fmla="*/ 458 h 848"/>
                <a:gd name="T8" fmla="*/ 191 w 877"/>
                <a:gd name="T9" fmla="*/ 0 h 848"/>
              </a:gdLst>
              <a:ahLst/>
              <a:cxnLst>
                <a:cxn ang="0">
                  <a:pos x="T0" y="T1"/>
                </a:cxn>
                <a:cxn ang="0">
                  <a:pos x="T2" y="T3"/>
                </a:cxn>
                <a:cxn ang="0">
                  <a:pos x="T4" y="T5"/>
                </a:cxn>
                <a:cxn ang="0">
                  <a:pos x="T6" y="T7"/>
                </a:cxn>
                <a:cxn ang="0">
                  <a:pos x="T8" y="T9"/>
                </a:cxn>
              </a:cxnLst>
              <a:rect l="0" t="0" r="r" b="b"/>
              <a:pathLst>
                <a:path w="877" h="848">
                  <a:moveTo>
                    <a:pt x="191" y="0"/>
                  </a:moveTo>
                  <a:lnTo>
                    <a:pt x="0" y="261"/>
                  </a:lnTo>
                  <a:lnTo>
                    <a:pt x="877" y="848"/>
                  </a:lnTo>
                  <a:lnTo>
                    <a:pt x="877" y="458"/>
                  </a:lnTo>
                  <a:lnTo>
                    <a:pt x="191" y="0"/>
                  </a:lnTo>
                  <a:close/>
                </a:path>
              </a:pathLst>
            </a:custGeom>
            <a:solidFill>
              <a:schemeClr val="accent3">
                <a:lumMod val="75000"/>
              </a:schemeClr>
            </a:solidFill>
            <a:ln>
              <a:noFill/>
            </a:ln>
          </p:spPr>
          <p:txBody>
            <a:bodyPr vert="horz" wrap="square" lIns="45720" tIns="22860" rIns="45720" bIns="22860" numCol="1" anchor="t" anchorCtr="0" compatLnSpc="1"/>
            <a:lstStyle/>
            <a:p>
              <a:endParaRPr lang="id-ID" sz="675" dirty="0">
                <a:latin typeface="微软雅黑" panose="020B0503020204020204" charset="-122"/>
              </a:endParaRPr>
            </a:p>
          </p:txBody>
        </p:sp>
        <p:sp>
          <p:nvSpPr>
            <p:cNvPr id="41" name="Freeform 70"/>
            <p:cNvSpPr/>
            <p:nvPr/>
          </p:nvSpPr>
          <p:spPr bwMode="auto">
            <a:xfrm>
              <a:off x="15656971" y="4964721"/>
              <a:ext cx="1599682" cy="1650186"/>
            </a:xfrm>
            <a:custGeom>
              <a:avLst/>
              <a:gdLst>
                <a:gd name="T0" fmla="*/ 629 w 629"/>
                <a:gd name="T1" fmla="*/ 290 h 691"/>
                <a:gd name="T2" fmla="*/ 195 w 629"/>
                <a:gd name="T3" fmla="*/ 0 h 691"/>
                <a:gd name="T4" fmla="*/ 0 w 629"/>
                <a:gd name="T5" fmla="*/ 272 h 691"/>
                <a:gd name="T6" fmla="*/ 629 w 629"/>
                <a:gd name="T7" fmla="*/ 691 h 691"/>
                <a:gd name="T8" fmla="*/ 629 w 629"/>
                <a:gd name="T9" fmla="*/ 295 h 691"/>
                <a:gd name="T10" fmla="*/ 629 w 629"/>
                <a:gd name="T11" fmla="*/ 290 h 691"/>
              </a:gdLst>
              <a:ahLst/>
              <a:cxnLst>
                <a:cxn ang="0">
                  <a:pos x="T0" y="T1"/>
                </a:cxn>
                <a:cxn ang="0">
                  <a:pos x="T2" y="T3"/>
                </a:cxn>
                <a:cxn ang="0">
                  <a:pos x="T4" y="T5"/>
                </a:cxn>
                <a:cxn ang="0">
                  <a:pos x="T6" y="T7"/>
                </a:cxn>
                <a:cxn ang="0">
                  <a:pos x="T8" y="T9"/>
                </a:cxn>
                <a:cxn ang="0">
                  <a:pos x="T10" y="T11"/>
                </a:cxn>
              </a:cxnLst>
              <a:rect l="0" t="0" r="r" b="b"/>
              <a:pathLst>
                <a:path w="629" h="691">
                  <a:moveTo>
                    <a:pt x="629" y="290"/>
                  </a:moveTo>
                  <a:lnTo>
                    <a:pt x="195" y="0"/>
                  </a:lnTo>
                  <a:lnTo>
                    <a:pt x="0" y="272"/>
                  </a:lnTo>
                  <a:lnTo>
                    <a:pt x="629" y="691"/>
                  </a:lnTo>
                  <a:lnTo>
                    <a:pt x="629" y="295"/>
                  </a:lnTo>
                  <a:lnTo>
                    <a:pt x="629" y="290"/>
                  </a:lnTo>
                  <a:close/>
                </a:path>
              </a:pathLst>
            </a:custGeom>
            <a:solidFill>
              <a:schemeClr val="accent2">
                <a:lumMod val="75000"/>
              </a:schemeClr>
            </a:solidFill>
            <a:ln>
              <a:noFill/>
            </a:ln>
          </p:spPr>
          <p:txBody>
            <a:bodyPr vert="horz" wrap="square" lIns="45720" tIns="22860" rIns="45720" bIns="22860" numCol="1" anchor="t" anchorCtr="0" compatLnSpc="1"/>
            <a:lstStyle/>
            <a:p>
              <a:endParaRPr lang="id-ID" sz="675" dirty="0">
                <a:latin typeface="微软雅黑" panose="020B0503020204020204" charset="-122"/>
              </a:endParaRPr>
            </a:p>
          </p:txBody>
        </p:sp>
        <p:sp>
          <p:nvSpPr>
            <p:cNvPr id="42" name="Freeform 72"/>
            <p:cNvSpPr/>
            <p:nvPr/>
          </p:nvSpPr>
          <p:spPr bwMode="auto">
            <a:xfrm>
              <a:off x="13190055" y="7694331"/>
              <a:ext cx="4058968" cy="3625154"/>
            </a:xfrm>
            <a:custGeom>
              <a:avLst/>
              <a:gdLst>
                <a:gd name="T0" fmla="*/ 330 w 1596"/>
                <a:gd name="T1" fmla="*/ 0 h 1518"/>
                <a:gd name="T2" fmla="*/ 0 w 1596"/>
                <a:gd name="T3" fmla="*/ 451 h 1518"/>
                <a:gd name="T4" fmla="*/ 1596 w 1596"/>
                <a:gd name="T5" fmla="*/ 1518 h 1518"/>
                <a:gd name="T6" fmla="*/ 1596 w 1596"/>
                <a:gd name="T7" fmla="*/ 848 h 1518"/>
                <a:gd name="T8" fmla="*/ 330 w 1596"/>
                <a:gd name="T9" fmla="*/ 0 h 1518"/>
              </a:gdLst>
              <a:ahLst/>
              <a:cxnLst>
                <a:cxn ang="0">
                  <a:pos x="T0" y="T1"/>
                </a:cxn>
                <a:cxn ang="0">
                  <a:pos x="T2" y="T3"/>
                </a:cxn>
                <a:cxn ang="0">
                  <a:pos x="T4" y="T5"/>
                </a:cxn>
                <a:cxn ang="0">
                  <a:pos x="T6" y="T7"/>
                </a:cxn>
                <a:cxn ang="0">
                  <a:pos x="T8" y="T9"/>
                </a:cxn>
              </a:cxnLst>
              <a:rect l="0" t="0" r="r" b="b"/>
              <a:pathLst>
                <a:path w="1596" h="1518">
                  <a:moveTo>
                    <a:pt x="330" y="0"/>
                  </a:moveTo>
                  <a:lnTo>
                    <a:pt x="0" y="451"/>
                  </a:lnTo>
                  <a:lnTo>
                    <a:pt x="1596" y="1518"/>
                  </a:lnTo>
                  <a:lnTo>
                    <a:pt x="1596" y="848"/>
                  </a:lnTo>
                  <a:lnTo>
                    <a:pt x="330" y="0"/>
                  </a:lnTo>
                  <a:close/>
                </a:path>
              </a:pathLst>
            </a:custGeom>
            <a:solidFill>
              <a:schemeClr val="accent5">
                <a:lumMod val="75000"/>
              </a:schemeClr>
            </a:solidFill>
            <a:ln>
              <a:noFill/>
            </a:ln>
          </p:spPr>
          <p:txBody>
            <a:bodyPr vert="horz" wrap="square" lIns="45720" tIns="22860" rIns="45720" bIns="22860" numCol="1" anchor="t" anchorCtr="0" compatLnSpc="1"/>
            <a:lstStyle/>
            <a:p>
              <a:endParaRPr lang="id-ID" sz="675" dirty="0">
                <a:latin typeface="微软雅黑" panose="020B0503020204020204" charset="-122"/>
              </a:endParaRPr>
            </a:p>
          </p:txBody>
        </p:sp>
        <p:sp>
          <p:nvSpPr>
            <p:cNvPr id="43" name="Freeform 67"/>
            <p:cNvSpPr/>
            <p:nvPr/>
          </p:nvSpPr>
          <p:spPr bwMode="auto">
            <a:xfrm>
              <a:off x="17264283" y="4284110"/>
              <a:ext cx="7113367" cy="5084291"/>
            </a:xfrm>
            <a:custGeom>
              <a:avLst/>
              <a:gdLst>
                <a:gd name="T0" fmla="*/ 0 w 2797"/>
                <a:gd name="T1" fmla="*/ 1607 h 2129"/>
                <a:gd name="T2" fmla="*/ 0 w 2797"/>
                <a:gd name="T3" fmla="*/ 2129 h 2129"/>
                <a:gd name="T4" fmla="*/ 2797 w 2797"/>
                <a:gd name="T5" fmla="*/ 543 h 2129"/>
                <a:gd name="T6" fmla="*/ 2797 w 2797"/>
                <a:gd name="T7" fmla="*/ 0 h 2129"/>
                <a:gd name="T8" fmla="*/ 0 w 2797"/>
                <a:gd name="T9" fmla="*/ 1607 h 2129"/>
              </a:gdLst>
              <a:ahLst/>
              <a:cxnLst>
                <a:cxn ang="0">
                  <a:pos x="T0" y="T1"/>
                </a:cxn>
                <a:cxn ang="0">
                  <a:pos x="T2" y="T3"/>
                </a:cxn>
                <a:cxn ang="0">
                  <a:pos x="T4" y="T5"/>
                </a:cxn>
                <a:cxn ang="0">
                  <a:pos x="T6" y="T7"/>
                </a:cxn>
                <a:cxn ang="0">
                  <a:pos x="T8" y="T9"/>
                </a:cxn>
              </a:cxnLst>
              <a:rect l="0" t="0" r="r" b="b"/>
              <a:pathLst>
                <a:path w="2797" h="2129">
                  <a:moveTo>
                    <a:pt x="0" y="1607"/>
                  </a:moveTo>
                  <a:lnTo>
                    <a:pt x="0" y="2129"/>
                  </a:lnTo>
                  <a:lnTo>
                    <a:pt x="2797" y="543"/>
                  </a:lnTo>
                  <a:lnTo>
                    <a:pt x="2797" y="0"/>
                  </a:lnTo>
                  <a:lnTo>
                    <a:pt x="0" y="1607"/>
                  </a:lnTo>
                  <a:close/>
                </a:path>
              </a:pathLst>
            </a:custGeom>
            <a:solidFill>
              <a:schemeClr val="accent4"/>
            </a:solidFill>
            <a:ln>
              <a:noFill/>
            </a:ln>
          </p:spPr>
          <p:txBody>
            <a:bodyPr vert="horz" wrap="square" lIns="45720" tIns="22860" rIns="45720" bIns="22860" numCol="1" anchor="t" anchorCtr="0" compatLnSpc="1"/>
            <a:lstStyle/>
            <a:p>
              <a:endParaRPr lang="id-ID" sz="675" dirty="0">
                <a:latin typeface="微软雅黑" panose="020B0503020204020204" charset="-122"/>
              </a:endParaRPr>
            </a:p>
          </p:txBody>
        </p:sp>
        <p:sp>
          <p:nvSpPr>
            <p:cNvPr id="44" name="Freeform 69"/>
            <p:cNvSpPr/>
            <p:nvPr/>
          </p:nvSpPr>
          <p:spPr bwMode="auto">
            <a:xfrm>
              <a:off x="17249023" y="3020798"/>
              <a:ext cx="7128627" cy="4804882"/>
            </a:xfrm>
            <a:custGeom>
              <a:avLst/>
              <a:gdLst>
                <a:gd name="T0" fmla="*/ 0 w 2803"/>
                <a:gd name="T1" fmla="*/ 1622 h 2012"/>
                <a:gd name="T2" fmla="*/ 0 w 2803"/>
                <a:gd name="T3" fmla="*/ 1622 h 2012"/>
                <a:gd name="T4" fmla="*/ 0 w 2803"/>
                <a:gd name="T5" fmla="*/ 2012 h 2012"/>
                <a:gd name="T6" fmla="*/ 2803 w 2803"/>
                <a:gd name="T7" fmla="*/ 405 h 2012"/>
                <a:gd name="T8" fmla="*/ 2803 w 2803"/>
                <a:gd name="T9" fmla="*/ 0 h 2012"/>
                <a:gd name="T10" fmla="*/ 0 w 2803"/>
                <a:gd name="T11" fmla="*/ 1622 h 2012"/>
              </a:gdLst>
              <a:ahLst/>
              <a:cxnLst>
                <a:cxn ang="0">
                  <a:pos x="T0" y="T1"/>
                </a:cxn>
                <a:cxn ang="0">
                  <a:pos x="T2" y="T3"/>
                </a:cxn>
                <a:cxn ang="0">
                  <a:pos x="T4" y="T5"/>
                </a:cxn>
                <a:cxn ang="0">
                  <a:pos x="T6" y="T7"/>
                </a:cxn>
                <a:cxn ang="0">
                  <a:pos x="T8" y="T9"/>
                </a:cxn>
                <a:cxn ang="0">
                  <a:pos x="T10" y="T11"/>
                </a:cxn>
              </a:cxnLst>
              <a:rect l="0" t="0" r="r" b="b"/>
              <a:pathLst>
                <a:path w="2803" h="2012">
                  <a:moveTo>
                    <a:pt x="0" y="1622"/>
                  </a:moveTo>
                  <a:lnTo>
                    <a:pt x="0" y="1622"/>
                  </a:lnTo>
                  <a:lnTo>
                    <a:pt x="0" y="2012"/>
                  </a:lnTo>
                  <a:lnTo>
                    <a:pt x="2803" y="405"/>
                  </a:lnTo>
                  <a:lnTo>
                    <a:pt x="2803" y="0"/>
                  </a:lnTo>
                  <a:lnTo>
                    <a:pt x="0" y="1622"/>
                  </a:lnTo>
                  <a:close/>
                </a:path>
              </a:pathLst>
            </a:custGeom>
            <a:solidFill>
              <a:schemeClr val="accent3"/>
            </a:solidFill>
            <a:ln>
              <a:noFill/>
            </a:ln>
          </p:spPr>
          <p:txBody>
            <a:bodyPr vert="horz" wrap="square" lIns="45720" tIns="22860" rIns="45720" bIns="22860" numCol="1" anchor="t" anchorCtr="0" compatLnSpc="1"/>
            <a:lstStyle/>
            <a:p>
              <a:endParaRPr lang="id-ID" sz="675" dirty="0">
                <a:latin typeface="微软雅黑" panose="020B0503020204020204" charset="-122"/>
              </a:endParaRPr>
            </a:p>
          </p:txBody>
        </p:sp>
        <p:sp>
          <p:nvSpPr>
            <p:cNvPr id="45" name="Freeform 71"/>
            <p:cNvSpPr/>
            <p:nvPr/>
          </p:nvSpPr>
          <p:spPr bwMode="auto">
            <a:xfrm>
              <a:off x="17256654" y="1764649"/>
              <a:ext cx="7120996" cy="4850256"/>
            </a:xfrm>
            <a:custGeom>
              <a:avLst/>
              <a:gdLst>
                <a:gd name="T0" fmla="*/ 0 w 2800"/>
                <a:gd name="T1" fmla="*/ 1635 h 2031"/>
                <a:gd name="T2" fmla="*/ 0 w 2800"/>
                <a:gd name="T3" fmla="*/ 2031 h 2031"/>
                <a:gd name="T4" fmla="*/ 2800 w 2800"/>
                <a:gd name="T5" fmla="*/ 409 h 2031"/>
                <a:gd name="T6" fmla="*/ 2800 w 2800"/>
                <a:gd name="T7" fmla="*/ 0 h 2031"/>
                <a:gd name="T8" fmla="*/ 0 w 2800"/>
                <a:gd name="T9" fmla="*/ 1635 h 2031"/>
              </a:gdLst>
              <a:ahLst/>
              <a:cxnLst>
                <a:cxn ang="0">
                  <a:pos x="T0" y="T1"/>
                </a:cxn>
                <a:cxn ang="0">
                  <a:pos x="T2" y="T3"/>
                </a:cxn>
                <a:cxn ang="0">
                  <a:pos x="T4" y="T5"/>
                </a:cxn>
                <a:cxn ang="0">
                  <a:pos x="T6" y="T7"/>
                </a:cxn>
                <a:cxn ang="0">
                  <a:pos x="T8" y="T9"/>
                </a:cxn>
              </a:cxnLst>
              <a:rect l="0" t="0" r="r" b="b"/>
              <a:pathLst>
                <a:path w="2800" h="2031">
                  <a:moveTo>
                    <a:pt x="0" y="1635"/>
                  </a:moveTo>
                  <a:lnTo>
                    <a:pt x="0" y="2031"/>
                  </a:lnTo>
                  <a:lnTo>
                    <a:pt x="2800" y="409"/>
                  </a:lnTo>
                  <a:lnTo>
                    <a:pt x="2800" y="0"/>
                  </a:lnTo>
                  <a:lnTo>
                    <a:pt x="0" y="1635"/>
                  </a:lnTo>
                  <a:close/>
                </a:path>
              </a:pathLst>
            </a:custGeom>
            <a:solidFill>
              <a:schemeClr val="accent2"/>
            </a:solidFill>
            <a:ln>
              <a:noFill/>
            </a:ln>
          </p:spPr>
          <p:txBody>
            <a:bodyPr vert="horz" wrap="square" lIns="45720" tIns="22860" rIns="45720" bIns="22860" numCol="1" anchor="t" anchorCtr="0" compatLnSpc="1"/>
            <a:lstStyle/>
            <a:p>
              <a:endParaRPr lang="id-ID" sz="675" dirty="0">
                <a:latin typeface="微软雅黑" panose="020B0503020204020204" charset="-122"/>
              </a:endParaRPr>
            </a:p>
          </p:txBody>
        </p:sp>
        <p:sp>
          <p:nvSpPr>
            <p:cNvPr id="46" name="Freeform 73"/>
            <p:cNvSpPr/>
            <p:nvPr/>
          </p:nvSpPr>
          <p:spPr bwMode="auto">
            <a:xfrm>
              <a:off x="17249023" y="5922354"/>
              <a:ext cx="7128627" cy="5397133"/>
            </a:xfrm>
            <a:custGeom>
              <a:avLst/>
              <a:gdLst>
                <a:gd name="T0" fmla="*/ 0 w 2803"/>
                <a:gd name="T1" fmla="*/ 1590 h 2260"/>
                <a:gd name="T2" fmla="*/ 0 w 2803"/>
                <a:gd name="T3" fmla="*/ 2260 h 2260"/>
                <a:gd name="T4" fmla="*/ 2803 w 2803"/>
                <a:gd name="T5" fmla="*/ 692 h 2260"/>
                <a:gd name="T6" fmla="*/ 2803 w 2803"/>
                <a:gd name="T7" fmla="*/ 0 h 2260"/>
                <a:gd name="T8" fmla="*/ 0 w 2803"/>
                <a:gd name="T9" fmla="*/ 1590 h 2260"/>
              </a:gdLst>
              <a:ahLst/>
              <a:cxnLst>
                <a:cxn ang="0">
                  <a:pos x="T0" y="T1"/>
                </a:cxn>
                <a:cxn ang="0">
                  <a:pos x="T2" y="T3"/>
                </a:cxn>
                <a:cxn ang="0">
                  <a:pos x="T4" y="T5"/>
                </a:cxn>
                <a:cxn ang="0">
                  <a:pos x="T6" y="T7"/>
                </a:cxn>
                <a:cxn ang="0">
                  <a:pos x="T8" y="T9"/>
                </a:cxn>
              </a:cxnLst>
              <a:rect l="0" t="0" r="r" b="b"/>
              <a:pathLst>
                <a:path w="2803" h="2260">
                  <a:moveTo>
                    <a:pt x="0" y="1590"/>
                  </a:moveTo>
                  <a:lnTo>
                    <a:pt x="0" y="2260"/>
                  </a:lnTo>
                  <a:lnTo>
                    <a:pt x="2803" y="692"/>
                  </a:lnTo>
                  <a:lnTo>
                    <a:pt x="2803" y="0"/>
                  </a:lnTo>
                  <a:lnTo>
                    <a:pt x="0" y="1590"/>
                  </a:lnTo>
                  <a:close/>
                </a:path>
              </a:pathLst>
            </a:custGeom>
            <a:solidFill>
              <a:schemeClr val="accent5"/>
            </a:solidFill>
            <a:ln>
              <a:noFill/>
            </a:ln>
          </p:spPr>
          <p:txBody>
            <a:bodyPr vert="horz" wrap="square" lIns="45720" tIns="22860" rIns="45720" bIns="22860" numCol="1" anchor="t" anchorCtr="0" compatLnSpc="1"/>
            <a:lstStyle/>
            <a:p>
              <a:endParaRPr lang="id-ID" sz="675" dirty="0">
                <a:latin typeface="微软雅黑" panose="020B0503020204020204" charset="-122"/>
              </a:endParaRPr>
            </a:p>
          </p:txBody>
        </p:sp>
        <p:sp>
          <p:nvSpPr>
            <p:cNvPr id="47" name="Freeform 53"/>
            <p:cNvSpPr/>
            <p:nvPr/>
          </p:nvSpPr>
          <p:spPr bwMode="auto">
            <a:xfrm>
              <a:off x="17268433" y="3524264"/>
              <a:ext cx="1138705" cy="1831483"/>
            </a:xfrm>
            <a:custGeom>
              <a:avLst/>
              <a:gdLst>
                <a:gd name="T0" fmla="*/ 0 w 498"/>
                <a:gd name="T1" fmla="*/ 853 h 853"/>
                <a:gd name="T2" fmla="*/ 0 w 498"/>
                <a:gd name="T3" fmla="*/ 0 h 853"/>
                <a:gd name="T4" fmla="*/ 498 w 498"/>
                <a:gd name="T5" fmla="*/ 562 h 853"/>
                <a:gd name="T6" fmla="*/ 0 w 498"/>
                <a:gd name="T7" fmla="*/ 853 h 853"/>
              </a:gdLst>
              <a:ahLst/>
              <a:cxnLst>
                <a:cxn ang="0">
                  <a:pos x="T0" y="T1"/>
                </a:cxn>
                <a:cxn ang="0">
                  <a:pos x="T2" y="T3"/>
                </a:cxn>
                <a:cxn ang="0">
                  <a:pos x="T4" y="T5"/>
                </a:cxn>
                <a:cxn ang="0">
                  <a:pos x="T6" y="T7"/>
                </a:cxn>
              </a:cxnLst>
              <a:rect l="0" t="0" r="r" b="b"/>
              <a:pathLst>
                <a:path w="498" h="853">
                  <a:moveTo>
                    <a:pt x="0" y="853"/>
                  </a:moveTo>
                  <a:lnTo>
                    <a:pt x="0" y="0"/>
                  </a:lnTo>
                  <a:lnTo>
                    <a:pt x="498" y="562"/>
                  </a:lnTo>
                  <a:lnTo>
                    <a:pt x="0" y="853"/>
                  </a:lnTo>
                  <a:close/>
                </a:path>
              </a:pathLst>
            </a:custGeom>
            <a:solidFill>
              <a:schemeClr val="accent1"/>
            </a:solidFill>
            <a:ln>
              <a:noFill/>
            </a:ln>
          </p:spPr>
          <p:txBody>
            <a:bodyPr vert="horz" wrap="square" lIns="45720" tIns="22860" rIns="45720" bIns="22860" numCol="1" anchor="t" anchorCtr="0" compatLnSpc="1"/>
            <a:lstStyle/>
            <a:p>
              <a:endParaRPr lang="id-ID" sz="675" dirty="0">
                <a:latin typeface="微软雅黑" panose="020B0503020204020204" charset="-122"/>
              </a:endParaRPr>
            </a:p>
          </p:txBody>
        </p:sp>
        <p:sp>
          <p:nvSpPr>
            <p:cNvPr id="48" name="Freeform 54"/>
            <p:cNvSpPr/>
            <p:nvPr/>
          </p:nvSpPr>
          <p:spPr bwMode="auto">
            <a:xfrm>
              <a:off x="16317226" y="3524264"/>
              <a:ext cx="951207" cy="1831483"/>
            </a:xfrm>
            <a:custGeom>
              <a:avLst/>
              <a:gdLst>
                <a:gd name="T0" fmla="*/ 416 w 416"/>
                <a:gd name="T1" fmla="*/ 0 h 853"/>
                <a:gd name="T2" fmla="*/ 0 w 416"/>
                <a:gd name="T3" fmla="*/ 574 h 853"/>
                <a:gd name="T4" fmla="*/ 416 w 416"/>
                <a:gd name="T5" fmla="*/ 853 h 853"/>
                <a:gd name="T6" fmla="*/ 416 w 416"/>
                <a:gd name="T7" fmla="*/ 0 h 853"/>
              </a:gdLst>
              <a:ahLst/>
              <a:cxnLst>
                <a:cxn ang="0">
                  <a:pos x="T0" y="T1"/>
                </a:cxn>
                <a:cxn ang="0">
                  <a:pos x="T2" y="T3"/>
                </a:cxn>
                <a:cxn ang="0">
                  <a:pos x="T4" y="T5"/>
                </a:cxn>
                <a:cxn ang="0">
                  <a:pos x="T6" y="T7"/>
                </a:cxn>
              </a:cxnLst>
              <a:rect l="0" t="0" r="r" b="b"/>
              <a:pathLst>
                <a:path w="416" h="853">
                  <a:moveTo>
                    <a:pt x="416" y="0"/>
                  </a:moveTo>
                  <a:lnTo>
                    <a:pt x="0" y="574"/>
                  </a:lnTo>
                  <a:lnTo>
                    <a:pt x="416" y="853"/>
                  </a:lnTo>
                  <a:lnTo>
                    <a:pt x="416" y="0"/>
                  </a:lnTo>
                  <a:close/>
                </a:path>
              </a:pathLst>
            </a:custGeom>
            <a:solidFill>
              <a:schemeClr val="accent1">
                <a:lumMod val="75000"/>
              </a:schemeClr>
            </a:solidFill>
            <a:ln>
              <a:noFill/>
            </a:ln>
          </p:spPr>
          <p:txBody>
            <a:bodyPr vert="horz" wrap="square" lIns="45720" tIns="22860" rIns="45720" bIns="22860" numCol="1" anchor="t" anchorCtr="0" compatLnSpc="1"/>
            <a:lstStyle/>
            <a:p>
              <a:endParaRPr lang="id-ID" sz="675" dirty="0">
                <a:latin typeface="微软雅黑" panose="020B0503020204020204" charset="-122"/>
              </a:endParaRPr>
            </a:p>
          </p:txBody>
        </p:sp>
      </p:grpSp>
      <p:sp>
        <p:nvSpPr>
          <p:cNvPr id="70" name="TextBox 69"/>
          <p:cNvSpPr txBox="1"/>
          <p:nvPr/>
        </p:nvSpPr>
        <p:spPr>
          <a:xfrm>
            <a:off x="3896422" y="4536728"/>
            <a:ext cx="2290147" cy="711200"/>
          </a:xfrm>
          <a:prstGeom prst="rect">
            <a:avLst/>
          </a:prstGeom>
          <a:noFill/>
        </p:spPr>
        <p:txBody>
          <a:bodyPr wrap="square" lIns="109709" tIns="54855" rIns="109709" bIns="54855" rtlCol="0">
            <a:spAutoFit/>
          </a:bodyPr>
          <a:lstStyle/>
          <a:p>
            <a:pPr>
              <a:lnSpc>
                <a:spcPct val="110000"/>
              </a:lnSpc>
            </a:pPr>
            <a:r>
              <a:rPr lang="en-US" sz="1200" dirty="0">
                <a:solidFill>
                  <a:schemeClr val="tx1"/>
                </a:solidFill>
                <a:latin typeface="微软雅黑" panose="020B0503020204020204" charset="-122"/>
                <a:cs typeface="Aparajita" panose="020B0604020202020204" pitchFamily="34" charset="0"/>
              </a:rPr>
              <a:t>请在此粘贴或者输入您的文字内容请在此粘贴或者输入您的文字内容</a:t>
            </a:r>
          </a:p>
        </p:txBody>
      </p:sp>
      <p:sp>
        <p:nvSpPr>
          <p:cNvPr id="101" name="TextBox 100"/>
          <p:cNvSpPr txBox="1"/>
          <p:nvPr/>
        </p:nvSpPr>
        <p:spPr>
          <a:xfrm>
            <a:off x="3902858" y="4289048"/>
            <a:ext cx="1817370" cy="334010"/>
          </a:xfrm>
          <a:prstGeom prst="rect">
            <a:avLst/>
          </a:prstGeom>
          <a:noFill/>
        </p:spPr>
        <p:txBody>
          <a:bodyPr wrap="none" lIns="91421" tIns="45711" rIns="91421" bIns="45711" rtlCol="0">
            <a:spAutoFit/>
          </a:bodyPr>
          <a:lstStyle/>
          <a:p>
            <a:pPr algn="l"/>
            <a:r>
              <a:rPr lang="en-US" sz="1600" b="1" dirty="0">
                <a:solidFill>
                  <a:schemeClr val="tx1"/>
                </a:solidFill>
                <a:latin typeface="微软雅黑" panose="020B0503020204020204" charset="-122"/>
              </a:rPr>
              <a:t>单击此处添加标题</a:t>
            </a:r>
          </a:p>
        </p:txBody>
      </p:sp>
      <p:sp>
        <p:nvSpPr>
          <p:cNvPr id="103" name="TextBox 102"/>
          <p:cNvSpPr txBox="1"/>
          <p:nvPr/>
        </p:nvSpPr>
        <p:spPr>
          <a:xfrm>
            <a:off x="1292751" y="4536728"/>
            <a:ext cx="2290147" cy="711200"/>
          </a:xfrm>
          <a:prstGeom prst="rect">
            <a:avLst/>
          </a:prstGeom>
          <a:noFill/>
        </p:spPr>
        <p:txBody>
          <a:bodyPr wrap="square" lIns="109709" tIns="54855" rIns="109709" bIns="54855" rtlCol="0">
            <a:spAutoFit/>
          </a:bodyPr>
          <a:lstStyle/>
          <a:p>
            <a:pPr>
              <a:lnSpc>
                <a:spcPct val="110000"/>
              </a:lnSpc>
            </a:pPr>
            <a:r>
              <a:rPr lang="en-US" sz="1200" dirty="0">
                <a:solidFill>
                  <a:schemeClr val="tx1"/>
                </a:solidFill>
                <a:latin typeface="微软雅黑" panose="020B0503020204020204" charset="-122"/>
                <a:cs typeface="Aparajita" panose="020B0604020202020204" pitchFamily="34" charset="0"/>
              </a:rPr>
              <a:t>请在此粘贴或者输入您的文字内容请在此粘贴或者输入您的文字内容</a:t>
            </a:r>
          </a:p>
        </p:txBody>
      </p:sp>
      <p:sp>
        <p:nvSpPr>
          <p:cNvPr id="104" name="TextBox 103"/>
          <p:cNvSpPr txBox="1"/>
          <p:nvPr/>
        </p:nvSpPr>
        <p:spPr>
          <a:xfrm>
            <a:off x="1299187" y="4289048"/>
            <a:ext cx="1817370" cy="334010"/>
          </a:xfrm>
          <a:prstGeom prst="rect">
            <a:avLst/>
          </a:prstGeom>
          <a:noFill/>
        </p:spPr>
        <p:txBody>
          <a:bodyPr wrap="none" lIns="91421" tIns="45711" rIns="91421" bIns="45711" rtlCol="0">
            <a:spAutoFit/>
          </a:bodyPr>
          <a:lstStyle/>
          <a:p>
            <a:pPr algn="l"/>
            <a:r>
              <a:rPr lang="en-US" sz="1600" b="1" dirty="0">
                <a:solidFill>
                  <a:schemeClr val="tx1"/>
                </a:solidFill>
                <a:latin typeface="微软雅黑" panose="020B0503020204020204" charset="-122"/>
              </a:rPr>
              <a:t>单击此处添加标题</a:t>
            </a:r>
          </a:p>
        </p:txBody>
      </p:sp>
      <p:sp>
        <p:nvSpPr>
          <p:cNvPr id="111" name="TextBox 110"/>
          <p:cNvSpPr txBox="1"/>
          <p:nvPr/>
        </p:nvSpPr>
        <p:spPr>
          <a:xfrm>
            <a:off x="3896422" y="2759499"/>
            <a:ext cx="2290147" cy="711200"/>
          </a:xfrm>
          <a:prstGeom prst="rect">
            <a:avLst/>
          </a:prstGeom>
          <a:noFill/>
        </p:spPr>
        <p:txBody>
          <a:bodyPr wrap="square" lIns="109709" tIns="54855" rIns="109709" bIns="54855" rtlCol="0">
            <a:spAutoFit/>
          </a:bodyPr>
          <a:lstStyle/>
          <a:p>
            <a:pPr>
              <a:lnSpc>
                <a:spcPct val="110000"/>
              </a:lnSpc>
            </a:pPr>
            <a:r>
              <a:rPr lang="en-US" sz="1200" dirty="0">
                <a:solidFill>
                  <a:schemeClr val="tx1"/>
                </a:solidFill>
                <a:latin typeface="微软雅黑" panose="020B0503020204020204" charset="-122"/>
                <a:cs typeface="Aparajita" panose="020B0604020202020204" pitchFamily="34" charset="0"/>
              </a:rPr>
              <a:t>请在此粘贴或者输入您的文字内容请在此粘贴或者输入您的文字内容</a:t>
            </a:r>
          </a:p>
        </p:txBody>
      </p:sp>
      <p:sp>
        <p:nvSpPr>
          <p:cNvPr id="112" name="TextBox 111"/>
          <p:cNvSpPr txBox="1"/>
          <p:nvPr/>
        </p:nvSpPr>
        <p:spPr>
          <a:xfrm>
            <a:off x="3902858" y="2511819"/>
            <a:ext cx="1817370" cy="334010"/>
          </a:xfrm>
          <a:prstGeom prst="rect">
            <a:avLst/>
          </a:prstGeom>
          <a:noFill/>
        </p:spPr>
        <p:txBody>
          <a:bodyPr wrap="none" lIns="91421" tIns="45711" rIns="91421" bIns="45711" rtlCol="0">
            <a:spAutoFit/>
          </a:bodyPr>
          <a:lstStyle/>
          <a:p>
            <a:pPr algn="l"/>
            <a:r>
              <a:rPr lang="en-US" sz="1600" b="1" dirty="0">
                <a:solidFill>
                  <a:schemeClr val="tx1"/>
                </a:solidFill>
                <a:latin typeface="微软雅黑" panose="020B0503020204020204" charset="-122"/>
              </a:rPr>
              <a:t>单击此处添加标题</a:t>
            </a:r>
          </a:p>
        </p:txBody>
      </p:sp>
      <p:sp>
        <p:nvSpPr>
          <p:cNvPr id="113" name="Freeform 282"/>
          <p:cNvSpPr>
            <a:spLocks noChangeArrowheads="1"/>
          </p:cNvSpPr>
          <p:nvPr/>
        </p:nvSpPr>
        <p:spPr bwMode="auto">
          <a:xfrm>
            <a:off x="925455" y="2579042"/>
            <a:ext cx="384872" cy="383194"/>
          </a:xfrm>
          <a:custGeom>
            <a:avLst/>
            <a:gdLst>
              <a:gd name="T0" fmla="*/ 1344 w 1999"/>
              <a:gd name="T1" fmla="*/ 289 h 1990"/>
              <a:gd name="T2" fmla="*/ 1344 w 1999"/>
              <a:gd name="T3" fmla="*/ 289 h 1990"/>
              <a:gd name="T4" fmla="*/ 287 w 1999"/>
              <a:gd name="T5" fmla="*/ 297 h 1990"/>
              <a:gd name="T6" fmla="*/ 296 w 1999"/>
              <a:gd name="T7" fmla="*/ 1353 h 1990"/>
              <a:gd name="T8" fmla="*/ 1247 w 1999"/>
              <a:gd name="T9" fmla="*/ 1432 h 1990"/>
              <a:gd name="T10" fmla="*/ 1292 w 1999"/>
              <a:gd name="T11" fmla="*/ 1510 h 1990"/>
              <a:gd name="T12" fmla="*/ 1719 w 1999"/>
              <a:gd name="T13" fmla="*/ 1929 h 1990"/>
              <a:gd name="T14" fmla="*/ 1936 w 1999"/>
              <a:gd name="T15" fmla="*/ 1929 h 1990"/>
              <a:gd name="T16" fmla="*/ 1936 w 1999"/>
              <a:gd name="T17" fmla="*/ 1710 h 1990"/>
              <a:gd name="T18" fmla="*/ 1509 w 1999"/>
              <a:gd name="T19" fmla="*/ 1283 h 1990"/>
              <a:gd name="T20" fmla="*/ 1430 w 1999"/>
              <a:gd name="T21" fmla="*/ 1238 h 1990"/>
              <a:gd name="T22" fmla="*/ 1344 w 1999"/>
              <a:gd name="T23" fmla="*/ 289 h 1990"/>
              <a:gd name="T24" fmla="*/ 1212 w 1999"/>
              <a:gd name="T25" fmla="*/ 1213 h 1990"/>
              <a:gd name="T26" fmla="*/ 1212 w 1999"/>
              <a:gd name="T27" fmla="*/ 1213 h 1990"/>
              <a:gd name="T28" fmla="*/ 428 w 1999"/>
              <a:gd name="T29" fmla="*/ 1213 h 1990"/>
              <a:gd name="T30" fmla="*/ 428 w 1999"/>
              <a:gd name="T31" fmla="*/ 427 h 1990"/>
              <a:gd name="T32" fmla="*/ 1212 w 1999"/>
              <a:gd name="T33" fmla="*/ 427 h 1990"/>
              <a:gd name="T34" fmla="*/ 1212 w 1999"/>
              <a:gd name="T35" fmla="*/ 1213 h 1990"/>
              <a:gd name="T36" fmla="*/ 1212 w 1999"/>
              <a:gd name="T37" fmla="*/ 1213 h 1990"/>
              <a:gd name="T38" fmla="*/ 1212 w 1999"/>
              <a:gd name="T39" fmla="*/ 1213 h 19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99" h="1990">
                <a:moveTo>
                  <a:pt x="1344" y="289"/>
                </a:moveTo>
                <a:lnTo>
                  <a:pt x="1344" y="289"/>
                </a:lnTo>
                <a:cubicBezTo>
                  <a:pt x="1055" y="0"/>
                  <a:pt x="576" y="0"/>
                  <a:pt x="287" y="297"/>
                </a:cubicBezTo>
                <a:cubicBezTo>
                  <a:pt x="0" y="586"/>
                  <a:pt x="0" y="1056"/>
                  <a:pt x="296" y="1353"/>
                </a:cubicBezTo>
                <a:cubicBezTo>
                  <a:pt x="549" y="1605"/>
                  <a:pt x="960" y="1632"/>
                  <a:pt x="1247" y="1432"/>
                </a:cubicBezTo>
                <a:cubicBezTo>
                  <a:pt x="1257" y="1457"/>
                  <a:pt x="1265" y="1483"/>
                  <a:pt x="1292" y="1510"/>
                </a:cubicBezTo>
                <a:cubicBezTo>
                  <a:pt x="1719" y="1929"/>
                  <a:pt x="1719" y="1929"/>
                  <a:pt x="1719" y="1929"/>
                </a:cubicBezTo>
                <a:cubicBezTo>
                  <a:pt x="1779" y="1989"/>
                  <a:pt x="1876" y="1989"/>
                  <a:pt x="1936" y="1929"/>
                </a:cubicBezTo>
                <a:cubicBezTo>
                  <a:pt x="1998" y="1867"/>
                  <a:pt x="1998" y="1772"/>
                  <a:pt x="1936" y="1710"/>
                </a:cubicBezTo>
                <a:cubicBezTo>
                  <a:pt x="1509" y="1283"/>
                  <a:pt x="1509" y="1283"/>
                  <a:pt x="1509" y="1283"/>
                </a:cubicBezTo>
                <a:cubicBezTo>
                  <a:pt x="1492" y="1265"/>
                  <a:pt x="1457" y="1248"/>
                  <a:pt x="1430" y="1238"/>
                </a:cubicBezTo>
                <a:cubicBezTo>
                  <a:pt x="1631" y="951"/>
                  <a:pt x="1606" y="551"/>
                  <a:pt x="1344" y="289"/>
                </a:cubicBezTo>
                <a:close/>
                <a:moveTo>
                  <a:pt x="1212" y="1213"/>
                </a:moveTo>
                <a:lnTo>
                  <a:pt x="1212" y="1213"/>
                </a:lnTo>
                <a:cubicBezTo>
                  <a:pt x="995" y="1432"/>
                  <a:pt x="646" y="1432"/>
                  <a:pt x="428" y="1213"/>
                </a:cubicBezTo>
                <a:cubicBezTo>
                  <a:pt x="209" y="994"/>
                  <a:pt x="209" y="646"/>
                  <a:pt x="428" y="427"/>
                </a:cubicBezTo>
                <a:cubicBezTo>
                  <a:pt x="636" y="210"/>
                  <a:pt x="995" y="210"/>
                  <a:pt x="1212" y="427"/>
                </a:cubicBezTo>
                <a:cubicBezTo>
                  <a:pt x="1430" y="637"/>
                  <a:pt x="1430" y="994"/>
                  <a:pt x="1212" y="1213"/>
                </a:cubicBezTo>
                <a:close/>
                <a:moveTo>
                  <a:pt x="1212" y="1213"/>
                </a:moveTo>
                <a:lnTo>
                  <a:pt x="1212" y="1213"/>
                </a:lnTo>
                <a:close/>
              </a:path>
            </a:pathLst>
          </a:custGeom>
          <a:solidFill>
            <a:schemeClr val="accent1"/>
          </a:solidFill>
          <a:ln>
            <a:noFill/>
          </a:ln>
          <a:effectLst/>
        </p:spPr>
        <p:txBody>
          <a:bodyPr wrap="none" anchor="ctr"/>
          <a:lstStyle/>
          <a:p>
            <a:endParaRPr lang="en-US" sz="6900" dirty="0">
              <a:solidFill>
                <a:schemeClr val="tx1"/>
              </a:solidFill>
              <a:latin typeface="微软雅黑" panose="020B0503020204020204" charset="-122"/>
            </a:endParaRPr>
          </a:p>
        </p:txBody>
      </p:sp>
      <p:sp>
        <p:nvSpPr>
          <p:cNvPr id="114" name="TextBox 113"/>
          <p:cNvSpPr txBox="1"/>
          <p:nvPr/>
        </p:nvSpPr>
        <p:spPr>
          <a:xfrm>
            <a:off x="1292751" y="2759499"/>
            <a:ext cx="2290147" cy="711200"/>
          </a:xfrm>
          <a:prstGeom prst="rect">
            <a:avLst/>
          </a:prstGeom>
          <a:noFill/>
        </p:spPr>
        <p:txBody>
          <a:bodyPr wrap="square" lIns="109709" tIns="54855" rIns="109709" bIns="54855" rtlCol="0">
            <a:spAutoFit/>
          </a:bodyPr>
          <a:lstStyle/>
          <a:p>
            <a:pPr>
              <a:lnSpc>
                <a:spcPct val="110000"/>
              </a:lnSpc>
            </a:pPr>
            <a:r>
              <a:rPr lang="en-US" sz="1200" dirty="0">
                <a:solidFill>
                  <a:schemeClr val="tx1"/>
                </a:solidFill>
                <a:latin typeface="微软雅黑" panose="020B0503020204020204" charset="-122"/>
                <a:cs typeface="Aparajita" panose="020B0604020202020204" pitchFamily="34" charset="0"/>
              </a:rPr>
              <a:t>请在此粘贴或者输入您的文字内容请在此粘贴或者输入您的文字内容</a:t>
            </a:r>
          </a:p>
        </p:txBody>
      </p:sp>
      <p:sp>
        <p:nvSpPr>
          <p:cNvPr id="115" name="TextBox 114"/>
          <p:cNvSpPr txBox="1"/>
          <p:nvPr/>
        </p:nvSpPr>
        <p:spPr>
          <a:xfrm>
            <a:off x="1299187" y="2511819"/>
            <a:ext cx="1817370" cy="334010"/>
          </a:xfrm>
          <a:prstGeom prst="rect">
            <a:avLst/>
          </a:prstGeom>
          <a:noFill/>
        </p:spPr>
        <p:txBody>
          <a:bodyPr wrap="none" lIns="91421" tIns="45711" rIns="91421" bIns="45711" rtlCol="0">
            <a:spAutoFit/>
          </a:bodyPr>
          <a:lstStyle/>
          <a:p>
            <a:pPr algn="l"/>
            <a:r>
              <a:rPr lang="en-US" sz="1600" b="1" dirty="0">
                <a:solidFill>
                  <a:schemeClr val="tx1"/>
                </a:solidFill>
                <a:latin typeface="微软雅黑" panose="020B0503020204020204" charset="-122"/>
              </a:rPr>
              <a:t>单击此处添加标题</a:t>
            </a:r>
          </a:p>
        </p:txBody>
      </p:sp>
      <p:grpSp>
        <p:nvGrpSpPr>
          <p:cNvPr id="116" name="Group 115"/>
          <p:cNvGrpSpPr/>
          <p:nvPr/>
        </p:nvGrpSpPr>
        <p:grpSpPr>
          <a:xfrm>
            <a:off x="3579976" y="2622387"/>
            <a:ext cx="267367" cy="286118"/>
            <a:chOff x="5484820" y="7048230"/>
            <a:chExt cx="1337946" cy="1431781"/>
          </a:xfrm>
          <a:solidFill>
            <a:schemeClr val="accent2"/>
          </a:solidFill>
        </p:grpSpPr>
        <p:sp>
          <p:nvSpPr>
            <p:cNvPr id="117" name="Freeform 284"/>
            <p:cNvSpPr>
              <a:spLocks noChangeArrowheads="1"/>
            </p:cNvSpPr>
            <p:nvPr/>
          </p:nvSpPr>
          <p:spPr bwMode="auto">
            <a:xfrm>
              <a:off x="5484820" y="7048230"/>
              <a:ext cx="1303858" cy="596576"/>
            </a:xfrm>
            <a:custGeom>
              <a:avLst/>
              <a:gdLst>
                <a:gd name="T0" fmla="*/ 122 w 1352"/>
                <a:gd name="T1" fmla="*/ 621 h 622"/>
                <a:gd name="T2" fmla="*/ 122 w 1352"/>
                <a:gd name="T3" fmla="*/ 621 h 622"/>
                <a:gd name="T4" fmla="*/ 235 w 1352"/>
                <a:gd name="T5" fmla="*/ 551 h 622"/>
                <a:gd name="T6" fmla="*/ 697 w 1352"/>
                <a:gd name="T7" fmla="*/ 237 h 622"/>
                <a:gd name="T8" fmla="*/ 994 w 1352"/>
                <a:gd name="T9" fmla="*/ 340 h 622"/>
                <a:gd name="T10" fmla="*/ 933 w 1352"/>
                <a:gd name="T11" fmla="*/ 359 h 622"/>
                <a:gd name="T12" fmla="*/ 889 w 1352"/>
                <a:gd name="T13" fmla="*/ 402 h 622"/>
                <a:gd name="T14" fmla="*/ 916 w 1352"/>
                <a:gd name="T15" fmla="*/ 454 h 622"/>
                <a:gd name="T16" fmla="*/ 1281 w 1352"/>
                <a:gd name="T17" fmla="*/ 621 h 622"/>
                <a:gd name="T18" fmla="*/ 1335 w 1352"/>
                <a:gd name="T19" fmla="*/ 611 h 622"/>
                <a:gd name="T20" fmla="*/ 1351 w 1352"/>
                <a:gd name="T21" fmla="*/ 567 h 622"/>
                <a:gd name="T22" fmla="*/ 1351 w 1352"/>
                <a:gd name="T23" fmla="*/ 167 h 622"/>
                <a:gd name="T24" fmla="*/ 1316 w 1352"/>
                <a:gd name="T25" fmla="*/ 124 h 622"/>
                <a:gd name="T26" fmla="*/ 1265 w 1352"/>
                <a:gd name="T27" fmla="*/ 140 h 622"/>
                <a:gd name="T28" fmla="*/ 1211 w 1352"/>
                <a:gd name="T29" fmla="*/ 219 h 622"/>
                <a:gd name="T30" fmla="*/ 697 w 1352"/>
                <a:gd name="T31" fmla="*/ 0 h 622"/>
                <a:gd name="T32" fmla="*/ 17 w 1352"/>
                <a:gd name="T33" fmla="*/ 454 h 622"/>
                <a:gd name="T34" fmla="*/ 25 w 1352"/>
                <a:gd name="T35" fmla="*/ 567 h 622"/>
                <a:gd name="T36" fmla="*/ 122 w 1352"/>
                <a:gd name="T37" fmla="*/ 621 h 622"/>
                <a:gd name="T38" fmla="*/ 122 w 1352"/>
                <a:gd name="T39" fmla="*/ 621 h 622"/>
                <a:gd name="T40" fmla="*/ 122 w 1352"/>
                <a:gd name="T41" fmla="*/ 621 h 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2" h="622">
                  <a:moveTo>
                    <a:pt x="122" y="621"/>
                  </a:moveTo>
                  <a:lnTo>
                    <a:pt x="122" y="621"/>
                  </a:lnTo>
                  <a:cubicBezTo>
                    <a:pt x="173" y="621"/>
                    <a:pt x="208" y="594"/>
                    <a:pt x="235" y="551"/>
                  </a:cubicBezTo>
                  <a:cubicBezTo>
                    <a:pt x="305" y="367"/>
                    <a:pt x="487" y="237"/>
                    <a:pt x="697" y="237"/>
                  </a:cubicBezTo>
                  <a:cubicBezTo>
                    <a:pt x="811" y="237"/>
                    <a:pt x="916" y="280"/>
                    <a:pt x="994" y="340"/>
                  </a:cubicBezTo>
                  <a:cubicBezTo>
                    <a:pt x="933" y="359"/>
                    <a:pt x="933" y="359"/>
                    <a:pt x="933" y="359"/>
                  </a:cubicBezTo>
                  <a:cubicBezTo>
                    <a:pt x="906" y="359"/>
                    <a:pt x="889" y="375"/>
                    <a:pt x="889" y="402"/>
                  </a:cubicBezTo>
                  <a:cubicBezTo>
                    <a:pt x="889" y="419"/>
                    <a:pt x="898" y="446"/>
                    <a:pt x="916" y="454"/>
                  </a:cubicBezTo>
                  <a:cubicBezTo>
                    <a:pt x="1281" y="621"/>
                    <a:pt x="1281" y="621"/>
                    <a:pt x="1281" y="621"/>
                  </a:cubicBezTo>
                  <a:cubicBezTo>
                    <a:pt x="1300" y="621"/>
                    <a:pt x="1316" y="621"/>
                    <a:pt x="1335" y="611"/>
                  </a:cubicBezTo>
                  <a:cubicBezTo>
                    <a:pt x="1343" y="602"/>
                    <a:pt x="1351" y="586"/>
                    <a:pt x="1351" y="567"/>
                  </a:cubicBezTo>
                  <a:cubicBezTo>
                    <a:pt x="1351" y="167"/>
                    <a:pt x="1351" y="167"/>
                    <a:pt x="1351" y="167"/>
                  </a:cubicBezTo>
                  <a:cubicBezTo>
                    <a:pt x="1351" y="149"/>
                    <a:pt x="1343" y="124"/>
                    <a:pt x="1316" y="124"/>
                  </a:cubicBezTo>
                  <a:cubicBezTo>
                    <a:pt x="1300" y="115"/>
                    <a:pt x="1273" y="124"/>
                    <a:pt x="1265" y="140"/>
                  </a:cubicBezTo>
                  <a:cubicBezTo>
                    <a:pt x="1211" y="219"/>
                    <a:pt x="1211" y="219"/>
                    <a:pt x="1211" y="219"/>
                  </a:cubicBezTo>
                  <a:cubicBezTo>
                    <a:pt x="1081" y="88"/>
                    <a:pt x="898" y="0"/>
                    <a:pt x="697" y="0"/>
                  </a:cubicBezTo>
                  <a:cubicBezTo>
                    <a:pt x="392" y="0"/>
                    <a:pt x="122" y="194"/>
                    <a:pt x="17" y="454"/>
                  </a:cubicBezTo>
                  <a:cubicBezTo>
                    <a:pt x="0" y="489"/>
                    <a:pt x="0" y="532"/>
                    <a:pt x="25" y="567"/>
                  </a:cubicBezTo>
                  <a:cubicBezTo>
                    <a:pt x="43" y="602"/>
                    <a:pt x="87" y="621"/>
                    <a:pt x="122" y="621"/>
                  </a:cubicBezTo>
                  <a:close/>
                  <a:moveTo>
                    <a:pt x="122" y="621"/>
                  </a:moveTo>
                  <a:lnTo>
                    <a:pt x="122" y="621"/>
                  </a:lnTo>
                  <a:close/>
                </a:path>
              </a:pathLst>
            </a:custGeom>
            <a:grpFill/>
            <a:ln>
              <a:noFill/>
            </a:ln>
            <a:effectLst/>
          </p:spPr>
          <p:txBody>
            <a:bodyPr wrap="none" anchor="ctr"/>
            <a:lstStyle/>
            <a:p>
              <a:endParaRPr lang="en-US" sz="6900" dirty="0">
                <a:solidFill>
                  <a:schemeClr val="tx1"/>
                </a:solidFill>
                <a:latin typeface="微软雅黑" panose="020B0503020204020204" charset="-122"/>
              </a:endParaRPr>
            </a:p>
          </p:txBody>
        </p:sp>
        <p:sp>
          <p:nvSpPr>
            <p:cNvPr id="118" name="Freeform 285"/>
            <p:cNvSpPr>
              <a:spLocks noChangeArrowheads="1"/>
            </p:cNvSpPr>
            <p:nvPr/>
          </p:nvSpPr>
          <p:spPr bwMode="auto">
            <a:xfrm>
              <a:off x="5518908" y="7883435"/>
              <a:ext cx="1303858" cy="596576"/>
            </a:xfrm>
            <a:custGeom>
              <a:avLst/>
              <a:gdLst>
                <a:gd name="T0" fmla="*/ 1325 w 1352"/>
                <a:gd name="T1" fmla="*/ 54 h 620"/>
                <a:gd name="T2" fmla="*/ 1325 w 1352"/>
                <a:gd name="T3" fmla="*/ 54 h 620"/>
                <a:gd name="T4" fmla="*/ 1230 w 1352"/>
                <a:gd name="T5" fmla="*/ 0 h 620"/>
                <a:gd name="T6" fmla="*/ 1125 w 1352"/>
                <a:gd name="T7" fmla="*/ 70 h 620"/>
                <a:gd name="T8" fmla="*/ 662 w 1352"/>
                <a:gd name="T9" fmla="*/ 376 h 620"/>
                <a:gd name="T10" fmla="*/ 357 w 1352"/>
                <a:gd name="T11" fmla="*/ 271 h 620"/>
                <a:gd name="T12" fmla="*/ 417 w 1352"/>
                <a:gd name="T13" fmla="*/ 262 h 620"/>
                <a:gd name="T14" fmla="*/ 462 w 1352"/>
                <a:gd name="T15" fmla="*/ 219 h 620"/>
                <a:gd name="T16" fmla="*/ 435 w 1352"/>
                <a:gd name="T17" fmla="*/ 166 h 620"/>
                <a:gd name="T18" fmla="*/ 68 w 1352"/>
                <a:gd name="T19" fmla="*/ 0 h 620"/>
                <a:gd name="T20" fmla="*/ 25 w 1352"/>
                <a:gd name="T21" fmla="*/ 9 h 620"/>
                <a:gd name="T22" fmla="*/ 0 w 1352"/>
                <a:gd name="T23" fmla="*/ 54 h 620"/>
                <a:gd name="T24" fmla="*/ 0 w 1352"/>
                <a:gd name="T25" fmla="*/ 454 h 620"/>
                <a:gd name="T26" fmla="*/ 33 w 1352"/>
                <a:gd name="T27" fmla="*/ 498 h 620"/>
                <a:gd name="T28" fmla="*/ 87 w 1352"/>
                <a:gd name="T29" fmla="*/ 481 h 620"/>
                <a:gd name="T30" fmla="*/ 138 w 1352"/>
                <a:gd name="T31" fmla="*/ 403 h 620"/>
                <a:gd name="T32" fmla="*/ 662 w 1352"/>
                <a:gd name="T33" fmla="*/ 619 h 620"/>
                <a:gd name="T34" fmla="*/ 1343 w 1352"/>
                <a:gd name="T35" fmla="*/ 166 h 620"/>
                <a:gd name="T36" fmla="*/ 1325 w 1352"/>
                <a:gd name="T37" fmla="*/ 54 h 620"/>
                <a:gd name="T38" fmla="*/ 1325 w 1352"/>
                <a:gd name="T39" fmla="*/ 54 h 620"/>
                <a:gd name="T40" fmla="*/ 1325 w 1352"/>
                <a:gd name="T41" fmla="*/ 54 h 6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2" h="620">
                  <a:moveTo>
                    <a:pt x="1325" y="54"/>
                  </a:moveTo>
                  <a:lnTo>
                    <a:pt x="1325" y="54"/>
                  </a:lnTo>
                  <a:cubicBezTo>
                    <a:pt x="1308" y="19"/>
                    <a:pt x="1273" y="0"/>
                    <a:pt x="1230" y="0"/>
                  </a:cubicBezTo>
                  <a:cubicBezTo>
                    <a:pt x="1186" y="0"/>
                    <a:pt x="1141" y="27"/>
                    <a:pt x="1125" y="70"/>
                  </a:cubicBezTo>
                  <a:cubicBezTo>
                    <a:pt x="1046" y="254"/>
                    <a:pt x="863" y="376"/>
                    <a:pt x="662" y="376"/>
                  </a:cubicBezTo>
                  <a:cubicBezTo>
                    <a:pt x="541" y="376"/>
                    <a:pt x="435" y="341"/>
                    <a:pt x="357" y="271"/>
                  </a:cubicBezTo>
                  <a:cubicBezTo>
                    <a:pt x="417" y="262"/>
                    <a:pt x="417" y="262"/>
                    <a:pt x="417" y="262"/>
                  </a:cubicBezTo>
                  <a:cubicBezTo>
                    <a:pt x="444" y="262"/>
                    <a:pt x="462" y="244"/>
                    <a:pt x="462" y="219"/>
                  </a:cubicBezTo>
                  <a:cubicBezTo>
                    <a:pt x="470" y="201"/>
                    <a:pt x="452" y="176"/>
                    <a:pt x="435" y="166"/>
                  </a:cubicBezTo>
                  <a:cubicBezTo>
                    <a:pt x="68" y="0"/>
                    <a:pt x="68" y="0"/>
                    <a:pt x="68" y="0"/>
                  </a:cubicBezTo>
                  <a:cubicBezTo>
                    <a:pt x="52" y="0"/>
                    <a:pt x="33" y="0"/>
                    <a:pt x="25" y="9"/>
                  </a:cubicBezTo>
                  <a:cubicBezTo>
                    <a:pt x="8" y="19"/>
                    <a:pt x="0" y="35"/>
                    <a:pt x="0" y="54"/>
                  </a:cubicBezTo>
                  <a:cubicBezTo>
                    <a:pt x="0" y="454"/>
                    <a:pt x="0" y="454"/>
                    <a:pt x="0" y="454"/>
                  </a:cubicBezTo>
                  <a:cubicBezTo>
                    <a:pt x="0" y="471"/>
                    <a:pt x="8" y="489"/>
                    <a:pt x="33" y="498"/>
                  </a:cubicBezTo>
                  <a:cubicBezTo>
                    <a:pt x="52" y="506"/>
                    <a:pt x="78" y="498"/>
                    <a:pt x="87" y="481"/>
                  </a:cubicBezTo>
                  <a:cubicBezTo>
                    <a:pt x="138" y="403"/>
                    <a:pt x="138" y="403"/>
                    <a:pt x="138" y="403"/>
                  </a:cubicBezTo>
                  <a:cubicBezTo>
                    <a:pt x="270" y="533"/>
                    <a:pt x="452" y="619"/>
                    <a:pt x="662" y="619"/>
                  </a:cubicBezTo>
                  <a:cubicBezTo>
                    <a:pt x="968" y="619"/>
                    <a:pt x="1230" y="428"/>
                    <a:pt x="1343" y="166"/>
                  </a:cubicBezTo>
                  <a:cubicBezTo>
                    <a:pt x="1351" y="132"/>
                    <a:pt x="1351" y="87"/>
                    <a:pt x="1325" y="54"/>
                  </a:cubicBezTo>
                  <a:close/>
                  <a:moveTo>
                    <a:pt x="1325" y="54"/>
                  </a:moveTo>
                  <a:lnTo>
                    <a:pt x="1325" y="54"/>
                  </a:lnTo>
                  <a:close/>
                </a:path>
              </a:pathLst>
            </a:custGeom>
            <a:grpFill/>
            <a:ln>
              <a:noFill/>
            </a:ln>
            <a:effectLst/>
          </p:spPr>
          <p:txBody>
            <a:bodyPr wrap="none" anchor="ctr"/>
            <a:lstStyle/>
            <a:p>
              <a:endParaRPr lang="en-US" sz="6900" dirty="0">
                <a:solidFill>
                  <a:schemeClr val="tx1"/>
                </a:solidFill>
                <a:latin typeface="微软雅黑" panose="020B0503020204020204" charset="-122"/>
              </a:endParaRPr>
            </a:p>
          </p:txBody>
        </p:sp>
      </p:grpSp>
      <p:sp>
        <p:nvSpPr>
          <p:cNvPr id="121" name="TextBox 120"/>
          <p:cNvSpPr txBox="1"/>
          <p:nvPr/>
        </p:nvSpPr>
        <p:spPr>
          <a:xfrm>
            <a:off x="3896422" y="3634396"/>
            <a:ext cx="2290147" cy="711200"/>
          </a:xfrm>
          <a:prstGeom prst="rect">
            <a:avLst/>
          </a:prstGeom>
          <a:noFill/>
        </p:spPr>
        <p:txBody>
          <a:bodyPr wrap="square" lIns="109709" tIns="54855" rIns="109709" bIns="54855" rtlCol="0">
            <a:spAutoFit/>
          </a:bodyPr>
          <a:lstStyle/>
          <a:p>
            <a:pPr>
              <a:lnSpc>
                <a:spcPct val="110000"/>
              </a:lnSpc>
            </a:pPr>
            <a:r>
              <a:rPr lang="en-US" sz="1200" dirty="0">
                <a:solidFill>
                  <a:schemeClr val="tx1"/>
                </a:solidFill>
                <a:latin typeface="微软雅黑" panose="020B0503020204020204" charset="-122"/>
                <a:cs typeface="Aparajita" panose="020B0604020202020204" pitchFamily="34" charset="0"/>
              </a:rPr>
              <a:t>请在此粘贴或者输入您的文字内容请在此粘贴或者输入您的文字内容</a:t>
            </a:r>
          </a:p>
        </p:txBody>
      </p:sp>
      <p:sp>
        <p:nvSpPr>
          <p:cNvPr id="122" name="TextBox 121"/>
          <p:cNvSpPr txBox="1"/>
          <p:nvPr/>
        </p:nvSpPr>
        <p:spPr>
          <a:xfrm>
            <a:off x="3902858" y="3386716"/>
            <a:ext cx="1817370" cy="334010"/>
          </a:xfrm>
          <a:prstGeom prst="rect">
            <a:avLst/>
          </a:prstGeom>
          <a:noFill/>
        </p:spPr>
        <p:txBody>
          <a:bodyPr wrap="none" lIns="91421" tIns="45711" rIns="91421" bIns="45711" rtlCol="0">
            <a:spAutoFit/>
          </a:bodyPr>
          <a:lstStyle/>
          <a:p>
            <a:pPr algn="l"/>
            <a:r>
              <a:rPr lang="en-US" sz="1600" b="1" dirty="0">
                <a:solidFill>
                  <a:schemeClr val="tx1"/>
                </a:solidFill>
                <a:latin typeface="微软雅黑" panose="020B0503020204020204" charset="-122"/>
              </a:rPr>
              <a:t>单击此处添加标题</a:t>
            </a:r>
          </a:p>
        </p:txBody>
      </p:sp>
      <p:sp>
        <p:nvSpPr>
          <p:cNvPr id="123" name="TextBox 122"/>
          <p:cNvSpPr txBox="1"/>
          <p:nvPr/>
        </p:nvSpPr>
        <p:spPr>
          <a:xfrm>
            <a:off x="1292751" y="3634396"/>
            <a:ext cx="2290147" cy="711200"/>
          </a:xfrm>
          <a:prstGeom prst="rect">
            <a:avLst/>
          </a:prstGeom>
          <a:noFill/>
        </p:spPr>
        <p:txBody>
          <a:bodyPr wrap="square" lIns="109709" tIns="54855" rIns="109709" bIns="54855" rtlCol="0">
            <a:spAutoFit/>
          </a:bodyPr>
          <a:lstStyle/>
          <a:p>
            <a:pPr>
              <a:lnSpc>
                <a:spcPct val="110000"/>
              </a:lnSpc>
            </a:pPr>
            <a:r>
              <a:rPr lang="en-US" sz="1200" dirty="0">
                <a:solidFill>
                  <a:schemeClr val="tx1"/>
                </a:solidFill>
                <a:latin typeface="微软雅黑" panose="020B0503020204020204" charset="-122"/>
                <a:cs typeface="Aparajita" panose="020B0604020202020204" pitchFamily="34" charset="0"/>
              </a:rPr>
              <a:t>请在此粘贴或者输入您的文字内容请在此粘贴或者输入您的文字内容</a:t>
            </a:r>
          </a:p>
        </p:txBody>
      </p:sp>
      <p:sp>
        <p:nvSpPr>
          <p:cNvPr id="124" name="TextBox 123"/>
          <p:cNvSpPr txBox="1"/>
          <p:nvPr/>
        </p:nvSpPr>
        <p:spPr>
          <a:xfrm>
            <a:off x="1299187" y="3386716"/>
            <a:ext cx="1817370" cy="334010"/>
          </a:xfrm>
          <a:prstGeom prst="rect">
            <a:avLst/>
          </a:prstGeom>
          <a:noFill/>
        </p:spPr>
        <p:txBody>
          <a:bodyPr wrap="none" lIns="91421" tIns="45711" rIns="91421" bIns="45711" rtlCol="0">
            <a:spAutoFit/>
          </a:bodyPr>
          <a:lstStyle/>
          <a:p>
            <a:pPr algn="l"/>
            <a:r>
              <a:rPr lang="en-US" sz="1600" b="1" dirty="0">
                <a:solidFill>
                  <a:schemeClr val="tx1"/>
                </a:solidFill>
                <a:latin typeface="微软雅黑" panose="020B0503020204020204" charset="-122"/>
              </a:rPr>
              <a:t>单击此处添加标题</a:t>
            </a:r>
          </a:p>
        </p:txBody>
      </p:sp>
      <p:sp>
        <p:nvSpPr>
          <p:cNvPr id="125" name="Freeform 115"/>
          <p:cNvSpPr>
            <a:spLocks noChangeArrowheads="1"/>
          </p:cNvSpPr>
          <p:nvPr/>
        </p:nvSpPr>
        <p:spPr bwMode="auto">
          <a:xfrm>
            <a:off x="956495" y="3473068"/>
            <a:ext cx="287792" cy="264584"/>
          </a:xfrm>
          <a:custGeom>
            <a:avLst/>
            <a:gdLst>
              <a:gd name="T0" fmla="*/ 600 w 601"/>
              <a:gd name="T1" fmla="*/ 226 h 552"/>
              <a:gd name="T2" fmla="*/ 600 w 601"/>
              <a:gd name="T3" fmla="*/ 226 h 552"/>
              <a:gd name="T4" fmla="*/ 522 w 601"/>
              <a:gd name="T5" fmla="*/ 304 h 552"/>
              <a:gd name="T6" fmla="*/ 452 w 601"/>
              <a:gd name="T7" fmla="*/ 226 h 552"/>
              <a:gd name="T8" fmla="*/ 452 w 601"/>
              <a:gd name="T9" fmla="*/ 226 h 552"/>
              <a:gd name="T10" fmla="*/ 452 w 601"/>
              <a:gd name="T11" fmla="*/ 226 h 552"/>
              <a:gd name="T12" fmla="*/ 452 w 601"/>
              <a:gd name="T13" fmla="*/ 226 h 552"/>
              <a:gd name="T14" fmla="*/ 374 w 601"/>
              <a:gd name="T15" fmla="*/ 304 h 552"/>
              <a:gd name="T16" fmla="*/ 296 w 601"/>
              <a:gd name="T17" fmla="*/ 226 h 552"/>
              <a:gd name="T18" fmla="*/ 296 w 601"/>
              <a:gd name="T19" fmla="*/ 226 h 552"/>
              <a:gd name="T20" fmla="*/ 296 w 601"/>
              <a:gd name="T21" fmla="*/ 226 h 552"/>
              <a:gd name="T22" fmla="*/ 296 w 601"/>
              <a:gd name="T23" fmla="*/ 226 h 552"/>
              <a:gd name="T24" fmla="*/ 296 w 601"/>
              <a:gd name="T25" fmla="*/ 226 h 552"/>
              <a:gd name="T26" fmla="*/ 226 w 601"/>
              <a:gd name="T27" fmla="*/ 304 h 552"/>
              <a:gd name="T28" fmla="*/ 148 w 601"/>
              <a:gd name="T29" fmla="*/ 226 h 552"/>
              <a:gd name="T30" fmla="*/ 148 w 601"/>
              <a:gd name="T31" fmla="*/ 226 h 552"/>
              <a:gd name="T32" fmla="*/ 148 w 601"/>
              <a:gd name="T33" fmla="*/ 226 h 552"/>
              <a:gd name="T34" fmla="*/ 148 w 601"/>
              <a:gd name="T35" fmla="*/ 226 h 552"/>
              <a:gd name="T36" fmla="*/ 148 w 601"/>
              <a:gd name="T37" fmla="*/ 226 h 552"/>
              <a:gd name="T38" fmla="*/ 70 w 601"/>
              <a:gd name="T39" fmla="*/ 304 h 552"/>
              <a:gd name="T40" fmla="*/ 0 w 601"/>
              <a:gd name="T41" fmla="*/ 226 h 552"/>
              <a:gd name="T42" fmla="*/ 0 w 601"/>
              <a:gd name="T43" fmla="*/ 226 h 552"/>
              <a:gd name="T44" fmla="*/ 0 w 601"/>
              <a:gd name="T45" fmla="*/ 226 h 552"/>
              <a:gd name="T46" fmla="*/ 0 w 601"/>
              <a:gd name="T47" fmla="*/ 226 h 552"/>
              <a:gd name="T48" fmla="*/ 49 w 601"/>
              <a:gd name="T49" fmla="*/ 84 h 552"/>
              <a:gd name="T50" fmla="*/ 551 w 601"/>
              <a:gd name="T51" fmla="*/ 84 h 552"/>
              <a:gd name="T52" fmla="*/ 600 w 601"/>
              <a:gd name="T53" fmla="*/ 226 h 552"/>
              <a:gd name="T54" fmla="*/ 508 w 601"/>
              <a:gd name="T55" fmla="*/ 56 h 552"/>
              <a:gd name="T56" fmla="*/ 508 w 601"/>
              <a:gd name="T57" fmla="*/ 56 h 552"/>
              <a:gd name="T58" fmla="*/ 91 w 601"/>
              <a:gd name="T59" fmla="*/ 56 h 552"/>
              <a:gd name="T60" fmla="*/ 63 w 601"/>
              <a:gd name="T61" fmla="*/ 28 h 552"/>
              <a:gd name="T62" fmla="*/ 91 w 601"/>
              <a:gd name="T63" fmla="*/ 0 h 552"/>
              <a:gd name="T64" fmla="*/ 508 w 601"/>
              <a:gd name="T65" fmla="*/ 0 h 552"/>
              <a:gd name="T66" fmla="*/ 537 w 601"/>
              <a:gd name="T67" fmla="*/ 28 h 552"/>
              <a:gd name="T68" fmla="*/ 508 w 601"/>
              <a:gd name="T69" fmla="*/ 56 h 552"/>
              <a:gd name="T70" fmla="*/ 84 w 601"/>
              <a:gd name="T71" fmla="*/ 332 h 552"/>
              <a:gd name="T72" fmla="*/ 84 w 601"/>
              <a:gd name="T73" fmla="*/ 332 h 552"/>
              <a:gd name="T74" fmla="*/ 84 w 601"/>
              <a:gd name="T75" fmla="*/ 332 h 552"/>
              <a:gd name="T76" fmla="*/ 91 w 601"/>
              <a:gd name="T77" fmla="*/ 332 h 552"/>
              <a:gd name="T78" fmla="*/ 91 w 601"/>
              <a:gd name="T79" fmla="*/ 332 h 552"/>
              <a:gd name="T80" fmla="*/ 98 w 601"/>
              <a:gd name="T81" fmla="*/ 332 h 552"/>
              <a:gd name="T82" fmla="*/ 113 w 601"/>
              <a:gd name="T83" fmla="*/ 325 h 552"/>
              <a:gd name="T84" fmla="*/ 113 w 601"/>
              <a:gd name="T85" fmla="*/ 325 h 552"/>
              <a:gd name="T86" fmla="*/ 113 w 601"/>
              <a:gd name="T87" fmla="*/ 325 h 552"/>
              <a:gd name="T88" fmla="*/ 113 w 601"/>
              <a:gd name="T89" fmla="*/ 466 h 552"/>
              <a:gd name="T90" fmla="*/ 487 w 601"/>
              <a:gd name="T91" fmla="*/ 466 h 552"/>
              <a:gd name="T92" fmla="*/ 487 w 601"/>
              <a:gd name="T93" fmla="*/ 325 h 552"/>
              <a:gd name="T94" fmla="*/ 487 w 601"/>
              <a:gd name="T95" fmla="*/ 325 h 552"/>
              <a:gd name="T96" fmla="*/ 487 w 601"/>
              <a:gd name="T97" fmla="*/ 325 h 552"/>
              <a:gd name="T98" fmla="*/ 501 w 601"/>
              <a:gd name="T99" fmla="*/ 332 h 552"/>
              <a:gd name="T100" fmla="*/ 508 w 601"/>
              <a:gd name="T101" fmla="*/ 332 h 552"/>
              <a:gd name="T102" fmla="*/ 508 w 601"/>
              <a:gd name="T103" fmla="*/ 332 h 552"/>
              <a:gd name="T104" fmla="*/ 515 w 601"/>
              <a:gd name="T105" fmla="*/ 332 h 552"/>
              <a:gd name="T106" fmla="*/ 515 w 601"/>
              <a:gd name="T107" fmla="*/ 332 h 552"/>
              <a:gd name="T108" fmla="*/ 522 w 601"/>
              <a:gd name="T109" fmla="*/ 332 h 552"/>
              <a:gd name="T110" fmla="*/ 544 w 601"/>
              <a:gd name="T111" fmla="*/ 332 h 552"/>
              <a:gd name="T112" fmla="*/ 544 w 601"/>
              <a:gd name="T113" fmla="*/ 523 h 552"/>
              <a:gd name="T114" fmla="*/ 515 w 601"/>
              <a:gd name="T115" fmla="*/ 551 h 552"/>
              <a:gd name="T116" fmla="*/ 84 w 601"/>
              <a:gd name="T117" fmla="*/ 551 h 552"/>
              <a:gd name="T118" fmla="*/ 56 w 601"/>
              <a:gd name="T119" fmla="*/ 523 h 552"/>
              <a:gd name="T120" fmla="*/ 56 w 601"/>
              <a:gd name="T121" fmla="*/ 332 h 552"/>
              <a:gd name="T122" fmla="*/ 70 w 601"/>
              <a:gd name="T123" fmla="*/ 332 h 552"/>
              <a:gd name="T124" fmla="*/ 84 w 601"/>
              <a:gd name="T125" fmla="*/ 332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01" h="552">
                <a:moveTo>
                  <a:pt x="600" y="226"/>
                </a:moveTo>
                <a:lnTo>
                  <a:pt x="600" y="226"/>
                </a:lnTo>
                <a:cubicBezTo>
                  <a:pt x="600" y="268"/>
                  <a:pt x="565" y="304"/>
                  <a:pt x="522" y="304"/>
                </a:cubicBezTo>
                <a:cubicBezTo>
                  <a:pt x="480" y="304"/>
                  <a:pt x="452" y="268"/>
                  <a:pt x="452" y="226"/>
                </a:cubicBezTo>
                <a:lnTo>
                  <a:pt x="452" y="226"/>
                </a:lnTo>
                <a:lnTo>
                  <a:pt x="452" y="226"/>
                </a:lnTo>
                <a:lnTo>
                  <a:pt x="452" y="226"/>
                </a:lnTo>
                <a:cubicBezTo>
                  <a:pt x="452" y="268"/>
                  <a:pt x="417" y="304"/>
                  <a:pt x="374" y="304"/>
                </a:cubicBezTo>
                <a:cubicBezTo>
                  <a:pt x="332" y="304"/>
                  <a:pt x="296" y="268"/>
                  <a:pt x="296" y="226"/>
                </a:cubicBezTo>
                <a:lnTo>
                  <a:pt x="296" y="226"/>
                </a:lnTo>
                <a:lnTo>
                  <a:pt x="296" y="226"/>
                </a:lnTo>
                <a:lnTo>
                  <a:pt x="296" y="226"/>
                </a:lnTo>
                <a:lnTo>
                  <a:pt x="296" y="226"/>
                </a:lnTo>
                <a:cubicBezTo>
                  <a:pt x="296" y="268"/>
                  <a:pt x="268" y="304"/>
                  <a:pt x="226" y="304"/>
                </a:cubicBezTo>
                <a:cubicBezTo>
                  <a:pt x="183" y="304"/>
                  <a:pt x="148" y="268"/>
                  <a:pt x="148" y="226"/>
                </a:cubicBezTo>
                <a:lnTo>
                  <a:pt x="148" y="226"/>
                </a:lnTo>
                <a:lnTo>
                  <a:pt x="148" y="226"/>
                </a:lnTo>
                <a:lnTo>
                  <a:pt x="148" y="226"/>
                </a:lnTo>
                <a:lnTo>
                  <a:pt x="148" y="226"/>
                </a:lnTo>
                <a:cubicBezTo>
                  <a:pt x="148" y="268"/>
                  <a:pt x="113" y="304"/>
                  <a:pt x="70" y="304"/>
                </a:cubicBezTo>
                <a:cubicBezTo>
                  <a:pt x="28" y="304"/>
                  <a:pt x="0" y="268"/>
                  <a:pt x="0" y="226"/>
                </a:cubicBezTo>
                <a:lnTo>
                  <a:pt x="0" y="226"/>
                </a:lnTo>
                <a:lnTo>
                  <a:pt x="0" y="226"/>
                </a:lnTo>
                <a:lnTo>
                  <a:pt x="0" y="226"/>
                </a:lnTo>
                <a:cubicBezTo>
                  <a:pt x="49" y="84"/>
                  <a:pt x="49" y="84"/>
                  <a:pt x="49" y="84"/>
                </a:cubicBezTo>
                <a:cubicBezTo>
                  <a:pt x="551" y="84"/>
                  <a:pt x="551" y="84"/>
                  <a:pt x="551" y="84"/>
                </a:cubicBezTo>
                <a:cubicBezTo>
                  <a:pt x="600" y="226"/>
                  <a:pt x="600" y="226"/>
                  <a:pt x="600" y="226"/>
                </a:cubicBezTo>
                <a:close/>
                <a:moveTo>
                  <a:pt x="508" y="56"/>
                </a:moveTo>
                <a:lnTo>
                  <a:pt x="508" y="56"/>
                </a:lnTo>
                <a:cubicBezTo>
                  <a:pt x="91" y="56"/>
                  <a:pt x="91" y="56"/>
                  <a:pt x="91" y="56"/>
                </a:cubicBezTo>
                <a:cubicBezTo>
                  <a:pt x="77" y="56"/>
                  <a:pt x="63" y="49"/>
                  <a:pt x="63" y="28"/>
                </a:cubicBezTo>
                <a:cubicBezTo>
                  <a:pt x="63" y="14"/>
                  <a:pt x="77" y="0"/>
                  <a:pt x="91" y="0"/>
                </a:cubicBezTo>
                <a:cubicBezTo>
                  <a:pt x="508" y="0"/>
                  <a:pt x="508" y="0"/>
                  <a:pt x="508" y="0"/>
                </a:cubicBezTo>
                <a:cubicBezTo>
                  <a:pt x="522" y="0"/>
                  <a:pt x="537" y="14"/>
                  <a:pt x="537" y="28"/>
                </a:cubicBezTo>
                <a:cubicBezTo>
                  <a:pt x="537" y="49"/>
                  <a:pt x="522" y="56"/>
                  <a:pt x="508" y="56"/>
                </a:cubicBezTo>
                <a:close/>
                <a:moveTo>
                  <a:pt x="84" y="332"/>
                </a:moveTo>
                <a:lnTo>
                  <a:pt x="84" y="332"/>
                </a:lnTo>
                <a:lnTo>
                  <a:pt x="84" y="332"/>
                </a:lnTo>
                <a:cubicBezTo>
                  <a:pt x="84" y="332"/>
                  <a:pt x="84" y="332"/>
                  <a:pt x="91" y="332"/>
                </a:cubicBezTo>
                <a:lnTo>
                  <a:pt x="91" y="332"/>
                </a:lnTo>
                <a:cubicBezTo>
                  <a:pt x="91" y="332"/>
                  <a:pt x="91" y="332"/>
                  <a:pt x="98" y="332"/>
                </a:cubicBezTo>
                <a:cubicBezTo>
                  <a:pt x="98" y="325"/>
                  <a:pt x="106" y="325"/>
                  <a:pt x="113" y="325"/>
                </a:cubicBezTo>
                <a:lnTo>
                  <a:pt x="113" y="325"/>
                </a:lnTo>
                <a:lnTo>
                  <a:pt x="113" y="325"/>
                </a:lnTo>
                <a:cubicBezTo>
                  <a:pt x="113" y="466"/>
                  <a:pt x="113" y="466"/>
                  <a:pt x="113" y="466"/>
                </a:cubicBezTo>
                <a:cubicBezTo>
                  <a:pt x="487" y="466"/>
                  <a:pt x="487" y="466"/>
                  <a:pt x="487" y="466"/>
                </a:cubicBezTo>
                <a:cubicBezTo>
                  <a:pt x="487" y="325"/>
                  <a:pt x="487" y="325"/>
                  <a:pt x="487" y="325"/>
                </a:cubicBezTo>
                <a:lnTo>
                  <a:pt x="487" y="325"/>
                </a:lnTo>
                <a:lnTo>
                  <a:pt x="487" y="325"/>
                </a:lnTo>
                <a:cubicBezTo>
                  <a:pt x="494" y="325"/>
                  <a:pt x="494" y="325"/>
                  <a:pt x="501" y="332"/>
                </a:cubicBezTo>
                <a:cubicBezTo>
                  <a:pt x="501" y="332"/>
                  <a:pt x="501" y="332"/>
                  <a:pt x="508" y="332"/>
                </a:cubicBezTo>
                <a:lnTo>
                  <a:pt x="508" y="332"/>
                </a:lnTo>
                <a:lnTo>
                  <a:pt x="515" y="332"/>
                </a:lnTo>
                <a:lnTo>
                  <a:pt x="515" y="332"/>
                </a:lnTo>
                <a:lnTo>
                  <a:pt x="522" y="332"/>
                </a:lnTo>
                <a:cubicBezTo>
                  <a:pt x="530" y="332"/>
                  <a:pt x="537" y="332"/>
                  <a:pt x="544" y="332"/>
                </a:cubicBezTo>
                <a:cubicBezTo>
                  <a:pt x="544" y="523"/>
                  <a:pt x="544" y="523"/>
                  <a:pt x="544" y="523"/>
                </a:cubicBezTo>
                <a:cubicBezTo>
                  <a:pt x="544" y="537"/>
                  <a:pt x="530" y="551"/>
                  <a:pt x="515" y="551"/>
                </a:cubicBezTo>
                <a:cubicBezTo>
                  <a:pt x="84" y="551"/>
                  <a:pt x="84" y="551"/>
                  <a:pt x="84" y="551"/>
                </a:cubicBezTo>
                <a:cubicBezTo>
                  <a:pt x="63" y="551"/>
                  <a:pt x="56" y="537"/>
                  <a:pt x="56" y="523"/>
                </a:cubicBezTo>
                <a:cubicBezTo>
                  <a:pt x="56" y="332"/>
                  <a:pt x="56" y="332"/>
                  <a:pt x="56" y="332"/>
                </a:cubicBezTo>
                <a:cubicBezTo>
                  <a:pt x="63" y="332"/>
                  <a:pt x="63" y="332"/>
                  <a:pt x="70" y="332"/>
                </a:cubicBezTo>
                <a:cubicBezTo>
                  <a:pt x="77" y="332"/>
                  <a:pt x="77" y="332"/>
                  <a:pt x="84" y="332"/>
                </a:cubicBezTo>
                <a:close/>
              </a:path>
            </a:pathLst>
          </a:custGeom>
          <a:solidFill>
            <a:schemeClr val="accent5"/>
          </a:solidFill>
          <a:ln>
            <a:noFill/>
          </a:ln>
          <a:effectLst/>
        </p:spPr>
        <p:txBody>
          <a:bodyPr wrap="none" anchor="ctr"/>
          <a:lstStyle/>
          <a:p>
            <a:pPr>
              <a:defRPr/>
            </a:pPr>
            <a:endParaRPr lang="en-US" sz="1800" dirty="0">
              <a:solidFill>
                <a:schemeClr val="tx1"/>
              </a:solidFill>
              <a:latin typeface="微软雅黑" panose="020B0503020204020204" charset="-122"/>
              <a:ea typeface="+mn-ea"/>
              <a:cs typeface="+mn-cs"/>
            </a:endParaRPr>
          </a:p>
        </p:txBody>
      </p:sp>
      <p:sp>
        <p:nvSpPr>
          <p:cNvPr id="126" name="Freeform 53"/>
          <p:cNvSpPr>
            <a:spLocks noChangeArrowheads="1"/>
          </p:cNvSpPr>
          <p:nvPr/>
        </p:nvSpPr>
        <p:spPr bwMode="auto">
          <a:xfrm>
            <a:off x="3559095" y="3508424"/>
            <a:ext cx="292024" cy="292100"/>
          </a:xfrm>
          <a:custGeom>
            <a:avLst/>
            <a:gdLst>
              <a:gd name="T0" fmla="*/ 208626 w 608"/>
              <a:gd name="T1" fmla="*/ 218715 h 609"/>
              <a:gd name="T2" fmla="*/ 0 w 608"/>
              <a:gd name="T3" fmla="*/ 208643 h 609"/>
              <a:gd name="T4" fmla="*/ 10089 w 608"/>
              <a:gd name="T5" fmla="*/ 28059 h 609"/>
              <a:gd name="T6" fmla="*/ 30267 w 608"/>
              <a:gd name="T7" fmla="*/ 38131 h 609"/>
              <a:gd name="T8" fmla="*/ 78910 w 608"/>
              <a:gd name="T9" fmla="*/ 38131 h 609"/>
              <a:gd name="T10" fmla="*/ 139804 w 608"/>
              <a:gd name="T11" fmla="*/ 28059 h 609"/>
              <a:gd name="T12" fmla="*/ 162865 w 608"/>
              <a:gd name="T13" fmla="*/ 61154 h 609"/>
              <a:gd name="T14" fmla="*/ 188448 w 608"/>
              <a:gd name="T15" fmla="*/ 28059 h 609"/>
              <a:gd name="T16" fmla="*/ 218715 w 608"/>
              <a:gd name="T17" fmla="*/ 38131 h 609"/>
              <a:gd name="T18" fmla="*/ 208626 w 608"/>
              <a:gd name="T19" fmla="*/ 218715 h 609"/>
              <a:gd name="T20" fmla="*/ 198537 w 608"/>
              <a:gd name="T21" fmla="*/ 81299 h 609"/>
              <a:gd name="T22" fmla="*/ 20178 w 608"/>
              <a:gd name="T23" fmla="*/ 198211 h 609"/>
              <a:gd name="T24" fmla="*/ 198537 w 608"/>
              <a:gd name="T25" fmla="*/ 81299 h 609"/>
              <a:gd name="T26" fmla="*/ 68461 w 608"/>
              <a:gd name="T27" fmla="*/ 152525 h 609"/>
              <a:gd name="T28" fmla="*/ 81432 w 608"/>
              <a:gd name="T29" fmla="*/ 142453 h 609"/>
              <a:gd name="T30" fmla="*/ 88999 w 608"/>
              <a:gd name="T31" fmla="*/ 134898 h 609"/>
              <a:gd name="T32" fmla="*/ 94044 w 608"/>
              <a:gd name="T33" fmla="*/ 126984 h 609"/>
              <a:gd name="T34" fmla="*/ 86477 w 608"/>
              <a:gd name="T35" fmla="*/ 116912 h 609"/>
              <a:gd name="T36" fmla="*/ 78910 w 608"/>
              <a:gd name="T37" fmla="*/ 121948 h 609"/>
              <a:gd name="T38" fmla="*/ 76388 w 608"/>
              <a:gd name="T39" fmla="*/ 129502 h 609"/>
              <a:gd name="T40" fmla="*/ 65939 w 608"/>
              <a:gd name="T41" fmla="*/ 121948 h 609"/>
              <a:gd name="T42" fmla="*/ 76388 w 608"/>
              <a:gd name="T43" fmla="*/ 106840 h 609"/>
              <a:gd name="T44" fmla="*/ 94044 w 608"/>
              <a:gd name="T45" fmla="*/ 106840 h 609"/>
              <a:gd name="T46" fmla="*/ 104493 w 608"/>
              <a:gd name="T47" fmla="*/ 116912 h 609"/>
              <a:gd name="T48" fmla="*/ 107015 w 608"/>
              <a:gd name="T49" fmla="*/ 132021 h 609"/>
              <a:gd name="T50" fmla="*/ 96566 w 608"/>
              <a:gd name="T51" fmla="*/ 144971 h 609"/>
              <a:gd name="T52" fmla="*/ 83955 w 608"/>
              <a:gd name="T53" fmla="*/ 152525 h 609"/>
              <a:gd name="T54" fmla="*/ 107015 w 608"/>
              <a:gd name="T55" fmla="*/ 157561 h 609"/>
              <a:gd name="T56" fmla="*/ 60894 w 608"/>
              <a:gd name="T57" fmla="*/ 167993 h 609"/>
              <a:gd name="T58" fmla="*/ 68461 w 608"/>
              <a:gd name="T59" fmla="*/ 152525 h 609"/>
              <a:gd name="T60" fmla="*/ 127193 w 608"/>
              <a:gd name="T61" fmla="*/ 157561 h 609"/>
              <a:gd name="T62" fmla="*/ 137282 w 608"/>
              <a:gd name="T63" fmla="*/ 157561 h 609"/>
              <a:gd name="T64" fmla="*/ 142327 w 608"/>
              <a:gd name="T65" fmla="*/ 152525 h 609"/>
              <a:gd name="T66" fmla="*/ 142327 w 608"/>
              <a:gd name="T67" fmla="*/ 142453 h 609"/>
              <a:gd name="T68" fmla="*/ 137282 w 608"/>
              <a:gd name="T69" fmla="*/ 137417 h 609"/>
              <a:gd name="T70" fmla="*/ 127193 w 608"/>
              <a:gd name="T71" fmla="*/ 137417 h 609"/>
              <a:gd name="T72" fmla="*/ 112060 w 608"/>
              <a:gd name="T73" fmla="*/ 142453 h 609"/>
              <a:gd name="T74" fmla="*/ 152776 w 608"/>
              <a:gd name="T75" fmla="*/ 106840 h 609"/>
              <a:gd name="T76" fmla="*/ 127193 w 608"/>
              <a:gd name="T77" fmla="*/ 116912 h 609"/>
              <a:gd name="T78" fmla="*/ 124671 w 608"/>
              <a:gd name="T79" fmla="*/ 132021 h 609"/>
              <a:gd name="T80" fmla="*/ 137282 w 608"/>
              <a:gd name="T81" fmla="*/ 126984 h 609"/>
              <a:gd name="T82" fmla="*/ 152776 w 608"/>
              <a:gd name="T83" fmla="*/ 132021 h 609"/>
              <a:gd name="T84" fmla="*/ 157820 w 608"/>
              <a:gd name="T85" fmla="*/ 147489 h 609"/>
              <a:gd name="T86" fmla="*/ 150254 w 608"/>
              <a:gd name="T87" fmla="*/ 162598 h 609"/>
              <a:gd name="T88" fmla="*/ 134760 w 608"/>
              <a:gd name="T89" fmla="*/ 170512 h 609"/>
              <a:gd name="T90" fmla="*/ 117104 w 608"/>
              <a:gd name="T91" fmla="*/ 165475 h 609"/>
              <a:gd name="T92" fmla="*/ 112060 w 608"/>
              <a:gd name="T93" fmla="*/ 150007 h 609"/>
              <a:gd name="T94" fmla="*/ 127193 w 608"/>
              <a:gd name="T95" fmla="*/ 157561 h 609"/>
              <a:gd name="T96" fmla="*/ 162865 w 608"/>
              <a:gd name="T97" fmla="*/ 48204 h 609"/>
              <a:gd name="T98" fmla="*/ 152776 w 608"/>
              <a:gd name="T99" fmla="*/ 10072 h 609"/>
              <a:gd name="T100" fmla="*/ 172954 w 608"/>
              <a:gd name="T101" fmla="*/ 10072 h 609"/>
              <a:gd name="T102" fmla="*/ 162865 w 608"/>
              <a:gd name="T103" fmla="*/ 48204 h 609"/>
              <a:gd name="T104" fmla="*/ 55850 w 608"/>
              <a:gd name="T105" fmla="*/ 48204 h 609"/>
              <a:gd name="T106" fmla="*/ 45761 w 608"/>
              <a:gd name="T107" fmla="*/ 10072 h 609"/>
              <a:gd name="T108" fmla="*/ 65939 w 608"/>
              <a:gd name="T109" fmla="*/ 10072 h 609"/>
              <a:gd name="T110" fmla="*/ 55850 w 608"/>
              <a:gd name="T111" fmla="*/ 48204 h 60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608" h="609">
                <a:moveTo>
                  <a:pt x="579" y="608"/>
                </a:moveTo>
                <a:lnTo>
                  <a:pt x="579" y="608"/>
                </a:lnTo>
                <a:cubicBezTo>
                  <a:pt x="28" y="608"/>
                  <a:pt x="28" y="608"/>
                  <a:pt x="28" y="608"/>
                </a:cubicBezTo>
                <a:cubicBezTo>
                  <a:pt x="14" y="608"/>
                  <a:pt x="0" y="594"/>
                  <a:pt x="0" y="580"/>
                </a:cubicBezTo>
                <a:cubicBezTo>
                  <a:pt x="0" y="106"/>
                  <a:pt x="0" y="106"/>
                  <a:pt x="0" y="106"/>
                </a:cubicBezTo>
                <a:cubicBezTo>
                  <a:pt x="0" y="92"/>
                  <a:pt x="14" y="78"/>
                  <a:pt x="28" y="78"/>
                </a:cubicBezTo>
                <a:cubicBezTo>
                  <a:pt x="84" y="78"/>
                  <a:pt x="84" y="78"/>
                  <a:pt x="84" y="78"/>
                </a:cubicBezTo>
                <a:cubicBezTo>
                  <a:pt x="84" y="106"/>
                  <a:pt x="84" y="106"/>
                  <a:pt x="84" y="106"/>
                </a:cubicBezTo>
                <a:cubicBezTo>
                  <a:pt x="84" y="141"/>
                  <a:pt x="120" y="170"/>
                  <a:pt x="155" y="170"/>
                </a:cubicBezTo>
                <a:cubicBezTo>
                  <a:pt x="190" y="170"/>
                  <a:pt x="219" y="141"/>
                  <a:pt x="219" y="106"/>
                </a:cubicBezTo>
                <a:cubicBezTo>
                  <a:pt x="219" y="78"/>
                  <a:pt x="219" y="78"/>
                  <a:pt x="219" y="78"/>
                </a:cubicBezTo>
                <a:cubicBezTo>
                  <a:pt x="388" y="78"/>
                  <a:pt x="388" y="78"/>
                  <a:pt x="388" y="78"/>
                </a:cubicBezTo>
                <a:cubicBezTo>
                  <a:pt x="388" y="106"/>
                  <a:pt x="388" y="106"/>
                  <a:pt x="388" y="106"/>
                </a:cubicBezTo>
                <a:cubicBezTo>
                  <a:pt x="388" y="141"/>
                  <a:pt x="417" y="170"/>
                  <a:pt x="452" y="170"/>
                </a:cubicBezTo>
                <a:cubicBezTo>
                  <a:pt x="487" y="170"/>
                  <a:pt x="523" y="141"/>
                  <a:pt x="523" y="106"/>
                </a:cubicBezTo>
                <a:cubicBezTo>
                  <a:pt x="523" y="78"/>
                  <a:pt x="523" y="78"/>
                  <a:pt x="523" y="78"/>
                </a:cubicBezTo>
                <a:cubicBezTo>
                  <a:pt x="579" y="78"/>
                  <a:pt x="579" y="78"/>
                  <a:pt x="579" y="78"/>
                </a:cubicBezTo>
                <a:cubicBezTo>
                  <a:pt x="593" y="78"/>
                  <a:pt x="607" y="92"/>
                  <a:pt x="607" y="106"/>
                </a:cubicBezTo>
                <a:cubicBezTo>
                  <a:pt x="607" y="580"/>
                  <a:pt x="607" y="580"/>
                  <a:pt x="607" y="580"/>
                </a:cubicBezTo>
                <a:cubicBezTo>
                  <a:pt x="607" y="594"/>
                  <a:pt x="593" y="608"/>
                  <a:pt x="579" y="608"/>
                </a:cubicBezTo>
                <a:close/>
                <a:moveTo>
                  <a:pt x="551" y="226"/>
                </a:moveTo>
                <a:lnTo>
                  <a:pt x="551" y="226"/>
                </a:lnTo>
                <a:cubicBezTo>
                  <a:pt x="56" y="226"/>
                  <a:pt x="56" y="226"/>
                  <a:pt x="56" y="226"/>
                </a:cubicBezTo>
                <a:cubicBezTo>
                  <a:pt x="56" y="551"/>
                  <a:pt x="56" y="551"/>
                  <a:pt x="56" y="551"/>
                </a:cubicBezTo>
                <a:cubicBezTo>
                  <a:pt x="551" y="551"/>
                  <a:pt x="551" y="551"/>
                  <a:pt x="551" y="551"/>
                </a:cubicBezTo>
                <a:lnTo>
                  <a:pt x="551" y="226"/>
                </a:lnTo>
                <a:close/>
                <a:moveTo>
                  <a:pt x="190" y="424"/>
                </a:moveTo>
                <a:lnTo>
                  <a:pt x="190" y="424"/>
                </a:lnTo>
                <a:cubicBezTo>
                  <a:pt x="190" y="417"/>
                  <a:pt x="197" y="410"/>
                  <a:pt x="205" y="410"/>
                </a:cubicBezTo>
                <a:cubicBezTo>
                  <a:pt x="212" y="403"/>
                  <a:pt x="219" y="396"/>
                  <a:pt x="226" y="396"/>
                </a:cubicBezTo>
                <a:cubicBezTo>
                  <a:pt x="233" y="389"/>
                  <a:pt x="233" y="389"/>
                  <a:pt x="240" y="382"/>
                </a:cubicBezTo>
                <a:cubicBezTo>
                  <a:pt x="240" y="382"/>
                  <a:pt x="247" y="382"/>
                  <a:pt x="247" y="375"/>
                </a:cubicBezTo>
                <a:cubicBezTo>
                  <a:pt x="254" y="375"/>
                  <a:pt x="254" y="367"/>
                  <a:pt x="261" y="367"/>
                </a:cubicBezTo>
                <a:cubicBezTo>
                  <a:pt x="261" y="360"/>
                  <a:pt x="261" y="353"/>
                  <a:pt x="261" y="353"/>
                </a:cubicBezTo>
                <a:cubicBezTo>
                  <a:pt x="261" y="339"/>
                  <a:pt x="261" y="339"/>
                  <a:pt x="254" y="332"/>
                </a:cubicBezTo>
                <a:cubicBezTo>
                  <a:pt x="254" y="325"/>
                  <a:pt x="247" y="325"/>
                  <a:pt x="240" y="325"/>
                </a:cubicBezTo>
                <a:cubicBezTo>
                  <a:pt x="233" y="325"/>
                  <a:pt x="226" y="325"/>
                  <a:pt x="226" y="325"/>
                </a:cubicBezTo>
                <a:cubicBezTo>
                  <a:pt x="219" y="332"/>
                  <a:pt x="219" y="332"/>
                  <a:pt x="219" y="339"/>
                </a:cubicBezTo>
                <a:cubicBezTo>
                  <a:pt x="212" y="339"/>
                  <a:pt x="212" y="346"/>
                  <a:pt x="212" y="353"/>
                </a:cubicBezTo>
                <a:lnTo>
                  <a:pt x="212" y="360"/>
                </a:lnTo>
                <a:cubicBezTo>
                  <a:pt x="176" y="360"/>
                  <a:pt x="176" y="360"/>
                  <a:pt x="176" y="360"/>
                </a:cubicBezTo>
                <a:cubicBezTo>
                  <a:pt x="176" y="353"/>
                  <a:pt x="176" y="346"/>
                  <a:pt x="183" y="339"/>
                </a:cubicBezTo>
                <a:cubicBezTo>
                  <a:pt x="183" y="325"/>
                  <a:pt x="183" y="318"/>
                  <a:pt x="190" y="311"/>
                </a:cubicBezTo>
                <a:cubicBezTo>
                  <a:pt x="197" y="311"/>
                  <a:pt x="205" y="304"/>
                  <a:pt x="212" y="297"/>
                </a:cubicBezTo>
                <a:cubicBezTo>
                  <a:pt x="219" y="297"/>
                  <a:pt x="226" y="297"/>
                  <a:pt x="240" y="297"/>
                </a:cubicBezTo>
                <a:cubicBezTo>
                  <a:pt x="247" y="297"/>
                  <a:pt x="254" y="297"/>
                  <a:pt x="261" y="297"/>
                </a:cubicBezTo>
                <a:cubicBezTo>
                  <a:pt x="268" y="304"/>
                  <a:pt x="275" y="304"/>
                  <a:pt x="282" y="311"/>
                </a:cubicBezTo>
                <a:cubicBezTo>
                  <a:pt x="282" y="311"/>
                  <a:pt x="290" y="318"/>
                  <a:pt x="290" y="325"/>
                </a:cubicBezTo>
                <a:cubicBezTo>
                  <a:pt x="297" y="332"/>
                  <a:pt x="297" y="339"/>
                  <a:pt x="297" y="346"/>
                </a:cubicBezTo>
                <a:cubicBezTo>
                  <a:pt x="297" y="353"/>
                  <a:pt x="297" y="367"/>
                  <a:pt x="297" y="367"/>
                </a:cubicBezTo>
                <a:cubicBezTo>
                  <a:pt x="290" y="375"/>
                  <a:pt x="290" y="382"/>
                  <a:pt x="282" y="389"/>
                </a:cubicBezTo>
                <a:cubicBezTo>
                  <a:pt x="275" y="389"/>
                  <a:pt x="275" y="396"/>
                  <a:pt x="268" y="403"/>
                </a:cubicBezTo>
                <a:cubicBezTo>
                  <a:pt x="261" y="403"/>
                  <a:pt x="254" y="410"/>
                  <a:pt x="247" y="410"/>
                </a:cubicBezTo>
                <a:cubicBezTo>
                  <a:pt x="240" y="417"/>
                  <a:pt x="240" y="417"/>
                  <a:pt x="233" y="424"/>
                </a:cubicBezTo>
                <a:cubicBezTo>
                  <a:pt x="226" y="431"/>
                  <a:pt x="219" y="431"/>
                  <a:pt x="219" y="438"/>
                </a:cubicBezTo>
                <a:cubicBezTo>
                  <a:pt x="297" y="438"/>
                  <a:pt x="297" y="438"/>
                  <a:pt x="297" y="438"/>
                </a:cubicBezTo>
                <a:cubicBezTo>
                  <a:pt x="297" y="467"/>
                  <a:pt x="297" y="467"/>
                  <a:pt x="297" y="467"/>
                </a:cubicBezTo>
                <a:cubicBezTo>
                  <a:pt x="169" y="467"/>
                  <a:pt x="169" y="467"/>
                  <a:pt x="169" y="467"/>
                </a:cubicBezTo>
                <a:cubicBezTo>
                  <a:pt x="169" y="460"/>
                  <a:pt x="176" y="452"/>
                  <a:pt x="176" y="445"/>
                </a:cubicBezTo>
                <a:cubicBezTo>
                  <a:pt x="176" y="438"/>
                  <a:pt x="183" y="431"/>
                  <a:pt x="190" y="424"/>
                </a:cubicBezTo>
                <a:close/>
                <a:moveTo>
                  <a:pt x="353" y="438"/>
                </a:moveTo>
                <a:lnTo>
                  <a:pt x="353" y="438"/>
                </a:lnTo>
                <a:cubicBezTo>
                  <a:pt x="360" y="445"/>
                  <a:pt x="360" y="445"/>
                  <a:pt x="374" y="445"/>
                </a:cubicBezTo>
                <a:cubicBezTo>
                  <a:pt x="374" y="445"/>
                  <a:pt x="381" y="445"/>
                  <a:pt x="381" y="438"/>
                </a:cubicBezTo>
                <a:cubicBezTo>
                  <a:pt x="388" y="438"/>
                  <a:pt x="388" y="438"/>
                  <a:pt x="395" y="431"/>
                </a:cubicBezTo>
                <a:lnTo>
                  <a:pt x="395" y="424"/>
                </a:lnTo>
                <a:cubicBezTo>
                  <a:pt x="403" y="417"/>
                  <a:pt x="403" y="417"/>
                  <a:pt x="403" y="410"/>
                </a:cubicBezTo>
                <a:cubicBezTo>
                  <a:pt x="403" y="410"/>
                  <a:pt x="403" y="403"/>
                  <a:pt x="395" y="396"/>
                </a:cubicBezTo>
                <a:lnTo>
                  <a:pt x="395" y="389"/>
                </a:lnTo>
                <a:cubicBezTo>
                  <a:pt x="388" y="389"/>
                  <a:pt x="388" y="382"/>
                  <a:pt x="381" y="382"/>
                </a:cubicBezTo>
                <a:lnTo>
                  <a:pt x="374" y="382"/>
                </a:lnTo>
                <a:cubicBezTo>
                  <a:pt x="367" y="382"/>
                  <a:pt x="360" y="382"/>
                  <a:pt x="353" y="382"/>
                </a:cubicBezTo>
                <a:cubicBezTo>
                  <a:pt x="353" y="382"/>
                  <a:pt x="346" y="389"/>
                  <a:pt x="346" y="396"/>
                </a:cubicBezTo>
                <a:cubicBezTo>
                  <a:pt x="311" y="396"/>
                  <a:pt x="311" y="396"/>
                  <a:pt x="311" y="396"/>
                </a:cubicBezTo>
                <a:cubicBezTo>
                  <a:pt x="332" y="297"/>
                  <a:pt x="332" y="297"/>
                  <a:pt x="332" y="297"/>
                </a:cubicBezTo>
                <a:cubicBezTo>
                  <a:pt x="424" y="297"/>
                  <a:pt x="424" y="297"/>
                  <a:pt x="424" y="297"/>
                </a:cubicBezTo>
                <a:cubicBezTo>
                  <a:pt x="424" y="325"/>
                  <a:pt x="424" y="325"/>
                  <a:pt x="424" y="325"/>
                </a:cubicBezTo>
                <a:cubicBezTo>
                  <a:pt x="353" y="325"/>
                  <a:pt x="353" y="325"/>
                  <a:pt x="353" y="325"/>
                </a:cubicBezTo>
                <a:cubicBezTo>
                  <a:pt x="346" y="367"/>
                  <a:pt x="346" y="367"/>
                  <a:pt x="346" y="367"/>
                </a:cubicBezTo>
                <a:cubicBezTo>
                  <a:pt x="353" y="360"/>
                  <a:pt x="360" y="360"/>
                  <a:pt x="367" y="353"/>
                </a:cubicBezTo>
                <a:cubicBezTo>
                  <a:pt x="367" y="353"/>
                  <a:pt x="374" y="353"/>
                  <a:pt x="381" y="353"/>
                </a:cubicBezTo>
                <a:cubicBezTo>
                  <a:pt x="388" y="353"/>
                  <a:pt x="395" y="353"/>
                  <a:pt x="403" y="360"/>
                </a:cubicBezTo>
                <a:cubicBezTo>
                  <a:pt x="410" y="360"/>
                  <a:pt x="417" y="367"/>
                  <a:pt x="424" y="367"/>
                </a:cubicBezTo>
                <a:cubicBezTo>
                  <a:pt x="424" y="375"/>
                  <a:pt x="431" y="382"/>
                  <a:pt x="431" y="389"/>
                </a:cubicBezTo>
                <a:cubicBezTo>
                  <a:pt x="438" y="396"/>
                  <a:pt x="438" y="403"/>
                  <a:pt x="438" y="410"/>
                </a:cubicBezTo>
                <a:cubicBezTo>
                  <a:pt x="438" y="417"/>
                  <a:pt x="431" y="431"/>
                  <a:pt x="431" y="438"/>
                </a:cubicBezTo>
                <a:cubicBezTo>
                  <a:pt x="424" y="445"/>
                  <a:pt x="424" y="452"/>
                  <a:pt x="417" y="452"/>
                </a:cubicBezTo>
                <a:cubicBezTo>
                  <a:pt x="410" y="460"/>
                  <a:pt x="403" y="467"/>
                  <a:pt x="395" y="467"/>
                </a:cubicBezTo>
                <a:cubicBezTo>
                  <a:pt x="388" y="474"/>
                  <a:pt x="381" y="474"/>
                  <a:pt x="374" y="474"/>
                </a:cubicBezTo>
                <a:cubicBezTo>
                  <a:pt x="360" y="474"/>
                  <a:pt x="353" y="474"/>
                  <a:pt x="346" y="467"/>
                </a:cubicBezTo>
                <a:cubicBezTo>
                  <a:pt x="339" y="467"/>
                  <a:pt x="332" y="467"/>
                  <a:pt x="325" y="460"/>
                </a:cubicBezTo>
                <a:cubicBezTo>
                  <a:pt x="325" y="452"/>
                  <a:pt x="318" y="452"/>
                  <a:pt x="311" y="445"/>
                </a:cubicBezTo>
                <a:cubicBezTo>
                  <a:pt x="311" y="438"/>
                  <a:pt x="311" y="424"/>
                  <a:pt x="311" y="417"/>
                </a:cubicBezTo>
                <a:cubicBezTo>
                  <a:pt x="346" y="417"/>
                  <a:pt x="346" y="417"/>
                  <a:pt x="346" y="417"/>
                </a:cubicBezTo>
                <a:cubicBezTo>
                  <a:pt x="346" y="424"/>
                  <a:pt x="346" y="431"/>
                  <a:pt x="353" y="438"/>
                </a:cubicBezTo>
                <a:close/>
                <a:moveTo>
                  <a:pt x="452" y="134"/>
                </a:moveTo>
                <a:lnTo>
                  <a:pt x="452" y="134"/>
                </a:lnTo>
                <a:cubicBezTo>
                  <a:pt x="438" y="134"/>
                  <a:pt x="424" y="120"/>
                  <a:pt x="424" y="106"/>
                </a:cubicBezTo>
                <a:cubicBezTo>
                  <a:pt x="424" y="28"/>
                  <a:pt x="424" y="28"/>
                  <a:pt x="424" y="28"/>
                </a:cubicBezTo>
                <a:cubicBezTo>
                  <a:pt x="424" y="14"/>
                  <a:pt x="438" y="0"/>
                  <a:pt x="452" y="0"/>
                </a:cubicBezTo>
                <a:cubicBezTo>
                  <a:pt x="473" y="0"/>
                  <a:pt x="480" y="14"/>
                  <a:pt x="480" y="28"/>
                </a:cubicBezTo>
                <a:cubicBezTo>
                  <a:pt x="480" y="106"/>
                  <a:pt x="480" y="106"/>
                  <a:pt x="480" y="106"/>
                </a:cubicBezTo>
                <a:cubicBezTo>
                  <a:pt x="480" y="120"/>
                  <a:pt x="473" y="134"/>
                  <a:pt x="452" y="134"/>
                </a:cubicBezTo>
                <a:close/>
                <a:moveTo>
                  <a:pt x="155" y="134"/>
                </a:moveTo>
                <a:lnTo>
                  <a:pt x="155" y="134"/>
                </a:lnTo>
                <a:cubicBezTo>
                  <a:pt x="134" y="134"/>
                  <a:pt x="127" y="120"/>
                  <a:pt x="127" y="106"/>
                </a:cubicBezTo>
                <a:cubicBezTo>
                  <a:pt x="127" y="28"/>
                  <a:pt x="127" y="28"/>
                  <a:pt x="127" y="28"/>
                </a:cubicBezTo>
                <a:cubicBezTo>
                  <a:pt x="127" y="14"/>
                  <a:pt x="134" y="0"/>
                  <a:pt x="155" y="0"/>
                </a:cubicBezTo>
                <a:cubicBezTo>
                  <a:pt x="169" y="0"/>
                  <a:pt x="183" y="14"/>
                  <a:pt x="183" y="28"/>
                </a:cubicBezTo>
                <a:cubicBezTo>
                  <a:pt x="183" y="106"/>
                  <a:pt x="183" y="106"/>
                  <a:pt x="183" y="106"/>
                </a:cubicBezTo>
                <a:cubicBezTo>
                  <a:pt x="183" y="120"/>
                  <a:pt x="169" y="134"/>
                  <a:pt x="155" y="134"/>
                </a:cubicBezTo>
                <a:close/>
              </a:path>
            </a:pathLst>
          </a:custGeom>
          <a:solidFill>
            <a:schemeClr val="accent4"/>
          </a:solidFill>
          <a:ln>
            <a:noFill/>
          </a:ln>
        </p:spPr>
        <p:txBody>
          <a:bodyPr wrap="none" anchor="ctr"/>
          <a:lstStyle/>
          <a:p>
            <a:endParaRPr lang="en-US" sz="1800" dirty="0">
              <a:solidFill>
                <a:schemeClr val="tx1"/>
              </a:solidFill>
              <a:latin typeface="微软雅黑" panose="020B0503020204020204" charset="-122"/>
            </a:endParaRPr>
          </a:p>
        </p:txBody>
      </p:sp>
      <p:sp>
        <p:nvSpPr>
          <p:cNvPr id="127" name="Freeform 283"/>
          <p:cNvSpPr>
            <a:spLocks noChangeArrowheads="1"/>
          </p:cNvSpPr>
          <p:nvPr/>
        </p:nvSpPr>
        <p:spPr bwMode="auto">
          <a:xfrm>
            <a:off x="925455" y="4375400"/>
            <a:ext cx="319307" cy="319328"/>
          </a:xfrm>
          <a:custGeom>
            <a:avLst/>
            <a:gdLst>
              <a:gd name="T0" fmla="*/ 1989 w 1999"/>
              <a:gd name="T1" fmla="*/ 933 h 1999"/>
              <a:gd name="T2" fmla="*/ 1065 w 1999"/>
              <a:gd name="T3" fmla="*/ 0 h 1999"/>
              <a:gd name="T4" fmla="*/ 933 w 1999"/>
              <a:gd name="T5" fmla="*/ 0 h 1999"/>
              <a:gd name="T6" fmla="*/ 0 w 1999"/>
              <a:gd name="T7" fmla="*/ 933 h 1999"/>
              <a:gd name="T8" fmla="*/ 9 w 1999"/>
              <a:gd name="T9" fmla="*/ 1065 h 1999"/>
              <a:gd name="T10" fmla="*/ 933 w 1999"/>
              <a:gd name="T11" fmla="*/ 1998 h 1999"/>
              <a:gd name="T12" fmla="*/ 1065 w 1999"/>
              <a:gd name="T13" fmla="*/ 1989 h 1999"/>
              <a:gd name="T14" fmla="*/ 1998 w 1999"/>
              <a:gd name="T15" fmla="*/ 1065 h 1999"/>
              <a:gd name="T16" fmla="*/ 1989 w 1999"/>
              <a:gd name="T17" fmla="*/ 933 h 1999"/>
              <a:gd name="T18" fmla="*/ 628 w 1999"/>
              <a:gd name="T19" fmla="*/ 217 h 1999"/>
              <a:gd name="T20" fmla="*/ 271 w 1999"/>
              <a:gd name="T21" fmla="*/ 532 h 1999"/>
              <a:gd name="T22" fmla="*/ 201 w 1999"/>
              <a:gd name="T23" fmla="*/ 663 h 1999"/>
              <a:gd name="T24" fmla="*/ 436 w 1999"/>
              <a:gd name="T25" fmla="*/ 663 h 1999"/>
              <a:gd name="T26" fmla="*/ 139 w 1999"/>
              <a:gd name="T27" fmla="*/ 933 h 1999"/>
              <a:gd name="T28" fmla="*/ 139 w 1999"/>
              <a:gd name="T29" fmla="*/ 1065 h 1999"/>
              <a:gd name="T30" fmla="*/ 401 w 1999"/>
              <a:gd name="T31" fmla="*/ 1065 h 1999"/>
              <a:gd name="T32" fmla="*/ 201 w 1999"/>
              <a:gd name="T33" fmla="*/ 1325 h 1999"/>
              <a:gd name="T34" fmla="*/ 271 w 1999"/>
              <a:gd name="T35" fmla="*/ 1465 h 1999"/>
              <a:gd name="T36" fmla="*/ 471 w 1999"/>
              <a:gd name="T37" fmla="*/ 1465 h 1999"/>
              <a:gd name="T38" fmla="*/ 271 w 1999"/>
              <a:gd name="T39" fmla="*/ 1465 h 1999"/>
              <a:gd name="T40" fmla="*/ 933 w 1999"/>
              <a:gd name="T41" fmla="*/ 1849 h 1999"/>
              <a:gd name="T42" fmla="*/ 933 w 1999"/>
              <a:gd name="T43" fmla="*/ 1465 h 1999"/>
              <a:gd name="T44" fmla="*/ 933 w 1999"/>
              <a:gd name="T45" fmla="*/ 1325 h 1999"/>
              <a:gd name="T46" fmla="*/ 568 w 1999"/>
              <a:gd name="T47" fmla="*/ 1325 h 1999"/>
              <a:gd name="T48" fmla="*/ 933 w 1999"/>
              <a:gd name="T49" fmla="*/ 1065 h 1999"/>
              <a:gd name="T50" fmla="*/ 933 w 1999"/>
              <a:gd name="T51" fmla="*/ 933 h 1999"/>
              <a:gd name="T52" fmla="*/ 533 w 1999"/>
              <a:gd name="T53" fmla="*/ 933 h 1999"/>
              <a:gd name="T54" fmla="*/ 933 w 1999"/>
              <a:gd name="T55" fmla="*/ 663 h 1999"/>
              <a:gd name="T56" fmla="*/ 933 w 1999"/>
              <a:gd name="T57" fmla="*/ 532 h 1999"/>
              <a:gd name="T58" fmla="*/ 611 w 1999"/>
              <a:gd name="T59" fmla="*/ 532 h 1999"/>
              <a:gd name="T60" fmla="*/ 933 w 1999"/>
              <a:gd name="T61" fmla="*/ 532 h 1999"/>
              <a:gd name="T62" fmla="*/ 1728 w 1999"/>
              <a:gd name="T63" fmla="*/ 532 h 1999"/>
              <a:gd name="T64" fmla="*/ 1370 w 1999"/>
              <a:gd name="T65" fmla="*/ 217 h 1999"/>
              <a:gd name="T66" fmla="*/ 1065 w 1999"/>
              <a:gd name="T67" fmla="*/ 139 h 1999"/>
              <a:gd name="T68" fmla="*/ 1387 w 1999"/>
              <a:gd name="T69" fmla="*/ 532 h 1999"/>
              <a:gd name="T70" fmla="*/ 1065 w 1999"/>
              <a:gd name="T71" fmla="*/ 139 h 1999"/>
              <a:gd name="T72" fmla="*/ 1065 w 1999"/>
              <a:gd name="T73" fmla="*/ 663 h 1999"/>
              <a:gd name="T74" fmla="*/ 1466 w 1999"/>
              <a:gd name="T75" fmla="*/ 933 h 1999"/>
              <a:gd name="T76" fmla="*/ 1065 w 1999"/>
              <a:gd name="T77" fmla="*/ 663 h 1999"/>
              <a:gd name="T78" fmla="*/ 1065 w 1999"/>
              <a:gd name="T79" fmla="*/ 1065 h 1999"/>
              <a:gd name="T80" fmla="*/ 1430 w 1999"/>
              <a:gd name="T81" fmla="*/ 1325 h 1999"/>
              <a:gd name="T82" fmla="*/ 1065 w 1999"/>
              <a:gd name="T83" fmla="*/ 1065 h 1999"/>
              <a:gd name="T84" fmla="*/ 1065 w 1999"/>
              <a:gd name="T85" fmla="*/ 1849 h 1999"/>
              <a:gd name="T86" fmla="*/ 1387 w 1999"/>
              <a:gd name="T87" fmla="*/ 1465 h 1999"/>
              <a:gd name="T88" fmla="*/ 1370 w 1999"/>
              <a:gd name="T89" fmla="*/ 1779 h 1999"/>
              <a:gd name="T90" fmla="*/ 1527 w 1999"/>
              <a:gd name="T91" fmla="*/ 1465 h 1999"/>
              <a:gd name="T92" fmla="*/ 1370 w 1999"/>
              <a:gd name="T93" fmla="*/ 1779 h 1999"/>
              <a:gd name="T94" fmla="*/ 1798 w 1999"/>
              <a:gd name="T95" fmla="*/ 1325 h 1999"/>
              <a:gd name="T96" fmla="*/ 1596 w 1999"/>
              <a:gd name="T97" fmla="*/ 1065 h 1999"/>
              <a:gd name="T98" fmla="*/ 1798 w 1999"/>
              <a:gd name="T99" fmla="*/ 1325 h 1999"/>
              <a:gd name="T100" fmla="*/ 1596 w 1999"/>
              <a:gd name="T101" fmla="*/ 933 h 1999"/>
              <a:gd name="T102" fmla="*/ 1798 w 1999"/>
              <a:gd name="T103" fmla="*/ 663 h 1999"/>
              <a:gd name="T104" fmla="*/ 1596 w 1999"/>
              <a:gd name="T105" fmla="*/ 933 h 1999"/>
              <a:gd name="T106" fmla="*/ 1596 w 1999"/>
              <a:gd name="T107" fmla="*/ 933 h 19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99" h="1999">
                <a:moveTo>
                  <a:pt x="1989" y="933"/>
                </a:moveTo>
                <a:lnTo>
                  <a:pt x="1989" y="933"/>
                </a:lnTo>
                <a:cubicBezTo>
                  <a:pt x="1963" y="436"/>
                  <a:pt x="1561" y="35"/>
                  <a:pt x="1065" y="0"/>
                </a:cubicBezTo>
                <a:lnTo>
                  <a:pt x="1065" y="0"/>
                </a:lnTo>
                <a:cubicBezTo>
                  <a:pt x="933" y="0"/>
                  <a:pt x="933" y="0"/>
                  <a:pt x="933" y="0"/>
                </a:cubicBezTo>
                <a:lnTo>
                  <a:pt x="933" y="0"/>
                </a:lnTo>
                <a:cubicBezTo>
                  <a:pt x="436" y="35"/>
                  <a:pt x="36" y="436"/>
                  <a:pt x="9" y="933"/>
                </a:cubicBezTo>
                <a:cubicBezTo>
                  <a:pt x="0" y="933"/>
                  <a:pt x="0" y="933"/>
                  <a:pt x="0" y="933"/>
                </a:cubicBezTo>
                <a:cubicBezTo>
                  <a:pt x="0" y="1065"/>
                  <a:pt x="0" y="1065"/>
                  <a:pt x="0" y="1065"/>
                </a:cubicBezTo>
                <a:cubicBezTo>
                  <a:pt x="9" y="1065"/>
                  <a:pt x="9" y="1065"/>
                  <a:pt x="9" y="1065"/>
                </a:cubicBezTo>
                <a:cubicBezTo>
                  <a:pt x="36" y="1560"/>
                  <a:pt x="436" y="1962"/>
                  <a:pt x="933" y="1989"/>
                </a:cubicBezTo>
                <a:cubicBezTo>
                  <a:pt x="933" y="1998"/>
                  <a:pt x="933" y="1998"/>
                  <a:pt x="933" y="1998"/>
                </a:cubicBezTo>
                <a:cubicBezTo>
                  <a:pt x="1065" y="1998"/>
                  <a:pt x="1065" y="1998"/>
                  <a:pt x="1065" y="1998"/>
                </a:cubicBezTo>
                <a:cubicBezTo>
                  <a:pt x="1065" y="1989"/>
                  <a:pt x="1065" y="1989"/>
                  <a:pt x="1065" y="1989"/>
                </a:cubicBezTo>
                <a:cubicBezTo>
                  <a:pt x="1561" y="1962"/>
                  <a:pt x="1963" y="1560"/>
                  <a:pt x="1989" y="1065"/>
                </a:cubicBezTo>
                <a:cubicBezTo>
                  <a:pt x="1998" y="1065"/>
                  <a:pt x="1998" y="1065"/>
                  <a:pt x="1998" y="1065"/>
                </a:cubicBezTo>
                <a:cubicBezTo>
                  <a:pt x="1998" y="933"/>
                  <a:pt x="1998" y="933"/>
                  <a:pt x="1998" y="933"/>
                </a:cubicBezTo>
                <a:lnTo>
                  <a:pt x="1989" y="933"/>
                </a:lnTo>
                <a:close/>
                <a:moveTo>
                  <a:pt x="628" y="217"/>
                </a:moveTo>
                <a:lnTo>
                  <a:pt x="628" y="217"/>
                </a:lnTo>
                <a:cubicBezTo>
                  <a:pt x="568" y="306"/>
                  <a:pt x="506" y="409"/>
                  <a:pt x="471" y="532"/>
                </a:cubicBezTo>
                <a:cubicBezTo>
                  <a:pt x="271" y="532"/>
                  <a:pt x="271" y="532"/>
                  <a:pt x="271" y="532"/>
                </a:cubicBezTo>
                <a:cubicBezTo>
                  <a:pt x="358" y="401"/>
                  <a:pt x="479" y="287"/>
                  <a:pt x="628" y="217"/>
                </a:cubicBezTo>
                <a:close/>
                <a:moveTo>
                  <a:pt x="201" y="663"/>
                </a:moveTo>
                <a:lnTo>
                  <a:pt x="201" y="663"/>
                </a:lnTo>
                <a:cubicBezTo>
                  <a:pt x="436" y="663"/>
                  <a:pt x="436" y="663"/>
                  <a:pt x="436" y="663"/>
                </a:cubicBezTo>
                <a:cubicBezTo>
                  <a:pt x="419" y="749"/>
                  <a:pt x="409" y="838"/>
                  <a:pt x="401" y="933"/>
                </a:cubicBezTo>
                <a:cubicBezTo>
                  <a:pt x="139" y="933"/>
                  <a:pt x="139" y="933"/>
                  <a:pt x="139" y="933"/>
                </a:cubicBezTo>
                <a:cubicBezTo>
                  <a:pt x="149" y="838"/>
                  <a:pt x="166" y="749"/>
                  <a:pt x="201" y="663"/>
                </a:cubicBezTo>
                <a:close/>
                <a:moveTo>
                  <a:pt x="139" y="1065"/>
                </a:moveTo>
                <a:lnTo>
                  <a:pt x="139" y="1065"/>
                </a:lnTo>
                <a:cubicBezTo>
                  <a:pt x="401" y="1065"/>
                  <a:pt x="401" y="1065"/>
                  <a:pt x="401" y="1065"/>
                </a:cubicBezTo>
                <a:cubicBezTo>
                  <a:pt x="409" y="1160"/>
                  <a:pt x="419" y="1247"/>
                  <a:pt x="436" y="1325"/>
                </a:cubicBezTo>
                <a:cubicBezTo>
                  <a:pt x="201" y="1325"/>
                  <a:pt x="201" y="1325"/>
                  <a:pt x="201" y="1325"/>
                </a:cubicBezTo>
                <a:cubicBezTo>
                  <a:pt x="166" y="1247"/>
                  <a:pt x="149" y="1160"/>
                  <a:pt x="139" y="1065"/>
                </a:cubicBezTo>
                <a:close/>
                <a:moveTo>
                  <a:pt x="271" y="1465"/>
                </a:moveTo>
                <a:lnTo>
                  <a:pt x="271" y="1465"/>
                </a:lnTo>
                <a:cubicBezTo>
                  <a:pt x="471" y="1465"/>
                  <a:pt x="471" y="1465"/>
                  <a:pt x="471" y="1465"/>
                </a:cubicBezTo>
                <a:cubicBezTo>
                  <a:pt x="506" y="1587"/>
                  <a:pt x="558" y="1692"/>
                  <a:pt x="628" y="1779"/>
                </a:cubicBezTo>
                <a:cubicBezTo>
                  <a:pt x="479" y="1709"/>
                  <a:pt x="358" y="1595"/>
                  <a:pt x="271" y="1465"/>
                </a:cubicBezTo>
                <a:close/>
                <a:moveTo>
                  <a:pt x="933" y="1849"/>
                </a:moveTo>
                <a:lnTo>
                  <a:pt x="933" y="1849"/>
                </a:lnTo>
                <a:cubicBezTo>
                  <a:pt x="793" y="1814"/>
                  <a:pt x="680" y="1665"/>
                  <a:pt x="611" y="1465"/>
                </a:cubicBezTo>
                <a:cubicBezTo>
                  <a:pt x="933" y="1465"/>
                  <a:pt x="933" y="1465"/>
                  <a:pt x="933" y="1465"/>
                </a:cubicBezTo>
                <a:lnTo>
                  <a:pt x="933" y="1849"/>
                </a:lnTo>
                <a:close/>
                <a:moveTo>
                  <a:pt x="933" y="1325"/>
                </a:moveTo>
                <a:lnTo>
                  <a:pt x="933" y="1325"/>
                </a:lnTo>
                <a:cubicBezTo>
                  <a:pt x="568" y="1325"/>
                  <a:pt x="568" y="1325"/>
                  <a:pt x="568" y="1325"/>
                </a:cubicBezTo>
                <a:cubicBezTo>
                  <a:pt x="549" y="1247"/>
                  <a:pt x="541" y="1160"/>
                  <a:pt x="533" y="1065"/>
                </a:cubicBezTo>
                <a:cubicBezTo>
                  <a:pt x="933" y="1065"/>
                  <a:pt x="933" y="1065"/>
                  <a:pt x="933" y="1065"/>
                </a:cubicBezTo>
                <a:lnTo>
                  <a:pt x="933" y="1325"/>
                </a:lnTo>
                <a:close/>
                <a:moveTo>
                  <a:pt x="933" y="933"/>
                </a:moveTo>
                <a:lnTo>
                  <a:pt x="933" y="933"/>
                </a:lnTo>
                <a:cubicBezTo>
                  <a:pt x="533" y="933"/>
                  <a:pt x="533" y="933"/>
                  <a:pt x="533" y="933"/>
                </a:cubicBezTo>
                <a:cubicBezTo>
                  <a:pt x="541" y="838"/>
                  <a:pt x="549" y="749"/>
                  <a:pt x="568" y="663"/>
                </a:cubicBezTo>
                <a:cubicBezTo>
                  <a:pt x="933" y="663"/>
                  <a:pt x="933" y="663"/>
                  <a:pt x="933" y="663"/>
                </a:cubicBezTo>
                <a:lnTo>
                  <a:pt x="933" y="933"/>
                </a:lnTo>
                <a:close/>
                <a:moveTo>
                  <a:pt x="933" y="532"/>
                </a:moveTo>
                <a:lnTo>
                  <a:pt x="933" y="532"/>
                </a:lnTo>
                <a:cubicBezTo>
                  <a:pt x="611" y="532"/>
                  <a:pt x="611" y="532"/>
                  <a:pt x="611" y="532"/>
                </a:cubicBezTo>
                <a:cubicBezTo>
                  <a:pt x="680" y="322"/>
                  <a:pt x="793" y="184"/>
                  <a:pt x="933" y="139"/>
                </a:cubicBezTo>
                <a:lnTo>
                  <a:pt x="933" y="532"/>
                </a:lnTo>
                <a:close/>
                <a:moveTo>
                  <a:pt x="1728" y="532"/>
                </a:moveTo>
                <a:lnTo>
                  <a:pt x="1728" y="532"/>
                </a:lnTo>
                <a:cubicBezTo>
                  <a:pt x="1527" y="532"/>
                  <a:pt x="1527" y="532"/>
                  <a:pt x="1527" y="532"/>
                </a:cubicBezTo>
                <a:cubicBezTo>
                  <a:pt x="1492" y="409"/>
                  <a:pt x="1439" y="306"/>
                  <a:pt x="1370" y="217"/>
                </a:cubicBezTo>
                <a:cubicBezTo>
                  <a:pt x="1517" y="287"/>
                  <a:pt x="1641" y="401"/>
                  <a:pt x="1728" y="532"/>
                </a:cubicBezTo>
                <a:close/>
                <a:moveTo>
                  <a:pt x="1065" y="139"/>
                </a:moveTo>
                <a:lnTo>
                  <a:pt x="1065" y="139"/>
                </a:lnTo>
                <a:cubicBezTo>
                  <a:pt x="1204" y="184"/>
                  <a:pt x="1317" y="322"/>
                  <a:pt x="1387" y="532"/>
                </a:cubicBezTo>
                <a:cubicBezTo>
                  <a:pt x="1065" y="532"/>
                  <a:pt x="1065" y="532"/>
                  <a:pt x="1065" y="532"/>
                </a:cubicBezTo>
                <a:lnTo>
                  <a:pt x="1065" y="139"/>
                </a:lnTo>
                <a:close/>
                <a:moveTo>
                  <a:pt x="1065" y="663"/>
                </a:moveTo>
                <a:lnTo>
                  <a:pt x="1065" y="663"/>
                </a:lnTo>
                <a:cubicBezTo>
                  <a:pt x="1430" y="663"/>
                  <a:pt x="1430" y="663"/>
                  <a:pt x="1430" y="663"/>
                </a:cubicBezTo>
                <a:cubicBezTo>
                  <a:pt x="1449" y="749"/>
                  <a:pt x="1457" y="838"/>
                  <a:pt x="1466" y="933"/>
                </a:cubicBezTo>
                <a:cubicBezTo>
                  <a:pt x="1065" y="933"/>
                  <a:pt x="1065" y="933"/>
                  <a:pt x="1065" y="933"/>
                </a:cubicBezTo>
                <a:lnTo>
                  <a:pt x="1065" y="663"/>
                </a:lnTo>
                <a:close/>
                <a:moveTo>
                  <a:pt x="1065" y="1065"/>
                </a:moveTo>
                <a:lnTo>
                  <a:pt x="1065" y="1065"/>
                </a:lnTo>
                <a:cubicBezTo>
                  <a:pt x="1466" y="1065"/>
                  <a:pt x="1466" y="1065"/>
                  <a:pt x="1466" y="1065"/>
                </a:cubicBezTo>
                <a:cubicBezTo>
                  <a:pt x="1457" y="1160"/>
                  <a:pt x="1449" y="1247"/>
                  <a:pt x="1430" y="1325"/>
                </a:cubicBezTo>
                <a:cubicBezTo>
                  <a:pt x="1065" y="1325"/>
                  <a:pt x="1065" y="1325"/>
                  <a:pt x="1065" y="1325"/>
                </a:cubicBezTo>
                <a:lnTo>
                  <a:pt x="1065" y="1065"/>
                </a:lnTo>
                <a:close/>
                <a:moveTo>
                  <a:pt x="1065" y="1849"/>
                </a:moveTo>
                <a:lnTo>
                  <a:pt x="1065" y="1849"/>
                </a:lnTo>
                <a:cubicBezTo>
                  <a:pt x="1065" y="1465"/>
                  <a:pt x="1065" y="1465"/>
                  <a:pt x="1065" y="1465"/>
                </a:cubicBezTo>
                <a:cubicBezTo>
                  <a:pt x="1387" y="1465"/>
                  <a:pt x="1387" y="1465"/>
                  <a:pt x="1387" y="1465"/>
                </a:cubicBezTo>
                <a:cubicBezTo>
                  <a:pt x="1317" y="1665"/>
                  <a:pt x="1204" y="1814"/>
                  <a:pt x="1065" y="1849"/>
                </a:cubicBezTo>
                <a:close/>
                <a:moveTo>
                  <a:pt x="1370" y="1779"/>
                </a:moveTo>
                <a:lnTo>
                  <a:pt x="1370" y="1779"/>
                </a:lnTo>
                <a:cubicBezTo>
                  <a:pt x="1439" y="1692"/>
                  <a:pt x="1492" y="1587"/>
                  <a:pt x="1527" y="1465"/>
                </a:cubicBezTo>
                <a:cubicBezTo>
                  <a:pt x="1728" y="1465"/>
                  <a:pt x="1728" y="1465"/>
                  <a:pt x="1728" y="1465"/>
                </a:cubicBezTo>
                <a:cubicBezTo>
                  <a:pt x="1641" y="1595"/>
                  <a:pt x="1517" y="1709"/>
                  <a:pt x="1370" y="1779"/>
                </a:cubicBezTo>
                <a:close/>
                <a:moveTo>
                  <a:pt x="1798" y="1325"/>
                </a:moveTo>
                <a:lnTo>
                  <a:pt x="1798" y="1325"/>
                </a:lnTo>
                <a:cubicBezTo>
                  <a:pt x="1561" y="1325"/>
                  <a:pt x="1561" y="1325"/>
                  <a:pt x="1561" y="1325"/>
                </a:cubicBezTo>
                <a:cubicBezTo>
                  <a:pt x="1579" y="1247"/>
                  <a:pt x="1587" y="1160"/>
                  <a:pt x="1596" y="1065"/>
                </a:cubicBezTo>
                <a:cubicBezTo>
                  <a:pt x="1858" y="1065"/>
                  <a:pt x="1858" y="1065"/>
                  <a:pt x="1858" y="1065"/>
                </a:cubicBezTo>
                <a:cubicBezTo>
                  <a:pt x="1849" y="1160"/>
                  <a:pt x="1833" y="1247"/>
                  <a:pt x="1798" y="1325"/>
                </a:cubicBezTo>
                <a:close/>
                <a:moveTo>
                  <a:pt x="1596" y="933"/>
                </a:moveTo>
                <a:lnTo>
                  <a:pt x="1596" y="933"/>
                </a:lnTo>
                <a:cubicBezTo>
                  <a:pt x="1587" y="838"/>
                  <a:pt x="1579" y="749"/>
                  <a:pt x="1561" y="663"/>
                </a:cubicBezTo>
                <a:cubicBezTo>
                  <a:pt x="1798" y="663"/>
                  <a:pt x="1798" y="663"/>
                  <a:pt x="1798" y="663"/>
                </a:cubicBezTo>
                <a:cubicBezTo>
                  <a:pt x="1833" y="749"/>
                  <a:pt x="1849" y="838"/>
                  <a:pt x="1858" y="933"/>
                </a:cubicBezTo>
                <a:lnTo>
                  <a:pt x="1596" y="933"/>
                </a:lnTo>
                <a:close/>
                <a:moveTo>
                  <a:pt x="1596" y="933"/>
                </a:moveTo>
                <a:lnTo>
                  <a:pt x="1596" y="933"/>
                </a:lnTo>
                <a:close/>
              </a:path>
            </a:pathLst>
          </a:custGeom>
          <a:solidFill>
            <a:schemeClr val="accent3"/>
          </a:solidFill>
          <a:ln>
            <a:noFill/>
          </a:ln>
          <a:effectLst/>
        </p:spPr>
        <p:txBody>
          <a:bodyPr wrap="none" anchor="ctr"/>
          <a:lstStyle/>
          <a:p>
            <a:endParaRPr lang="en-US" sz="6900" dirty="0">
              <a:solidFill>
                <a:schemeClr val="tx1"/>
              </a:solidFill>
              <a:latin typeface="微软雅黑" panose="020B0503020204020204" charset="-122"/>
            </a:endParaRPr>
          </a:p>
        </p:txBody>
      </p:sp>
      <p:sp>
        <p:nvSpPr>
          <p:cNvPr id="128" name="Freeform 73"/>
          <p:cNvSpPr>
            <a:spLocks noChangeArrowheads="1"/>
          </p:cNvSpPr>
          <p:nvPr/>
        </p:nvSpPr>
        <p:spPr bwMode="auto">
          <a:xfrm>
            <a:off x="3559893" y="4429405"/>
            <a:ext cx="289907" cy="289984"/>
          </a:xfrm>
          <a:custGeom>
            <a:avLst/>
            <a:gdLst>
              <a:gd name="T0" fmla="*/ 207010 w 602"/>
              <a:gd name="T1" fmla="*/ 217127 h 602"/>
              <a:gd name="T2" fmla="*/ 207010 w 602"/>
              <a:gd name="T3" fmla="*/ 217127 h 602"/>
              <a:gd name="T4" fmla="*/ 10116 w 602"/>
              <a:gd name="T5" fmla="*/ 217127 h 602"/>
              <a:gd name="T6" fmla="*/ 0 w 602"/>
              <a:gd name="T7" fmla="*/ 206650 h 602"/>
              <a:gd name="T8" fmla="*/ 0 w 602"/>
              <a:gd name="T9" fmla="*/ 10116 h 602"/>
              <a:gd name="T10" fmla="*/ 10116 w 602"/>
              <a:gd name="T11" fmla="*/ 0 h 602"/>
              <a:gd name="T12" fmla="*/ 207010 w 602"/>
              <a:gd name="T13" fmla="*/ 0 h 602"/>
              <a:gd name="T14" fmla="*/ 217126 w 602"/>
              <a:gd name="T15" fmla="*/ 10116 h 602"/>
              <a:gd name="T16" fmla="*/ 217126 w 602"/>
              <a:gd name="T17" fmla="*/ 206650 h 602"/>
              <a:gd name="T18" fmla="*/ 207010 w 602"/>
              <a:gd name="T19" fmla="*/ 217127 h 602"/>
              <a:gd name="T20" fmla="*/ 196533 w 602"/>
              <a:gd name="T21" fmla="*/ 20231 h 602"/>
              <a:gd name="T22" fmla="*/ 196533 w 602"/>
              <a:gd name="T23" fmla="*/ 20231 h 602"/>
              <a:gd name="T24" fmla="*/ 20593 w 602"/>
              <a:gd name="T25" fmla="*/ 20231 h 602"/>
              <a:gd name="T26" fmla="*/ 20593 w 602"/>
              <a:gd name="T27" fmla="*/ 196534 h 602"/>
              <a:gd name="T28" fmla="*/ 196533 w 602"/>
              <a:gd name="T29" fmla="*/ 196534 h 602"/>
              <a:gd name="T30" fmla="*/ 196533 w 602"/>
              <a:gd name="T31" fmla="*/ 20231 h 602"/>
              <a:gd name="T32" fmla="*/ 40824 w 602"/>
              <a:gd name="T33" fmla="*/ 145594 h 602"/>
              <a:gd name="T34" fmla="*/ 40824 w 602"/>
              <a:gd name="T35" fmla="*/ 145594 h 602"/>
              <a:gd name="T36" fmla="*/ 61417 w 602"/>
              <a:gd name="T37" fmla="*/ 145594 h 602"/>
              <a:gd name="T38" fmla="*/ 71532 w 602"/>
              <a:gd name="T39" fmla="*/ 155710 h 602"/>
              <a:gd name="T40" fmla="*/ 71532 w 602"/>
              <a:gd name="T41" fmla="*/ 175941 h 602"/>
              <a:gd name="T42" fmla="*/ 61417 w 602"/>
              <a:gd name="T43" fmla="*/ 186418 h 602"/>
              <a:gd name="T44" fmla="*/ 40824 w 602"/>
              <a:gd name="T45" fmla="*/ 186418 h 602"/>
              <a:gd name="T46" fmla="*/ 30708 w 602"/>
              <a:gd name="T47" fmla="*/ 175941 h 602"/>
              <a:gd name="T48" fmla="*/ 30708 w 602"/>
              <a:gd name="T49" fmla="*/ 155710 h 602"/>
              <a:gd name="T50" fmla="*/ 40824 w 602"/>
              <a:gd name="T51" fmla="*/ 145594 h 602"/>
              <a:gd name="T52" fmla="*/ 97183 w 602"/>
              <a:gd name="T53" fmla="*/ 53469 h 602"/>
              <a:gd name="T54" fmla="*/ 97183 w 602"/>
              <a:gd name="T55" fmla="*/ 53469 h 602"/>
              <a:gd name="T56" fmla="*/ 117414 w 602"/>
              <a:gd name="T57" fmla="*/ 53469 h 602"/>
              <a:gd name="T58" fmla="*/ 127530 w 602"/>
              <a:gd name="T59" fmla="*/ 63585 h 602"/>
              <a:gd name="T60" fmla="*/ 127530 w 602"/>
              <a:gd name="T61" fmla="*/ 175941 h 602"/>
              <a:gd name="T62" fmla="*/ 117414 w 602"/>
              <a:gd name="T63" fmla="*/ 186418 h 602"/>
              <a:gd name="T64" fmla="*/ 97183 w 602"/>
              <a:gd name="T65" fmla="*/ 186418 h 602"/>
              <a:gd name="T66" fmla="*/ 86706 w 602"/>
              <a:gd name="T67" fmla="*/ 175941 h 602"/>
              <a:gd name="T68" fmla="*/ 86706 w 602"/>
              <a:gd name="T69" fmla="*/ 63585 h 602"/>
              <a:gd name="T70" fmla="*/ 97183 w 602"/>
              <a:gd name="T71" fmla="*/ 53469 h 602"/>
              <a:gd name="T72" fmla="*/ 155709 w 602"/>
              <a:gd name="T73" fmla="*/ 94293 h 602"/>
              <a:gd name="T74" fmla="*/ 155709 w 602"/>
              <a:gd name="T75" fmla="*/ 94293 h 602"/>
              <a:gd name="T76" fmla="*/ 176302 w 602"/>
              <a:gd name="T77" fmla="*/ 94293 h 602"/>
              <a:gd name="T78" fmla="*/ 186417 w 602"/>
              <a:gd name="T79" fmla="*/ 104770 h 602"/>
              <a:gd name="T80" fmla="*/ 186417 w 602"/>
              <a:gd name="T81" fmla="*/ 175941 h 602"/>
              <a:gd name="T82" fmla="*/ 176302 w 602"/>
              <a:gd name="T83" fmla="*/ 186418 h 602"/>
              <a:gd name="T84" fmla="*/ 155709 w 602"/>
              <a:gd name="T85" fmla="*/ 186418 h 602"/>
              <a:gd name="T86" fmla="*/ 145593 w 602"/>
              <a:gd name="T87" fmla="*/ 175941 h 602"/>
              <a:gd name="T88" fmla="*/ 145593 w 602"/>
              <a:gd name="T89" fmla="*/ 104770 h 602"/>
              <a:gd name="T90" fmla="*/ 155709 w 602"/>
              <a:gd name="T91" fmla="*/ 94293 h 60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602" h="602">
                <a:moveTo>
                  <a:pt x="573" y="601"/>
                </a:moveTo>
                <a:lnTo>
                  <a:pt x="573" y="601"/>
                </a:lnTo>
                <a:cubicBezTo>
                  <a:pt x="28" y="601"/>
                  <a:pt x="28" y="601"/>
                  <a:pt x="28" y="601"/>
                </a:cubicBezTo>
                <a:cubicBezTo>
                  <a:pt x="7" y="601"/>
                  <a:pt x="0" y="586"/>
                  <a:pt x="0" y="572"/>
                </a:cubicBezTo>
                <a:cubicBezTo>
                  <a:pt x="0" y="28"/>
                  <a:pt x="0" y="28"/>
                  <a:pt x="0" y="28"/>
                </a:cubicBezTo>
                <a:cubicBezTo>
                  <a:pt x="0" y="7"/>
                  <a:pt x="7" y="0"/>
                  <a:pt x="28" y="0"/>
                </a:cubicBezTo>
                <a:cubicBezTo>
                  <a:pt x="573" y="0"/>
                  <a:pt x="573" y="0"/>
                  <a:pt x="573" y="0"/>
                </a:cubicBezTo>
                <a:cubicBezTo>
                  <a:pt x="587" y="0"/>
                  <a:pt x="601" y="7"/>
                  <a:pt x="601" y="28"/>
                </a:cubicBezTo>
                <a:cubicBezTo>
                  <a:pt x="601" y="572"/>
                  <a:pt x="601" y="572"/>
                  <a:pt x="601" y="572"/>
                </a:cubicBezTo>
                <a:cubicBezTo>
                  <a:pt x="601" y="586"/>
                  <a:pt x="587" y="601"/>
                  <a:pt x="573" y="601"/>
                </a:cubicBezTo>
                <a:close/>
                <a:moveTo>
                  <a:pt x="544" y="56"/>
                </a:moveTo>
                <a:lnTo>
                  <a:pt x="544" y="56"/>
                </a:lnTo>
                <a:cubicBezTo>
                  <a:pt x="57" y="56"/>
                  <a:pt x="57" y="56"/>
                  <a:pt x="57" y="56"/>
                </a:cubicBezTo>
                <a:cubicBezTo>
                  <a:pt x="57" y="544"/>
                  <a:pt x="57" y="544"/>
                  <a:pt x="57" y="544"/>
                </a:cubicBezTo>
                <a:cubicBezTo>
                  <a:pt x="544" y="544"/>
                  <a:pt x="544" y="544"/>
                  <a:pt x="544" y="544"/>
                </a:cubicBezTo>
                <a:lnTo>
                  <a:pt x="544" y="56"/>
                </a:lnTo>
                <a:close/>
                <a:moveTo>
                  <a:pt x="113" y="403"/>
                </a:moveTo>
                <a:lnTo>
                  <a:pt x="113" y="403"/>
                </a:lnTo>
                <a:cubicBezTo>
                  <a:pt x="170" y="403"/>
                  <a:pt x="170" y="403"/>
                  <a:pt x="170" y="403"/>
                </a:cubicBezTo>
                <a:cubicBezTo>
                  <a:pt x="184" y="403"/>
                  <a:pt x="198" y="417"/>
                  <a:pt x="198" y="431"/>
                </a:cubicBezTo>
                <a:cubicBezTo>
                  <a:pt x="198" y="487"/>
                  <a:pt x="198" y="487"/>
                  <a:pt x="198" y="487"/>
                </a:cubicBezTo>
                <a:cubicBezTo>
                  <a:pt x="198" y="502"/>
                  <a:pt x="184" y="516"/>
                  <a:pt x="170" y="516"/>
                </a:cubicBezTo>
                <a:cubicBezTo>
                  <a:pt x="113" y="516"/>
                  <a:pt x="113" y="516"/>
                  <a:pt x="113" y="516"/>
                </a:cubicBezTo>
                <a:cubicBezTo>
                  <a:pt x="92" y="516"/>
                  <a:pt x="85" y="502"/>
                  <a:pt x="85" y="487"/>
                </a:cubicBezTo>
                <a:cubicBezTo>
                  <a:pt x="85" y="431"/>
                  <a:pt x="85" y="431"/>
                  <a:pt x="85" y="431"/>
                </a:cubicBezTo>
                <a:cubicBezTo>
                  <a:pt x="85" y="417"/>
                  <a:pt x="92" y="403"/>
                  <a:pt x="113" y="403"/>
                </a:cubicBezTo>
                <a:close/>
                <a:moveTo>
                  <a:pt x="269" y="148"/>
                </a:moveTo>
                <a:lnTo>
                  <a:pt x="269" y="148"/>
                </a:lnTo>
                <a:cubicBezTo>
                  <a:pt x="325" y="148"/>
                  <a:pt x="325" y="148"/>
                  <a:pt x="325" y="148"/>
                </a:cubicBezTo>
                <a:cubicBezTo>
                  <a:pt x="346" y="148"/>
                  <a:pt x="353" y="162"/>
                  <a:pt x="353" y="176"/>
                </a:cubicBezTo>
                <a:cubicBezTo>
                  <a:pt x="353" y="487"/>
                  <a:pt x="353" y="487"/>
                  <a:pt x="353" y="487"/>
                </a:cubicBezTo>
                <a:cubicBezTo>
                  <a:pt x="353" y="502"/>
                  <a:pt x="346" y="516"/>
                  <a:pt x="325" y="516"/>
                </a:cubicBezTo>
                <a:cubicBezTo>
                  <a:pt x="269" y="516"/>
                  <a:pt x="269" y="516"/>
                  <a:pt x="269" y="516"/>
                </a:cubicBezTo>
                <a:cubicBezTo>
                  <a:pt x="255" y="516"/>
                  <a:pt x="240" y="502"/>
                  <a:pt x="240" y="487"/>
                </a:cubicBezTo>
                <a:cubicBezTo>
                  <a:pt x="240" y="176"/>
                  <a:pt x="240" y="176"/>
                  <a:pt x="240" y="176"/>
                </a:cubicBezTo>
                <a:cubicBezTo>
                  <a:pt x="240" y="162"/>
                  <a:pt x="255" y="148"/>
                  <a:pt x="269" y="148"/>
                </a:cubicBezTo>
                <a:close/>
                <a:moveTo>
                  <a:pt x="431" y="261"/>
                </a:moveTo>
                <a:lnTo>
                  <a:pt x="431" y="261"/>
                </a:lnTo>
                <a:cubicBezTo>
                  <a:pt x="488" y="261"/>
                  <a:pt x="488" y="261"/>
                  <a:pt x="488" y="261"/>
                </a:cubicBezTo>
                <a:cubicBezTo>
                  <a:pt x="502" y="261"/>
                  <a:pt x="516" y="276"/>
                  <a:pt x="516" y="290"/>
                </a:cubicBezTo>
                <a:cubicBezTo>
                  <a:pt x="516" y="487"/>
                  <a:pt x="516" y="487"/>
                  <a:pt x="516" y="487"/>
                </a:cubicBezTo>
                <a:cubicBezTo>
                  <a:pt x="516" y="502"/>
                  <a:pt x="502" y="516"/>
                  <a:pt x="488" y="516"/>
                </a:cubicBezTo>
                <a:cubicBezTo>
                  <a:pt x="431" y="516"/>
                  <a:pt x="431" y="516"/>
                  <a:pt x="431" y="516"/>
                </a:cubicBezTo>
                <a:cubicBezTo>
                  <a:pt x="417" y="516"/>
                  <a:pt x="403" y="502"/>
                  <a:pt x="403" y="487"/>
                </a:cubicBezTo>
                <a:cubicBezTo>
                  <a:pt x="403" y="290"/>
                  <a:pt x="403" y="290"/>
                  <a:pt x="403" y="290"/>
                </a:cubicBezTo>
                <a:cubicBezTo>
                  <a:pt x="403" y="276"/>
                  <a:pt x="417" y="261"/>
                  <a:pt x="431" y="261"/>
                </a:cubicBezTo>
                <a:close/>
              </a:path>
            </a:pathLst>
          </a:custGeom>
          <a:solidFill>
            <a:schemeClr val="accent6"/>
          </a:solidFill>
          <a:ln>
            <a:noFill/>
          </a:ln>
        </p:spPr>
        <p:txBody>
          <a:bodyPr wrap="none" anchor="ctr"/>
          <a:lstStyle/>
          <a:p>
            <a:endParaRPr lang="en-US" sz="1800" dirty="0">
              <a:solidFill>
                <a:schemeClr val="tx1"/>
              </a:solidFill>
              <a:latin typeface="微软雅黑" panose="020B0503020204020204" charset="-122"/>
            </a:endParaRPr>
          </a:p>
        </p:txBody>
      </p:sp>
    </p:spTree>
  </p:cSld>
  <p:clrMapOvr>
    <a:masterClrMapping/>
  </p:clrMapOvr>
  <p:transition advTm="2761">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par>
                                <p:cTn id="12" presetID="2" presetClass="entr" presetSubtype="8" fill="hold" nodeType="withEffect">
                                  <p:stCondLst>
                                    <p:cond delay="25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0-#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par>
                          <p:cTn id="20" fill="hold">
                            <p:stCondLst>
                              <p:cond delay="850"/>
                            </p:stCondLst>
                            <p:childTnLst>
                              <p:par>
                                <p:cTn id="21" presetID="2" presetClass="entr" presetSubtype="2" fill="hold" nodeType="after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1+#ppt_w/2"/>
                                          </p:val>
                                        </p:tav>
                                        <p:tav tm="100000">
                                          <p:val>
                                            <p:strVal val="#ppt_x"/>
                                          </p:val>
                                        </p:tav>
                                      </p:tavLst>
                                    </p:anim>
                                    <p:anim calcmode="lin" valueType="num">
                                      <p:cBhvr additive="base">
                                        <p:cTn id="24" dur="500" fill="hold"/>
                                        <p:tgtEl>
                                          <p:spTgt spid="4"/>
                                        </p:tgtEl>
                                        <p:attrNameLst>
                                          <p:attrName>ppt_y</p:attrName>
                                        </p:attrNameLst>
                                      </p:cBhvr>
                                      <p:tavLst>
                                        <p:tav tm="0">
                                          <p:val>
                                            <p:strVal val="#ppt_y"/>
                                          </p:val>
                                        </p:tav>
                                        <p:tav tm="100000">
                                          <p:val>
                                            <p:strVal val="#ppt_y"/>
                                          </p:val>
                                        </p:tav>
                                      </p:tavLst>
                                    </p:anim>
                                  </p:childTnLst>
                                </p:cTn>
                              </p:par>
                            </p:childTnLst>
                          </p:cTn>
                        </p:par>
                        <p:par>
                          <p:cTn id="25" fill="hold">
                            <p:stCondLst>
                              <p:cond delay="1350"/>
                            </p:stCondLst>
                            <p:childTnLst>
                              <p:par>
                                <p:cTn id="26" presetID="53" presetClass="entr" presetSubtype="16" fill="hold" grpId="0" nodeType="afterEffect">
                                  <p:stCondLst>
                                    <p:cond delay="0"/>
                                  </p:stCondLst>
                                  <p:childTnLst>
                                    <p:set>
                                      <p:cBhvr>
                                        <p:cTn id="27" dur="1" fill="hold">
                                          <p:stCondLst>
                                            <p:cond delay="0"/>
                                          </p:stCondLst>
                                        </p:cTn>
                                        <p:tgtEl>
                                          <p:spTgt spid="70"/>
                                        </p:tgtEl>
                                        <p:attrNameLst>
                                          <p:attrName>style.visibility</p:attrName>
                                        </p:attrNameLst>
                                      </p:cBhvr>
                                      <p:to>
                                        <p:strVal val="visible"/>
                                      </p:to>
                                    </p:set>
                                    <p:anim calcmode="lin" valueType="num">
                                      <p:cBhvr>
                                        <p:cTn id="28" dur="500" fill="hold"/>
                                        <p:tgtEl>
                                          <p:spTgt spid="70"/>
                                        </p:tgtEl>
                                        <p:attrNameLst>
                                          <p:attrName>ppt_w</p:attrName>
                                        </p:attrNameLst>
                                      </p:cBhvr>
                                      <p:tavLst>
                                        <p:tav tm="0">
                                          <p:val>
                                            <p:fltVal val="0"/>
                                          </p:val>
                                        </p:tav>
                                        <p:tav tm="100000">
                                          <p:val>
                                            <p:strVal val="#ppt_w"/>
                                          </p:val>
                                        </p:tav>
                                      </p:tavLst>
                                    </p:anim>
                                    <p:anim calcmode="lin" valueType="num">
                                      <p:cBhvr>
                                        <p:cTn id="29" dur="500" fill="hold"/>
                                        <p:tgtEl>
                                          <p:spTgt spid="70"/>
                                        </p:tgtEl>
                                        <p:attrNameLst>
                                          <p:attrName>ppt_h</p:attrName>
                                        </p:attrNameLst>
                                      </p:cBhvr>
                                      <p:tavLst>
                                        <p:tav tm="0">
                                          <p:val>
                                            <p:fltVal val="0"/>
                                          </p:val>
                                        </p:tav>
                                        <p:tav tm="100000">
                                          <p:val>
                                            <p:strVal val="#ppt_h"/>
                                          </p:val>
                                        </p:tav>
                                      </p:tavLst>
                                    </p:anim>
                                    <p:animEffect transition="in" filter="fade">
                                      <p:cBhvr>
                                        <p:cTn id="30" dur="500"/>
                                        <p:tgtEl>
                                          <p:spTgt spid="70"/>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101"/>
                                        </p:tgtEl>
                                        <p:attrNameLst>
                                          <p:attrName>style.visibility</p:attrName>
                                        </p:attrNameLst>
                                      </p:cBhvr>
                                      <p:to>
                                        <p:strVal val="visible"/>
                                      </p:to>
                                    </p:set>
                                    <p:anim calcmode="lin" valueType="num">
                                      <p:cBhvr>
                                        <p:cTn id="33" dur="500" fill="hold"/>
                                        <p:tgtEl>
                                          <p:spTgt spid="101"/>
                                        </p:tgtEl>
                                        <p:attrNameLst>
                                          <p:attrName>ppt_w</p:attrName>
                                        </p:attrNameLst>
                                      </p:cBhvr>
                                      <p:tavLst>
                                        <p:tav tm="0">
                                          <p:val>
                                            <p:fltVal val="0"/>
                                          </p:val>
                                        </p:tav>
                                        <p:tav tm="100000">
                                          <p:val>
                                            <p:strVal val="#ppt_w"/>
                                          </p:val>
                                        </p:tav>
                                      </p:tavLst>
                                    </p:anim>
                                    <p:anim calcmode="lin" valueType="num">
                                      <p:cBhvr>
                                        <p:cTn id="34" dur="500" fill="hold"/>
                                        <p:tgtEl>
                                          <p:spTgt spid="101"/>
                                        </p:tgtEl>
                                        <p:attrNameLst>
                                          <p:attrName>ppt_h</p:attrName>
                                        </p:attrNameLst>
                                      </p:cBhvr>
                                      <p:tavLst>
                                        <p:tav tm="0">
                                          <p:val>
                                            <p:fltVal val="0"/>
                                          </p:val>
                                        </p:tav>
                                        <p:tav tm="100000">
                                          <p:val>
                                            <p:strVal val="#ppt_h"/>
                                          </p:val>
                                        </p:tav>
                                      </p:tavLst>
                                    </p:anim>
                                    <p:animEffect transition="in" filter="fade">
                                      <p:cBhvr>
                                        <p:cTn id="35" dur="500"/>
                                        <p:tgtEl>
                                          <p:spTgt spid="101"/>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103"/>
                                        </p:tgtEl>
                                        <p:attrNameLst>
                                          <p:attrName>style.visibility</p:attrName>
                                        </p:attrNameLst>
                                      </p:cBhvr>
                                      <p:to>
                                        <p:strVal val="visible"/>
                                      </p:to>
                                    </p:set>
                                    <p:anim calcmode="lin" valueType="num">
                                      <p:cBhvr>
                                        <p:cTn id="38" dur="500" fill="hold"/>
                                        <p:tgtEl>
                                          <p:spTgt spid="103"/>
                                        </p:tgtEl>
                                        <p:attrNameLst>
                                          <p:attrName>ppt_w</p:attrName>
                                        </p:attrNameLst>
                                      </p:cBhvr>
                                      <p:tavLst>
                                        <p:tav tm="0">
                                          <p:val>
                                            <p:fltVal val="0"/>
                                          </p:val>
                                        </p:tav>
                                        <p:tav tm="100000">
                                          <p:val>
                                            <p:strVal val="#ppt_w"/>
                                          </p:val>
                                        </p:tav>
                                      </p:tavLst>
                                    </p:anim>
                                    <p:anim calcmode="lin" valueType="num">
                                      <p:cBhvr>
                                        <p:cTn id="39" dur="500" fill="hold"/>
                                        <p:tgtEl>
                                          <p:spTgt spid="103"/>
                                        </p:tgtEl>
                                        <p:attrNameLst>
                                          <p:attrName>ppt_h</p:attrName>
                                        </p:attrNameLst>
                                      </p:cBhvr>
                                      <p:tavLst>
                                        <p:tav tm="0">
                                          <p:val>
                                            <p:fltVal val="0"/>
                                          </p:val>
                                        </p:tav>
                                        <p:tav tm="100000">
                                          <p:val>
                                            <p:strVal val="#ppt_h"/>
                                          </p:val>
                                        </p:tav>
                                      </p:tavLst>
                                    </p:anim>
                                    <p:animEffect transition="in" filter="fade">
                                      <p:cBhvr>
                                        <p:cTn id="40" dur="500"/>
                                        <p:tgtEl>
                                          <p:spTgt spid="103"/>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104"/>
                                        </p:tgtEl>
                                        <p:attrNameLst>
                                          <p:attrName>style.visibility</p:attrName>
                                        </p:attrNameLst>
                                      </p:cBhvr>
                                      <p:to>
                                        <p:strVal val="visible"/>
                                      </p:to>
                                    </p:set>
                                    <p:anim calcmode="lin" valueType="num">
                                      <p:cBhvr>
                                        <p:cTn id="43" dur="500" fill="hold"/>
                                        <p:tgtEl>
                                          <p:spTgt spid="104"/>
                                        </p:tgtEl>
                                        <p:attrNameLst>
                                          <p:attrName>ppt_w</p:attrName>
                                        </p:attrNameLst>
                                      </p:cBhvr>
                                      <p:tavLst>
                                        <p:tav tm="0">
                                          <p:val>
                                            <p:fltVal val="0"/>
                                          </p:val>
                                        </p:tav>
                                        <p:tav tm="100000">
                                          <p:val>
                                            <p:strVal val="#ppt_w"/>
                                          </p:val>
                                        </p:tav>
                                      </p:tavLst>
                                    </p:anim>
                                    <p:anim calcmode="lin" valueType="num">
                                      <p:cBhvr>
                                        <p:cTn id="44" dur="500" fill="hold"/>
                                        <p:tgtEl>
                                          <p:spTgt spid="104"/>
                                        </p:tgtEl>
                                        <p:attrNameLst>
                                          <p:attrName>ppt_h</p:attrName>
                                        </p:attrNameLst>
                                      </p:cBhvr>
                                      <p:tavLst>
                                        <p:tav tm="0">
                                          <p:val>
                                            <p:fltVal val="0"/>
                                          </p:val>
                                        </p:tav>
                                        <p:tav tm="100000">
                                          <p:val>
                                            <p:strVal val="#ppt_h"/>
                                          </p:val>
                                        </p:tav>
                                      </p:tavLst>
                                    </p:anim>
                                    <p:animEffect transition="in" filter="fade">
                                      <p:cBhvr>
                                        <p:cTn id="45" dur="500"/>
                                        <p:tgtEl>
                                          <p:spTgt spid="104"/>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111"/>
                                        </p:tgtEl>
                                        <p:attrNameLst>
                                          <p:attrName>style.visibility</p:attrName>
                                        </p:attrNameLst>
                                      </p:cBhvr>
                                      <p:to>
                                        <p:strVal val="visible"/>
                                      </p:to>
                                    </p:set>
                                    <p:anim calcmode="lin" valueType="num">
                                      <p:cBhvr>
                                        <p:cTn id="48" dur="500" fill="hold"/>
                                        <p:tgtEl>
                                          <p:spTgt spid="111"/>
                                        </p:tgtEl>
                                        <p:attrNameLst>
                                          <p:attrName>ppt_w</p:attrName>
                                        </p:attrNameLst>
                                      </p:cBhvr>
                                      <p:tavLst>
                                        <p:tav tm="0">
                                          <p:val>
                                            <p:fltVal val="0"/>
                                          </p:val>
                                        </p:tav>
                                        <p:tav tm="100000">
                                          <p:val>
                                            <p:strVal val="#ppt_w"/>
                                          </p:val>
                                        </p:tav>
                                      </p:tavLst>
                                    </p:anim>
                                    <p:anim calcmode="lin" valueType="num">
                                      <p:cBhvr>
                                        <p:cTn id="49" dur="500" fill="hold"/>
                                        <p:tgtEl>
                                          <p:spTgt spid="111"/>
                                        </p:tgtEl>
                                        <p:attrNameLst>
                                          <p:attrName>ppt_h</p:attrName>
                                        </p:attrNameLst>
                                      </p:cBhvr>
                                      <p:tavLst>
                                        <p:tav tm="0">
                                          <p:val>
                                            <p:fltVal val="0"/>
                                          </p:val>
                                        </p:tav>
                                        <p:tav tm="100000">
                                          <p:val>
                                            <p:strVal val="#ppt_h"/>
                                          </p:val>
                                        </p:tav>
                                      </p:tavLst>
                                    </p:anim>
                                    <p:animEffect transition="in" filter="fade">
                                      <p:cBhvr>
                                        <p:cTn id="50" dur="500"/>
                                        <p:tgtEl>
                                          <p:spTgt spid="111"/>
                                        </p:tgtEl>
                                      </p:cBhvr>
                                    </p:animEffect>
                                  </p:childTnLst>
                                </p:cTn>
                              </p:par>
                              <p:par>
                                <p:cTn id="51" presetID="53" presetClass="entr" presetSubtype="16" fill="hold" grpId="0" nodeType="withEffect">
                                  <p:stCondLst>
                                    <p:cond delay="0"/>
                                  </p:stCondLst>
                                  <p:childTnLst>
                                    <p:set>
                                      <p:cBhvr>
                                        <p:cTn id="52" dur="1" fill="hold">
                                          <p:stCondLst>
                                            <p:cond delay="0"/>
                                          </p:stCondLst>
                                        </p:cTn>
                                        <p:tgtEl>
                                          <p:spTgt spid="112"/>
                                        </p:tgtEl>
                                        <p:attrNameLst>
                                          <p:attrName>style.visibility</p:attrName>
                                        </p:attrNameLst>
                                      </p:cBhvr>
                                      <p:to>
                                        <p:strVal val="visible"/>
                                      </p:to>
                                    </p:set>
                                    <p:anim calcmode="lin" valueType="num">
                                      <p:cBhvr>
                                        <p:cTn id="53" dur="500" fill="hold"/>
                                        <p:tgtEl>
                                          <p:spTgt spid="112"/>
                                        </p:tgtEl>
                                        <p:attrNameLst>
                                          <p:attrName>ppt_w</p:attrName>
                                        </p:attrNameLst>
                                      </p:cBhvr>
                                      <p:tavLst>
                                        <p:tav tm="0">
                                          <p:val>
                                            <p:fltVal val="0"/>
                                          </p:val>
                                        </p:tav>
                                        <p:tav tm="100000">
                                          <p:val>
                                            <p:strVal val="#ppt_w"/>
                                          </p:val>
                                        </p:tav>
                                      </p:tavLst>
                                    </p:anim>
                                    <p:anim calcmode="lin" valueType="num">
                                      <p:cBhvr>
                                        <p:cTn id="54" dur="500" fill="hold"/>
                                        <p:tgtEl>
                                          <p:spTgt spid="112"/>
                                        </p:tgtEl>
                                        <p:attrNameLst>
                                          <p:attrName>ppt_h</p:attrName>
                                        </p:attrNameLst>
                                      </p:cBhvr>
                                      <p:tavLst>
                                        <p:tav tm="0">
                                          <p:val>
                                            <p:fltVal val="0"/>
                                          </p:val>
                                        </p:tav>
                                        <p:tav tm="100000">
                                          <p:val>
                                            <p:strVal val="#ppt_h"/>
                                          </p:val>
                                        </p:tav>
                                      </p:tavLst>
                                    </p:anim>
                                    <p:animEffect transition="in" filter="fade">
                                      <p:cBhvr>
                                        <p:cTn id="55" dur="500"/>
                                        <p:tgtEl>
                                          <p:spTgt spid="112"/>
                                        </p:tgtEl>
                                      </p:cBhvr>
                                    </p:animEffect>
                                  </p:childTnLst>
                                </p:cTn>
                              </p:par>
                              <p:par>
                                <p:cTn id="56" presetID="53" presetClass="entr" presetSubtype="16" fill="hold" grpId="0" nodeType="withEffect">
                                  <p:stCondLst>
                                    <p:cond delay="0"/>
                                  </p:stCondLst>
                                  <p:childTnLst>
                                    <p:set>
                                      <p:cBhvr>
                                        <p:cTn id="57" dur="1" fill="hold">
                                          <p:stCondLst>
                                            <p:cond delay="0"/>
                                          </p:stCondLst>
                                        </p:cTn>
                                        <p:tgtEl>
                                          <p:spTgt spid="113"/>
                                        </p:tgtEl>
                                        <p:attrNameLst>
                                          <p:attrName>style.visibility</p:attrName>
                                        </p:attrNameLst>
                                      </p:cBhvr>
                                      <p:to>
                                        <p:strVal val="visible"/>
                                      </p:to>
                                    </p:set>
                                    <p:anim calcmode="lin" valueType="num">
                                      <p:cBhvr>
                                        <p:cTn id="58" dur="500" fill="hold"/>
                                        <p:tgtEl>
                                          <p:spTgt spid="113"/>
                                        </p:tgtEl>
                                        <p:attrNameLst>
                                          <p:attrName>ppt_w</p:attrName>
                                        </p:attrNameLst>
                                      </p:cBhvr>
                                      <p:tavLst>
                                        <p:tav tm="0">
                                          <p:val>
                                            <p:fltVal val="0"/>
                                          </p:val>
                                        </p:tav>
                                        <p:tav tm="100000">
                                          <p:val>
                                            <p:strVal val="#ppt_w"/>
                                          </p:val>
                                        </p:tav>
                                      </p:tavLst>
                                    </p:anim>
                                    <p:anim calcmode="lin" valueType="num">
                                      <p:cBhvr>
                                        <p:cTn id="59" dur="500" fill="hold"/>
                                        <p:tgtEl>
                                          <p:spTgt spid="113"/>
                                        </p:tgtEl>
                                        <p:attrNameLst>
                                          <p:attrName>ppt_h</p:attrName>
                                        </p:attrNameLst>
                                      </p:cBhvr>
                                      <p:tavLst>
                                        <p:tav tm="0">
                                          <p:val>
                                            <p:fltVal val="0"/>
                                          </p:val>
                                        </p:tav>
                                        <p:tav tm="100000">
                                          <p:val>
                                            <p:strVal val="#ppt_h"/>
                                          </p:val>
                                        </p:tav>
                                      </p:tavLst>
                                    </p:anim>
                                    <p:animEffect transition="in" filter="fade">
                                      <p:cBhvr>
                                        <p:cTn id="60" dur="500"/>
                                        <p:tgtEl>
                                          <p:spTgt spid="113"/>
                                        </p:tgtEl>
                                      </p:cBhvr>
                                    </p:animEffect>
                                  </p:childTnLst>
                                </p:cTn>
                              </p:par>
                              <p:par>
                                <p:cTn id="61" presetID="53" presetClass="entr" presetSubtype="16" fill="hold" grpId="0" nodeType="withEffect">
                                  <p:stCondLst>
                                    <p:cond delay="0"/>
                                  </p:stCondLst>
                                  <p:childTnLst>
                                    <p:set>
                                      <p:cBhvr>
                                        <p:cTn id="62" dur="1" fill="hold">
                                          <p:stCondLst>
                                            <p:cond delay="0"/>
                                          </p:stCondLst>
                                        </p:cTn>
                                        <p:tgtEl>
                                          <p:spTgt spid="114"/>
                                        </p:tgtEl>
                                        <p:attrNameLst>
                                          <p:attrName>style.visibility</p:attrName>
                                        </p:attrNameLst>
                                      </p:cBhvr>
                                      <p:to>
                                        <p:strVal val="visible"/>
                                      </p:to>
                                    </p:set>
                                    <p:anim calcmode="lin" valueType="num">
                                      <p:cBhvr>
                                        <p:cTn id="63" dur="500" fill="hold"/>
                                        <p:tgtEl>
                                          <p:spTgt spid="114"/>
                                        </p:tgtEl>
                                        <p:attrNameLst>
                                          <p:attrName>ppt_w</p:attrName>
                                        </p:attrNameLst>
                                      </p:cBhvr>
                                      <p:tavLst>
                                        <p:tav tm="0">
                                          <p:val>
                                            <p:fltVal val="0"/>
                                          </p:val>
                                        </p:tav>
                                        <p:tav tm="100000">
                                          <p:val>
                                            <p:strVal val="#ppt_w"/>
                                          </p:val>
                                        </p:tav>
                                      </p:tavLst>
                                    </p:anim>
                                    <p:anim calcmode="lin" valueType="num">
                                      <p:cBhvr>
                                        <p:cTn id="64" dur="500" fill="hold"/>
                                        <p:tgtEl>
                                          <p:spTgt spid="114"/>
                                        </p:tgtEl>
                                        <p:attrNameLst>
                                          <p:attrName>ppt_h</p:attrName>
                                        </p:attrNameLst>
                                      </p:cBhvr>
                                      <p:tavLst>
                                        <p:tav tm="0">
                                          <p:val>
                                            <p:fltVal val="0"/>
                                          </p:val>
                                        </p:tav>
                                        <p:tav tm="100000">
                                          <p:val>
                                            <p:strVal val="#ppt_h"/>
                                          </p:val>
                                        </p:tav>
                                      </p:tavLst>
                                    </p:anim>
                                    <p:animEffect transition="in" filter="fade">
                                      <p:cBhvr>
                                        <p:cTn id="65" dur="500"/>
                                        <p:tgtEl>
                                          <p:spTgt spid="114"/>
                                        </p:tgtEl>
                                      </p:cBhvr>
                                    </p:animEffect>
                                  </p:childTnLst>
                                </p:cTn>
                              </p:par>
                              <p:par>
                                <p:cTn id="66" presetID="53" presetClass="entr" presetSubtype="16" fill="hold" grpId="0" nodeType="withEffect">
                                  <p:stCondLst>
                                    <p:cond delay="0"/>
                                  </p:stCondLst>
                                  <p:childTnLst>
                                    <p:set>
                                      <p:cBhvr>
                                        <p:cTn id="67" dur="1" fill="hold">
                                          <p:stCondLst>
                                            <p:cond delay="0"/>
                                          </p:stCondLst>
                                        </p:cTn>
                                        <p:tgtEl>
                                          <p:spTgt spid="115"/>
                                        </p:tgtEl>
                                        <p:attrNameLst>
                                          <p:attrName>style.visibility</p:attrName>
                                        </p:attrNameLst>
                                      </p:cBhvr>
                                      <p:to>
                                        <p:strVal val="visible"/>
                                      </p:to>
                                    </p:set>
                                    <p:anim calcmode="lin" valueType="num">
                                      <p:cBhvr>
                                        <p:cTn id="68" dur="500" fill="hold"/>
                                        <p:tgtEl>
                                          <p:spTgt spid="115"/>
                                        </p:tgtEl>
                                        <p:attrNameLst>
                                          <p:attrName>ppt_w</p:attrName>
                                        </p:attrNameLst>
                                      </p:cBhvr>
                                      <p:tavLst>
                                        <p:tav tm="0">
                                          <p:val>
                                            <p:fltVal val="0"/>
                                          </p:val>
                                        </p:tav>
                                        <p:tav tm="100000">
                                          <p:val>
                                            <p:strVal val="#ppt_w"/>
                                          </p:val>
                                        </p:tav>
                                      </p:tavLst>
                                    </p:anim>
                                    <p:anim calcmode="lin" valueType="num">
                                      <p:cBhvr>
                                        <p:cTn id="69" dur="500" fill="hold"/>
                                        <p:tgtEl>
                                          <p:spTgt spid="115"/>
                                        </p:tgtEl>
                                        <p:attrNameLst>
                                          <p:attrName>ppt_h</p:attrName>
                                        </p:attrNameLst>
                                      </p:cBhvr>
                                      <p:tavLst>
                                        <p:tav tm="0">
                                          <p:val>
                                            <p:fltVal val="0"/>
                                          </p:val>
                                        </p:tav>
                                        <p:tav tm="100000">
                                          <p:val>
                                            <p:strVal val="#ppt_h"/>
                                          </p:val>
                                        </p:tav>
                                      </p:tavLst>
                                    </p:anim>
                                    <p:animEffect transition="in" filter="fade">
                                      <p:cBhvr>
                                        <p:cTn id="70" dur="500"/>
                                        <p:tgtEl>
                                          <p:spTgt spid="115"/>
                                        </p:tgtEl>
                                      </p:cBhvr>
                                    </p:animEffect>
                                  </p:childTnLst>
                                </p:cTn>
                              </p:par>
                              <p:par>
                                <p:cTn id="71" presetID="53" presetClass="entr" presetSubtype="16" fill="hold" nodeType="withEffect">
                                  <p:stCondLst>
                                    <p:cond delay="0"/>
                                  </p:stCondLst>
                                  <p:childTnLst>
                                    <p:set>
                                      <p:cBhvr>
                                        <p:cTn id="72" dur="1" fill="hold">
                                          <p:stCondLst>
                                            <p:cond delay="0"/>
                                          </p:stCondLst>
                                        </p:cTn>
                                        <p:tgtEl>
                                          <p:spTgt spid="116"/>
                                        </p:tgtEl>
                                        <p:attrNameLst>
                                          <p:attrName>style.visibility</p:attrName>
                                        </p:attrNameLst>
                                      </p:cBhvr>
                                      <p:to>
                                        <p:strVal val="visible"/>
                                      </p:to>
                                    </p:set>
                                    <p:anim calcmode="lin" valueType="num">
                                      <p:cBhvr>
                                        <p:cTn id="73" dur="500" fill="hold"/>
                                        <p:tgtEl>
                                          <p:spTgt spid="116"/>
                                        </p:tgtEl>
                                        <p:attrNameLst>
                                          <p:attrName>ppt_w</p:attrName>
                                        </p:attrNameLst>
                                      </p:cBhvr>
                                      <p:tavLst>
                                        <p:tav tm="0">
                                          <p:val>
                                            <p:fltVal val="0"/>
                                          </p:val>
                                        </p:tav>
                                        <p:tav tm="100000">
                                          <p:val>
                                            <p:strVal val="#ppt_w"/>
                                          </p:val>
                                        </p:tav>
                                      </p:tavLst>
                                    </p:anim>
                                    <p:anim calcmode="lin" valueType="num">
                                      <p:cBhvr>
                                        <p:cTn id="74" dur="500" fill="hold"/>
                                        <p:tgtEl>
                                          <p:spTgt spid="116"/>
                                        </p:tgtEl>
                                        <p:attrNameLst>
                                          <p:attrName>ppt_h</p:attrName>
                                        </p:attrNameLst>
                                      </p:cBhvr>
                                      <p:tavLst>
                                        <p:tav tm="0">
                                          <p:val>
                                            <p:fltVal val="0"/>
                                          </p:val>
                                        </p:tav>
                                        <p:tav tm="100000">
                                          <p:val>
                                            <p:strVal val="#ppt_h"/>
                                          </p:val>
                                        </p:tav>
                                      </p:tavLst>
                                    </p:anim>
                                    <p:animEffect transition="in" filter="fade">
                                      <p:cBhvr>
                                        <p:cTn id="75" dur="500"/>
                                        <p:tgtEl>
                                          <p:spTgt spid="116"/>
                                        </p:tgtEl>
                                      </p:cBhvr>
                                    </p:animEffect>
                                  </p:childTnLst>
                                </p:cTn>
                              </p:par>
                              <p:par>
                                <p:cTn id="76" presetID="53" presetClass="entr" presetSubtype="16" fill="hold" grpId="0" nodeType="withEffect">
                                  <p:stCondLst>
                                    <p:cond delay="0"/>
                                  </p:stCondLst>
                                  <p:childTnLst>
                                    <p:set>
                                      <p:cBhvr>
                                        <p:cTn id="77" dur="1" fill="hold">
                                          <p:stCondLst>
                                            <p:cond delay="0"/>
                                          </p:stCondLst>
                                        </p:cTn>
                                        <p:tgtEl>
                                          <p:spTgt spid="121"/>
                                        </p:tgtEl>
                                        <p:attrNameLst>
                                          <p:attrName>style.visibility</p:attrName>
                                        </p:attrNameLst>
                                      </p:cBhvr>
                                      <p:to>
                                        <p:strVal val="visible"/>
                                      </p:to>
                                    </p:set>
                                    <p:anim calcmode="lin" valueType="num">
                                      <p:cBhvr>
                                        <p:cTn id="78" dur="500" fill="hold"/>
                                        <p:tgtEl>
                                          <p:spTgt spid="121"/>
                                        </p:tgtEl>
                                        <p:attrNameLst>
                                          <p:attrName>ppt_w</p:attrName>
                                        </p:attrNameLst>
                                      </p:cBhvr>
                                      <p:tavLst>
                                        <p:tav tm="0">
                                          <p:val>
                                            <p:fltVal val="0"/>
                                          </p:val>
                                        </p:tav>
                                        <p:tav tm="100000">
                                          <p:val>
                                            <p:strVal val="#ppt_w"/>
                                          </p:val>
                                        </p:tav>
                                      </p:tavLst>
                                    </p:anim>
                                    <p:anim calcmode="lin" valueType="num">
                                      <p:cBhvr>
                                        <p:cTn id="79" dur="500" fill="hold"/>
                                        <p:tgtEl>
                                          <p:spTgt spid="121"/>
                                        </p:tgtEl>
                                        <p:attrNameLst>
                                          <p:attrName>ppt_h</p:attrName>
                                        </p:attrNameLst>
                                      </p:cBhvr>
                                      <p:tavLst>
                                        <p:tav tm="0">
                                          <p:val>
                                            <p:fltVal val="0"/>
                                          </p:val>
                                        </p:tav>
                                        <p:tav tm="100000">
                                          <p:val>
                                            <p:strVal val="#ppt_h"/>
                                          </p:val>
                                        </p:tav>
                                      </p:tavLst>
                                    </p:anim>
                                    <p:animEffect transition="in" filter="fade">
                                      <p:cBhvr>
                                        <p:cTn id="80" dur="500"/>
                                        <p:tgtEl>
                                          <p:spTgt spid="121"/>
                                        </p:tgtEl>
                                      </p:cBhvr>
                                    </p:animEffect>
                                  </p:childTnLst>
                                </p:cTn>
                              </p:par>
                              <p:par>
                                <p:cTn id="81" presetID="53" presetClass="entr" presetSubtype="16" fill="hold" grpId="0" nodeType="withEffect">
                                  <p:stCondLst>
                                    <p:cond delay="0"/>
                                  </p:stCondLst>
                                  <p:childTnLst>
                                    <p:set>
                                      <p:cBhvr>
                                        <p:cTn id="82" dur="1" fill="hold">
                                          <p:stCondLst>
                                            <p:cond delay="0"/>
                                          </p:stCondLst>
                                        </p:cTn>
                                        <p:tgtEl>
                                          <p:spTgt spid="122"/>
                                        </p:tgtEl>
                                        <p:attrNameLst>
                                          <p:attrName>style.visibility</p:attrName>
                                        </p:attrNameLst>
                                      </p:cBhvr>
                                      <p:to>
                                        <p:strVal val="visible"/>
                                      </p:to>
                                    </p:set>
                                    <p:anim calcmode="lin" valueType="num">
                                      <p:cBhvr>
                                        <p:cTn id="83" dur="500" fill="hold"/>
                                        <p:tgtEl>
                                          <p:spTgt spid="122"/>
                                        </p:tgtEl>
                                        <p:attrNameLst>
                                          <p:attrName>ppt_w</p:attrName>
                                        </p:attrNameLst>
                                      </p:cBhvr>
                                      <p:tavLst>
                                        <p:tav tm="0">
                                          <p:val>
                                            <p:fltVal val="0"/>
                                          </p:val>
                                        </p:tav>
                                        <p:tav tm="100000">
                                          <p:val>
                                            <p:strVal val="#ppt_w"/>
                                          </p:val>
                                        </p:tav>
                                      </p:tavLst>
                                    </p:anim>
                                    <p:anim calcmode="lin" valueType="num">
                                      <p:cBhvr>
                                        <p:cTn id="84" dur="500" fill="hold"/>
                                        <p:tgtEl>
                                          <p:spTgt spid="122"/>
                                        </p:tgtEl>
                                        <p:attrNameLst>
                                          <p:attrName>ppt_h</p:attrName>
                                        </p:attrNameLst>
                                      </p:cBhvr>
                                      <p:tavLst>
                                        <p:tav tm="0">
                                          <p:val>
                                            <p:fltVal val="0"/>
                                          </p:val>
                                        </p:tav>
                                        <p:tav tm="100000">
                                          <p:val>
                                            <p:strVal val="#ppt_h"/>
                                          </p:val>
                                        </p:tav>
                                      </p:tavLst>
                                    </p:anim>
                                    <p:animEffect transition="in" filter="fade">
                                      <p:cBhvr>
                                        <p:cTn id="85" dur="500"/>
                                        <p:tgtEl>
                                          <p:spTgt spid="122"/>
                                        </p:tgtEl>
                                      </p:cBhvr>
                                    </p:animEffect>
                                  </p:childTnLst>
                                </p:cTn>
                              </p:par>
                              <p:par>
                                <p:cTn id="86" presetID="53" presetClass="entr" presetSubtype="16" fill="hold" grpId="0" nodeType="withEffect">
                                  <p:stCondLst>
                                    <p:cond delay="0"/>
                                  </p:stCondLst>
                                  <p:childTnLst>
                                    <p:set>
                                      <p:cBhvr>
                                        <p:cTn id="87" dur="1" fill="hold">
                                          <p:stCondLst>
                                            <p:cond delay="0"/>
                                          </p:stCondLst>
                                        </p:cTn>
                                        <p:tgtEl>
                                          <p:spTgt spid="123"/>
                                        </p:tgtEl>
                                        <p:attrNameLst>
                                          <p:attrName>style.visibility</p:attrName>
                                        </p:attrNameLst>
                                      </p:cBhvr>
                                      <p:to>
                                        <p:strVal val="visible"/>
                                      </p:to>
                                    </p:set>
                                    <p:anim calcmode="lin" valueType="num">
                                      <p:cBhvr>
                                        <p:cTn id="88" dur="500" fill="hold"/>
                                        <p:tgtEl>
                                          <p:spTgt spid="123"/>
                                        </p:tgtEl>
                                        <p:attrNameLst>
                                          <p:attrName>ppt_w</p:attrName>
                                        </p:attrNameLst>
                                      </p:cBhvr>
                                      <p:tavLst>
                                        <p:tav tm="0">
                                          <p:val>
                                            <p:fltVal val="0"/>
                                          </p:val>
                                        </p:tav>
                                        <p:tav tm="100000">
                                          <p:val>
                                            <p:strVal val="#ppt_w"/>
                                          </p:val>
                                        </p:tav>
                                      </p:tavLst>
                                    </p:anim>
                                    <p:anim calcmode="lin" valueType="num">
                                      <p:cBhvr>
                                        <p:cTn id="89" dur="500" fill="hold"/>
                                        <p:tgtEl>
                                          <p:spTgt spid="123"/>
                                        </p:tgtEl>
                                        <p:attrNameLst>
                                          <p:attrName>ppt_h</p:attrName>
                                        </p:attrNameLst>
                                      </p:cBhvr>
                                      <p:tavLst>
                                        <p:tav tm="0">
                                          <p:val>
                                            <p:fltVal val="0"/>
                                          </p:val>
                                        </p:tav>
                                        <p:tav tm="100000">
                                          <p:val>
                                            <p:strVal val="#ppt_h"/>
                                          </p:val>
                                        </p:tav>
                                      </p:tavLst>
                                    </p:anim>
                                    <p:animEffect transition="in" filter="fade">
                                      <p:cBhvr>
                                        <p:cTn id="90" dur="500"/>
                                        <p:tgtEl>
                                          <p:spTgt spid="123"/>
                                        </p:tgtEl>
                                      </p:cBhvr>
                                    </p:animEffect>
                                  </p:childTnLst>
                                </p:cTn>
                              </p:par>
                              <p:par>
                                <p:cTn id="91" presetID="53" presetClass="entr" presetSubtype="16" fill="hold" grpId="0" nodeType="withEffect">
                                  <p:stCondLst>
                                    <p:cond delay="0"/>
                                  </p:stCondLst>
                                  <p:childTnLst>
                                    <p:set>
                                      <p:cBhvr>
                                        <p:cTn id="92" dur="1" fill="hold">
                                          <p:stCondLst>
                                            <p:cond delay="0"/>
                                          </p:stCondLst>
                                        </p:cTn>
                                        <p:tgtEl>
                                          <p:spTgt spid="124"/>
                                        </p:tgtEl>
                                        <p:attrNameLst>
                                          <p:attrName>style.visibility</p:attrName>
                                        </p:attrNameLst>
                                      </p:cBhvr>
                                      <p:to>
                                        <p:strVal val="visible"/>
                                      </p:to>
                                    </p:set>
                                    <p:anim calcmode="lin" valueType="num">
                                      <p:cBhvr>
                                        <p:cTn id="93" dur="500" fill="hold"/>
                                        <p:tgtEl>
                                          <p:spTgt spid="124"/>
                                        </p:tgtEl>
                                        <p:attrNameLst>
                                          <p:attrName>ppt_w</p:attrName>
                                        </p:attrNameLst>
                                      </p:cBhvr>
                                      <p:tavLst>
                                        <p:tav tm="0">
                                          <p:val>
                                            <p:fltVal val="0"/>
                                          </p:val>
                                        </p:tav>
                                        <p:tav tm="100000">
                                          <p:val>
                                            <p:strVal val="#ppt_w"/>
                                          </p:val>
                                        </p:tav>
                                      </p:tavLst>
                                    </p:anim>
                                    <p:anim calcmode="lin" valueType="num">
                                      <p:cBhvr>
                                        <p:cTn id="94" dur="500" fill="hold"/>
                                        <p:tgtEl>
                                          <p:spTgt spid="124"/>
                                        </p:tgtEl>
                                        <p:attrNameLst>
                                          <p:attrName>ppt_h</p:attrName>
                                        </p:attrNameLst>
                                      </p:cBhvr>
                                      <p:tavLst>
                                        <p:tav tm="0">
                                          <p:val>
                                            <p:fltVal val="0"/>
                                          </p:val>
                                        </p:tav>
                                        <p:tav tm="100000">
                                          <p:val>
                                            <p:strVal val="#ppt_h"/>
                                          </p:val>
                                        </p:tav>
                                      </p:tavLst>
                                    </p:anim>
                                    <p:animEffect transition="in" filter="fade">
                                      <p:cBhvr>
                                        <p:cTn id="95" dur="500"/>
                                        <p:tgtEl>
                                          <p:spTgt spid="124"/>
                                        </p:tgtEl>
                                      </p:cBhvr>
                                    </p:animEffect>
                                  </p:childTnLst>
                                </p:cTn>
                              </p:par>
                              <p:par>
                                <p:cTn id="96" presetID="53" presetClass="entr" presetSubtype="16" fill="hold" grpId="0" nodeType="withEffect">
                                  <p:stCondLst>
                                    <p:cond delay="0"/>
                                  </p:stCondLst>
                                  <p:childTnLst>
                                    <p:set>
                                      <p:cBhvr>
                                        <p:cTn id="97" dur="1" fill="hold">
                                          <p:stCondLst>
                                            <p:cond delay="0"/>
                                          </p:stCondLst>
                                        </p:cTn>
                                        <p:tgtEl>
                                          <p:spTgt spid="125"/>
                                        </p:tgtEl>
                                        <p:attrNameLst>
                                          <p:attrName>style.visibility</p:attrName>
                                        </p:attrNameLst>
                                      </p:cBhvr>
                                      <p:to>
                                        <p:strVal val="visible"/>
                                      </p:to>
                                    </p:set>
                                    <p:anim calcmode="lin" valueType="num">
                                      <p:cBhvr>
                                        <p:cTn id="98" dur="500" fill="hold"/>
                                        <p:tgtEl>
                                          <p:spTgt spid="125"/>
                                        </p:tgtEl>
                                        <p:attrNameLst>
                                          <p:attrName>ppt_w</p:attrName>
                                        </p:attrNameLst>
                                      </p:cBhvr>
                                      <p:tavLst>
                                        <p:tav tm="0">
                                          <p:val>
                                            <p:fltVal val="0"/>
                                          </p:val>
                                        </p:tav>
                                        <p:tav tm="100000">
                                          <p:val>
                                            <p:strVal val="#ppt_w"/>
                                          </p:val>
                                        </p:tav>
                                      </p:tavLst>
                                    </p:anim>
                                    <p:anim calcmode="lin" valueType="num">
                                      <p:cBhvr>
                                        <p:cTn id="99" dur="500" fill="hold"/>
                                        <p:tgtEl>
                                          <p:spTgt spid="125"/>
                                        </p:tgtEl>
                                        <p:attrNameLst>
                                          <p:attrName>ppt_h</p:attrName>
                                        </p:attrNameLst>
                                      </p:cBhvr>
                                      <p:tavLst>
                                        <p:tav tm="0">
                                          <p:val>
                                            <p:fltVal val="0"/>
                                          </p:val>
                                        </p:tav>
                                        <p:tav tm="100000">
                                          <p:val>
                                            <p:strVal val="#ppt_h"/>
                                          </p:val>
                                        </p:tav>
                                      </p:tavLst>
                                    </p:anim>
                                    <p:animEffect transition="in" filter="fade">
                                      <p:cBhvr>
                                        <p:cTn id="100" dur="500"/>
                                        <p:tgtEl>
                                          <p:spTgt spid="125"/>
                                        </p:tgtEl>
                                      </p:cBhvr>
                                    </p:animEffect>
                                  </p:childTnLst>
                                </p:cTn>
                              </p:par>
                              <p:par>
                                <p:cTn id="101" presetID="53" presetClass="entr" presetSubtype="16" fill="hold" grpId="0" nodeType="withEffect">
                                  <p:stCondLst>
                                    <p:cond delay="0"/>
                                  </p:stCondLst>
                                  <p:childTnLst>
                                    <p:set>
                                      <p:cBhvr>
                                        <p:cTn id="102" dur="1" fill="hold">
                                          <p:stCondLst>
                                            <p:cond delay="0"/>
                                          </p:stCondLst>
                                        </p:cTn>
                                        <p:tgtEl>
                                          <p:spTgt spid="126"/>
                                        </p:tgtEl>
                                        <p:attrNameLst>
                                          <p:attrName>style.visibility</p:attrName>
                                        </p:attrNameLst>
                                      </p:cBhvr>
                                      <p:to>
                                        <p:strVal val="visible"/>
                                      </p:to>
                                    </p:set>
                                    <p:anim calcmode="lin" valueType="num">
                                      <p:cBhvr>
                                        <p:cTn id="103" dur="500" fill="hold"/>
                                        <p:tgtEl>
                                          <p:spTgt spid="126"/>
                                        </p:tgtEl>
                                        <p:attrNameLst>
                                          <p:attrName>ppt_w</p:attrName>
                                        </p:attrNameLst>
                                      </p:cBhvr>
                                      <p:tavLst>
                                        <p:tav tm="0">
                                          <p:val>
                                            <p:fltVal val="0"/>
                                          </p:val>
                                        </p:tav>
                                        <p:tav tm="100000">
                                          <p:val>
                                            <p:strVal val="#ppt_w"/>
                                          </p:val>
                                        </p:tav>
                                      </p:tavLst>
                                    </p:anim>
                                    <p:anim calcmode="lin" valueType="num">
                                      <p:cBhvr>
                                        <p:cTn id="104" dur="500" fill="hold"/>
                                        <p:tgtEl>
                                          <p:spTgt spid="126"/>
                                        </p:tgtEl>
                                        <p:attrNameLst>
                                          <p:attrName>ppt_h</p:attrName>
                                        </p:attrNameLst>
                                      </p:cBhvr>
                                      <p:tavLst>
                                        <p:tav tm="0">
                                          <p:val>
                                            <p:fltVal val="0"/>
                                          </p:val>
                                        </p:tav>
                                        <p:tav tm="100000">
                                          <p:val>
                                            <p:strVal val="#ppt_h"/>
                                          </p:val>
                                        </p:tav>
                                      </p:tavLst>
                                    </p:anim>
                                    <p:animEffect transition="in" filter="fade">
                                      <p:cBhvr>
                                        <p:cTn id="105" dur="500"/>
                                        <p:tgtEl>
                                          <p:spTgt spid="126"/>
                                        </p:tgtEl>
                                      </p:cBhvr>
                                    </p:animEffect>
                                  </p:childTnLst>
                                </p:cTn>
                              </p:par>
                              <p:par>
                                <p:cTn id="106" presetID="53" presetClass="entr" presetSubtype="16" fill="hold" grpId="0" nodeType="withEffect">
                                  <p:stCondLst>
                                    <p:cond delay="0"/>
                                  </p:stCondLst>
                                  <p:childTnLst>
                                    <p:set>
                                      <p:cBhvr>
                                        <p:cTn id="107" dur="1" fill="hold">
                                          <p:stCondLst>
                                            <p:cond delay="0"/>
                                          </p:stCondLst>
                                        </p:cTn>
                                        <p:tgtEl>
                                          <p:spTgt spid="127"/>
                                        </p:tgtEl>
                                        <p:attrNameLst>
                                          <p:attrName>style.visibility</p:attrName>
                                        </p:attrNameLst>
                                      </p:cBhvr>
                                      <p:to>
                                        <p:strVal val="visible"/>
                                      </p:to>
                                    </p:set>
                                    <p:anim calcmode="lin" valueType="num">
                                      <p:cBhvr>
                                        <p:cTn id="108" dur="500" fill="hold"/>
                                        <p:tgtEl>
                                          <p:spTgt spid="127"/>
                                        </p:tgtEl>
                                        <p:attrNameLst>
                                          <p:attrName>ppt_w</p:attrName>
                                        </p:attrNameLst>
                                      </p:cBhvr>
                                      <p:tavLst>
                                        <p:tav tm="0">
                                          <p:val>
                                            <p:fltVal val="0"/>
                                          </p:val>
                                        </p:tav>
                                        <p:tav tm="100000">
                                          <p:val>
                                            <p:strVal val="#ppt_w"/>
                                          </p:val>
                                        </p:tav>
                                      </p:tavLst>
                                    </p:anim>
                                    <p:anim calcmode="lin" valueType="num">
                                      <p:cBhvr>
                                        <p:cTn id="109" dur="500" fill="hold"/>
                                        <p:tgtEl>
                                          <p:spTgt spid="127"/>
                                        </p:tgtEl>
                                        <p:attrNameLst>
                                          <p:attrName>ppt_h</p:attrName>
                                        </p:attrNameLst>
                                      </p:cBhvr>
                                      <p:tavLst>
                                        <p:tav tm="0">
                                          <p:val>
                                            <p:fltVal val="0"/>
                                          </p:val>
                                        </p:tav>
                                        <p:tav tm="100000">
                                          <p:val>
                                            <p:strVal val="#ppt_h"/>
                                          </p:val>
                                        </p:tav>
                                      </p:tavLst>
                                    </p:anim>
                                    <p:animEffect transition="in" filter="fade">
                                      <p:cBhvr>
                                        <p:cTn id="110" dur="500"/>
                                        <p:tgtEl>
                                          <p:spTgt spid="127"/>
                                        </p:tgtEl>
                                      </p:cBhvr>
                                    </p:animEffect>
                                  </p:childTnLst>
                                </p:cTn>
                              </p:par>
                              <p:par>
                                <p:cTn id="111" presetID="53" presetClass="entr" presetSubtype="16" fill="hold" grpId="0" nodeType="withEffect">
                                  <p:stCondLst>
                                    <p:cond delay="0"/>
                                  </p:stCondLst>
                                  <p:childTnLst>
                                    <p:set>
                                      <p:cBhvr>
                                        <p:cTn id="112" dur="1" fill="hold">
                                          <p:stCondLst>
                                            <p:cond delay="0"/>
                                          </p:stCondLst>
                                        </p:cTn>
                                        <p:tgtEl>
                                          <p:spTgt spid="128"/>
                                        </p:tgtEl>
                                        <p:attrNameLst>
                                          <p:attrName>style.visibility</p:attrName>
                                        </p:attrNameLst>
                                      </p:cBhvr>
                                      <p:to>
                                        <p:strVal val="visible"/>
                                      </p:to>
                                    </p:set>
                                    <p:anim calcmode="lin" valueType="num">
                                      <p:cBhvr>
                                        <p:cTn id="113" dur="500" fill="hold"/>
                                        <p:tgtEl>
                                          <p:spTgt spid="128"/>
                                        </p:tgtEl>
                                        <p:attrNameLst>
                                          <p:attrName>ppt_w</p:attrName>
                                        </p:attrNameLst>
                                      </p:cBhvr>
                                      <p:tavLst>
                                        <p:tav tm="0">
                                          <p:val>
                                            <p:fltVal val="0"/>
                                          </p:val>
                                        </p:tav>
                                        <p:tav tm="100000">
                                          <p:val>
                                            <p:strVal val="#ppt_w"/>
                                          </p:val>
                                        </p:tav>
                                      </p:tavLst>
                                    </p:anim>
                                    <p:anim calcmode="lin" valueType="num">
                                      <p:cBhvr>
                                        <p:cTn id="114" dur="500" fill="hold"/>
                                        <p:tgtEl>
                                          <p:spTgt spid="128"/>
                                        </p:tgtEl>
                                        <p:attrNameLst>
                                          <p:attrName>ppt_h</p:attrName>
                                        </p:attrNameLst>
                                      </p:cBhvr>
                                      <p:tavLst>
                                        <p:tav tm="0">
                                          <p:val>
                                            <p:fltVal val="0"/>
                                          </p:val>
                                        </p:tav>
                                        <p:tav tm="100000">
                                          <p:val>
                                            <p:strVal val="#ppt_h"/>
                                          </p:val>
                                        </p:tav>
                                      </p:tavLst>
                                    </p:anim>
                                    <p:animEffect transition="in" filter="fade">
                                      <p:cBhvr>
                                        <p:cTn id="115" dur="500"/>
                                        <p:tgtEl>
                                          <p:spTgt spid="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0" grpId="0"/>
      <p:bldP spid="101" grpId="0"/>
      <p:bldP spid="103" grpId="0"/>
      <p:bldP spid="104" grpId="0"/>
      <p:bldP spid="111" grpId="0"/>
      <p:bldP spid="112" grpId="0"/>
      <p:bldP spid="113" grpId="0" animBg="1"/>
      <p:bldP spid="114" grpId="0"/>
      <p:bldP spid="115" grpId="0"/>
      <p:bldP spid="121" grpId="0"/>
      <p:bldP spid="122" grpId="0"/>
      <p:bldP spid="123" grpId="0"/>
      <p:bldP spid="124" grpId="0"/>
      <p:bldP spid="125" grpId="0" animBg="1"/>
      <p:bldP spid="126" grpId="0" animBg="1"/>
      <p:bldP spid="127" grpId="0" animBg="1"/>
      <p:bldP spid="12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557e2fb1dae1d"/>
          <p:cNvPicPr>
            <a:picLocks noChangeAspect="1"/>
          </p:cNvPicPr>
          <p:nvPr/>
        </p:nvPicPr>
        <p:blipFill>
          <a:blip r:embed="rId2"/>
          <a:stretch>
            <a:fillRect/>
          </a:stretch>
        </p:blipFill>
        <p:spPr>
          <a:xfrm>
            <a:off x="1925320" y="3940175"/>
            <a:ext cx="8341360" cy="3183255"/>
          </a:xfrm>
          <a:prstGeom prst="rect">
            <a:avLst/>
          </a:prstGeom>
        </p:spPr>
      </p:pic>
      <p:pic>
        <p:nvPicPr>
          <p:cNvPr id="4" name="图片 3" descr="b0f2e11ea53e0a1ade9f1b13241b05c4"/>
          <p:cNvPicPr>
            <a:picLocks noChangeAspect="1"/>
          </p:cNvPicPr>
          <p:nvPr/>
        </p:nvPicPr>
        <p:blipFill>
          <a:blip r:embed="rId3"/>
          <a:stretch>
            <a:fillRect/>
          </a:stretch>
        </p:blipFill>
        <p:spPr>
          <a:xfrm>
            <a:off x="4443730" y="-63500"/>
            <a:ext cx="3305175" cy="2965450"/>
          </a:xfrm>
          <a:prstGeom prst="rect">
            <a:avLst/>
          </a:prstGeom>
        </p:spPr>
      </p:pic>
      <p:sp>
        <p:nvSpPr>
          <p:cNvPr id="48" name="矩形 47"/>
          <p:cNvSpPr/>
          <p:nvPr/>
        </p:nvSpPr>
        <p:spPr>
          <a:xfrm>
            <a:off x="2771118" y="2704052"/>
            <a:ext cx="6813450" cy="1070610"/>
          </a:xfrm>
          <a:prstGeom prst="rect">
            <a:avLst/>
          </a:prstGeom>
        </p:spPr>
        <p:txBody>
          <a:bodyPr wrap="square">
            <a:spAutoFit/>
          </a:bodyPr>
          <a:lstStyle/>
          <a:p>
            <a:pPr algn="ctr"/>
            <a:r>
              <a:rPr lang="zh-CN" altLang="en-US" sz="6000" b="1" dirty="0">
                <a:solidFill>
                  <a:schemeClr val="tx1"/>
                </a:solidFill>
                <a:latin typeface="微软雅黑" panose="020B0503020204020204" charset="-122"/>
                <a:ea typeface="微软雅黑" panose="020B0503020204020204" charset="-122"/>
              </a:rPr>
              <a:t>谢谢您的聆听</a:t>
            </a:r>
          </a:p>
        </p:txBody>
      </p:sp>
      <p:grpSp>
        <p:nvGrpSpPr>
          <p:cNvPr id="49" name="组合 48"/>
          <p:cNvGrpSpPr/>
          <p:nvPr/>
        </p:nvGrpSpPr>
        <p:grpSpPr>
          <a:xfrm>
            <a:off x="3069738" y="3666170"/>
            <a:ext cx="6098419" cy="337820"/>
            <a:chOff x="2992618" y="3469364"/>
            <a:chExt cx="6284223" cy="337875"/>
          </a:xfrm>
        </p:grpSpPr>
        <p:sp>
          <p:nvSpPr>
            <p:cNvPr id="50" name="矩形 49"/>
            <p:cNvSpPr>
              <a:spLocks noChangeArrowheads="1"/>
            </p:cNvSpPr>
            <p:nvPr/>
          </p:nvSpPr>
          <p:spPr bwMode="auto">
            <a:xfrm>
              <a:off x="3898035" y="3469364"/>
              <a:ext cx="4395930" cy="33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dist"/>
              <a:endParaRPr lang="zh-CN" altLang="en-US" sz="1600" dirty="0">
                <a:solidFill>
                  <a:schemeClr val="tx1"/>
                </a:solidFill>
                <a:latin typeface="Impact MT Std" pitchFamily="34" charset="0"/>
              </a:endParaRPr>
            </a:p>
          </p:txBody>
        </p:sp>
        <p:cxnSp>
          <p:nvCxnSpPr>
            <p:cNvPr id="51" name="直接连接符 50"/>
            <p:cNvCxnSpPr/>
            <p:nvPr/>
          </p:nvCxnSpPr>
          <p:spPr bwMode="auto">
            <a:xfrm>
              <a:off x="2992618" y="3609064"/>
              <a:ext cx="1769599" cy="0"/>
            </a:xfrm>
            <a:prstGeom prst="line">
              <a:avLst/>
            </a:prstGeom>
            <a:noFill/>
            <a:ln w="12700" cap="flat" cmpd="sng" algn="ctr">
              <a:solidFill>
                <a:schemeClr val="bg1">
                  <a:lumMod val="50000"/>
                </a:schemeClr>
              </a:solidFill>
              <a:prstDash val="solid"/>
            </a:ln>
            <a:effectLst/>
          </p:spPr>
        </p:cxnSp>
        <p:cxnSp>
          <p:nvCxnSpPr>
            <p:cNvPr id="52" name="直接连接符 51"/>
            <p:cNvCxnSpPr/>
            <p:nvPr/>
          </p:nvCxnSpPr>
          <p:spPr bwMode="auto">
            <a:xfrm>
              <a:off x="7507243" y="3609064"/>
              <a:ext cx="1769598" cy="0"/>
            </a:xfrm>
            <a:prstGeom prst="line">
              <a:avLst/>
            </a:prstGeom>
            <a:noFill/>
            <a:ln w="12700" cap="flat" cmpd="sng" algn="ctr">
              <a:solidFill>
                <a:schemeClr val="bg1">
                  <a:lumMod val="50000"/>
                </a:schemeClr>
              </a:solidFill>
              <a:prstDash val="solid"/>
            </a:ln>
            <a:effectLst/>
          </p:spPr>
        </p:cxnSp>
      </p:grpSp>
      <p:sp>
        <p:nvSpPr>
          <p:cNvPr id="53" name="矩形 52"/>
          <p:cNvSpPr/>
          <p:nvPr/>
        </p:nvSpPr>
        <p:spPr>
          <a:xfrm>
            <a:off x="5191615" y="3631646"/>
            <a:ext cx="1808480" cy="335280"/>
          </a:xfrm>
          <a:prstGeom prst="rect">
            <a:avLst/>
          </a:prstGeom>
        </p:spPr>
        <p:txBody>
          <a:bodyPr wrap="none">
            <a:spAutoFit/>
          </a:bodyPr>
          <a:lstStyle/>
          <a:p>
            <a:pPr algn="ctr"/>
            <a:r>
              <a:rPr lang="en-US" altLang="zh-CN" sz="1600" dirty="0">
                <a:solidFill>
                  <a:schemeClr val="tx1"/>
                </a:solidFill>
                <a:latin typeface="方正兰亭黑简体" panose="02000000000000000000" pitchFamily="2" charset="-122"/>
                <a:ea typeface="方正兰亭黑简体" panose="02000000000000000000" pitchFamily="2" charset="-122"/>
              </a:rPr>
              <a:t>THEBUSINESS PLAN</a:t>
            </a:r>
          </a:p>
        </p:txBody>
      </p:sp>
    </p:spTree>
  </p:cSld>
  <p:clrMapOvr>
    <a:masterClrMapping/>
  </p:clrMapOvr>
  <p:transition advTm="4399">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50" presetClass="entr" presetSubtype="0" decel="100000" fill="hold" nodeType="after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1000" fill="hold"/>
                                        <p:tgtEl>
                                          <p:spTgt spid="4"/>
                                        </p:tgtEl>
                                        <p:attrNameLst>
                                          <p:attrName>ppt_w</p:attrName>
                                        </p:attrNameLst>
                                      </p:cBhvr>
                                      <p:tavLst>
                                        <p:tav tm="0">
                                          <p:val>
                                            <p:strVal val="#ppt_w+.3"/>
                                          </p:val>
                                        </p:tav>
                                        <p:tav tm="100000">
                                          <p:val>
                                            <p:strVal val="#ppt_w"/>
                                          </p:val>
                                        </p:tav>
                                      </p:tavLst>
                                    </p:anim>
                                    <p:anim calcmode="lin" valueType="num">
                                      <p:cBhvr>
                                        <p:cTn id="14" dur="1000" fill="hold"/>
                                        <p:tgtEl>
                                          <p:spTgt spid="4"/>
                                        </p:tgtEl>
                                        <p:attrNameLst>
                                          <p:attrName>ppt_h</p:attrName>
                                        </p:attrNameLst>
                                      </p:cBhvr>
                                      <p:tavLst>
                                        <p:tav tm="0">
                                          <p:val>
                                            <p:strVal val="#ppt_h"/>
                                          </p:val>
                                        </p:tav>
                                        <p:tav tm="100000">
                                          <p:val>
                                            <p:strVal val="#ppt_h"/>
                                          </p:val>
                                        </p:tav>
                                      </p:tavLst>
                                    </p:anim>
                                    <p:animEffect transition="in" filter="fade">
                                      <p:cBhvr>
                                        <p:cTn id="15" dur="1000"/>
                                        <p:tgtEl>
                                          <p:spTgt spid="4"/>
                                        </p:tgtEl>
                                      </p:cBhvr>
                                    </p:animEffect>
                                  </p:childTnLst>
                                </p:cTn>
                              </p:par>
                            </p:childTnLst>
                          </p:cTn>
                        </p:par>
                        <p:par>
                          <p:cTn id="16" fill="hold">
                            <p:stCondLst>
                              <p:cond delay="2000"/>
                            </p:stCondLst>
                            <p:childTnLst>
                              <p:par>
                                <p:cTn id="17" presetID="41" presetClass="entr" presetSubtype="0" fill="hold" grpId="0" nodeType="afterEffect">
                                  <p:stCondLst>
                                    <p:cond delay="0"/>
                                  </p:stCondLst>
                                  <p:iterate type="lt">
                                    <p:tmPct val="10000"/>
                                  </p:iterate>
                                  <p:childTnLst>
                                    <p:set>
                                      <p:cBhvr>
                                        <p:cTn id="18" dur="1" fill="hold">
                                          <p:stCondLst>
                                            <p:cond delay="0"/>
                                          </p:stCondLst>
                                        </p:cTn>
                                        <p:tgtEl>
                                          <p:spTgt spid="48"/>
                                        </p:tgtEl>
                                        <p:attrNameLst>
                                          <p:attrName>style.visibility</p:attrName>
                                        </p:attrNameLst>
                                      </p:cBhvr>
                                      <p:to>
                                        <p:strVal val="visible"/>
                                      </p:to>
                                    </p:set>
                                    <p:anim calcmode="lin" valueType="num">
                                      <p:cBhvr>
                                        <p:cTn id="19" dur="500" fill="hold"/>
                                        <p:tgtEl>
                                          <p:spTgt spid="48"/>
                                        </p:tgtEl>
                                        <p:attrNameLst>
                                          <p:attrName>ppt_x</p:attrName>
                                        </p:attrNameLst>
                                      </p:cBhvr>
                                      <p:tavLst>
                                        <p:tav tm="0">
                                          <p:val>
                                            <p:strVal val="#ppt_x"/>
                                          </p:val>
                                        </p:tav>
                                        <p:tav tm="50000">
                                          <p:val>
                                            <p:strVal val="#ppt_x+.1"/>
                                          </p:val>
                                        </p:tav>
                                        <p:tav tm="100000">
                                          <p:val>
                                            <p:strVal val="#ppt_x"/>
                                          </p:val>
                                        </p:tav>
                                      </p:tavLst>
                                    </p:anim>
                                    <p:anim calcmode="lin" valueType="num">
                                      <p:cBhvr>
                                        <p:cTn id="20" dur="500" fill="hold"/>
                                        <p:tgtEl>
                                          <p:spTgt spid="48"/>
                                        </p:tgtEl>
                                        <p:attrNameLst>
                                          <p:attrName>ppt_y</p:attrName>
                                        </p:attrNameLst>
                                      </p:cBhvr>
                                      <p:tavLst>
                                        <p:tav tm="0">
                                          <p:val>
                                            <p:strVal val="#ppt_y"/>
                                          </p:val>
                                        </p:tav>
                                        <p:tav tm="100000">
                                          <p:val>
                                            <p:strVal val="#ppt_y"/>
                                          </p:val>
                                        </p:tav>
                                      </p:tavLst>
                                    </p:anim>
                                    <p:anim calcmode="lin" valueType="num">
                                      <p:cBhvr>
                                        <p:cTn id="21" dur="500" fill="hold"/>
                                        <p:tgtEl>
                                          <p:spTgt spid="48"/>
                                        </p:tgtEl>
                                        <p:attrNameLst>
                                          <p:attrName>ppt_h</p:attrName>
                                        </p:attrNameLst>
                                      </p:cBhvr>
                                      <p:tavLst>
                                        <p:tav tm="0">
                                          <p:val>
                                            <p:strVal val="#ppt_h/10"/>
                                          </p:val>
                                        </p:tav>
                                        <p:tav tm="50000">
                                          <p:val>
                                            <p:strVal val="#ppt_h+.01"/>
                                          </p:val>
                                        </p:tav>
                                        <p:tav tm="100000">
                                          <p:val>
                                            <p:strVal val="#ppt_h"/>
                                          </p:val>
                                        </p:tav>
                                      </p:tavLst>
                                    </p:anim>
                                    <p:anim calcmode="lin" valueType="num">
                                      <p:cBhvr>
                                        <p:cTn id="22" dur="500" fill="hold"/>
                                        <p:tgtEl>
                                          <p:spTgt spid="48"/>
                                        </p:tgtEl>
                                        <p:attrNameLst>
                                          <p:attrName>ppt_w</p:attrName>
                                        </p:attrNameLst>
                                      </p:cBhvr>
                                      <p:tavLst>
                                        <p:tav tm="0">
                                          <p:val>
                                            <p:strVal val="#ppt_w/10"/>
                                          </p:val>
                                        </p:tav>
                                        <p:tav tm="50000">
                                          <p:val>
                                            <p:strVal val="#ppt_w+.01"/>
                                          </p:val>
                                        </p:tav>
                                        <p:tav tm="100000">
                                          <p:val>
                                            <p:strVal val="#ppt_w"/>
                                          </p:val>
                                        </p:tav>
                                      </p:tavLst>
                                    </p:anim>
                                    <p:animEffect transition="in" filter="fade">
                                      <p:cBhvr>
                                        <p:cTn id="23" dur="500" tmFilter="0,0; .5, 1; 1, 1"/>
                                        <p:tgtEl>
                                          <p:spTgt spid="48"/>
                                        </p:tgtEl>
                                      </p:cBhvr>
                                    </p:animEffect>
                                  </p:childTnLst>
                                </p:cTn>
                              </p:par>
                            </p:childTnLst>
                          </p:cTn>
                        </p:par>
                        <p:par>
                          <p:cTn id="24" fill="hold">
                            <p:stCondLst>
                              <p:cond delay="2750"/>
                            </p:stCondLst>
                            <p:childTnLst>
                              <p:par>
                                <p:cTn id="25" presetID="10" presetClass="entr" presetSubtype="0" fill="hold" grpId="0" nodeType="afterEffect">
                                  <p:stCondLst>
                                    <p:cond delay="0"/>
                                  </p:stCondLst>
                                  <p:childTnLst>
                                    <p:set>
                                      <p:cBhvr>
                                        <p:cTn id="26" dur="1" fill="hold">
                                          <p:stCondLst>
                                            <p:cond delay="0"/>
                                          </p:stCondLst>
                                        </p:cTn>
                                        <p:tgtEl>
                                          <p:spTgt spid="53"/>
                                        </p:tgtEl>
                                        <p:attrNameLst>
                                          <p:attrName>style.visibility</p:attrName>
                                        </p:attrNameLst>
                                      </p:cBhvr>
                                      <p:to>
                                        <p:strVal val="visible"/>
                                      </p:to>
                                    </p:set>
                                    <p:animEffect transition="in" filter="fade">
                                      <p:cBhvr>
                                        <p:cTn id="27" dur="500"/>
                                        <p:tgtEl>
                                          <p:spTgt spid="53"/>
                                        </p:tgtEl>
                                      </p:cBhvr>
                                    </p:animEffect>
                                  </p:childTnLst>
                                </p:cTn>
                              </p:par>
                              <p:par>
                                <p:cTn id="28" presetID="16" presetClass="entr" presetSubtype="37" fill="hold" nodeType="withEffect">
                                  <p:stCondLst>
                                    <p:cond delay="200"/>
                                  </p:stCondLst>
                                  <p:childTnLst>
                                    <p:set>
                                      <p:cBhvr>
                                        <p:cTn id="29" dur="1" fill="hold">
                                          <p:stCondLst>
                                            <p:cond delay="0"/>
                                          </p:stCondLst>
                                        </p:cTn>
                                        <p:tgtEl>
                                          <p:spTgt spid="49"/>
                                        </p:tgtEl>
                                        <p:attrNameLst>
                                          <p:attrName>style.visibility</p:attrName>
                                        </p:attrNameLst>
                                      </p:cBhvr>
                                      <p:to>
                                        <p:strVal val="visible"/>
                                      </p:to>
                                    </p:set>
                                    <p:animEffect transition="in" filter="barn(outVertical)">
                                      <p:cBhvr>
                                        <p:cTn id="30"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53" grpId="0"/>
    </p:bld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2276C58-29D8-1E15-34B5-4E6BB030D41E}"/>
              </a:ext>
            </a:extLst>
          </p:cNvPr>
          <p:cNvSpPr>
            <a:spLocks noGrp="1"/>
          </p:cNvSpPr>
          <p:nvPr>
            <p:ph type="body" sz="quarter" idx="14"/>
          </p:nvPr>
        </p:nvSpPr>
        <p:spPr/>
        <p:txBody>
          <a:bodyPr/>
          <a:lstStyle/>
          <a:p>
            <a:endParaRPr lang="zh-CN" altLang="en-US"/>
          </a:p>
        </p:txBody>
      </p:sp>
    </p:spTree>
    <p:extLst>
      <p:ext uri="{BB962C8B-B14F-4D97-AF65-F5344CB8AC3E}">
        <p14:creationId xmlns:p14="http://schemas.microsoft.com/office/powerpoint/2010/main" val="633130730"/>
      </p:ext>
    </p:extLst>
  </p:cSld>
  <p:clrMapOvr>
    <a:masterClrMapping/>
  </p:clrMapOvr>
</p:sld>
</file>

<file path=ppt/theme/theme1.xml><?xml version="1.0" encoding="utf-8"?>
<a:theme xmlns:a="http://schemas.openxmlformats.org/drawingml/2006/main" name="Office 主题">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自定义">
      <a:dk1>
        <a:sysClr val="windowText" lastClr="000000"/>
      </a:dk1>
      <a:lt1>
        <a:sysClr val="window" lastClr="FFFFFF"/>
      </a:lt1>
      <a:dk2>
        <a:srgbClr val="2D3847"/>
      </a:dk2>
      <a:lt2>
        <a:srgbClr val="E7E6E6"/>
      </a:lt2>
      <a:accent1>
        <a:srgbClr val="EA4E40"/>
      </a:accent1>
      <a:accent2>
        <a:srgbClr val="FF9879"/>
      </a:accent2>
      <a:accent3>
        <a:srgbClr val="FF6700"/>
      </a:accent3>
      <a:accent4>
        <a:srgbClr val="A5A5A5"/>
      </a:accent4>
      <a:accent5>
        <a:srgbClr val="7F7F7F"/>
      </a:accent5>
      <a:accent6>
        <a:srgbClr val="595959"/>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关于我们 - 副本 (2).pptxtempThemeColor">
    <a:dk1>
      <a:sysClr val="windowText" lastClr="000000"/>
    </a:dk1>
    <a:lt1>
      <a:sysClr val="window" lastClr="FFFFFF"/>
    </a:lt1>
    <a:dk2>
      <a:srgbClr val="2D3847"/>
    </a:dk2>
    <a:lt2>
      <a:srgbClr val="E7E6E6"/>
    </a:lt2>
    <a:accent1>
      <a:srgbClr val="EA4E40"/>
    </a:accent1>
    <a:accent2>
      <a:srgbClr val="FF9879"/>
    </a:accent2>
    <a:accent3>
      <a:srgbClr val="FF6700"/>
    </a:accent3>
    <a:accent4>
      <a:srgbClr val="A5A5A5"/>
    </a:accent4>
    <a:accent5>
      <a:srgbClr val="7F7F7F"/>
    </a:accent5>
    <a:accent6>
      <a:srgbClr val="595959"/>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0</TotalTime>
  <Words>1138</Words>
  <Application>Microsoft Office PowerPoint</Application>
  <PresentationFormat>宽屏</PresentationFormat>
  <Paragraphs>362</Paragraphs>
  <Slides>27</Slides>
  <Notes>2</Notes>
  <HiddenSlides>1</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27</vt:i4>
      </vt:variant>
    </vt:vector>
  </HeadingPairs>
  <TitlesOfParts>
    <vt:vector size="38" baseType="lpstr">
      <vt:lpstr>Impact MT Std</vt:lpstr>
      <vt:lpstr>等线</vt:lpstr>
      <vt:lpstr>方正兰亭黑简体</vt:lpstr>
      <vt:lpstr>微软雅黑</vt:lpstr>
      <vt:lpstr>Arial</vt:lpstr>
      <vt:lpstr>Calibri</vt:lpstr>
      <vt:lpstr>Calibri Light</vt:lpstr>
      <vt:lpstr>Impact</vt:lpstr>
      <vt:lpstr>Lato Regular</vt:lpstr>
      <vt:lpstr>Office 主题</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jingtao hu</cp:lastModifiedBy>
  <cp:revision>9</cp:revision>
  <dcterms:created xsi:type="dcterms:W3CDTF">2017-04-24T03:35:00Z</dcterms:created>
  <dcterms:modified xsi:type="dcterms:W3CDTF">2024-12-17T05:16:13Z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2052-10.1.0.6393</vt:lpwstr>
  </property>
</Properties>
</file>