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3" r:id="rId30"/>
  </p:sldIdLst>
  <p:sldSz cx="12192000" cy="6858000"/>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4D76"/>
    <a:srgbClr val="FBFB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5000" autoAdjust="0"/>
    <p:restoredTop sz="94660"/>
  </p:normalViewPr>
  <p:slideViewPr>
    <p:cSldViewPr snapToGrid="0">
      <p:cViewPr>
        <p:scale>
          <a:sx n="75" d="100"/>
          <a:sy n="75" d="100"/>
        </p:scale>
        <p:origin x="1950" y="834"/>
      </p:cViewPr>
      <p:guideLst/>
    </p:cSldViewPr>
  </p:slideViewPr>
  <p:notesTextViewPr>
    <p:cViewPr>
      <p:scale>
        <a:sx n="1" d="1"/>
        <a:sy n="1" d="1"/>
      </p:scale>
      <p:origin x="0" y="0"/>
    </p:cViewPr>
  </p:notesTextViewPr>
  <p:sorterViewPr>
    <p:cViewPr>
      <p:scale>
        <a:sx n="100" d="100"/>
        <a:sy n="100" d="100"/>
      </p:scale>
      <p:origin x="0" y="-357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tags" Target="tags/tag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556670-CB07-4152-9E74-4276EDA3ABE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9EDBC2-B2B4-45B8-96C6-5DAC89A95C2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9EDBC2-B2B4-45B8-96C6-5DAC89A95C2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689F66FD-840A-4346-9CE4-6BFAC7CBA3C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76E133F-9D14-40D0-9D47-447E165A5167}" type="slidenum">
              <a:rPr lang="zh-CN" altLang="en-US" smtClean="0"/>
            </a:fld>
            <a:endParaRPr lang="zh-CN" altLang="en-US"/>
          </a:p>
        </p:txBody>
      </p:sp>
    </p:spTree>
  </p:cSld>
  <p:clrMapOvr>
    <a:masterClrMapping/>
  </p:clrMapOvr>
  <p:transition spd="slow" advClick="0" advTm="3000">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9753558">
            <a:off x="9080500" y="3949700"/>
            <a:ext cx="3454400" cy="3454400"/>
          </a:xfrm>
          <a:prstGeom prst="rect">
            <a:avLst/>
          </a:prstGeom>
        </p:spPr>
      </p:pic>
    </p:spTree>
  </p:cSld>
  <p:clrMapOvr>
    <a:masterClrMapping/>
  </p:clrMapOvr>
  <p:transition spd="slow" advClick="0" advTm="3000">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advClick="0" advTm="3000">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sp>
        <p:nvSpPr>
          <p:cNvPr id="23" name="矩形 22"/>
          <p:cNvSpPr/>
          <p:nvPr userDrawn="1"/>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userDrawn="1"/>
        </p:nvGrpSpPr>
        <p:grpSpPr bwMode="auto">
          <a:xfrm rot="16200000">
            <a:off x="-2706008" y="319268"/>
            <a:ext cx="24130000" cy="18326100"/>
            <a:chOff x="-4195634" y="-3857035"/>
            <a:chExt cx="20134579" cy="15292200"/>
          </a:xfrm>
        </p:grpSpPr>
        <p:grpSp>
          <p:nvGrpSpPr>
            <p:cNvPr id="10" name="组合 30"/>
            <p:cNvGrpSpPr/>
            <p:nvPr/>
          </p:nvGrpSpPr>
          <p:grpSpPr bwMode="auto">
            <a:xfrm rot="9644722">
              <a:off x="-4195634" y="-3400520"/>
              <a:ext cx="11242584" cy="14835685"/>
              <a:chOff x="-2641691" y="-6168706"/>
              <a:chExt cx="11242584" cy="14835685"/>
            </a:xfrm>
          </p:grpSpPr>
          <p:sp>
            <p:nvSpPr>
              <p:cNvPr id="18" name="椭圆 17"/>
              <p:cNvSpPr/>
              <p:nvPr/>
            </p:nvSpPr>
            <p:spPr>
              <a:xfrm>
                <a:off x="-2320966" y="-4039307"/>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9" name="椭圆 18"/>
              <p:cNvSpPr/>
              <p:nvPr/>
            </p:nvSpPr>
            <p:spPr>
              <a:xfrm>
                <a:off x="-2643427" y="-2393726"/>
                <a:ext cx="9529484"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椭圆 19"/>
              <p:cNvSpPr/>
              <p:nvPr/>
            </p:nvSpPr>
            <p:spPr>
              <a:xfrm>
                <a:off x="-2482912" y="-860148"/>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椭圆 20"/>
              <p:cNvSpPr/>
              <p:nvPr/>
            </p:nvSpPr>
            <p:spPr>
              <a:xfrm>
                <a:off x="-1687752" y="-5193460"/>
                <a:ext cx="9528159"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椭圆 21"/>
              <p:cNvSpPr/>
              <p:nvPr/>
            </p:nvSpPr>
            <p:spPr>
              <a:xfrm>
                <a:off x="-931099" y="-6166520"/>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11" name="组合 20"/>
            <p:cNvGrpSpPr/>
            <p:nvPr/>
          </p:nvGrpSpPr>
          <p:grpSpPr bwMode="auto">
            <a:xfrm rot="-1221059">
              <a:off x="4696361" y="-3857035"/>
              <a:ext cx="11242584" cy="14835685"/>
              <a:chOff x="-2641691" y="-6168706"/>
              <a:chExt cx="11242584" cy="14835685"/>
            </a:xfrm>
          </p:grpSpPr>
          <p:sp>
            <p:nvSpPr>
              <p:cNvPr id="13" name="椭圆 12"/>
              <p:cNvSpPr/>
              <p:nvPr/>
            </p:nvSpPr>
            <p:spPr>
              <a:xfrm>
                <a:off x="-2315767" y="-4039989"/>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 name="椭圆 13"/>
              <p:cNvSpPr/>
              <p:nvPr/>
            </p:nvSpPr>
            <p:spPr>
              <a:xfrm>
                <a:off x="-2640179" y="-2392767"/>
                <a:ext cx="9529485"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椭圆 14"/>
              <p:cNvSpPr/>
              <p:nvPr/>
            </p:nvSpPr>
            <p:spPr>
              <a:xfrm>
                <a:off x="-2478657" y="-862088"/>
                <a:ext cx="9529485" cy="9528481"/>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椭圆 15"/>
              <p:cNvSpPr/>
              <p:nvPr/>
            </p:nvSpPr>
            <p:spPr>
              <a:xfrm>
                <a:off x="-1682802" y="-5194306"/>
                <a:ext cx="9528160"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椭圆 16"/>
              <p:cNvSpPr/>
              <p:nvPr/>
            </p:nvSpPr>
            <p:spPr>
              <a:xfrm>
                <a:off x="-926479" y="-6166739"/>
                <a:ext cx="9529485"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12" name="文本框 11"/>
            <p:cNvSpPr txBox="1"/>
            <p:nvPr/>
          </p:nvSpPr>
          <p:spPr>
            <a:xfrm>
              <a:off x="7437384" y="2983655"/>
              <a:ext cx="153659" cy="539148"/>
            </a:xfrm>
            <a:prstGeom prst="rect">
              <a:avLst/>
            </a:prstGeom>
            <a:noFill/>
          </p:spPr>
          <p:txBody>
            <a:bodyPr wrap="none">
              <a:spAutoFit/>
            </a:bodyPr>
            <a:lstStyle/>
            <a:p>
              <a:pPr fontAlgn="auto">
                <a:spcBef>
                  <a:spcPts val="0"/>
                </a:spcBef>
                <a:spcAft>
                  <a:spcPts val="0"/>
                </a:spcAft>
                <a:defRPr/>
              </a:pPr>
              <a:endParaRPr lang="zh-CN" altLang="en-US" sz="3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两栏内容">
    <p:spTree>
      <p:nvGrpSpPr>
        <p:cNvPr id="1" name=""/>
        <p:cNvGrpSpPr/>
        <p:nvPr/>
      </p:nvGrpSpPr>
      <p:grpSpPr>
        <a:xfrm>
          <a:off x="0" y="0"/>
          <a:ext cx="0" cy="0"/>
          <a:chOff x="0" y="0"/>
          <a:chExt cx="0" cy="0"/>
        </a:xfrm>
      </p:grpSpPr>
      <p:sp>
        <p:nvSpPr>
          <p:cNvPr id="23" name="矩形 22"/>
          <p:cNvSpPr/>
          <p:nvPr userDrawn="1"/>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userDrawn="1"/>
        </p:nvGrpSpPr>
        <p:grpSpPr bwMode="auto">
          <a:xfrm rot="16200000">
            <a:off x="-2295999" y="-6146849"/>
            <a:ext cx="24130000" cy="18326100"/>
            <a:chOff x="-4195634" y="-3857035"/>
            <a:chExt cx="20134579" cy="15292200"/>
          </a:xfrm>
        </p:grpSpPr>
        <p:grpSp>
          <p:nvGrpSpPr>
            <p:cNvPr id="10" name="组合 30"/>
            <p:cNvGrpSpPr/>
            <p:nvPr/>
          </p:nvGrpSpPr>
          <p:grpSpPr bwMode="auto">
            <a:xfrm rot="9644722">
              <a:off x="-4195634" y="-3400520"/>
              <a:ext cx="11242584" cy="14835685"/>
              <a:chOff x="-2641691" y="-6168706"/>
              <a:chExt cx="11242584" cy="14835685"/>
            </a:xfrm>
          </p:grpSpPr>
          <p:sp>
            <p:nvSpPr>
              <p:cNvPr id="18" name="椭圆 17"/>
              <p:cNvSpPr/>
              <p:nvPr/>
            </p:nvSpPr>
            <p:spPr>
              <a:xfrm>
                <a:off x="-2320966" y="-4039307"/>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9" name="椭圆 18"/>
              <p:cNvSpPr/>
              <p:nvPr/>
            </p:nvSpPr>
            <p:spPr>
              <a:xfrm>
                <a:off x="-2643427" y="-2393726"/>
                <a:ext cx="9529484"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椭圆 19"/>
              <p:cNvSpPr/>
              <p:nvPr/>
            </p:nvSpPr>
            <p:spPr>
              <a:xfrm>
                <a:off x="-2482912" y="-860148"/>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椭圆 20"/>
              <p:cNvSpPr/>
              <p:nvPr/>
            </p:nvSpPr>
            <p:spPr>
              <a:xfrm>
                <a:off x="-1687752" y="-5193460"/>
                <a:ext cx="9528159"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椭圆 21"/>
              <p:cNvSpPr/>
              <p:nvPr/>
            </p:nvSpPr>
            <p:spPr>
              <a:xfrm>
                <a:off x="-931099" y="-6166520"/>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11" name="组合 20"/>
            <p:cNvGrpSpPr/>
            <p:nvPr/>
          </p:nvGrpSpPr>
          <p:grpSpPr bwMode="auto">
            <a:xfrm rot="-1221059">
              <a:off x="4696361" y="-3857035"/>
              <a:ext cx="11242584" cy="14835685"/>
              <a:chOff x="-2641691" y="-6168706"/>
              <a:chExt cx="11242584" cy="14835685"/>
            </a:xfrm>
          </p:grpSpPr>
          <p:sp>
            <p:nvSpPr>
              <p:cNvPr id="13" name="椭圆 12"/>
              <p:cNvSpPr/>
              <p:nvPr/>
            </p:nvSpPr>
            <p:spPr>
              <a:xfrm>
                <a:off x="-2315767" y="-4039989"/>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 name="椭圆 13"/>
              <p:cNvSpPr/>
              <p:nvPr/>
            </p:nvSpPr>
            <p:spPr>
              <a:xfrm>
                <a:off x="-2640179" y="-2392767"/>
                <a:ext cx="9529485"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椭圆 14"/>
              <p:cNvSpPr/>
              <p:nvPr/>
            </p:nvSpPr>
            <p:spPr>
              <a:xfrm>
                <a:off x="-2478657" y="-862088"/>
                <a:ext cx="9529485" cy="9528481"/>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椭圆 15"/>
              <p:cNvSpPr/>
              <p:nvPr/>
            </p:nvSpPr>
            <p:spPr>
              <a:xfrm>
                <a:off x="-1682802" y="-5194306"/>
                <a:ext cx="9528160"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椭圆 16"/>
              <p:cNvSpPr/>
              <p:nvPr/>
            </p:nvSpPr>
            <p:spPr>
              <a:xfrm>
                <a:off x="-926479" y="-6166739"/>
                <a:ext cx="9529485"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12" name="文本框 11"/>
            <p:cNvSpPr txBox="1"/>
            <p:nvPr/>
          </p:nvSpPr>
          <p:spPr>
            <a:xfrm>
              <a:off x="7437384" y="2983655"/>
              <a:ext cx="153659" cy="539148"/>
            </a:xfrm>
            <a:prstGeom prst="rect">
              <a:avLst/>
            </a:prstGeom>
            <a:noFill/>
          </p:spPr>
          <p:txBody>
            <a:bodyPr wrap="none">
              <a:spAutoFit/>
            </a:bodyPr>
            <a:lstStyle/>
            <a:p>
              <a:pPr fontAlgn="auto">
                <a:spcBef>
                  <a:spcPts val="0"/>
                </a:spcBef>
                <a:spcAft>
                  <a:spcPts val="0"/>
                </a:spcAft>
                <a:defRPr/>
              </a:pPr>
              <a:endParaRPr lang="zh-CN" altLang="en-US" sz="3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两栏内容">
    <p:spTree>
      <p:nvGrpSpPr>
        <p:cNvPr id="1" name=""/>
        <p:cNvGrpSpPr/>
        <p:nvPr/>
      </p:nvGrpSpPr>
      <p:grpSpPr>
        <a:xfrm>
          <a:off x="0" y="0"/>
          <a:ext cx="0" cy="0"/>
          <a:chOff x="0" y="0"/>
          <a:chExt cx="0" cy="0"/>
        </a:xfrm>
      </p:grpSpPr>
      <p:sp>
        <p:nvSpPr>
          <p:cNvPr id="23" name="矩形 22"/>
          <p:cNvSpPr/>
          <p:nvPr userDrawn="1"/>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userDrawn="1"/>
        </p:nvGrpSpPr>
        <p:grpSpPr bwMode="auto">
          <a:xfrm rot="16200000">
            <a:off x="-5822972" y="-5650459"/>
            <a:ext cx="24130000" cy="18326100"/>
            <a:chOff x="-4195634" y="-3857035"/>
            <a:chExt cx="20134579" cy="15292200"/>
          </a:xfrm>
        </p:grpSpPr>
        <p:grpSp>
          <p:nvGrpSpPr>
            <p:cNvPr id="10" name="组合 30"/>
            <p:cNvGrpSpPr/>
            <p:nvPr/>
          </p:nvGrpSpPr>
          <p:grpSpPr bwMode="auto">
            <a:xfrm rot="9644722">
              <a:off x="-4195634" y="-3400520"/>
              <a:ext cx="11242584" cy="14835685"/>
              <a:chOff x="-2641691" y="-6168706"/>
              <a:chExt cx="11242584" cy="14835685"/>
            </a:xfrm>
          </p:grpSpPr>
          <p:sp>
            <p:nvSpPr>
              <p:cNvPr id="18" name="椭圆 17"/>
              <p:cNvSpPr/>
              <p:nvPr/>
            </p:nvSpPr>
            <p:spPr>
              <a:xfrm>
                <a:off x="-2320966" y="-4039307"/>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9" name="椭圆 18"/>
              <p:cNvSpPr/>
              <p:nvPr/>
            </p:nvSpPr>
            <p:spPr>
              <a:xfrm>
                <a:off x="-2643427" y="-2393726"/>
                <a:ext cx="9529484"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椭圆 19"/>
              <p:cNvSpPr/>
              <p:nvPr/>
            </p:nvSpPr>
            <p:spPr>
              <a:xfrm>
                <a:off x="-2482912" y="-860148"/>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椭圆 20"/>
              <p:cNvSpPr/>
              <p:nvPr/>
            </p:nvSpPr>
            <p:spPr>
              <a:xfrm>
                <a:off x="-1687752" y="-5193460"/>
                <a:ext cx="9528159"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椭圆 21"/>
              <p:cNvSpPr/>
              <p:nvPr/>
            </p:nvSpPr>
            <p:spPr>
              <a:xfrm>
                <a:off x="-931099" y="-6166520"/>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11" name="组合 20"/>
            <p:cNvGrpSpPr/>
            <p:nvPr/>
          </p:nvGrpSpPr>
          <p:grpSpPr bwMode="auto">
            <a:xfrm rot="-1221059">
              <a:off x="4696361" y="-3857035"/>
              <a:ext cx="11242584" cy="14835685"/>
              <a:chOff x="-2641691" y="-6168706"/>
              <a:chExt cx="11242584" cy="14835685"/>
            </a:xfrm>
          </p:grpSpPr>
          <p:sp>
            <p:nvSpPr>
              <p:cNvPr id="13" name="椭圆 12"/>
              <p:cNvSpPr/>
              <p:nvPr/>
            </p:nvSpPr>
            <p:spPr>
              <a:xfrm>
                <a:off x="-2315767" y="-4039989"/>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 name="椭圆 13"/>
              <p:cNvSpPr/>
              <p:nvPr/>
            </p:nvSpPr>
            <p:spPr>
              <a:xfrm>
                <a:off x="-2640179" y="-2392767"/>
                <a:ext cx="9529485"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椭圆 14"/>
              <p:cNvSpPr/>
              <p:nvPr/>
            </p:nvSpPr>
            <p:spPr>
              <a:xfrm>
                <a:off x="-2478657" y="-862088"/>
                <a:ext cx="9529485" cy="9528481"/>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椭圆 15"/>
              <p:cNvSpPr/>
              <p:nvPr/>
            </p:nvSpPr>
            <p:spPr>
              <a:xfrm>
                <a:off x="-1682802" y="-5194306"/>
                <a:ext cx="9528160"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椭圆 16"/>
              <p:cNvSpPr/>
              <p:nvPr/>
            </p:nvSpPr>
            <p:spPr>
              <a:xfrm>
                <a:off x="-926479" y="-6166739"/>
                <a:ext cx="9529485"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12" name="文本框 11"/>
            <p:cNvSpPr txBox="1"/>
            <p:nvPr/>
          </p:nvSpPr>
          <p:spPr>
            <a:xfrm>
              <a:off x="7437384" y="2983655"/>
              <a:ext cx="153659" cy="539148"/>
            </a:xfrm>
            <a:prstGeom prst="rect">
              <a:avLst/>
            </a:prstGeom>
            <a:noFill/>
          </p:spPr>
          <p:txBody>
            <a:bodyPr wrap="none">
              <a:spAutoFit/>
            </a:bodyPr>
            <a:lstStyle/>
            <a:p>
              <a:pPr fontAlgn="auto">
                <a:spcBef>
                  <a:spcPts val="0"/>
                </a:spcBef>
                <a:spcAft>
                  <a:spcPts val="0"/>
                </a:spcAft>
                <a:defRPr/>
              </a:pPr>
              <a:endParaRPr lang="zh-CN" altLang="en-US" sz="3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两栏内容">
    <p:spTree>
      <p:nvGrpSpPr>
        <p:cNvPr id="1" name=""/>
        <p:cNvGrpSpPr/>
        <p:nvPr/>
      </p:nvGrpSpPr>
      <p:grpSpPr>
        <a:xfrm>
          <a:off x="0" y="0"/>
          <a:ext cx="0" cy="0"/>
          <a:chOff x="0" y="0"/>
          <a:chExt cx="0" cy="0"/>
        </a:xfrm>
      </p:grpSpPr>
      <p:sp>
        <p:nvSpPr>
          <p:cNvPr id="23" name="矩形 22"/>
          <p:cNvSpPr/>
          <p:nvPr userDrawn="1"/>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userDrawn="1"/>
        </p:nvGrpSpPr>
        <p:grpSpPr bwMode="auto">
          <a:xfrm rot="16200000">
            <a:off x="-3628412" y="-2776630"/>
            <a:ext cx="24130000" cy="18326100"/>
            <a:chOff x="-4195634" y="-3857035"/>
            <a:chExt cx="20134579" cy="15292200"/>
          </a:xfrm>
        </p:grpSpPr>
        <p:grpSp>
          <p:nvGrpSpPr>
            <p:cNvPr id="10" name="组合 30"/>
            <p:cNvGrpSpPr/>
            <p:nvPr/>
          </p:nvGrpSpPr>
          <p:grpSpPr bwMode="auto">
            <a:xfrm rot="9644722">
              <a:off x="-4195634" y="-3400520"/>
              <a:ext cx="11242584" cy="14835685"/>
              <a:chOff x="-2641691" y="-6168706"/>
              <a:chExt cx="11242584" cy="14835685"/>
            </a:xfrm>
          </p:grpSpPr>
          <p:sp>
            <p:nvSpPr>
              <p:cNvPr id="18" name="椭圆 17"/>
              <p:cNvSpPr/>
              <p:nvPr/>
            </p:nvSpPr>
            <p:spPr>
              <a:xfrm>
                <a:off x="-2320966" y="-4039307"/>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9" name="椭圆 18"/>
              <p:cNvSpPr/>
              <p:nvPr/>
            </p:nvSpPr>
            <p:spPr>
              <a:xfrm>
                <a:off x="-2643427" y="-2393726"/>
                <a:ext cx="9529484"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椭圆 19"/>
              <p:cNvSpPr/>
              <p:nvPr/>
            </p:nvSpPr>
            <p:spPr>
              <a:xfrm>
                <a:off x="-2482912" y="-860148"/>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椭圆 20"/>
              <p:cNvSpPr/>
              <p:nvPr/>
            </p:nvSpPr>
            <p:spPr>
              <a:xfrm>
                <a:off x="-1687752" y="-5193460"/>
                <a:ext cx="9528159"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椭圆 21"/>
              <p:cNvSpPr/>
              <p:nvPr/>
            </p:nvSpPr>
            <p:spPr>
              <a:xfrm>
                <a:off x="-931099" y="-6166520"/>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11" name="组合 20"/>
            <p:cNvGrpSpPr/>
            <p:nvPr/>
          </p:nvGrpSpPr>
          <p:grpSpPr bwMode="auto">
            <a:xfrm rot="-1221059">
              <a:off x="4696361" y="-3857035"/>
              <a:ext cx="11242584" cy="14835685"/>
              <a:chOff x="-2641691" y="-6168706"/>
              <a:chExt cx="11242584" cy="14835685"/>
            </a:xfrm>
          </p:grpSpPr>
          <p:sp>
            <p:nvSpPr>
              <p:cNvPr id="13" name="椭圆 12"/>
              <p:cNvSpPr/>
              <p:nvPr/>
            </p:nvSpPr>
            <p:spPr>
              <a:xfrm>
                <a:off x="-2315767" y="-4039989"/>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 name="椭圆 13"/>
              <p:cNvSpPr/>
              <p:nvPr/>
            </p:nvSpPr>
            <p:spPr>
              <a:xfrm>
                <a:off x="-2640179" y="-2392767"/>
                <a:ext cx="9529485"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椭圆 14"/>
              <p:cNvSpPr/>
              <p:nvPr/>
            </p:nvSpPr>
            <p:spPr>
              <a:xfrm>
                <a:off x="-2478657" y="-862088"/>
                <a:ext cx="9529485" cy="9528481"/>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椭圆 15"/>
              <p:cNvSpPr/>
              <p:nvPr/>
            </p:nvSpPr>
            <p:spPr>
              <a:xfrm>
                <a:off x="-1682802" y="-5194306"/>
                <a:ext cx="9528160"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椭圆 16"/>
              <p:cNvSpPr/>
              <p:nvPr/>
            </p:nvSpPr>
            <p:spPr>
              <a:xfrm>
                <a:off x="-926479" y="-6166739"/>
                <a:ext cx="9529485"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12" name="文本框 11"/>
            <p:cNvSpPr txBox="1"/>
            <p:nvPr/>
          </p:nvSpPr>
          <p:spPr>
            <a:xfrm>
              <a:off x="7437384" y="2983655"/>
              <a:ext cx="153659" cy="539148"/>
            </a:xfrm>
            <a:prstGeom prst="rect">
              <a:avLst/>
            </a:prstGeom>
            <a:noFill/>
          </p:spPr>
          <p:txBody>
            <a:bodyPr wrap="none">
              <a:spAutoFit/>
            </a:bodyPr>
            <a:lstStyle/>
            <a:p>
              <a:pPr fontAlgn="auto">
                <a:spcBef>
                  <a:spcPts val="0"/>
                </a:spcBef>
                <a:spcAft>
                  <a:spcPts val="0"/>
                </a:spcAft>
                <a:defRPr/>
              </a:pPr>
              <a:endParaRPr lang="zh-CN" altLang="en-US" sz="3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5_两栏内容">
    <p:spTree>
      <p:nvGrpSpPr>
        <p:cNvPr id="1" name=""/>
        <p:cNvGrpSpPr/>
        <p:nvPr/>
      </p:nvGrpSpPr>
      <p:grpSpPr>
        <a:xfrm>
          <a:off x="0" y="0"/>
          <a:ext cx="0" cy="0"/>
          <a:chOff x="0" y="0"/>
          <a:chExt cx="0" cy="0"/>
        </a:xfrm>
      </p:grpSpPr>
      <p:sp>
        <p:nvSpPr>
          <p:cNvPr id="23" name="矩形 22"/>
          <p:cNvSpPr/>
          <p:nvPr userDrawn="1"/>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userDrawn="1"/>
        </p:nvGrpSpPr>
        <p:grpSpPr bwMode="auto">
          <a:xfrm rot="16200000">
            <a:off x="-12759348" y="-3965349"/>
            <a:ext cx="24130000" cy="18326100"/>
            <a:chOff x="-4195634" y="-3857035"/>
            <a:chExt cx="20134579" cy="15292200"/>
          </a:xfrm>
        </p:grpSpPr>
        <p:grpSp>
          <p:nvGrpSpPr>
            <p:cNvPr id="10" name="组合 30"/>
            <p:cNvGrpSpPr/>
            <p:nvPr/>
          </p:nvGrpSpPr>
          <p:grpSpPr bwMode="auto">
            <a:xfrm rot="9644722">
              <a:off x="-4195634" y="-3400520"/>
              <a:ext cx="11242584" cy="14835685"/>
              <a:chOff x="-2641691" y="-6168706"/>
              <a:chExt cx="11242584" cy="14835685"/>
            </a:xfrm>
          </p:grpSpPr>
          <p:sp>
            <p:nvSpPr>
              <p:cNvPr id="18" name="椭圆 17"/>
              <p:cNvSpPr/>
              <p:nvPr/>
            </p:nvSpPr>
            <p:spPr>
              <a:xfrm>
                <a:off x="-2320966" y="-4039307"/>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9" name="椭圆 18"/>
              <p:cNvSpPr/>
              <p:nvPr/>
            </p:nvSpPr>
            <p:spPr>
              <a:xfrm>
                <a:off x="-2643427" y="-2393726"/>
                <a:ext cx="9529484"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椭圆 19"/>
              <p:cNvSpPr/>
              <p:nvPr/>
            </p:nvSpPr>
            <p:spPr>
              <a:xfrm>
                <a:off x="-2482912" y="-860148"/>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椭圆 20"/>
              <p:cNvSpPr/>
              <p:nvPr/>
            </p:nvSpPr>
            <p:spPr>
              <a:xfrm>
                <a:off x="-1687752" y="-5193460"/>
                <a:ext cx="9528159"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椭圆 21"/>
              <p:cNvSpPr/>
              <p:nvPr/>
            </p:nvSpPr>
            <p:spPr>
              <a:xfrm>
                <a:off x="-931099" y="-6166520"/>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11" name="组合 20"/>
            <p:cNvGrpSpPr/>
            <p:nvPr/>
          </p:nvGrpSpPr>
          <p:grpSpPr bwMode="auto">
            <a:xfrm rot="-1221059">
              <a:off x="4696361" y="-3857035"/>
              <a:ext cx="11242584" cy="14835685"/>
              <a:chOff x="-2641691" y="-6168706"/>
              <a:chExt cx="11242584" cy="14835685"/>
            </a:xfrm>
          </p:grpSpPr>
          <p:sp>
            <p:nvSpPr>
              <p:cNvPr id="13" name="椭圆 12"/>
              <p:cNvSpPr/>
              <p:nvPr/>
            </p:nvSpPr>
            <p:spPr>
              <a:xfrm>
                <a:off x="-2315767" y="-4039989"/>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 name="椭圆 13"/>
              <p:cNvSpPr/>
              <p:nvPr/>
            </p:nvSpPr>
            <p:spPr>
              <a:xfrm>
                <a:off x="-2640179" y="-2392767"/>
                <a:ext cx="9529485"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椭圆 14"/>
              <p:cNvSpPr/>
              <p:nvPr/>
            </p:nvSpPr>
            <p:spPr>
              <a:xfrm>
                <a:off x="-2478657" y="-862088"/>
                <a:ext cx="9529485" cy="9528481"/>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椭圆 15"/>
              <p:cNvSpPr/>
              <p:nvPr/>
            </p:nvSpPr>
            <p:spPr>
              <a:xfrm>
                <a:off x="-1682802" y="-5194306"/>
                <a:ext cx="9528160"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椭圆 16"/>
              <p:cNvSpPr/>
              <p:nvPr/>
            </p:nvSpPr>
            <p:spPr>
              <a:xfrm>
                <a:off x="-926479" y="-6166739"/>
                <a:ext cx="9529485"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12" name="文本框 11"/>
            <p:cNvSpPr txBox="1"/>
            <p:nvPr/>
          </p:nvSpPr>
          <p:spPr>
            <a:xfrm>
              <a:off x="7437384" y="2983655"/>
              <a:ext cx="153659" cy="539148"/>
            </a:xfrm>
            <a:prstGeom prst="rect">
              <a:avLst/>
            </a:prstGeom>
            <a:noFill/>
          </p:spPr>
          <p:txBody>
            <a:bodyPr wrap="none">
              <a:spAutoFit/>
            </a:bodyPr>
            <a:lstStyle/>
            <a:p>
              <a:pPr fontAlgn="auto">
                <a:spcBef>
                  <a:spcPts val="0"/>
                </a:spcBef>
                <a:spcAft>
                  <a:spcPts val="0"/>
                </a:spcAft>
                <a:defRPr/>
              </a:pPr>
              <a:endParaRPr lang="zh-CN" altLang="en-US" sz="3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两栏内容">
    <p:spTree>
      <p:nvGrpSpPr>
        <p:cNvPr id="1" name=""/>
        <p:cNvGrpSpPr/>
        <p:nvPr/>
      </p:nvGrpSpPr>
      <p:grpSpPr>
        <a:xfrm>
          <a:off x="0" y="0"/>
          <a:ext cx="0" cy="0"/>
          <a:chOff x="0" y="0"/>
          <a:chExt cx="0" cy="0"/>
        </a:xfrm>
      </p:grpSpPr>
      <p:sp>
        <p:nvSpPr>
          <p:cNvPr id="23" name="矩形 22"/>
          <p:cNvSpPr/>
          <p:nvPr userDrawn="1"/>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userDrawn="1"/>
        </p:nvGrpSpPr>
        <p:grpSpPr bwMode="auto">
          <a:xfrm rot="16200000">
            <a:off x="-4947760" y="-7988710"/>
            <a:ext cx="24130000" cy="18326100"/>
            <a:chOff x="-4195634" y="-3857035"/>
            <a:chExt cx="20134579" cy="15292200"/>
          </a:xfrm>
        </p:grpSpPr>
        <p:grpSp>
          <p:nvGrpSpPr>
            <p:cNvPr id="10" name="组合 30"/>
            <p:cNvGrpSpPr/>
            <p:nvPr/>
          </p:nvGrpSpPr>
          <p:grpSpPr bwMode="auto">
            <a:xfrm rot="9644722">
              <a:off x="-4195634" y="-3400520"/>
              <a:ext cx="11242584" cy="14835685"/>
              <a:chOff x="-2641691" y="-6168706"/>
              <a:chExt cx="11242584" cy="14835685"/>
            </a:xfrm>
          </p:grpSpPr>
          <p:sp>
            <p:nvSpPr>
              <p:cNvPr id="18" name="椭圆 17"/>
              <p:cNvSpPr/>
              <p:nvPr/>
            </p:nvSpPr>
            <p:spPr>
              <a:xfrm>
                <a:off x="-2320966" y="-4039307"/>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9" name="椭圆 18"/>
              <p:cNvSpPr/>
              <p:nvPr/>
            </p:nvSpPr>
            <p:spPr>
              <a:xfrm>
                <a:off x="-2643427" y="-2393726"/>
                <a:ext cx="9529484"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椭圆 19"/>
              <p:cNvSpPr/>
              <p:nvPr/>
            </p:nvSpPr>
            <p:spPr>
              <a:xfrm>
                <a:off x="-2482912" y="-860148"/>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椭圆 20"/>
              <p:cNvSpPr/>
              <p:nvPr/>
            </p:nvSpPr>
            <p:spPr>
              <a:xfrm>
                <a:off x="-1687752" y="-5193460"/>
                <a:ext cx="9528159"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椭圆 21"/>
              <p:cNvSpPr/>
              <p:nvPr/>
            </p:nvSpPr>
            <p:spPr>
              <a:xfrm>
                <a:off x="-931099" y="-6166520"/>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11" name="组合 20"/>
            <p:cNvGrpSpPr/>
            <p:nvPr/>
          </p:nvGrpSpPr>
          <p:grpSpPr bwMode="auto">
            <a:xfrm rot="-1221059">
              <a:off x="4696361" y="-3857035"/>
              <a:ext cx="11242584" cy="14835685"/>
              <a:chOff x="-2641691" y="-6168706"/>
              <a:chExt cx="11242584" cy="14835685"/>
            </a:xfrm>
          </p:grpSpPr>
          <p:sp>
            <p:nvSpPr>
              <p:cNvPr id="13" name="椭圆 12"/>
              <p:cNvSpPr/>
              <p:nvPr/>
            </p:nvSpPr>
            <p:spPr>
              <a:xfrm>
                <a:off x="-2315767" y="-4039989"/>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 name="椭圆 13"/>
              <p:cNvSpPr/>
              <p:nvPr/>
            </p:nvSpPr>
            <p:spPr>
              <a:xfrm>
                <a:off x="-2640179" y="-2392767"/>
                <a:ext cx="9529485"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椭圆 14"/>
              <p:cNvSpPr/>
              <p:nvPr/>
            </p:nvSpPr>
            <p:spPr>
              <a:xfrm>
                <a:off x="-2478657" y="-862088"/>
                <a:ext cx="9529485" cy="9528481"/>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椭圆 15"/>
              <p:cNvSpPr/>
              <p:nvPr/>
            </p:nvSpPr>
            <p:spPr>
              <a:xfrm>
                <a:off x="-1682802" y="-5194306"/>
                <a:ext cx="9528160"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椭圆 16"/>
              <p:cNvSpPr/>
              <p:nvPr/>
            </p:nvSpPr>
            <p:spPr>
              <a:xfrm>
                <a:off x="-926479" y="-6166739"/>
                <a:ext cx="9529485"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12" name="文本框 11"/>
            <p:cNvSpPr txBox="1"/>
            <p:nvPr/>
          </p:nvSpPr>
          <p:spPr>
            <a:xfrm>
              <a:off x="7437384" y="2983655"/>
              <a:ext cx="153659" cy="539148"/>
            </a:xfrm>
            <a:prstGeom prst="rect">
              <a:avLst/>
            </a:prstGeom>
            <a:noFill/>
          </p:spPr>
          <p:txBody>
            <a:bodyPr wrap="none">
              <a:spAutoFit/>
            </a:bodyPr>
            <a:lstStyle/>
            <a:p>
              <a:pPr fontAlgn="auto">
                <a:spcBef>
                  <a:spcPts val="0"/>
                </a:spcBef>
                <a:spcAft>
                  <a:spcPts val="0"/>
                </a:spcAft>
                <a:defRPr/>
              </a:pPr>
              <a:endParaRPr lang="zh-CN" altLang="en-US" sz="3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两栏内容">
    <p:spTree>
      <p:nvGrpSpPr>
        <p:cNvPr id="1" name=""/>
        <p:cNvGrpSpPr/>
        <p:nvPr/>
      </p:nvGrpSpPr>
      <p:grpSpPr>
        <a:xfrm>
          <a:off x="0" y="0"/>
          <a:ext cx="0" cy="0"/>
          <a:chOff x="0" y="0"/>
          <a:chExt cx="0" cy="0"/>
        </a:xfrm>
      </p:grpSpPr>
      <p:sp>
        <p:nvSpPr>
          <p:cNvPr id="23" name="矩形 22"/>
          <p:cNvSpPr/>
          <p:nvPr userDrawn="1"/>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userDrawn="1"/>
        </p:nvGrpSpPr>
        <p:grpSpPr bwMode="auto">
          <a:xfrm rot="16200000">
            <a:off x="-7756276" y="-10901726"/>
            <a:ext cx="24130000" cy="18326100"/>
            <a:chOff x="-4195634" y="-3857035"/>
            <a:chExt cx="20134579" cy="15292200"/>
          </a:xfrm>
        </p:grpSpPr>
        <p:grpSp>
          <p:nvGrpSpPr>
            <p:cNvPr id="10" name="组合 30"/>
            <p:cNvGrpSpPr/>
            <p:nvPr/>
          </p:nvGrpSpPr>
          <p:grpSpPr bwMode="auto">
            <a:xfrm rot="9644722">
              <a:off x="-4195634" y="-3400520"/>
              <a:ext cx="11242584" cy="14835685"/>
              <a:chOff x="-2641691" y="-6168706"/>
              <a:chExt cx="11242584" cy="14835685"/>
            </a:xfrm>
          </p:grpSpPr>
          <p:sp>
            <p:nvSpPr>
              <p:cNvPr id="18" name="椭圆 17"/>
              <p:cNvSpPr/>
              <p:nvPr/>
            </p:nvSpPr>
            <p:spPr>
              <a:xfrm>
                <a:off x="-2320966" y="-4039307"/>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9" name="椭圆 18"/>
              <p:cNvSpPr/>
              <p:nvPr/>
            </p:nvSpPr>
            <p:spPr>
              <a:xfrm>
                <a:off x="-2643427" y="-2393726"/>
                <a:ext cx="9529484"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椭圆 19"/>
              <p:cNvSpPr/>
              <p:nvPr/>
            </p:nvSpPr>
            <p:spPr>
              <a:xfrm>
                <a:off x="-2482912" y="-860148"/>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椭圆 20"/>
              <p:cNvSpPr/>
              <p:nvPr/>
            </p:nvSpPr>
            <p:spPr>
              <a:xfrm>
                <a:off x="-1687752" y="-5193460"/>
                <a:ext cx="9528159"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椭圆 21"/>
              <p:cNvSpPr/>
              <p:nvPr/>
            </p:nvSpPr>
            <p:spPr>
              <a:xfrm>
                <a:off x="-931099" y="-6166520"/>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11" name="组合 20"/>
            <p:cNvGrpSpPr/>
            <p:nvPr/>
          </p:nvGrpSpPr>
          <p:grpSpPr bwMode="auto">
            <a:xfrm rot="-1221059">
              <a:off x="4696361" y="-3857035"/>
              <a:ext cx="11242584" cy="14835685"/>
              <a:chOff x="-2641691" y="-6168706"/>
              <a:chExt cx="11242584" cy="14835685"/>
            </a:xfrm>
          </p:grpSpPr>
          <p:sp>
            <p:nvSpPr>
              <p:cNvPr id="13" name="椭圆 12"/>
              <p:cNvSpPr/>
              <p:nvPr/>
            </p:nvSpPr>
            <p:spPr>
              <a:xfrm>
                <a:off x="-2315767" y="-4039989"/>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 name="椭圆 13"/>
              <p:cNvSpPr/>
              <p:nvPr/>
            </p:nvSpPr>
            <p:spPr>
              <a:xfrm>
                <a:off x="-2640179" y="-2392767"/>
                <a:ext cx="9529485"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椭圆 14"/>
              <p:cNvSpPr/>
              <p:nvPr/>
            </p:nvSpPr>
            <p:spPr>
              <a:xfrm>
                <a:off x="-2478657" y="-862088"/>
                <a:ext cx="9529485" cy="9528481"/>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椭圆 15"/>
              <p:cNvSpPr/>
              <p:nvPr/>
            </p:nvSpPr>
            <p:spPr>
              <a:xfrm>
                <a:off x="-1682802" y="-5194306"/>
                <a:ext cx="9528160"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椭圆 16"/>
              <p:cNvSpPr/>
              <p:nvPr/>
            </p:nvSpPr>
            <p:spPr>
              <a:xfrm>
                <a:off x="-926479" y="-6166739"/>
                <a:ext cx="9529485"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12" name="文本框 11"/>
            <p:cNvSpPr txBox="1"/>
            <p:nvPr/>
          </p:nvSpPr>
          <p:spPr>
            <a:xfrm>
              <a:off x="7437384" y="2983655"/>
              <a:ext cx="153659" cy="539148"/>
            </a:xfrm>
            <a:prstGeom prst="rect">
              <a:avLst/>
            </a:prstGeom>
            <a:noFill/>
          </p:spPr>
          <p:txBody>
            <a:bodyPr wrap="none">
              <a:spAutoFit/>
            </a:bodyPr>
            <a:lstStyle/>
            <a:p>
              <a:pPr fontAlgn="auto">
                <a:spcBef>
                  <a:spcPts val="0"/>
                </a:spcBef>
                <a:spcAft>
                  <a:spcPts val="0"/>
                </a:spcAft>
                <a:defRPr/>
              </a:pPr>
              <a:endParaRPr lang="zh-CN" altLang="en-US" sz="3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两栏内容">
    <p:spTree>
      <p:nvGrpSpPr>
        <p:cNvPr id="1" name=""/>
        <p:cNvGrpSpPr/>
        <p:nvPr/>
      </p:nvGrpSpPr>
      <p:grpSpPr>
        <a:xfrm>
          <a:off x="0" y="0"/>
          <a:ext cx="0" cy="0"/>
          <a:chOff x="0" y="0"/>
          <a:chExt cx="0" cy="0"/>
        </a:xfrm>
      </p:grpSpPr>
      <p:sp>
        <p:nvSpPr>
          <p:cNvPr id="23" name="矩形 22"/>
          <p:cNvSpPr/>
          <p:nvPr userDrawn="1"/>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userDrawn="1"/>
        </p:nvGrpSpPr>
        <p:grpSpPr bwMode="auto">
          <a:xfrm rot="16200000">
            <a:off x="-6214857" y="-5585144"/>
            <a:ext cx="24130000" cy="18326100"/>
            <a:chOff x="-4195634" y="-3857035"/>
            <a:chExt cx="20134579" cy="15292200"/>
          </a:xfrm>
        </p:grpSpPr>
        <p:grpSp>
          <p:nvGrpSpPr>
            <p:cNvPr id="10" name="组合 30"/>
            <p:cNvGrpSpPr/>
            <p:nvPr/>
          </p:nvGrpSpPr>
          <p:grpSpPr bwMode="auto">
            <a:xfrm rot="9644722">
              <a:off x="-4195634" y="-3400520"/>
              <a:ext cx="11242584" cy="14835685"/>
              <a:chOff x="-2641691" y="-6168706"/>
              <a:chExt cx="11242584" cy="14835685"/>
            </a:xfrm>
          </p:grpSpPr>
          <p:sp>
            <p:nvSpPr>
              <p:cNvPr id="18" name="椭圆 17"/>
              <p:cNvSpPr/>
              <p:nvPr/>
            </p:nvSpPr>
            <p:spPr>
              <a:xfrm>
                <a:off x="-2320966" y="-4039307"/>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9" name="椭圆 18"/>
              <p:cNvSpPr/>
              <p:nvPr/>
            </p:nvSpPr>
            <p:spPr>
              <a:xfrm>
                <a:off x="-2643427" y="-2393726"/>
                <a:ext cx="9529484"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椭圆 19"/>
              <p:cNvSpPr/>
              <p:nvPr/>
            </p:nvSpPr>
            <p:spPr>
              <a:xfrm>
                <a:off x="-2482912" y="-860148"/>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椭圆 20"/>
              <p:cNvSpPr/>
              <p:nvPr/>
            </p:nvSpPr>
            <p:spPr>
              <a:xfrm>
                <a:off x="-1687752" y="-5193460"/>
                <a:ext cx="9528159"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椭圆 21"/>
              <p:cNvSpPr/>
              <p:nvPr/>
            </p:nvSpPr>
            <p:spPr>
              <a:xfrm>
                <a:off x="-931099" y="-6166520"/>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11" name="组合 20"/>
            <p:cNvGrpSpPr/>
            <p:nvPr/>
          </p:nvGrpSpPr>
          <p:grpSpPr bwMode="auto">
            <a:xfrm rot="-1221059">
              <a:off x="4696361" y="-3857035"/>
              <a:ext cx="11242584" cy="14835685"/>
              <a:chOff x="-2641691" y="-6168706"/>
              <a:chExt cx="11242584" cy="14835685"/>
            </a:xfrm>
          </p:grpSpPr>
          <p:sp>
            <p:nvSpPr>
              <p:cNvPr id="13" name="椭圆 12"/>
              <p:cNvSpPr/>
              <p:nvPr/>
            </p:nvSpPr>
            <p:spPr>
              <a:xfrm>
                <a:off x="-2315767" y="-4039989"/>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 name="椭圆 13"/>
              <p:cNvSpPr/>
              <p:nvPr/>
            </p:nvSpPr>
            <p:spPr>
              <a:xfrm>
                <a:off x="-2640179" y="-2392767"/>
                <a:ext cx="9529485"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椭圆 14"/>
              <p:cNvSpPr/>
              <p:nvPr/>
            </p:nvSpPr>
            <p:spPr>
              <a:xfrm>
                <a:off x="-2478657" y="-862088"/>
                <a:ext cx="9529485" cy="9528481"/>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椭圆 15"/>
              <p:cNvSpPr/>
              <p:nvPr/>
            </p:nvSpPr>
            <p:spPr>
              <a:xfrm>
                <a:off x="-1682802" y="-5194306"/>
                <a:ext cx="9528160"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椭圆 16"/>
              <p:cNvSpPr/>
              <p:nvPr/>
            </p:nvSpPr>
            <p:spPr>
              <a:xfrm>
                <a:off x="-926479" y="-6166739"/>
                <a:ext cx="9529485"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12" name="文本框 11"/>
            <p:cNvSpPr txBox="1"/>
            <p:nvPr/>
          </p:nvSpPr>
          <p:spPr>
            <a:xfrm>
              <a:off x="7437384" y="2983655"/>
              <a:ext cx="153659" cy="539148"/>
            </a:xfrm>
            <a:prstGeom prst="rect">
              <a:avLst/>
            </a:prstGeom>
            <a:noFill/>
          </p:spPr>
          <p:txBody>
            <a:bodyPr wrap="none">
              <a:spAutoFit/>
            </a:bodyPr>
            <a:lstStyle/>
            <a:p>
              <a:pPr fontAlgn="auto">
                <a:spcBef>
                  <a:spcPts val="0"/>
                </a:spcBef>
                <a:spcAft>
                  <a:spcPts val="0"/>
                </a:spcAft>
                <a:defRPr/>
              </a:pPr>
              <a:endParaRPr lang="zh-CN" altLang="en-US" sz="3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两栏内容">
    <p:spTree>
      <p:nvGrpSpPr>
        <p:cNvPr id="1" name=""/>
        <p:cNvGrpSpPr/>
        <p:nvPr/>
      </p:nvGrpSpPr>
      <p:grpSpPr>
        <a:xfrm>
          <a:off x="0" y="0"/>
          <a:ext cx="0" cy="0"/>
          <a:chOff x="0" y="0"/>
          <a:chExt cx="0" cy="0"/>
        </a:xfrm>
      </p:grpSpPr>
      <p:sp>
        <p:nvSpPr>
          <p:cNvPr id="23" name="矩形 22"/>
          <p:cNvSpPr/>
          <p:nvPr userDrawn="1"/>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userDrawn="1"/>
        </p:nvGrpSpPr>
        <p:grpSpPr bwMode="auto">
          <a:xfrm rot="16200000">
            <a:off x="329634" y="-6068471"/>
            <a:ext cx="24130000" cy="18326100"/>
            <a:chOff x="-4195634" y="-3857035"/>
            <a:chExt cx="20134579" cy="15292200"/>
          </a:xfrm>
        </p:grpSpPr>
        <p:grpSp>
          <p:nvGrpSpPr>
            <p:cNvPr id="10" name="组合 30"/>
            <p:cNvGrpSpPr/>
            <p:nvPr/>
          </p:nvGrpSpPr>
          <p:grpSpPr bwMode="auto">
            <a:xfrm rot="9644722">
              <a:off x="-4195634" y="-3400520"/>
              <a:ext cx="11242584" cy="14835685"/>
              <a:chOff x="-2641691" y="-6168706"/>
              <a:chExt cx="11242584" cy="14835685"/>
            </a:xfrm>
          </p:grpSpPr>
          <p:sp>
            <p:nvSpPr>
              <p:cNvPr id="18" name="椭圆 17"/>
              <p:cNvSpPr/>
              <p:nvPr/>
            </p:nvSpPr>
            <p:spPr>
              <a:xfrm>
                <a:off x="-2320966" y="-4039307"/>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9" name="椭圆 18"/>
              <p:cNvSpPr/>
              <p:nvPr/>
            </p:nvSpPr>
            <p:spPr>
              <a:xfrm>
                <a:off x="-2643427" y="-2393726"/>
                <a:ext cx="9529484"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椭圆 19"/>
              <p:cNvSpPr/>
              <p:nvPr/>
            </p:nvSpPr>
            <p:spPr>
              <a:xfrm>
                <a:off x="-2482912" y="-860148"/>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椭圆 20"/>
              <p:cNvSpPr/>
              <p:nvPr/>
            </p:nvSpPr>
            <p:spPr>
              <a:xfrm>
                <a:off x="-1687752" y="-5193460"/>
                <a:ext cx="9528159"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椭圆 21"/>
              <p:cNvSpPr/>
              <p:nvPr/>
            </p:nvSpPr>
            <p:spPr>
              <a:xfrm>
                <a:off x="-931099" y="-6166520"/>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11" name="组合 20"/>
            <p:cNvGrpSpPr/>
            <p:nvPr/>
          </p:nvGrpSpPr>
          <p:grpSpPr bwMode="auto">
            <a:xfrm rot="-1221059">
              <a:off x="4696361" y="-3857035"/>
              <a:ext cx="11242584" cy="14835685"/>
              <a:chOff x="-2641691" y="-6168706"/>
              <a:chExt cx="11242584" cy="14835685"/>
            </a:xfrm>
          </p:grpSpPr>
          <p:sp>
            <p:nvSpPr>
              <p:cNvPr id="13" name="椭圆 12"/>
              <p:cNvSpPr/>
              <p:nvPr/>
            </p:nvSpPr>
            <p:spPr>
              <a:xfrm>
                <a:off x="-2315767" y="-4039989"/>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 name="椭圆 13"/>
              <p:cNvSpPr/>
              <p:nvPr/>
            </p:nvSpPr>
            <p:spPr>
              <a:xfrm>
                <a:off x="-2640179" y="-2392767"/>
                <a:ext cx="9529485"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椭圆 14"/>
              <p:cNvSpPr/>
              <p:nvPr/>
            </p:nvSpPr>
            <p:spPr>
              <a:xfrm>
                <a:off x="-2478657" y="-862088"/>
                <a:ext cx="9529485" cy="9528481"/>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椭圆 15"/>
              <p:cNvSpPr/>
              <p:nvPr/>
            </p:nvSpPr>
            <p:spPr>
              <a:xfrm>
                <a:off x="-1682802" y="-5194306"/>
                <a:ext cx="9528160"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椭圆 16"/>
              <p:cNvSpPr/>
              <p:nvPr/>
            </p:nvSpPr>
            <p:spPr>
              <a:xfrm>
                <a:off x="-926479" y="-6166739"/>
                <a:ext cx="9529485"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12" name="文本框 11"/>
            <p:cNvSpPr txBox="1"/>
            <p:nvPr/>
          </p:nvSpPr>
          <p:spPr>
            <a:xfrm>
              <a:off x="7437384" y="2983655"/>
              <a:ext cx="153659" cy="539148"/>
            </a:xfrm>
            <a:prstGeom prst="rect">
              <a:avLst/>
            </a:prstGeom>
            <a:noFill/>
          </p:spPr>
          <p:txBody>
            <a:bodyPr wrap="none">
              <a:spAutoFit/>
            </a:bodyPr>
            <a:lstStyle/>
            <a:p>
              <a:pPr fontAlgn="auto">
                <a:spcBef>
                  <a:spcPts val="0"/>
                </a:spcBef>
                <a:spcAft>
                  <a:spcPts val="0"/>
                </a:spcAft>
                <a:defRPr/>
              </a:pPr>
              <a:endParaRPr lang="zh-CN" altLang="en-US" sz="3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两栏内容">
    <p:spTree>
      <p:nvGrpSpPr>
        <p:cNvPr id="1" name=""/>
        <p:cNvGrpSpPr/>
        <p:nvPr/>
      </p:nvGrpSpPr>
      <p:grpSpPr>
        <a:xfrm>
          <a:off x="0" y="0"/>
          <a:ext cx="0" cy="0"/>
          <a:chOff x="0" y="0"/>
          <a:chExt cx="0" cy="0"/>
        </a:xfrm>
      </p:grpSpPr>
      <p:sp>
        <p:nvSpPr>
          <p:cNvPr id="23" name="矩形 22"/>
          <p:cNvSpPr/>
          <p:nvPr userDrawn="1"/>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userDrawn="1"/>
        </p:nvGrpSpPr>
        <p:grpSpPr bwMode="auto">
          <a:xfrm rot="16200000">
            <a:off x="-414949" y="-6055408"/>
            <a:ext cx="24130000" cy="18326100"/>
            <a:chOff x="-4195634" y="-3857035"/>
            <a:chExt cx="20134579" cy="15292200"/>
          </a:xfrm>
        </p:grpSpPr>
        <p:grpSp>
          <p:nvGrpSpPr>
            <p:cNvPr id="10" name="组合 30"/>
            <p:cNvGrpSpPr/>
            <p:nvPr/>
          </p:nvGrpSpPr>
          <p:grpSpPr bwMode="auto">
            <a:xfrm rot="9644722">
              <a:off x="-4195634" y="-3400520"/>
              <a:ext cx="11242584" cy="14835685"/>
              <a:chOff x="-2641691" y="-6168706"/>
              <a:chExt cx="11242584" cy="14835685"/>
            </a:xfrm>
          </p:grpSpPr>
          <p:sp>
            <p:nvSpPr>
              <p:cNvPr id="18" name="椭圆 17"/>
              <p:cNvSpPr/>
              <p:nvPr/>
            </p:nvSpPr>
            <p:spPr>
              <a:xfrm>
                <a:off x="-2320966" y="-4039307"/>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9" name="椭圆 18"/>
              <p:cNvSpPr/>
              <p:nvPr/>
            </p:nvSpPr>
            <p:spPr>
              <a:xfrm>
                <a:off x="-2643427" y="-2393726"/>
                <a:ext cx="9529484"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椭圆 19"/>
              <p:cNvSpPr/>
              <p:nvPr/>
            </p:nvSpPr>
            <p:spPr>
              <a:xfrm>
                <a:off x="-2482912" y="-860148"/>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椭圆 20"/>
              <p:cNvSpPr/>
              <p:nvPr/>
            </p:nvSpPr>
            <p:spPr>
              <a:xfrm>
                <a:off x="-1687752" y="-5193460"/>
                <a:ext cx="9528159"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椭圆 21"/>
              <p:cNvSpPr/>
              <p:nvPr/>
            </p:nvSpPr>
            <p:spPr>
              <a:xfrm>
                <a:off x="-931099" y="-6166520"/>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11" name="组合 20"/>
            <p:cNvGrpSpPr/>
            <p:nvPr/>
          </p:nvGrpSpPr>
          <p:grpSpPr bwMode="auto">
            <a:xfrm rot="-1221059">
              <a:off x="4696361" y="-3857035"/>
              <a:ext cx="11242584" cy="14835685"/>
              <a:chOff x="-2641691" y="-6168706"/>
              <a:chExt cx="11242584" cy="14835685"/>
            </a:xfrm>
          </p:grpSpPr>
          <p:sp>
            <p:nvSpPr>
              <p:cNvPr id="13" name="椭圆 12"/>
              <p:cNvSpPr/>
              <p:nvPr/>
            </p:nvSpPr>
            <p:spPr>
              <a:xfrm>
                <a:off x="-2315767" y="-4039989"/>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 name="椭圆 13"/>
              <p:cNvSpPr/>
              <p:nvPr/>
            </p:nvSpPr>
            <p:spPr>
              <a:xfrm>
                <a:off x="-2640179" y="-2392767"/>
                <a:ext cx="9529485"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椭圆 14"/>
              <p:cNvSpPr/>
              <p:nvPr/>
            </p:nvSpPr>
            <p:spPr>
              <a:xfrm>
                <a:off x="-2478657" y="-862088"/>
                <a:ext cx="9529485" cy="9528481"/>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椭圆 15"/>
              <p:cNvSpPr/>
              <p:nvPr/>
            </p:nvSpPr>
            <p:spPr>
              <a:xfrm>
                <a:off x="-1682802" y="-5194306"/>
                <a:ext cx="9528160"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椭圆 16"/>
              <p:cNvSpPr/>
              <p:nvPr/>
            </p:nvSpPr>
            <p:spPr>
              <a:xfrm>
                <a:off x="-926479" y="-6166739"/>
                <a:ext cx="9529485"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12" name="文本框 11"/>
            <p:cNvSpPr txBox="1"/>
            <p:nvPr/>
          </p:nvSpPr>
          <p:spPr>
            <a:xfrm>
              <a:off x="7437384" y="2983655"/>
              <a:ext cx="153659" cy="539148"/>
            </a:xfrm>
            <a:prstGeom prst="rect">
              <a:avLst/>
            </a:prstGeom>
            <a:noFill/>
          </p:spPr>
          <p:txBody>
            <a:bodyPr wrap="none">
              <a:spAutoFit/>
            </a:bodyPr>
            <a:lstStyle/>
            <a:p>
              <a:pPr fontAlgn="auto">
                <a:spcBef>
                  <a:spcPts val="0"/>
                </a:spcBef>
                <a:spcAft>
                  <a:spcPts val="0"/>
                </a:spcAft>
                <a:defRPr/>
              </a:pPr>
              <a:endParaRPr lang="zh-CN" altLang="en-US" sz="3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两栏内容">
    <p:spTree>
      <p:nvGrpSpPr>
        <p:cNvPr id="1" name=""/>
        <p:cNvGrpSpPr/>
        <p:nvPr/>
      </p:nvGrpSpPr>
      <p:grpSpPr>
        <a:xfrm>
          <a:off x="0" y="0"/>
          <a:ext cx="0" cy="0"/>
          <a:chOff x="0" y="0"/>
          <a:chExt cx="0" cy="0"/>
        </a:xfrm>
      </p:grpSpPr>
      <p:sp>
        <p:nvSpPr>
          <p:cNvPr id="23" name="矩形 22"/>
          <p:cNvSpPr/>
          <p:nvPr userDrawn="1"/>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userDrawn="1"/>
        </p:nvGrpSpPr>
        <p:grpSpPr bwMode="auto">
          <a:xfrm rot="16200000">
            <a:off x="-5992790" y="-7923396"/>
            <a:ext cx="24130000" cy="18326100"/>
            <a:chOff x="-4195634" y="-3857035"/>
            <a:chExt cx="20134579" cy="15292200"/>
          </a:xfrm>
        </p:grpSpPr>
        <p:grpSp>
          <p:nvGrpSpPr>
            <p:cNvPr id="10" name="组合 30"/>
            <p:cNvGrpSpPr/>
            <p:nvPr/>
          </p:nvGrpSpPr>
          <p:grpSpPr bwMode="auto">
            <a:xfrm rot="9644722">
              <a:off x="-4195634" y="-3400520"/>
              <a:ext cx="11242584" cy="14835685"/>
              <a:chOff x="-2641691" y="-6168706"/>
              <a:chExt cx="11242584" cy="14835685"/>
            </a:xfrm>
          </p:grpSpPr>
          <p:sp>
            <p:nvSpPr>
              <p:cNvPr id="18" name="椭圆 17"/>
              <p:cNvSpPr/>
              <p:nvPr/>
            </p:nvSpPr>
            <p:spPr>
              <a:xfrm>
                <a:off x="-2320966" y="-4039307"/>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9" name="椭圆 18"/>
              <p:cNvSpPr/>
              <p:nvPr/>
            </p:nvSpPr>
            <p:spPr>
              <a:xfrm>
                <a:off x="-2643427" y="-2393726"/>
                <a:ext cx="9529484"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椭圆 19"/>
              <p:cNvSpPr/>
              <p:nvPr/>
            </p:nvSpPr>
            <p:spPr>
              <a:xfrm>
                <a:off x="-2482912" y="-860148"/>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椭圆 20"/>
              <p:cNvSpPr/>
              <p:nvPr/>
            </p:nvSpPr>
            <p:spPr>
              <a:xfrm>
                <a:off x="-1687752" y="-5193460"/>
                <a:ext cx="9528159"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椭圆 21"/>
              <p:cNvSpPr/>
              <p:nvPr/>
            </p:nvSpPr>
            <p:spPr>
              <a:xfrm>
                <a:off x="-931099" y="-6166520"/>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11" name="组合 20"/>
            <p:cNvGrpSpPr/>
            <p:nvPr/>
          </p:nvGrpSpPr>
          <p:grpSpPr bwMode="auto">
            <a:xfrm rot="-1221059">
              <a:off x="4696361" y="-3857035"/>
              <a:ext cx="11242584" cy="14835685"/>
              <a:chOff x="-2641691" y="-6168706"/>
              <a:chExt cx="11242584" cy="14835685"/>
            </a:xfrm>
          </p:grpSpPr>
          <p:sp>
            <p:nvSpPr>
              <p:cNvPr id="13" name="椭圆 12"/>
              <p:cNvSpPr/>
              <p:nvPr/>
            </p:nvSpPr>
            <p:spPr>
              <a:xfrm>
                <a:off x="-2315767" y="-4039989"/>
                <a:ext cx="9529484"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 name="椭圆 13"/>
              <p:cNvSpPr/>
              <p:nvPr/>
            </p:nvSpPr>
            <p:spPr>
              <a:xfrm>
                <a:off x="-2640179" y="-2392767"/>
                <a:ext cx="9529485" cy="9529806"/>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椭圆 14"/>
              <p:cNvSpPr/>
              <p:nvPr/>
            </p:nvSpPr>
            <p:spPr>
              <a:xfrm>
                <a:off x="-2478657" y="-862088"/>
                <a:ext cx="9529485" cy="9528481"/>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椭圆 15"/>
              <p:cNvSpPr/>
              <p:nvPr/>
            </p:nvSpPr>
            <p:spPr>
              <a:xfrm>
                <a:off x="-1682802" y="-5194306"/>
                <a:ext cx="9528160"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椭圆 16"/>
              <p:cNvSpPr/>
              <p:nvPr/>
            </p:nvSpPr>
            <p:spPr>
              <a:xfrm>
                <a:off x="-926479" y="-6166739"/>
                <a:ext cx="9529485" cy="9528482"/>
              </a:xfrm>
              <a:prstGeom prst="ellipse">
                <a:avLst/>
              </a:prstGeom>
              <a:solidFill>
                <a:srgbClr val="FFFFFF">
                  <a:alpha val="1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12" name="文本框 11"/>
            <p:cNvSpPr txBox="1"/>
            <p:nvPr/>
          </p:nvSpPr>
          <p:spPr>
            <a:xfrm>
              <a:off x="7437384" y="2983655"/>
              <a:ext cx="153659" cy="539148"/>
            </a:xfrm>
            <a:prstGeom prst="rect">
              <a:avLst/>
            </a:prstGeom>
            <a:noFill/>
          </p:spPr>
          <p:txBody>
            <a:bodyPr wrap="none">
              <a:spAutoFit/>
            </a:bodyPr>
            <a:lstStyle/>
            <a:p>
              <a:pPr fontAlgn="auto">
                <a:spcBef>
                  <a:spcPts val="0"/>
                </a:spcBef>
                <a:spcAft>
                  <a:spcPts val="0"/>
                </a:spcAft>
                <a:defRPr/>
              </a:pPr>
              <a:endParaRPr lang="zh-CN" altLang="en-US" sz="3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9F66FD-840A-4346-9CE4-6BFAC7CBA3C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6E133F-9D14-40D0-9D47-447E165A516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advClick="0" advTm="3000">
    <p:push dir="u"/>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9.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0.xml"/><Relationship Id="rId2" Type="http://schemas.openxmlformats.org/officeDocument/2006/relationships/image" Target="../media/image15.png"/><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3.xml"/><Relationship Id="rId2" Type="http://schemas.openxmlformats.org/officeDocument/2006/relationships/image" Target="../media/image17.png"/><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4.xml"/><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4" name="图片 1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901147" y="1958929"/>
            <a:ext cx="1247775" cy="1257300"/>
          </a:xfrm>
          <a:prstGeom prst="rect">
            <a:avLst/>
          </a:prstGeom>
        </p:spPr>
      </p:pic>
      <p:pic>
        <p:nvPicPr>
          <p:cNvPr id="13" name="图片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683379" y="1958929"/>
            <a:ext cx="1247775" cy="1257300"/>
          </a:xfrm>
          <a:prstGeom prst="rect">
            <a:avLst/>
          </a:prstGeom>
        </p:spPr>
      </p:pic>
      <p:pic>
        <p:nvPicPr>
          <p:cNvPr id="12" name="图片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65610" y="1958929"/>
            <a:ext cx="1247775" cy="1257300"/>
          </a:xfrm>
          <a:prstGeom prst="rect">
            <a:avLst/>
          </a:prstGeom>
        </p:spPr>
      </p:pic>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47841" y="1958929"/>
            <a:ext cx="1247775" cy="1257300"/>
          </a:xfrm>
          <a:prstGeom prst="rect">
            <a:avLst/>
          </a:prstGeom>
        </p:spPr>
      </p:pic>
      <p:sp>
        <p:nvSpPr>
          <p:cNvPr id="9" name="文本框 8"/>
          <p:cNvSpPr txBox="1"/>
          <p:nvPr/>
        </p:nvSpPr>
        <p:spPr>
          <a:xfrm>
            <a:off x="1262131" y="3557273"/>
            <a:ext cx="4495738" cy="547137"/>
          </a:xfrm>
          <a:prstGeom prst="rect">
            <a:avLst/>
          </a:prstGeom>
          <a:noFill/>
        </p:spPr>
        <p:txBody>
          <a:bodyPr wrap="square" rtlCol="0">
            <a:spAutoFit/>
          </a:bodyPr>
          <a:lstStyle/>
          <a:p>
            <a:pPr algn="r">
              <a:lnSpc>
                <a:spcPct val="150000"/>
              </a:lnSpc>
            </a:pPr>
            <a:r>
              <a:rPr lang="en-US" altLang="zh-CN" sz="1050" spc="200" dirty="0">
                <a:solidFill>
                  <a:schemeClr val="bg1">
                    <a:lumMod val="50000"/>
                  </a:schemeClr>
                </a:solidFill>
                <a:cs typeface="+mn-ea"/>
                <a:sym typeface="+mn-lt"/>
              </a:rPr>
              <a:t>Annual summary report of the personnel department PowerPoint Template</a:t>
            </a:r>
            <a:endParaRPr lang="zh-CN" altLang="en-US" sz="1050" spc="200" dirty="0">
              <a:solidFill>
                <a:schemeClr val="bg1">
                  <a:lumMod val="50000"/>
                </a:schemeClr>
              </a:solidFill>
              <a:cs typeface="+mn-ea"/>
              <a:sym typeface="+mn-lt"/>
            </a:endParaRPr>
          </a:p>
        </p:txBody>
      </p:sp>
      <p:sp>
        <p:nvSpPr>
          <p:cNvPr id="10" name="平行四边形 9"/>
          <p:cNvSpPr/>
          <p:nvPr/>
        </p:nvSpPr>
        <p:spPr>
          <a:xfrm>
            <a:off x="6349284" y="0"/>
            <a:ext cx="4237149" cy="6858000"/>
          </a:xfrm>
          <a:prstGeom prst="parallelogram">
            <a:avLst/>
          </a:prstGeom>
          <a:solidFill>
            <a:srgbClr val="3C4D76">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平行四边形 10"/>
          <p:cNvSpPr/>
          <p:nvPr/>
        </p:nvSpPr>
        <p:spPr>
          <a:xfrm>
            <a:off x="7390327" y="0"/>
            <a:ext cx="4237149" cy="6858000"/>
          </a:xfrm>
          <a:prstGeom prst="parallelogram">
            <a:avLst/>
          </a:prstGeom>
          <a:solidFill>
            <a:srgbClr val="3C4D76">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8980" y="1017431"/>
            <a:ext cx="5687096" cy="5687096"/>
          </a:xfrm>
          <a:prstGeom prst="rect">
            <a:avLst/>
          </a:prstGeom>
        </p:spPr>
      </p:pic>
      <p:sp>
        <p:nvSpPr>
          <p:cNvPr id="5" name="文本框 4"/>
          <p:cNvSpPr txBox="1"/>
          <p:nvPr/>
        </p:nvSpPr>
        <p:spPr>
          <a:xfrm>
            <a:off x="1420432" y="1740093"/>
            <a:ext cx="5181600" cy="1446550"/>
          </a:xfrm>
          <a:prstGeom prst="rect">
            <a:avLst/>
          </a:prstGeom>
          <a:noFill/>
        </p:spPr>
        <p:txBody>
          <a:bodyPr wrap="square" rtlCol="0">
            <a:spAutoFit/>
          </a:bodyPr>
          <a:lstStyle/>
          <a:p>
            <a:r>
              <a:rPr lang="zh-CN" altLang="en-US" sz="8800" dirty="0">
                <a:solidFill>
                  <a:srgbClr val="3C4D76"/>
                </a:solidFill>
                <a:effectLst>
                  <a:outerShdw blurRad="38100" dist="38100" dir="2700000" algn="tl">
                    <a:srgbClr val="000000">
                      <a:alpha val="43137"/>
                    </a:srgbClr>
                  </a:outerShdw>
                </a:effectLst>
              </a:rPr>
              <a:t>读书笔记</a:t>
            </a:r>
            <a:endParaRPr lang="zh-CN" altLang="en-US" sz="8800" dirty="0">
              <a:solidFill>
                <a:srgbClr val="3C4D76"/>
              </a:solidFill>
              <a:effectLst>
                <a:outerShdw blurRad="38100" dist="38100" dir="2700000" algn="tl">
                  <a:srgbClr val="000000">
                    <a:alpha val="43137"/>
                  </a:srgbClr>
                </a:outerShdw>
              </a:effectLst>
            </a:endParaRPr>
          </a:p>
        </p:txBody>
      </p:sp>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484036" y="1125791"/>
            <a:ext cx="2228494" cy="646331"/>
          </a:xfrm>
          <a:prstGeom prst="rect">
            <a:avLst/>
          </a:prstGeom>
          <a:noFill/>
        </p:spPr>
        <p:txBody>
          <a:bodyPr wrap="none" rtlCol="0">
            <a:spAutoFit/>
            <a:scene3d>
              <a:camera prst="orthographicFront"/>
              <a:lightRig rig="threePt" dir="t"/>
            </a:scene3d>
            <a:sp3d contourW="6350"/>
          </a:bodyPr>
          <a:lstStyle/>
          <a:p>
            <a:pPr algn="ctr"/>
            <a:r>
              <a:rPr lang="en-US" altLang="zh-CN" sz="3600" b="1" dirty="0">
                <a:solidFill>
                  <a:schemeClr val="bg1"/>
                </a:solidFill>
                <a:cs typeface="+mn-ea"/>
                <a:sym typeface="+mn-lt"/>
              </a:rPr>
              <a:t>CONTENTS</a:t>
            </a:r>
            <a:endParaRPr lang="zh-CN" altLang="en-US" sz="3600" b="1" dirty="0">
              <a:solidFill>
                <a:schemeClr val="bg1"/>
              </a:solidFill>
              <a:cs typeface="+mn-ea"/>
              <a:sym typeface="+mn-lt"/>
            </a:endParaRPr>
          </a:p>
        </p:txBody>
      </p:sp>
      <p:grpSp>
        <p:nvGrpSpPr>
          <p:cNvPr id="6" name="组合 5"/>
          <p:cNvGrpSpPr/>
          <p:nvPr/>
        </p:nvGrpSpPr>
        <p:grpSpPr>
          <a:xfrm>
            <a:off x="2051681" y="2440444"/>
            <a:ext cx="4406900" cy="863600"/>
            <a:chOff x="1409700" y="2565400"/>
            <a:chExt cx="4406900" cy="863600"/>
          </a:xfrm>
        </p:grpSpPr>
        <p:grpSp>
          <p:nvGrpSpPr>
            <p:cNvPr id="7" name="组合 6"/>
            <p:cNvGrpSpPr/>
            <p:nvPr/>
          </p:nvGrpSpPr>
          <p:grpSpPr>
            <a:xfrm>
              <a:off x="1409700" y="2565400"/>
              <a:ext cx="863600" cy="863600"/>
              <a:chOff x="1409700" y="2565400"/>
              <a:chExt cx="863600" cy="863600"/>
            </a:xfrm>
          </p:grpSpPr>
          <p:sp>
            <p:nvSpPr>
              <p:cNvPr id="10" name="椭圆 9"/>
              <p:cNvSpPr/>
              <p:nvPr/>
            </p:nvSpPr>
            <p:spPr>
              <a:xfrm>
                <a:off x="1409700" y="2565400"/>
                <a:ext cx="863600" cy="8636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cs typeface="+mn-ea"/>
                  <a:sym typeface="+mn-lt"/>
                </a:endParaRPr>
              </a:p>
            </p:txBody>
          </p:sp>
          <p:sp>
            <p:nvSpPr>
              <p:cNvPr id="11" name="文本框 10"/>
              <p:cNvSpPr txBox="1"/>
              <p:nvPr/>
            </p:nvSpPr>
            <p:spPr>
              <a:xfrm>
                <a:off x="1584859" y="2735590"/>
                <a:ext cx="513282" cy="523220"/>
              </a:xfrm>
              <a:prstGeom prst="rect">
                <a:avLst/>
              </a:prstGeom>
              <a:noFill/>
            </p:spPr>
            <p:txBody>
              <a:bodyPr wrap="none" rtlCol="0">
                <a:spAutoFit/>
              </a:bodyPr>
              <a:lstStyle/>
              <a:p>
                <a:pPr algn="ctr"/>
                <a:r>
                  <a:rPr lang="en-US" altLang="zh-CN" sz="2800" b="1" dirty="0">
                    <a:solidFill>
                      <a:schemeClr val="bg1"/>
                    </a:solidFill>
                    <a:cs typeface="+mn-ea"/>
                    <a:sym typeface="+mn-lt"/>
                  </a:rPr>
                  <a:t>01</a:t>
                </a:r>
                <a:endParaRPr lang="zh-CN" altLang="en-US" sz="2800" b="1" dirty="0">
                  <a:solidFill>
                    <a:schemeClr val="bg1"/>
                  </a:solidFill>
                  <a:cs typeface="+mn-ea"/>
                  <a:sym typeface="+mn-lt"/>
                </a:endParaRPr>
              </a:p>
            </p:txBody>
          </p:sp>
        </p:grpSp>
        <p:sp>
          <p:nvSpPr>
            <p:cNvPr id="8" name="文本框 7"/>
            <p:cNvSpPr txBox="1"/>
            <p:nvPr/>
          </p:nvSpPr>
          <p:spPr>
            <a:xfrm>
              <a:off x="2425092" y="2686735"/>
              <a:ext cx="2646878" cy="461665"/>
            </a:xfrm>
            <a:prstGeom prst="rect">
              <a:avLst/>
            </a:prstGeom>
            <a:noFill/>
          </p:spPr>
          <p:txBody>
            <a:bodyPr wrap="none" rtlCol="0">
              <a:spAutoFit/>
              <a:scene3d>
                <a:camera prst="orthographicFront"/>
                <a:lightRig rig="threePt" dir="t"/>
              </a:scene3d>
              <a:sp3d contourW="6350">
                <a:contourClr>
                  <a:schemeClr val="bg1"/>
                </a:contourClr>
              </a:sp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i="0" u="none" strike="noStrike" kern="1200" cap="none" spc="0" normalizeH="0" baseline="0" noProof="0" dirty="0">
                  <a:ln>
                    <a:noFill/>
                  </a:ln>
                  <a:solidFill>
                    <a:schemeClr val="bg1"/>
                  </a:solidFill>
                  <a:effectLst/>
                  <a:uLnTx/>
                  <a:uFillTx/>
                  <a:cs typeface="+mn-ea"/>
                  <a:sym typeface="+mn-lt"/>
                </a:rPr>
                <a:t>标题文字添加此处</a:t>
              </a:r>
              <a:endParaRPr kumimoji="0" lang="zh-CN" altLang="en-US" sz="2400" i="0" u="none" strike="noStrike" kern="1200" cap="none" spc="0" normalizeH="0" baseline="0" noProof="0" dirty="0">
                <a:ln>
                  <a:noFill/>
                </a:ln>
                <a:solidFill>
                  <a:schemeClr val="bg1"/>
                </a:solidFill>
                <a:effectLst/>
                <a:uLnTx/>
                <a:uFillTx/>
                <a:cs typeface="+mn-ea"/>
                <a:sym typeface="+mn-lt"/>
              </a:endParaRPr>
            </a:p>
          </p:txBody>
        </p:sp>
        <p:sp>
          <p:nvSpPr>
            <p:cNvPr id="9" name="矩形 8"/>
            <p:cNvSpPr/>
            <p:nvPr/>
          </p:nvSpPr>
          <p:spPr>
            <a:xfrm>
              <a:off x="2425092" y="3089442"/>
              <a:ext cx="3391508" cy="253916"/>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050" u="none" strike="noStrike" kern="1200" cap="none" spc="0" normalizeH="0" baseline="0" noProof="0" dirty="0">
                  <a:ln>
                    <a:noFill/>
                  </a:ln>
                  <a:solidFill>
                    <a:schemeClr val="bg1"/>
                  </a:solidFill>
                  <a:effectLst/>
                  <a:uLnTx/>
                  <a:uFillTx/>
                  <a:cs typeface="+mn-ea"/>
                  <a:sym typeface="+mn-lt"/>
                </a:rPr>
                <a:t>THIS  TEMPLATE  DE SIGNED FOR FEI ER SHE JI</a:t>
              </a:r>
              <a:endParaRPr kumimoji="0" lang="zh-CN" altLang="en-US" sz="1050" u="none" strike="noStrike" kern="1200" cap="none" spc="0" normalizeH="0" baseline="0" noProof="0" dirty="0">
                <a:ln>
                  <a:noFill/>
                </a:ln>
                <a:solidFill>
                  <a:schemeClr val="bg1"/>
                </a:solidFill>
                <a:effectLst/>
                <a:uLnTx/>
                <a:uFillTx/>
                <a:cs typeface="+mn-ea"/>
                <a:sym typeface="+mn-lt"/>
              </a:endParaRPr>
            </a:p>
          </p:txBody>
        </p:sp>
      </p:grpSp>
      <p:grpSp>
        <p:nvGrpSpPr>
          <p:cNvPr id="12" name="组合 11"/>
          <p:cNvGrpSpPr/>
          <p:nvPr/>
        </p:nvGrpSpPr>
        <p:grpSpPr>
          <a:xfrm>
            <a:off x="6454643" y="2440444"/>
            <a:ext cx="4406900" cy="863600"/>
            <a:chOff x="1409700" y="2565400"/>
            <a:chExt cx="4406900" cy="863600"/>
          </a:xfrm>
        </p:grpSpPr>
        <p:grpSp>
          <p:nvGrpSpPr>
            <p:cNvPr id="13" name="组合 12"/>
            <p:cNvGrpSpPr/>
            <p:nvPr/>
          </p:nvGrpSpPr>
          <p:grpSpPr>
            <a:xfrm>
              <a:off x="1409700" y="2565400"/>
              <a:ext cx="863600" cy="863600"/>
              <a:chOff x="1409700" y="2565400"/>
              <a:chExt cx="863600" cy="863600"/>
            </a:xfrm>
          </p:grpSpPr>
          <p:sp>
            <p:nvSpPr>
              <p:cNvPr id="16" name="椭圆 15"/>
              <p:cNvSpPr/>
              <p:nvPr/>
            </p:nvSpPr>
            <p:spPr>
              <a:xfrm>
                <a:off x="1409700" y="2565400"/>
                <a:ext cx="863600" cy="8636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cs typeface="+mn-ea"/>
                  <a:sym typeface="+mn-lt"/>
                </a:endParaRPr>
              </a:p>
            </p:txBody>
          </p:sp>
          <p:sp>
            <p:nvSpPr>
              <p:cNvPr id="17" name="文本框 16"/>
              <p:cNvSpPr txBox="1"/>
              <p:nvPr/>
            </p:nvSpPr>
            <p:spPr>
              <a:xfrm>
                <a:off x="1548791" y="2735590"/>
                <a:ext cx="585418" cy="523220"/>
              </a:xfrm>
              <a:prstGeom prst="rect">
                <a:avLst/>
              </a:prstGeom>
              <a:noFill/>
            </p:spPr>
            <p:txBody>
              <a:bodyPr wrap="none" rtlCol="0">
                <a:spAutoFit/>
              </a:bodyPr>
              <a:lstStyle/>
              <a:p>
                <a:pPr algn="ctr"/>
                <a:r>
                  <a:rPr lang="en-US" altLang="zh-CN" sz="2800" b="1" dirty="0">
                    <a:solidFill>
                      <a:schemeClr val="bg1"/>
                    </a:solidFill>
                    <a:cs typeface="+mn-ea"/>
                    <a:sym typeface="+mn-lt"/>
                  </a:rPr>
                  <a:t>02</a:t>
                </a:r>
                <a:endParaRPr lang="zh-CN" altLang="en-US" sz="2800" b="1" dirty="0">
                  <a:solidFill>
                    <a:schemeClr val="bg1"/>
                  </a:solidFill>
                  <a:cs typeface="+mn-ea"/>
                  <a:sym typeface="+mn-lt"/>
                </a:endParaRPr>
              </a:p>
            </p:txBody>
          </p:sp>
        </p:grpSp>
        <p:sp>
          <p:nvSpPr>
            <p:cNvPr id="14" name="文本框 13"/>
            <p:cNvSpPr txBox="1"/>
            <p:nvPr/>
          </p:nvSpPr>
          <p:spPr>
            <a:xfrm>
              <a:off x="2425092" y="2686735"/>
              <a:ext cx="2646878" cy="461665"/>
            </a:xfrm>
            <a:prstGeom prst="rect">
              <a:avLst/>
            </a:prstGeom>
            <a:noFill/>
          </p:spPr>
          <p:txBody>
            <a:bodyPr wrap="none" rtlCol="0">
              <a:spAutoFit/>
              <a:scene3d>
                <a:camera prst="orthographicFront"/>
                <a:lightRig rig="threePt" dir="t"/>
              </a:scene3d>
              <a:sp3d contourW="6350">
                <a:contourClr>
                  <a:schemeClr val="bg1"/>
                </a:contourClr>
              </a:sp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i="0" u="none" strike="noStrike" kern="1200" cap="none" spc="0" normalizeH="0" baseline="0" noProof="0" dirty="0">
                  <a:ln>
                    <a:noFill/>
                  </a:ln>
                  <a:solidFill>
                    <a:schemeClr val="bg1"/>
                  </a:solidFill>
                  <a:effectLst/>
                  <a:uLnTx/>
                  <a:uFillTx/>
                  <a:cs typeface="+mn-ea"/>
                  <a:sym typeface="+mn-lt"/>
                </a:rPr>
                <a:t>标题文字添加此处</a:t>
              </a:r>
              <a:endParaRPr kumimoji="0" lang="zh-CN" altLang="en-US" sz="2400" i="0" u="none" strike="noStrike" kern="1200" cap="none" spc="0" normalizeH="0" baseline="0" noProof="0" dirty="0">
                <a:ln>
                  <a:noFill/>
                </a:ln>
                <a:solidFill>
                  <a:schemeClr val="bg1"/>
                </a:solidFill>
                <a:effectLst/>
                <a:uLnTx/>
                <a:uFillTx/>
                <a:cs typeface="+mn-ea"/>
                <a:sym typeface="+mn-lt"/>
              </a:endParaRPr>
            </a:p>
          </p:txBody>
        </p:sp>
        <p:sp>
          <p:nvSpPr>
            <p:cNvPr id="15" name="矩形 14"/>
            <p:cNvSpPr/>
            <p:nvPr/>
          </p:nvSpPr>
          <p:spPr>
            <a:xfrm>
              <a:off x="2425092" y="3089442"/>
              <a:ext cx="3391508" cy="253916"/>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050" u="none" strike="noStrike" kern="1200" cap="none" spc="0" normalizeH="0" baseline="0" noProof="0" dirty="0">
                  <a:ln>
                    <a:noFill/>
                  </a:ln>
                  <a:solidFill>
                    <a:schemeClr val="bg1"/>
                  </a:solidFill>
                  <a:effectLst/>
                  <a:uLnTx/>
                  <a:uFillTx/>
                  <a:cs typeface="+mn-ea"/>
                  <a:sym typeface="+mn-lt"/>
                </a:rPr>
                <a:t>THIS  TEMPLATE  DE SIGNED FOR FEI ER SHE JI</a:t>
              </a:r>
              <a:endParaRPr kumimoji="0" lang="zh-CN" altLang="en-US" sz="1050" u="none" strike="noStrike" kern="1200" cap="none" spc="0" normalizeH="0" baseline="0" noProof="0" dirty="0">
                <a:ln>
                  <a:noFill/>
                </a:ln>
                <a:solidFill>
                  <a:schemeClr val="bg1"/>
                </a:solidFill>
                <a:effectLst/>
                <a:uLnTx/>
                <a:uFillTx/>
                <a:cs typeface="+mn-ea"/>
                <a:sym typeface="+mn-lt"/>
              </a:endParaRPr>
            </a:p>
          </p:txBody>
        </p:sp>
      </p:grpSp>
      <p:grpSp>
        <p:nvGrpSpPr>
          <p:cNvPr id="18" name="组合 17"/>
          <p:cNvGrpSpPr/>
          <p:nvPr/>
        </p:nvGrpSpPr>
        <p:grpSpPr>
          <a:xfrm>
            <a:off x="2051681" y="3765389"/>
            <a:ext cx="4406900" cy="863600"/>
            <a:chOff x="1409700" y="2565400"/>
            <a:chExt cx="4406900" cy="863600"/>
          </a:xfrm>
        </p:grpSpPr>
        <p:grpSp>
          <p:nvGrpSpPr>
            <p:cNvPr id="19" name="组合 18"/>
            <p:cNvGrpSpPr/>
            <p:nvPr/>
          </p:nvGrpSpPr>
          <p:grpSpPr>
            <a:xfrm>
              <a:off x="1409700" y="2565400"/>
              <a:ext cx="863600" cy="863600"/>
              <a:chOff x="1409700" y="2565400"/>
              <a:chExt cx="863600" cy="863600"/>
            </a:xfrm>
          </p:grpSpPr>
          <p:sp>
            <p:nvSpPr>
              <p:cNvPr id="22" name="椭圆 21"/>
              <p:cNvSpPr/>
              <p:nvPr/>
            </p:nvSpPr>
            <p:spPr>
              <a:xfrm>
                <a:off x="1409700" y="2565400"/>
                <a:ext cx="863600" cy="8636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cs typeface="+mn-ea"/>
                  <a:sym typeface="+mn-lt"/>
                </a:endParaRPr>
              </a:p>
            </p:txBody>
          </p:sp>
          <p:sp>
            <p:nvSpPr>
              <p:cNvPr id="23" name="文本框 22"/>
              <p:cNvSpPr txBox="1"/>
              <p:nvPr/>
            </p:nvSpPr>
            <p:spPr>
              <a:xfrm>
                <a:off x="1548791" y="2735590"/>
                <a:ext cx="585418" cy="523220"/>
              </a:xfrm>
              <a:prstGeom prst="rect">
                <a:avLst/>
              </a:prstGeom>
              <a:noFill/>
            </p:spPr>
            <p:txBody>
              <a:bodyPr wrap="none" rtlCol="0">
                <a:spAutoFit/>
              </a:bodyPr>
              <a:lstStyle/>
              <a:p>
                <a:pPr algn="ctr"/>
                <a:r>
                  <a:rPr lang="en-US" altLang="zh-CN" sz="2800" b="1" dirty="0">
                    <a:solidFill>
                      <a:schemeClr val="bg1"/>
                    </a:solidFill>
                    <a:cs typeface="+mn-ea"/>
                    <a:sym typeface="+mn-lt"/>
                  </a:rPr>
                  <a:t>03</a:t>
                </a:r>
                <a:endParaRPr lang="zh-CN" altLang="en-US" sz="2800" b="1" dirty="0">
                  <a:solidFill>
                    <a:schemeClr val="bg1"/>
                  </a:solidFill>
                  <a:cs typeface="+mn-ea"/>
                  <a:sym typeface="+mn-lt"/>
                </a:endParaRPr>
              </a:p>
            </p:txBody>
          </p:sp>
        </p:grpSp>
        <p:sp>
          <p:nvSpPr>
            <p:cNvPr id="20" name="文本框 19"/>
            <p:cNvSpPr txBox="1"/>
            <p:nvPr/>
          </p:nvSpPr>
          <p:spPr>
            <a:xfrm>
              <a:off x="2425092" y="2686735"/>
              <a:ext cx="2646878" cy="461665"/>
            </a:xfrm>
            <a:prstGeom prst="rect">
              <a:avLst/>
            </a:prstGeom>
            <a:noFill/>
          </p:spPr>
          <p:txBody>
            <a:bodyPr wrap="none" rtlCol="0">
              <a:spAutoFit/>
              <a:scene3d>
                <a:camera prst="orthographicFront"/>
                <a:lightRig rig="threePt" dir="t"/>
              </a:scene3d>
              <a:sp3d contourW="6350">
                <a:contourClr>
                  <a:schemeClr val="bg1"/>
                </a:contourClr>
              </a:sp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i="0" u="none" strike="noStrike" kern="1200" cap="none" spc="0" normalizeH="0" baseline="0" noProof="0" dirty="0">
                  <a:ln>
                    <a:noFill/>
                  </a:ln>
                  <a:solidFill>
                    <a:schemeClr val="bg1"/>
                  </a:solidFill>
                  <a:effectLst/>
                  <a:uLnTx/>
                  <a:uFillTx/>
                  <a:cs typeface="+mn-ea"/>
                  <a:sym typeface="+mn-lt"/>
                </a:rPr>
                <a:t>标题文字添加此处</a:t>
              </a:r>
              <a:endParaRPr kumimoji="0" lang="zh-CN" altLang="en-US" sz="2400" i="0" u="none" strike="noStrike" kern="1200" cap="none" spc="0" normalizeH="0" baseline="0" noProof="0" dirty="0">
                <a:ln>
                  <a:noFill/>
                </a:ln>
                <a:solidFill>
                  <a:schemeClr val="bg1"/>
                </a:solidFill>
                <a:effectLst/>
                <a:uLnTx/>
                <a:uFillTx/>
                <a:cs typeface="+mn-ea"/>
                <a:sym typeface="+mn-lt"/>
              </a:endParaRPr>
            </a:p>
          </p:txBody>
        </p:sp>
        <p:sp>
          <p:nvSpPr>
            <p:cNvPr id="21" name="矩形 20"/>
            <p:cNvSpPr/>
            <p:nvPr/>
          </p:nvSpPr>
          <p:spPr>
            <a:xfrm>
              <a:off x="2425092" y="3089442"/>
              <a:ext cx="3391508" cy="253916"/>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050" u="none" strike="noStrike" kern="1200" cap="none" spc="0" normalizeH="0" baseline="0" noProof="0" dirty="0">
                  <a:ln>
                    <a:noFill/>
                  </a:ln>
                  <a:solidFill>
                    <a:schemeClr val="bg1"/>
                  </a:solidFill>
                  <a:effectLst/>
                  <a:uLnTx/>
                  <a:uFillTx/>
                  <a:cs typeface="+mn-ea"/>
                  <a:sym typeface="+mn-lt"/>
                </a:rPr>
                <a:t>THIS  TEMPLATE  DE SIGNED FOR FEI ER SHE JI</a:t>
              </a:r>
              <a:endParaRPr kumimoji="0" lang="zh-CN" altLang="en-US" sz="1050" u="none" strike="noStrike" kern="1200" cap="none" spc="0" normalizeH="0" baseline="0" noProof="0" dirty="0">
                <a:ln>
                  <a:noFill/>
                </a:ln>
                <a:solidFill>
                  <a:schemeClr val="bg1"/>
                </a:solidFill>
                <a:effectLst/>
                <a:uLnTx/>
                <a:uFillTx/>
                <a:cs typeface="+mn-ea"/>
                <a:sym typeface="+mn-lt"/>
              </a:endParaRPr>
            </a:p>
          </p:txBody>
        </p:sp>
      </p:grpSp>
      <p:grpSp>
        <p:nvGrpSpPr>
          <p:cNvPr id="24" name="组合 23"/>
          <p:cNvGrpSpPr/>
          <p:nvPr/>
        </p:nvGrpSpPr>
        <p:grpSpPr>
          <a:xfrm>
            <a:off x="6454643" y="3765389"/>
            <a:ext cx="4406900" cy="863600"/>
            <a:chOff x="1409700" y="2565400"/>
            <a:chExt cx="4406900" cy="863600"/>
          </a:xfrm>
        </p:grpSpPr>
        <p:grpSp>
          <p:nvGrpSpPr>
            <p:cNvPr id="25" name="组合 24"/>
            <p:cNvGrpSpPr/>
            <p:nvPr/>
          </p:nvGrpSpPr>
          <p:grpSpPr>
            <a:xfrm>
              <a:off x="1409700" y="2565400"/>
              <a:ext cx="863600" cy="863600"/>
              <a:chOff x="1409700" y="2565400"/>
              <a:chExt cx="863600" cy="863600"/>
            </a:xfrm>
          </p:grpSpPr>
          <p:sp>
            <p:nvSpPr>
              <p:cNvPr id="28" name="椭圆 27"/>
              <p:cNvSpPr/>
              <p:nvPr/>
            </p:nvSpPr>
            <p:spPr>
              <a:xfrm>
                <a:off x="1409700" y="2565400"/>
                <a:ext cx="863600" cy="8636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cs typeface="+mn-ea"/>
                  <a:sym typeface="+mn-lt"/>
                </a:endParaRPr>
              </a:p>
            </p:txBody>
          </p:sp>
          <p:sp>
            <p:nvSpPr>
              <p:cNvPr id="29" name="文本框 28"/>
              <p:cNvSpPr txBox="1"/>
              <p:nvPr/>
            </p:nvSpPr>
            <p:spPr>
              <a:xfrm>
                <a:off x="1548791" y="2735590"/>
                <a:ext cx="585418" cy="523220"/>
              </a:xfrm>
              <a:prstGeom prst="rect">
                <a:avLst/>
              </a:prstGeom>
              <a:noFill/>
            </p:spPr>
            <p:txBody>
              <a:bodyPr wrap="none" rtlCol="0">
                <a:spAutoFit/>
              </a:bodyPr>
              <a:lstStyle/>
              <a:p>
                <a:pPr algn="ctr"/>
                <a:r>
                  <a:rPr lang="en-US" altLang="zh-CN" sz="2800" b="1" dirty="0">
                    <a:solidFill>
                      <a:schemeClr val="bg1"/>
                    </a:solidFill>
                    <a:cs typeface="+mn-ea"/>
                    <a:sym typeface="+mn-lt"/>
                  </a:rPr>
                  <a:t>04</a:t>
                </a:r>
                <a:endParaRPr lang="zh-CN" altLang="en-US" sz="2800" b="1" dirty="0">
                  <a:solidFill>
                    <a:schemeClr val="bg1"/>
                  </a:solidFill>
                  <a:cs typeface="+mn-ea"/>
                  <a:sym typeface="+mn-lt"/>
                </a:endParaRPr>
              </a:p>
            </p:txBody>
          </p:sp>
        </p:grpSp>
        <p:sp>
          <p:nvSpPr>
            <p:cNvPr id="26" name="文本框 25"/>
            <p:cNvSpPr txBox="1"/>
            <p:nvPr/>
          </p:nvSpPr>
          <p:spPr>
            <a:xfrm>
              <a:off x="2425092" y="2686735"/>
              <a:ext cx="2646878" cy="461665"/>
            </a:xfrm>
            <a:prstGeom prst="rect">
              <a:avLst/>
            </a:prstGeom>
            <a:noFill/>
          </p:spPr>
          <p:txBody>
            <a:bodyPr wrap="none" rtlCol="0">
              <a:spAutoFit/>
              <a:scene3d>
                <a:camera prst="orthographicFront"/>
                <a:lightRig rig="threePt" dir="t"/>
              </a:scene3d>
              <a:sp3d contourW="6350">
                <a:contourClr>
                  <a:schemeClr val="bg1"/>
                </a:contourClr>
              </a:sp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i="0" u="none" strike="noStrike" kern="1200" cap="none" spc="0" normalizeH="0" baseline="0" noProof="0" dirty="0">
                  <a:ln>
                    <a:noFill/>
                  </a:ln>
                  <a:solidFill>
                    <a:schemeClr val="bg1"/>
                  </a:solidFill>
                  <a:effectLst/>
                  <a:uLnTx/>
                  <a:uFillTx/>
                  <a:cs typeface="+mn-ea"/>
                  <a:sym typeface="+mn-lt"/>
                </a:rPr>
                <a:t>标题文字添加此处</a:t>
              </a:r>
              <a:endParaRPr kumimoji="0" lang="zh-CN" altLang="en-US" sz="2400" i="0" u="none" strike="noStrike" kern="1200" cap="none" spc="0" normalizeH="0" baseline="0" noProof="0" dirty="0">
                <a:ln>
                  <a:noFill/>
                </a:ln>
                <a:solidFill>
                  <a:schemeClr val="bg1"/>
                </a:solidFill>
                <a:effectLst/>
                <a:uLnTx/>
                <a:uFillTx/>
                <a:cs typeface="+mn-ea"/>
                <a:sym typeface="+mn-lt"/>
              </a:endParaRPr>
            </a:p>
          </p:txBody>
        </p:sp>
        <p:sp>
          <p:nvSpPr>
            <p:cNvPr id="27" name="矩形 26"/>
            <p:cNvSpPr/>
            <p:nvPr/>
          </p:nvSpPr>
          <p:spPr>
            <a:xfrm>
              <a:off x="2425092" y="3089442"/>
              <a:ext cx="3391508" cy="253916"/>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050" u="none" strike="noStrike" kern="1200" cap="none" spc="0" normalizeH="0" baseline="0" noProof="0" dirty="0">
                  <a:ln>
                    <a:noFill/>
                  </a:ln>
                  <a:solidFill>
                    <a:schemeClr val="bg1"/>
                  </a:solidFill>
                  <a:effectLst/>
                  <a:uLnTx/>
                  <a:uFillTx/>
                  <a:cs typeface="+mn-ea"/>
                  <a:sym typeface="+mn-lt"/>
                </a:rPr>
                <a:t>THIS  TEMPLATE  DE SIGNED FOR FEI ER SHE JI</a:t>
              </a:r>
              <a:endParaRPr kumimoji="0" lang="zh-CN" altLang="en-US" sz="1050" u="none" strike="noStrike" kern="1200" cap="none" spc="0" normalizeH="0" baseline="0" noProof="0" dirty="0">
                <a:ln>
                  <a:noFill/>
                </a:ln>
                <a:solidFill>
                  <a:schemeClr val="bg1"/>
                </a:solidFill>
                <a:effectLst/>
                <a:uLnTx/>
                <a:uFillTx/>
                <a:cs typeface="+mn-ea"/>
                <a:sym typeface="+mn-lt"/>
              </a:endParaRPr>
            </a:p>
          </p:txBody>
        </p:sp>
      </p:grpSp>
      <p:pic>
        <p:nvPicPr>
          <p:cNvPr id="30" name="图片 2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rot="5400000">
            <a:off x="3159258" y="-2236996"/>
            <a:ext cx="6199765" cy="11075831"/>
          </a:xfrm>
          <a:prstGeom prst="rect">
            <a:avLst/>
          </a:prstGeom>
        </p:spPr>
      </p:pic>
    </p:spTree>
  </p:cSld>
  <p:clrMapOvr>
    <a:masterClrMapping/>
  </p:clrMapOvr>
  <p:transition spd="slow" advClick="0" advTm="3000">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par>
                              <p:cTn id="11" fill="hold">
                                <p:stCondLst>
                                  <p:cond delay="1000"/>
                                </p:stCondLst>
                                <p:childTnLst>
                                  <p:par>
                                    <p:cTn id="12" presetID="2" presetClass="entr" presetSubtype="2" fill="hold" nodeType="afterEffect" p14:presetBounceEnd="44000">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14:bounceEnd="44000">
                                          <p:cBhvr additive="base">
                                            <p:cTn id="14" dur="1000" fill="hold"/>
                                            <p:tgtEl>
                                              <p:spTgt spid="6"/>
                                            </p:tgtEl>
                                            <p:attrNameLst>
                                              <p:attrName>ppt_x</p:attrName>
                                            </p:attrNameLst>
                                          </p:cBhvr>
                                          <p:tavLst>
                                            <p:tav tm="0">
                                              <p:val>
                                                <p:strVal val="1+#ppt_w/2"/>
                                              </p:val>
                                            </p:tav>
                                            <p:tav tm="100000">
                                              <p:val>
                                                <p:strVal val="#ppt_x"/>
                                              </p:val>
                                            </p:tav>
                                          </p:tavLst>
                                        </p:anim>
                                        <p:anim calcmode="lin" valueType="num" p14:bounceEnd="44000">
                                          <p:cBhvr additive="base">
                                            <p:cTn id="15" dur="1000" fill="hold"/>
                                            <p:tgtEl>
                                              <p:spTgt spid="6"/>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14:presetBounceEnd="44000">
                                      <p:stCondLst>
                                        <p:cond delay="250"/>
                                      </p:stCondLst>
                                      <p:childTnLst>
                                        <p:set>
                                          <p:cBhvr>
                                            <p:cTn id="17" dur="1" fill="hold">
                                              <p:stCondLst>
                                                <p:cond delay="0"/>
                                              </p:stCondLst>
                                            </p:cTn>
                                            <p:tgtEl>
                                              <p:spTgt spid="12"/>
                                            </p:tgtEl>
                                            <p:attrNameLst>
                                              <p:attrName>style.visibility</p:attrName>
                                            </p:attrNameLst>
                                          </p:cBhvr>
                                          <p:to>
                                            <p:strVal val="visible"/>
                                          </p:to>
                                        </p:set>
                                        <p:anim calcmode="lin" valueType="num" p14:bounceEnd="44000">
                                          <p:cBhvr additive="base">
                                            <p:cTn id="18" dur="1000" fill="hold"/>
                                            <p:tgtEl>
                                              <p:spTgt spid="12"/>
                                            </p:tgtEl>
                                            <p:attrNameLst>
                                              <p:attrName>ppt_x</p:attrName>
                                            </p:attrNameLst>
                                          </p:cBhvr>
                                          <p:tavLst>
                                            <p:tav tm="0">
                                              <p:val>
                                                <p:strVal val="1+#ppt_w/2"/>
                                              </p:val>
                                            </p:tav>
                                            <p:tav tm="100000">
                                              <p:val>
                                                <p:strVal val="#ppt_x"/>
                                              </p:val>
                                            </p:tav>
                                          </p:tavLst>
                                        </p:anim>
                                        <p:anim calcmode="lin" valueType="num" p14:bounceEnd="44000">
                                          <p:cBhvr additive="base">
                                            <p:cTn id="19" dur="1000" fill="hold"/>
                                            <p:tgtEl>
                                              <p:spTgt spid="12"/>
                                            </p:tgtEl>
                                            <p:attrNameLst>
                                              <p:attrName>ppt_y</p:attrName>
                                            </p:attrNameLst>
                                          </p:cBhvr>
                                          <p:tavLst>
                                            <p:tav tm="0">
                                              <p:val>
                                                <p:strVal val="#ppt_y"/>
                                              </p:val>
                                            </p:tav>
                                            <p:tav tm="100000">
                                              <p:val>
                                                <p:strVal val="#ppt_y"/>
                                              </p:val>
                                            </p:tav>
                                          </p:tavLst>
                                        </p:anim>
                                      </p:childTnLst>
                                    </p:cTn>
                                  </p:par>
                                  <p:par>
                                    <p:cTn id="20" presetID="2" presetClass="entr" presetSubtype="2" fill="hold" nodeType="withEffect" p14:presetBounceEnd="44000">
                                      <p:stCondLst>
                                        <p:cond delay="500"/>
                                      </p:stCondLst>
                                      <p:childTnLst>
                                        <p:set>
                                          <p:cBhvr>
                                            <p:cTn id="21" dur="1" fill="hold">
                                              <p:stCondLst>
                                                <p:cond delay="0"/>
                                              </p:stCondLst>
                                            </p:cTn>
                                            <p:tgtEl>
                                              <p:spTgt spid="18"/>
                                            </p:tgtEl>
                                            <p:attrNameLst>
                                              <p:attrName>style.visibility</p:attrName>
                                            </p:attrNameLst>
                                          </p:cBhvr>
                                          <p:to>
                                            <p:strVal val="visible"/>
                                          </p:to>
                                        </p:set>
                                        <p:anim calcmode="lin" valueType="num" p14:bounceEnd="44000">
                                          <p:cBhvr additive="base">
                                            <p:cTn id="22" dur="1000" fill="hold"/>
                                            <p:tgtEl>
                                              <p:spTgt spid="18"/>
                                            </p:tgtEl>
                                            <p:attrNameLst>
                                              <p:attrName>ppt_x</p:attrName>
                                            </p:attrNameLst>
                                          </p:cBhvr>
                                          <p:tavLst>
                                            <p:tav tm="0">
                                              <p:val>
                                                <p:strVal val="1+#ppt_w/2"/>
                                              </p:val>
                                            </p:tav>
                                            <p:tav tm="100000">
                                              <p:val>
                                                <p:strVal val="#ppt_x"/>
                                              </p:val>
                                            </p:tav>
                                          </p:tavLst>
                                        </p:anim>
                                        <p:anim calcmode="lin" valueType="num" p14:bounceEnd="44000">
                                          <p:cBhvr additive="base">
                                            <p:cTn id="23" dur="1000" fill="hold"/>
                                            <p:tgtEl>
                                              <p:spTgt spid="18"/>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14:presetBounceEnd="44000">
                                      <p:stCondLst>
                                        <p:cond delay="750"/>
                                      </p:stCondLst>
                                      <p:childTnLst>
                                        <p:set>
                                          <p:cBhvr>
                                            <p:cTn id="25" dur="1" fill="hold">
                                              <p:stCondLst>
                                                <p:cond delay="0"/>
                                              </p:stCondLst>
                                            </p:cTn>
                                            <p:tgtEl>
                                              <p:spTgt spid="24"/>
                                            </p:tgtEl>
                                            <p:attrNameLst>
                                              <p:attrName>style.visibility</p:attrName>
                                            </p:attrNameLst>
                                          </p:cBhvr>
                                          <p:to>
                                            <p:strVal val="visible"/>
                                          </p:to>
                                        </p:set>
                                        <p:anim calcmode="lin" valueType="num" p14:bounceEnd="44000">
                                          <p:cBhvr additive="base">
                                            <p:cTn id="26" dur="1000" fill="hold"/>
                                            <p:tgtEl>
                                              <p:spTgt spid="24"/>
                                            </p:tgtEl>
                                            <p:attrNameLst>
                                              <p:attrName>ppt_x</p:attrName>
                                            </p:attrNameLst>
                                          </p:cBhvr>
                                          <p:tavLst>
                                            <p:tav tm="0">
                                              <p:val>
                                                <p:strVal val="1+#ppt_w/2"/>
                                              </p:val>
                                            </p:tav>
                                            <p:tav tm="100000">
                                              <p:val>
                                                <p:strVal val="#ppt_x"/>
                                              </p:val>
                                            </p:tav>
                                          </p:tavLst>
                                        </p:anim>
                                        <p:anim calcmode="lin" valueType="num" p14:bounceEnd="44000">
                                          <p:cBhvr additive="base">
                                            <p:cTn id="27" dur="10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par>
                              <p:cTn id="11" fill="hold">
                                <p:stCondLst>
                                  <p:cond delay="1000"/>
                                </p:stCondLst>
                                <p:childTnLst>
                                  <p:par>
                                    <p:cTn id="12" presetID="2" presetClass="entr" presetSubtype="2"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1000" fill="hold"/>
                                            <p:tgtEl>
                                              <p:spTgt spid="6"/>
                                            </p:tgtEl>
                                            <p:attrNameLst>
                                              <p:attrName>ppt_x</p:attrName>
                                            </p:attrNameLst>
                                          </p:cBhvr>
                                          <p:tavLst>
                                            <p:tav tm="0">
                                              <p:val>
                                                <p:strVal val="1+#ppt_w/2"/>
                                              </p:val>
                                            </p:tav>
                                            <p:tav tm="100000">
                                              <p:val>
                                                <p:strVal val="#ppt_x"/>
                                              </p:val>
                                            </p:tav>
                                          </p:tavLst>
                                        </p:anim>
                                        <p:anim calcmode="lin" valueType="num">
                                          <p:cBhvr additive="base">
                                            <p:cTn id="15" dur="1000" fill="hold"/>
                                            <p:tgtEl>
                                              <p:spTgt spid="6"/>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1000" fill="hold"/>
                                            <p:tgtEl>
                                              <p:spTgt spid="12"/>
                                            </p:tgtEl>
                                            <p:attrNameLst>
                                              <p:attrName>ppt_x</p:attrName>
                                            </p:attrNameLst>
                                          </p:cBhvr>
                                          <p:tavLst>
                                            <p:tav tm="0">
                                              <p:val>
                                                <p:strVal val="1+#ppt_w/2"/>
                                              </p:val>
                                            </p:tav>
                                            <p:tav tm="100000">
                                              <p:val>
                                                <p:strVal val="#ppt_x"/>
                                              </p:val>
                                            </p:tav>
                                          </p:tavLst>
                                        </p:anim>
                                        <p:anim calcmode="lin" valueType="num">
                                          <p:cBhvr additive="base">
                                            <p:cTn id="19" dur="1000" fill="hold"/>
                                            <p:tgtEl>
                                              <p:spTgt spid="12"/>
                                            </p:tgtEl>
                                            <p:attrNameLst>
                                              <p:attrName>ppt_y</p:attrName>
                                            </p:attrNameLst>
                                          </p:cBhvr>
                                          <p:tavLst>
                                            <p:tav tm="0">
                                              <p:val>
                                                <p:strVal val="#ppt_y"/>
                                              </p:val>
                                            </p:tav>
                                            <p:tav tm="100000">
                                              <p:val>
                                                <p:strVal val="#ppt_y"/>
                                              </p:val>
                                            </p:tav>
                                          </p:tavLst>
                                        </p:anim>
                                      </p:childTnLst>
                                    </p:cTn>
                                  </p:par>
                                  <p:par>
                                    <p:cTn id="20" presetID="2" presetClass="entr" presetSubtype="2" fill="hold" nodeType="withEffect">
                                      <p:stCondLst>
                                        <p:cond delay="500"/>
                                      </p:stCondLst>
                                      <p:childTnLst>
                                        <p:set>
                                          <p:cBhvr>
                                            <p:cTn id="21" dur="1" fill="hold">
                                              <p:stCondLst>
                                                <p:cond delay="0"/>
                                              </p:stCondLst>
                                            </p:cTn>
                                            <p:tgtEl>
                                              <p:spTgt spid="18"/>
                                            </p:tgtEl>
                                            <p:attrNameLst>
                                              <p:attrName>style.visibility</p:attrName>
                                            </p:attrNameLst>
                                          </p:cBhvr>
                                          <p:to>
                                            <p:strVal val="visible"/>
                                          </p:to>
                                        </p:set>
                                        <p:anim calcmode="lin" valueType="num">
                                          <p:cBhvr additive="base">
                                            <p:cTn id="22" dur="1000" fill="hold"/>
                                            <p:tgtEl>
                                              <p:spTgt spid="18"/>
                                            </p:tgtEl>
                                            <p:attrNameLst>
                                              <p:attrName>ppt_x</p:attrName>
                                            </p:attrNameLst>
                                          </p:cBhvr>
                                          <p:tavLst>
                                            <p:tav tm="0">
                                              <p:val>
                                                <p:strVal val="1+#ppt_w/2"/>
                                              </p:val>
                                            </p:tav>
                                            <p:tav tm="100000">
                                              <p:val>
                                                <p:strVal val="#ppt_x"/>
                                              </p:val>
                                            </p:tav>
                                          </p:tavLst>
                                        </p:anim>
                                        <p:anim calcmode="lin" valueType="num">
                                          <p:cBhvr additive="base">
                                            <p:cTn id="23" dur="1000" fill="hold"/>
                                            <p:tgtEl>
                                              <p:spTgt spid="18"/>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750"/>
                                      </p:stCondLst>
                                      <p:childTnLst>
                                        <p:set>
                                          <p:cBhvr>
                                            <p:cTn id="25" dur="1" fill="hold">
                                              <p:stCondLst>
                                                <p:cond delay="0"/>
                                              </p:stCondLst>
                                            </p:cTn>
                                            <p:tgtEl>
                                              <p:spTgt spid="24"/>
                                            </p:tgtEl>
                                            <p:attrNameLst>
                                              <p:attrName>style.visibility</p:attrName>
                                            </p:attrNameLst>
                                          </p:cBhvr>
                                          <p:to>
                                            <p:strVal val="visible"/>
                                          </p:to>
                                        </p:set>
                                        <p:anim calcmode="lin" valueType="num">
                                          <p:cBhvr additive="base">
                                            <p:cTn id="26" dur="1000" fill="hold"/>
                                            <p:tgtEl>
                                              <p:spTgt spid="24"/>
                                            </p:tgtEl>
                                            <p:attrNameLst>
                                              <p:attrName>ppt_x</p:attrName>
                                            </p:attrNameLst>
                                          </p:cBhvr>
                                          <p:tavLst>
                                            <p:tav tm="0">
                                              <p:val>
                                                <p:strVal val="1+#ppt_w/2"/>
                                              </p:val>
                                            </p:tav>
                                            <p:tav tm="100000">
                                              <p:val>
                                                <p:strVal val="#ppt_x"/>
                                              </p:val>
                                            </p:tav>
                                          </p:tavLst>
                                        </p:anim>
                                        <p:anim calcmode="lin" valueType="num">
                                          <p:cBhvr additive="base">
                                            <p:cTn id="27" dur="10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2"/>
          <p:cNvSpPr txBox="1"/>
          <p:nvPr/>
        </p:nvSpPr>
        <p:spPr>
          <a:xfrm>
            <a:off x="4082603" y="1779345"/>
            <a:ext cx="5317430" cy="1107996"/>
          </a:xfrm>
          <a:prstGeom prst="rect">
            <a:avLst/>
          </a:prstGeom>
          <a:noFill/>
        </p:spPr>
        <p:txBody>
          <a:bodyPr wrap="square" rtlCol="0">
            <a:spAutoFit/>
          </a:bodyPr>
          <a:lstStyle>
            <a:defPPr>
              <a:defRPr lang="zh-CN"/>
            </a:defPPr>
            <a:lvl1pPr algn="ctr">
              <a:lnSpc>
                <a:spcPct val="100000"/>
              </a:lnSpc>
              <a:defRPr sz="4800" b="1">
                <a:gradFill>
                  <a:gsLst>
                    <a:gs pos="0">
                      <a:srgbClr val="FFEDA1">
                        <a:lumMod val="96000"/>
                        <a:lumOff val="4000"/>
                      </a:srgbClr>
                    </a:gs>
                    <a:gs pos="100000">
                      <a:srgbClr val="7B593B">
                        <a:lumMod val="98000"/>
                      </a:srgbClr>
                    </a:gs>
                    <a:gs pos="83000">
                      <a:srgbClr val="FFCB4B"/>
                    </a:gs>
                  </a:gsLst>
                  <a:lin ang="5400000" scaled="1"/>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en-US" altLang="zh-CN" sz="6600" dirty="0">
                <a:solidFill>
                  <a:schemeClr val="bg1"/>
                </a:solidFill>
                <a:effectLst/>
                <a:latin typeface="+mn-lt"/>
                <a:ea typeface="+mn-ea"/>
                <a:cs typeface="+mn-ea"/>
                <a:sym typeface="+mn-lt"/>
              </a:rPr>
              <a:t>PART </a:t>
            </a:r>
            <a:r>
              <a:rPr lang="en-US" altLang="zh-CN" sz="6600" dirty="0">
                <a:solidFill>
                  <a:srgbClr val="40708B"/>
                </a:solidFill>
                <a:effectLst/>
                <a:latin typeface="+mn-lt"/>
                <a:ea typeface="+mn-ea"/>
                <a:cs typeface="+mn-ea"/>
                <a:sym typeface="+mn-lt"/>
              </a:rPr>
              <a:t>ONE</a:t>
            </a:r>
            <a:endParaRPr lang="zh-CN" altLang="en-US" sz="6600" dirty="0">
              <a:solidFill>
                <a:srgbClr val="40708B"/>
              </a:solidFill>
              <a:effectLst/>
              <a:latin typeface="+mn-lt"/>
              <a:ea typeface="+mn-ea"/>
              <a:cs typeface="+mn-ea"/>
              <a:sym typeface="+mn-lt"/>
            </a:endParaRPr>
          </a:p>
        </p:txBody>
      </p:sp>
      <p:sp>
        <p:nvSpPr>
          <p:cNvPr id="3" name="图文框 2"/>
          <p:cNvSpPr/>
          <p:nvPr/>
        </p:nvSpPr>
        <p:spPr>
          <a:xfrm>
            <a:off x="506174" y="348916"/>
            <a:ext cx="11136328" cy="6206430"/>
          </a:xfrm>
          <a:prstGeom prst="frame">
            <a:avLst>
              <a:gd name="adj1" fmla="val 220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5" name="文本框 4"/>
          <p:cNvSpPr txBox="1"/>
          <p:nvPr/>
        </p:nvSpPr>
        <p:spPr>
          <a:xfrm>
            <a:off x="5302228" y="3930759"/>
            <a:ext cx="4293545" cy="568810"/>
          </a:xfrm>
          <a:prstGeom prst="rect">
            <a:avLst/>
          </a:prstGeom>
          <a:noFill/>
        </p:spPr>
        <p:txBody>
          <a:bodyPr wrap="square" rtlCol="0">
            <a:spAutoFit/>
          </a:bodyPr>
          <a:lstStyle/>
          <a:p>
            <a:pPr algn="r">
              <a:lnSpc>
                <a:spcPct val="150000"/>
              </a:lnSpc>
            </a:pPr>
            <a:r>
              <a:rPr lang="en-US" altLang="zh-CN" sz="1100" spc="200" dirty="0">
                <a:solidFill>
                  <a:srgbClr val="3C4D76"/>
                </a:solidFill>
                <a:cs typeface="+mn-ea"/>
                <a:sym typeface="+mn-lt"/>
              </a:rPr>
              <a:t>Annual summary report of the personnel department PowerPoint Template</a:t>
            </a:r>
            <a:endParaRPr lang="zh-CN" altLang="en-US" sz="1100" spc="200" dirty="0">
              <a:solidFill>
                <a:srgbClr val="3C4D76"/>
              </a:solidFill>
              <a:cs typeface="+mn-ea"/>
              <a:sym typeface="+mn-lt"/>
            </a:endParaRPr>
          </a:p>
        </p:txBody>
      </p:sp>
      <p:sp>
        <p:nvSpPr>
          <p:cNvPr id="6" name="TextBox 52"/>
          <p:cNvSpPr txBox="1"/>
          <p:nvPr/>
        </p:nvSpPr>
        <p:spPr>
          <a:xfrm>
            <a:off x="5020614" y="2884781"/>
            <a:ext cx="5346879" cy="1015663"/>
          </a:xfrm>
          <a:prstGeom prst="rect">
            <a:avLst/>
          </a:prstGeom>
          <a:noFill/>
        </p:spPr>
        <p:txBody>
          <a:bodyPr wrap="square" rtlCol="0">
            <a:spAutoFit/>
          </a:bodyPr>
          <a:lstStyle>
            <a:defPPr>
              <a:defRPr lang="zh-CN"/>
            </a:defPPr>
            <a:lvl1pPr algn="ctr">
              <a:lnSpc>
                <a:spcPct val="100000"/>
              </a:lnSpc>
              <a:defRPr sz="4800" b="1">
                <a:gradFill>
                  <a:gsLst>
                    <a:gs pos="0">
                      <a:srgbClr val="FFEDA1">
                        <a:lumMod val="96000"/>
                        <a:lumOff val="4000"/>
                      </a:srgbClr>
                    </a:gs>
                    <a:gs pos="100000">
                      <a:srgbClr val="7B593B">
                        <a:lumMod val="98000"/>
                      </a:srgbClr>
                    </a:gs>
                    <a:gs pos="83000">
                      <a:srgbClr val="FFCB4B"/>
                    </a:gs>
                  </a:gsLst>
                  <a:lin ang="5400000" scaled="1"/>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sz="6000" dirty="0">
                <a:solidFill>
                  <a:schemeClr val="bg1"/>
                </a:solidFill>
                <a:effectLst/>
                <a:latin typeface="+mn-lt"/>
                <a:ea typeface="+mn-ea"/>
                <a:cs typeface="+mn-ea"/>
                <a:sym typeface="+mn-lt"/>
              </a:rPr>
              <a:t>本</a:t>
            </a:r>
            <a:r>
              <a:rPr lang="zh-CN" altLang="en-US" sz="6000" dirty="0">
                <a:solidFill>
                  <a:srgbClr val="3C4D76"/>
                </a:solidFill>
                <a:effectLst/>
                <a:latin typeface="+mn-lt"/>
                <a:ea typeface="+mn-ea"/>
                <a:cs typeface="+mn-ea"/>
                <a:sym typeface="+mn-lt"/>
              </a:rPr>
              <a:t>书</a:t>
            </a:r>
            <a:r>
              <a:rPr lang="zh-CN" altLang="en-US" sz="6000" dirty="0">
                <a:solidFill>
                  <a:schemeClr val="bg1"/>
                </a:solidFill>
                <a:effectLst/>
                <a:latin typeface="+mn-lt"/>
                <a:ea typeface="+mn-ea"/>
                <a:cs typeface="+mn-ea"/>
                <a:sym typeface="+mn-lt"/>
              </a:rPr>
              <a:t>简介</a:t>
            </a:r>
            <a:endParaRPr lang="zh-CN" altLang="en-US" sz="6000" dirty="0">
              <a:solidFill>
                <a:srgbClr val="E85A58"/>
              </a:solidFill>
              <a:effectLst/>
              <a:latin typeface="+mn-lt"/>
              <a:ea typeface="+mn-ea"/>
              <a:cs typeface="+mn-ea"/>
              <a:sym typeface="+mn-lt"/>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3134" y="2042375"/>
            <a:ext cx="4602050" cy="4602050"/>
          </a:xfrm>
          <a:prstGeom prst="rect">
            <a:avLst/>
          </a:prstGeom>
        </p:spPr>
      </p:pic>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25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36"/>
          <p:cNvSpPr>
            <a:spLocks noChangeArrowheads="1"/>
          </p:cNvSpPr>
          <p:nvPr/>
        </p:nvSpPr>
        <p:spPr bwMode="auto">
          <a:xfrm>
            <a:off x="3237189" y="3637721"/>
            <a:ext cx="2062162" cy="2063750"/>
          </a:xfrm>
          <a:prstGeom prst="rect">
            <a:avLst/>
          </a:prstGeom>
          <a:solidFill>
            <a:srgbClr val="3C4D76"/>
          </a:solidFill>
          <a:ln>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grpSp>
        <p:nvGrpSpPr>
          <p:cNvPr id="23555" name="组合 3"/>
          <p:cNvGrpSpPr/>
          <p:nvPr/>
        </p:nvGrpSpPr>
        <p:grpSpPr bwMode="auto">
          <a:xfrm>
            <a:off x="415791" y="388625"/>
            <a:ext cx="238125" cy="347662"/>
            <a:chOff x="0" y="0"/>
            <a:chExt cx="569789" cy="829904"/>
          </a:xfrm>
        </p:grpSpPr>
        <p:sp>
          <p:nvSpPr>
            <p:cNvPr id="23556" name="菱形 39"/>
            <p:cNvSpPr>
              <a:spLocks noChangeArrowheads="1"/>
            </p:cNvSpPr>
            <p:nvPr/>
          </p:nvSpPr>
          <p:spPr bwMode="auto">
            <a:xfrm>
              <a:off x="0" y="0"/>
              <a:ext cx="569789" cy="569790"/>
            </a:xfrm>
            <a:prstGeom prst="diamond">
              <a:avLst/>
            </a:prstGeom>
            <a:noFill/>
            <a:ln w="12700">
              <a:solidFill>
                <a:schemeClr val="bg1"/>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557" name="菱形 40"/>
            <p:cNvSpPr>
              <a:spLocks noChangeArrowheads="1"/>
            </p:cNvSpPr>
            <p:nvPr/>
          </p:nvSpPr>
          <p:spPr bwMode="auto">
            <a:xfrm>
              <a:off x="0" y="260114"/>
              <a:ext cx="569789" cy="569790"/>
            </a:xfrm>
            <a:prstGeom prst="diamond">
              <a:avLst/>
            </a:prstGeom>
            <a:noFill/>
            <a:ln w="12700">
              <a:solidFill>
                <a:schemeClr val="bg1"/>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grpSp>
      <p:grpSp>
        <p:nvGrpSpPr>
          <p:cNvPr id="23561" name="组合 32"/>
          <p:cNvGrpSpPr/>
          <p:nvPr/>
        </p:nvGrpSpPr>
        <p:grpSpPr bwMode="auto">
          <a:xfrm>
            <a:off x="3251200" y="1463675"/>
            <a:ext cx="2062163" cy="2062163"/>
            <a:chOff x="0" y="0"/>
            <a:chExt cx="2062480" cy="2062480"/>
          </a:xfrm>
        </p:grpSpPr>
        <p:sp>
          <p:nvSpPr>
            <p:cNvPr id="23562" name="矩形 33"/>
            <p:cNvSpPr>
              <a:spLocks noChangeArrowheads="1"/>
            </p:cNvSpPr>
            <p:nvPr/>
          </p:nvSpPr>
          <p:spPr bwMode="auto">
            <a:xfrm>
              <a:off x="0" y="0"/>
              <a:ext cx="2062480" cy="2062480"/>
            </a:xfrm>
            <a:prstGeom prst="rect">
              <a:avLst/>
            </a:prstGeom>
            <a:solidFill>
              <a:srgbClr val="3C4D76">
                <a:alpha val="3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563" name="Freeform 252"/>
            <p:cNvSpPr>
              <a:spLocks noEditPoints="1" noChangeArrowheads="1"/>
            </p:cNvSpPr>
            <p:nvPr/>
          </p:nvSpPr>
          <p:spPr bwMode="auto">
            <a:xfrm>
              <a:off x="676592" y="695118"/>
              <a:ext cx="709295" cy="672244"/>
            </a:xfrm>
            <a:custGeom>
              <a:avLst/>
              <a:gdLst>
                <a:gd name="T0" fmla="*/ 294 w 301"/>
                <a:gd name="T1" fmla="*/ 107 h 285"/>
                <a:gd name="T2" fmla="*/ 137 w 301"/>
                <a:gd name="T3" fmla="*/ 9 h 285"/>
                <a:gd name="T4" fmla="*/ 7 w 301"/>
                <a:gd name="T5" fmla="*/ 139 h 285"/>
                <a:gd name="T6" fmla="*/ 64 w 301"/>
                <a:gd name="T7" fmla="*/ 218 h 285"/>
                <a:gd name="T8" fmla="*/ 36 w 301"/>
                <a:gd name="T9" fmla="*/ 268 h 285"/>
                <a:gd name="T10" fmla="*/ 122 w 301"/>
                <a:gd name="T11" fmla="*/ 237 h 285"/>
                <a:gd name="T12" fmla="*/ 164 w 301"/>
                <a:gd name="T13" fmla="*/ 237 h 285"/>
                <a:gd name="T14" fmla="*/ 294 w 301"/>
                <a:gd name="T15" fmla="*/ 107 h 285"/>
                <a:gd name="T16" fmla="*/ 80 w 301"/>
                <a:gd name="T17" fmla="*/ 143 h 285"/>
                <a:gd name="T18" fmla="*/ 60 w 301"/>
                <a:gd name="T19" fmla="*/ 123 h 285"/>
                <a:gd name="T20" fmla="*/ 80 w 301"/>
                <a:gd name="T21" fmla="*/ 103 h 285"/>
                <a:gd name="T22" fmla="*/ 100 w 301"/>
                <a:gd name="T23" fmla="*/ 123 h 285"/>
                <a:gd name="T24" fmla="*/ 80 w 301"/>
                <a:gd name="T25" fmla="*/ 143 h 285"/>
                <a:gd name="T26" fmla="*/ 151 w 301"/>
                <a:gd name="T27" fmla="*/ 143 h 285"/>
                <a:gd name="T28" fmla="*/ 131 w 301"/>
                <a:gd name="T29" fmla="*/ 123 h 285"/>
                <a:gd name="T30" fmla="*/ 151 w 301"/>
                <a:gd name="T31" fmla="*/ 103 h 285"/>
                <a:gd name="T32" fmla="*/ 172 w 301"/>
                <a:gd name="T33" fmla="*/ 123 h 285"/>
                <a:gd name="T34" fmla="*/ 151 w 301"/>
                <a:gd name="T35" fmla="*/ 143 h 285"/>
                <a:gd name="T36" fmla="*/ 223 w 301"/>
                <a:gd name="T37" fmla="*/ 143 h 285"/>
                <a:gd name="T38" fmla="*/ 203 w 301"/>
                <a:gd name="T39" fmla="*/ 123 h 285"/>
                <a:gd name="T40" fmla="*/ 223 w 301"/>
                <a:gd name="T41" fmla="*/ 103 h 285"/>
                <a:gd name="T42" fmla="*/ 243 w 301"/>
                <a:gd name="T43" fmla="*/ 123 h 285"/>
                <a:gd name="T44" fmla="*/ 223 w 301"/>
                <a:gd name="T45" fmla="*/ 143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1" h="285">
                  <a:moveTo>
                    <a:pt x="294" y="107"/>
                  </a:moveTo>
                  <a:cubicBezTo>
                    <a:pt x="286" y="44"/>
                    <a:pt x="216" y="0"/>
                    <a:pt x="137" y="9"/>
                  </a:cubicBezTo>
                  <a:cubicBezTo>
                    <a:pt x="58" y="18"/>
                    <a:pt x="0" y="76"/>
                    <a:pt x="7" y="139"/>
                  </a:cubicBezTo>
                  <a:cubicBezTo>
                    <a:pt x="11" y="172"/>
                    <a:pt x="33" y="200"/>
                    <a:pt x="64" y="218"/>
                  </a:cubicBezTo>
                  <a:cubicBezTo>
                    <a:pt x="65" y="232"/>
                    <a:pt x="60" y="250"/>
                    <a:pt x="36" y="268"/>
                  </a:cubicBezTo>
                  <a:cubicBezTo>
                    <a:pt x="26" y="275"/>
                    <a:pt x="76" y="285"/>
                    <a:pt x="122" y="237"/>
                  </a:cubicBezTo>
                  <a:cubicBezTo>
                    <a:pt x="136" y="238"/>
                    <a:pt x="150" y="239"/>
                    <a:pt x="164" y="237"/>
                  </a:cubicBezTo>
                  <a:cubicBezTo>
                    <a:pt x="243" y="228"/>
                    <a:pt x="301" y="170"/>
                    <a:pt x="294" y="107"/>
                  </a:cubicBezTo>
                  <a:close/>
                  <a:moveTo>
                    <a:pt x="80" y="143"/>
                  </a:moveTo>
                  <a:cubicBezTo>
                    <a:pt x="69" y="143"/>
                    <a:pt x="60" y="134"/>
                    <a:pt x="60" y="123"/>
                  </a:cubicBezTo>
                  <a:cubicBezTo>
                    <a:pt x="60" y="112"/>
                    <a:pt x="69" y="103"/>
                    <a:pt x="80" y="103"/>
                  </a:cubicBezTo>
                  <a:cubicBezTo>
                    <a:pt x="91" y="103"/>
                    <a:pt x="100" y="112"/>
                    <a:pt x="100" y="123"/>
                  </a:cubicBezTo>
                  <a:cubicBezTo>
                    <a:pt x="100" y="134"/>
                    <a:pt x="91" y="143"/>
                    <a:pt x="80" y="143"/>
                  </a:cubicBezTo>
                  <a:close/>
                  <a:moveTo>
                    <a:pt x="151" y="143"/>
                  </a:moveTo>
                  <a:cubicBezTo>
                    <a:pt x="140" y="143"/>
                    <a:pt x="131" y="134"/>
                    <a:pt x="131" y="123"/>
                  </a:cubicBezTo>
                  <a:cubicBezTo>
                    <a:pt x="131" y="112"/>
                    <a:pt x="140" y="103"/>
                    <a:pt x="151" y="103"/>
                  </a:cubicBezTo>
                  <a:cubicBezTo>
                    <a:pt x="163" y="103"/>
                    <a:pt x="172" y="112"/>
                    <a:pt x="172" y="123"/>
                  </a:cubicBezTo>
                  <a:cubicBezTo>
                    <a:pt x="172" y="134"/>
                    <a:pt x="163" y="143"/>
                    <a:pt x="151" y="143"/>
                  </a:cubicBezTo>
                  <a:close/>
                  <a:moveTo>
                    <a:pt x="223" y="143"/>
                  </a:moveTo>
                  <a:cubicBezTo>
                    <a:pt x="212" y="143"/>
                    <a:pt x="203" y="134"/>
                    <a:pt x="203" y="123"/>
                  </a:cubicBezTo>
                  <a:cubicBezTo>
                    <a:pt x="203" y="112"/>
                    <a:pt x="212" y="103"/>
                    <a:pt x="223" y="103"/>
                  </a:cubicBezTo>
                  <a:cubicBezTo>
                    <a:pt x="234" y="103"/>
                    <a:pt x="243" y="112"/>
                    <a:pt x="243" y="123"/>
                  </a:cubicBezTo>
                  <a:cubicBezTo>
                    <a:pt x="243" y="134"/>
                    <a:pt x="234" y="143"/>
                    <a:pt x="223" y="143"/>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latin typeface="+mn-lt"/>
                <a:ea typeface="+mn-ea"/>
                <a:cs typeface="+mn-ea"/>
                <a:sym typeface="+mn-lt"/>
              </a:endParaRPr>
            </a:p>
          </p:txBody>
        </p:sp>
      </p:grpSp>
      <p:grpSp>
        <p:nvGrpSpPr>
          <p:cNvPr id="23564" name="组合 35"/>
          <p:cNvGrpSpPr/>
          <p:nvPr/>
        </p:nvGrpSpPr>
        <p:grpSpPr bwMode="auto">
          <a:xfrm>
            <a:off x="1096963" y="3657600"/>
            <a:ext cx="2062162" cy="2063750"/>
            <a:chOff x="0" y="0"/>
            <a:chExt cx="2062480" cy="2062480"/>
          </a:xfrm>
          <a:solidFill>
            <a:schemeClr val="bg2">
              <a:lumMod val="50000"/>
            </a:schemeClr>
          </a:solidFill>
        </p:grpSpPr>
        <p:sp>
          <p:nvSpPr>
            <p:cNvPr id="23565" name="矩形 36"/>
            <p:cNvSpPr>
              <a:spLocks noChangeArrowheads="1"/>
            </p:cNvSpPr>
            <p:nvPr/>
          </p:nvSpPr>
          <p:spPr bwMode="auto">
            <a:xfrm>
              <a:off x="0" y="0"/>
              <a:ext cx="2062480" cy="20624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566" name="Freeform 337"/>
            <p:cNvSpPr>
              <a:spLocks noEditPoints="1" noChangeArrowheads="1"/>
            </p:cNvSpPr>
            <p:nvPr/>
          </p:nvSpPr>
          <p:spPr bwMode="auto">
            <a:xfrm>
              <a:off x="685964" y="686998"/>
              <a:ext cx="677536" cy="677536"/>
            </a:xfrm>
            <a:custGeom>
              <a:avLst/>
              <a:gdLst>
                <a:gd name="T0" fmla="*/ 144 w 288"/>
                <a:gd name="T1" fmla="*/ 0 h 288"/>
                <a:gd name="T2" fmla="*/ 0 w 288"/>
                <a:gd name="T3" fmla="*/ 144 h 288"/>
                <a:gd name="T4" fmla="*/ 144 w 288"/>
                <a:gd name="T5" fmla="*/ 288 h 288"/>
                <a:gd name="T6" fmla="*/ 288 w 288"/>
                <a:gd name="T7" fmla="*/ 144 h 288"/>
                <a:gd name="T8" fmla="*/ 144 w 288"/>
                <a:gd name="T9" fmla="*/ 0 h 288"/>
                <a:gd name="T10" fmla="*/ 153 w 288"/>
                <a:gd name="T11" fmla="*/ 209 h 288"/>
                <a:gd name="T12" fmla="*/ 127 w 288"/>
                <a:gd name="T13" fmla="*/ 209 h 288"/>
                <a:gd name="T14" fmla="*/ 72 w 288"/>
                <a:gd name="T15" fmla="*/ 229 h 288"/>
                <a:gd name="T16" fmla="*/ 90 w 288"/>
                <a:gd name="T17" fmla="*/ 197 h 288"/>
                <a:gd name="T18" fmla="*/ 54 w 288"/>
                <a:gd name="T19" fmla="*/ 147 h 288"/>
                <a:gd name="T20" fmla="*/ 136 w 288"/>
                <a:gd name="T21" fmla="*/ 65 h 288"/>
                <a:gd name="T22" fmla="*/ 235 w 288"/>
                <a:gd name="T23" fmla="*/ 127 h 288"/>
                <a:gd name="T24" fmla="*/ 153 w 288"/>
                <a:gd name="T25" fmla="*/ 209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8" h="288">
                  <a:moveTo>
                    <a:pt x="144" y="0"/>
                  </a:moveTo>
                  <a:cubicBezTo>
                    <a:pt x="64" y="0"/>
                    <a:pt x="0" y="65"/>
                    <a:pt x="0" y="144"/>
                  </a:cubicBezTo>
                  <a:cubicBezTo>
                    <a:pt x="0" y="224"/>
                    <a:pt x="64" y="288"/>
                    <a:pt x="144" y="288"/>
                  </a:cubicBezTo>
                  <a:cubicBezTo>
                    <a:pt x="224" y="288"/>
                    <a:pt x="288" y="224"/>
                    <a:pt x="288" y="144"/>
                  </a:cubicBezTo>
                  <a:cubicBezTo>
                    <a:pt x="288" y="65"/>
                    <a:pt x="224" y="0"/>
                    <a:pt x="144" y="0"/>
                  </a:cubicBezTo>
                  <a:close/>
                  <a:moveTo>
                    <a:pt x="153" y="209"/>
                  </a:moveTo>
                  <a:cubicBezTo>
                    <a:pt x="144" y="210"/>
                    <a:pt x="135" y="210"/>
                    <a:pt x="127" y="209"/>
                  </a:cubicBezTo>
                  <a:cubicBezTo>
                    <a:pt x="97" y="239"/>
                    <a:pt x="66" y="233"/>
                    <a:pt x="72" y="229"/>
                  </a:cubicBezTo>
                  <a:cubicBezTo>
                    <a:pt x="87" y="217"/>
                    <a:pt x="90" y="206"/>
                    <a:pt x="90" y="197"/>
                  </a:cubicBezTo>
                  <a:cubicBezTo>
                    <a:pt x="70" y="186"/>
                    <a:pt x="56" y="168"/>
                    <a:pt x="54" y="147"/>
                  </a:cubicBezTo>
                  <a:cubicBezTo>
                    <a:pt x="49" y="108"/>
                    <a:pt x="86" y="71"/>
                    <a:pt x="136" y="65"/>
                  </a:cubicBezTo>
                  <a:cubicBezTo>
                    <a:pt x="186" y="60"/>
                    <a:pt x="230" y="87"/>
                    <a:pt x="235" y="127"/>
                  </a:cubicBezTo>
                  <a:cubicBezTo>
                    <a:pt x="239" y="167"/>
                    <a:pt x="203" y="204"/>
                    <a:pt x="153" y="209"/>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latin typeface="+mn-lt"/>
                <a:ea typeface="+mn-ea"/>
                <a:cs typeface="+mn-ea"/>
                <a:sym typeface="+mn-lt"/>
              </a:endParaRPr>
            </a:p>
          </p:txBody>
        </p:sp>
      </p:grpSp>
      <p:sp>
        <p:nvSpPr>
          <p:cNvPr id="3" name="矩形 2"/>
          <p:cNvSpPr/>
          <p:nvPr/>
        </p:nvSpPr>
        <p:spPr>
          <a:xfrm>
            <a:off x="10084158" y="1455313"/>
            <a:ext cx="1815921" cy="4224270"/>
          </a:xfrm>
          <a:prstGeom prst="rect">
            <a:avLst/>
          </a:pr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矩形 17"/>
          <p:cNvSpPr/>
          <p:nvPr/>
        </p:nvSpPr>
        <p:spPr>
          <a:xfrm>
            <a:off x="10337886" y="3036850"/>
            <a:ext cx="1356132" cy="1842043"/>
          </a:xfrm>
          <a:prstGeom prst="rect">
            <a:avLst/>
          </a:prstGeom>
          <a:noFill/>
        </p:spPr>
        <p:txBody>
          <a:bodyPr wrap="square" lIns="68580" tIns="34290" rIns="68580" bIns="34290" rtlCol="0">
            <a:spAutoFit/>
          </a:bodyPr>
          <a:lstStyle/>
          <a:p>
            <a:pPr algn="just">
              <a:lnSpc>
                <a:spcPct val="120000"/>
              </a:lnSpc>
            </a:pPr>
            <a:r>
              <a:rPr lang="zh-CN" altLang="en-US" sz="1200" dirty="0">
                <a:solidFill>
                  <a:schemeClr val="bg1"/>
                </a:solidFill>
                <a:cs typeface="+mn-ea"/>
                <a:sym typeface="+mn-lt"/>
              </a:rPr>
              <a:t>请在此添加相关文字内容请在此添加相关文字内容请在此添加相关文字内容请在此添加相关文字内容请在此添加相关文字内容</a:t>
            </a:r>
            <a:endParaRPr lang="zh-CN" altLang="en-US" sz="1200" dirty="0">
              <a:solidFill>
                <a:schemeClr val="bg1"/>
              </a:solidFill>
              <a:cs typeface="+mn-ea"/>
              <a:sym typeface="+mn-lt"/>
            </a:endParaRPr>
          </a:p>
        </p:txBody>
      </p:sp>
      <p:sp>
        <p:nvSpPr>
          <p:cNvPr id="19" name="文本框 38"/>
          <p:cNvSpPr txBox="1">
            <a:spLocks noChangeArrowheads="1"/>
          </p:cNvSpPr>
          <p:nvPr/>
        </p:nvSpPr>
        <p:spPr bwMode="auto">
          <a:xfrm>
            <a:off x="970248" y="357544"/>
            <a:ext cx="2507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chemeClr val="bg1">
                    <a:lumMod val="50000"/>
                  </a:schemeClr>
                </a:solidFill>
                <a:latin typeface="+mn-lt"/>
                <a:ea typeface="+mn-ea"/>
                <a:cs typeface="+mn-ea"/>
                <a:sym typeface="+mn-lt"/>
              </a:rPr>
              <a:t>点此添加您的标题</a:t>
            </a:r>
            <a:endParaRPr lang="zh-CN" altLang="en-US" sz="2000" b="1" dirty="0">
              <a:solidFill>
                <a:schemeClr val="bg1">
                  <a:lumMod val="50000"/>
                </a:schemeClr>
              </a:solidFill>
              <a:latin typeface="+mn-lt"/>
              <a:ea typeface="+mn-ea"/>
              <a:cs typeface="+mn-ea"/>
              <a:sym typeface="+mn-lt"/>
            </a:endParaRPr>
          </a:p>
        </p:txBody>
      </p:sp>
      <p:sp>
        <p:nvSpPr>
          <p:cNvPr id="20" name="文本框 38"/>
          <p:cNvSpPr txBox="1">
            <a:spLocks noChangeArrowheads="1"/>
          </p:cNvSpPr>
          <p:nvPr/>
        </p:nvSpPr>
        <p:spPr bwMode="auto">
          <a:xfrm>
            <a:off x="10380372" y="2500383"/>
            <a:ext cx="12170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b="1" dirty="0">
                <a:solidFill>
                  <a:schemeClr val="bg1"/>
                </a:solidFill>
                <a:latin typeface="+mn-lt"/>
                <a:ea typeface="+mn-ea"/>
                <a:cs typeface="+mn-ea"/>
                <a:sym typeface="+mn-lt"/>
              </a:rPr>
              <a:t>您的标题</a:t>
            </a:r>
            <a:endParaRPr lang="zh-CN" altLang="en-US" b="1" dirty="0">
              <a:solidFill>
                <a:schemeClr val="bg1"/>
              </a:solidFill>
              <a:latin typeface="+mn-lt"/>
              <a:ea typeface="+mn-ea"/>
              <a:cs typeface="+mn-ea"/>
              <a:sym typeface="+mn-lt"/>
            </a:endParaRPr>
          </a:p>
        </p:txBody>
      </p:sp>
      <p:sp>
        <p:nvSpPr>
          <p:cNvPr id="21" name="矩形 36"/>
          <p:cNvSpPr>
            <a:spLocks noChangeArrowheads="1"/>
          </p:cNvSpPr>
          <p:nvPr/>
        </p:nvSpPr>
        <p:spPr bwMode="auto">
          <a:xfrm>
            <a:off x="1103589" y="1451113"/>
            <a:ext cx="2062162" cy="2063750"/>
          </a:xfrm>
          <a:prstGeom prst="rect">
            <a:avLst/>
          </a:prstGeom>
          <a:solidFill>
            <a:srgbClr val="3C4D76"/>
          </a:solidFill>
          <a:ln>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4" name="Freeform 62"/>
          <p:cNvSpPr>
            <a:spLocks noEditPoints="1"/>
          </p:cNvSpPr>
          <p:nvPr/>
        </p:nvSpPr>
        <p:spPr bwMode="auto">
          <a:xfrm>
            <a:off x="3999550" y="4452239"/>
            <a:ext cx="577566" cy="522700"/>
          </a:xfrm>
          <a:custGeom>
            <a:avLst/>
            <a:gdLst>
              <a:gd name="T0" fmla="*/ 384 w 387"/>
              <a:gd name="T1" fmla="*/ 320 h 345"/>
              <a:gd name="T2" fmla="*/ 347 w 387"/>
              <a:gd name="T3" fmla="*/ 241 h 345"/>
              <a:gd name="T4" fmla="*/ 326 w 387"/>
              <a:gd name="T5" fmla="*/ 226 h 345"/>
              <a:gd name="T6" fmla="*/ 284 w 387"/>
              <a:gd name="T7" fmla="*/ 226 h 345"/>
              <a:gd name="T8" fmla="*/ 284 w 387"/>
              <a:gd name="T9" fmla="*/ 214 h 345"/>
              <a:gd name="T10" fmla="*/ 319 w 387"/>
              <a:gd name="T11" fmla="*/ 214 h 345"/>
              <a:gd name="T12" fmla="*/ 345 w 387"/>
              <a:gd name="T13" fmla="*/ 187 h 345"/>
              <a:gd name="T14" fmla="*/ 345 w 387"/>
              <a:gd name="T15" fmla="*/ 27 h 345"/>
              <a:gd name="T16" fmla="*/ 319 w 387"/>
              <a:gd name="T17" fmla="*/ 0 h 345"/>
              <a:gd name="T18" fmla="*/ 68 w 387"/>
              <a:gd name="T19" fmla="*/ 0 h 345"/>
              <a:gd name="T20" fmla="*/ 42 w 387"/>
              <a:gd name="T21" fmla="*/ 27 h 345"/>
              <a:gd name="T22" fmla="*/ 42 w 387"/>
              <a:gd name="T23" fmla="*/ 187 h 345"/>
              <a:gd name="T24" fmla="*/ 68 w 387"/>
              <a:gd name="T25" fmla="*/ 214 h 345"/>
              <a:gd name="T26" fmla="*/ 102 w 387"/>
              <a:gd name="T27" fmla="*/ 214 h 345"/>
              <a:gd name="T28" fmla="*/ 102 w 387"/>
              <a:gd name="T29" fmla="*/ 226 h 345"/>
              <a:gd name="T30" fmla="*/ 60 w 387"/>
              <a:gd name="T31" fmla="*/ 226 h 345"/>
              <a:gd name="T32" fmla="*/ 39 w 387"/>
              <a:gd name="T33" fmla="*/ 241 h 345"/>
              <a:gd name="T34" fmla="*/ 3 w 387"/>
              <a:gd name="T35" fmla="*/ 320 h 345"/>
              <a:gd name="T36" fmla="*/ 3 w 387"/>
              <a:gd name="T37" fmla="*/ 338 h 345"/>
              <a:gd name="T38" fmla="*/ 16 w 387"/>
              <a:gd name="T39" fmla="*/ 345 h 345"/>
              <a:gd name="T40" fmla="*/ 116 w 387"/>
              <a:gd name="T41" fmla="*/ 345 h 345"/>
              <a:gd name="T42" fmla="*/ 116 w 387"/>
              <a:gd name="T43" fmla="*/ 345 h 345"/>
              <a:gd name="T44" fmla="*/ 193 w 387"/>
              <a:gd name="T45" fmla="*/ 345 h 345"/>
              <a:gd name="T46" fmla="*/ 270 w 387"/>
              <a:gd name="T47" fmla="*/ 345 h 345"/>
              <a:gd name="T48" fmla="*/ 271 w 387"/>
              <a:gd name="T49" fmla="*/ 345 h 345"/>
              <a:gd name="T50" fmla="*/ 370 w 387"/>
              <a:gd name="T51" fmla="*/ 345 h 345"/>
              <a:gd name="T52" fmla="*/ 384 w 387"/>
              <a:gd name="T53" fmla="*/ 338 h 345"/>
              <a:gd name="T54" fmla="*/ 384 w 387"/>
              <a:gd name="T55" fmla="*/ 320 h 345"/>
              <a:gd name="T56" fmla="*/ 64 w 387"/>
              <a:gd name="T57" fmla="*/ 187 h 345"/>
              <a:gd name="T58" fmla="*/ 64 w 387"/>
              <a:gd name="T59" fmla="*/ 27 h 345"/>
              <a:gd name="T60" fmla="*/ 68 w 387"/>
              <a:gd name="T61" fmla="*/ 23 h 345"/>
              <a:gd name="T62" fmla="*/ 319 w 387"/>
              <a:gd name="T63" fmla="*/ 23 h 345"/>
              <a:gd name="T64" fmla="*/ 323 w 387"/>
              <a:gd name="T65" fmla="*/ 27 h 345"/>
              <a:gd name="T66" fmla="*/ 323 w 387"/>
              <a:gd name="T67" fmla="*/ 187 h 345"/>
              <a:gd name="T68" fmla="*/ 319 w 387"/>
              <a:gd name="T69" fmla="*/ 191 h 345"/>
              <a:gd name="T70" fmla="*/ 68 w 387"/>
              <a:gd name="T71" fmla="*/ 191 h 345"/>
              <a:gd name="T72" fmla="*/ 64 w 387"/>
              <a:gd name="T73" fmla="*/ 187 h 345"/>
              <a:gd name="T74" fmla="*/ 256 w 387"/>
              <a:gd name="T75" fmla="*/ 316 h 345"/>
              <a:gd name="T76" fmla="*/ 252 w 387"/>
              <a:gd name="T77" fmla="*/ 318 h 345"/>
              <a:gd name="T78" fmla="*/ 222 w 387"/>
              <a:gd name="T79" fmla="*/ 319 h 345"/>
              <a:gd name="T80" fmla="*/ 210 w 387"/>
              <a:gd name="T81" fmla="*/ 319 h 345"/>
              <a:gd name="T82" fmla="*/ 176 w 387"/>
              <a:gd name="T83" fmla="*/ 319 h 345"/>
              <a:gd name="T84" fmla="*/ 164 w 387"/>
              <a:gd name="T85" fmla="*/ 319 h 345"/>
              <a:gd name="T86" fmla="*/ 135 w 387"/>
              <a:gd name="T87" fmla="*/ 318 h 345"/>
              <a:gd name="T88" fmla="*/ 130 w 387"/>
              <a:gd name="T89" fmla="*/ 316 h 345"/>
              <a:gd name="T90" fmla="*/ 129 w 387"/>
              <a:gd name="T91" fmla="*/ 311 h 345"/>
              <a:gd name="T92" fmla="*/ 134 w 387"/>
              <a:gd name="T93" fmla="*/ 288 h 345"/>
              <a:gd name="T94" fmla="*/ 140 w 387"/>
              <a:gd name="T95" fmla="*/ 283 h 345"/>
              <a:gd name="T96" fmla="*/ 168 w 387"/>
              <a:gd name="T97" fmla="*/ 283 h 345"/>
              <a:gd name="T98" fmla="*/ 218 w 387"/>
              <a:gd name="T99" fmla="*/ 283 h 345"/>
              <a:gd name="T100" fmla="*/ 247 w 387"/>
              <a:gd name="T101" fmla="*/ 283 h 345"/>
              <a:gd name="T102" fmla="*/ 252 w 387"/>
              <a:gd name="T103" fmla="*/ 288 h 345"/>
              <a:gd name="T104" fmla="*/ 257 w 387"/>
              <a:gd name="T105" fmla="*/ 311 h 345"/>
              <a:gd name="T106" fmla="*/ 256 w 387"/>
              <a:gd name="T107" fmla="*/ 316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7" h="345">
                <a:moveTo>
                  <a:pt x="384" y="320"/>
                </a:moveTo>
                <a:cubicBezTo>
                  <a:pt x="347" y="241"/>
                  <a:pt x="347" y="241"/>
                  <a:pt x="347" y="241"/>
                </a:cubicBezTo>
                <a:cubicBezTo>
                  <a:pt x="343" y="232"/>
                  <a:pt x="334" y="226"/>
                  <a:pt x="326" y="226"/>
                </a:cubicBezTo>
                <a:cubicBezTo>
                  <a:pt x="284" y="226"/>
                  <a:pt x="284" y="226"/>
                  <a:pt x="284" y="226"/>
                </a:cubicBezTo>
                <a:cubicBezTo>
                  <a:pt x="284" y="214"/>
                  <a:pt x="284" y="214"/>
                  <a:pt x="284" y="214"/>
                </a:cubicBezTo>
                <a:cubicBezTo>
                  <a:pt x="319" y="214"/>
                  <a:pt x="319" y="214"/>
                  <a:pt x="319" y="214"/>
                </a:cubicBezTo>
                <a:cubicBezTo>
                  <a:pt x="333" y="214"/>
                  <a:pt x="345" y="202"/>
                  <a:pt x="345" y="187"/>
                </a:cubicBezTo>
                <a:cubicBezTo>
                  <a:pt x="345" y="27"/>
                  <a:pt x="345" y="27"/>
                  <a:pt x="345" y="27"/>
                </a:cubicBezTo>
                <a:cubicBezTo>
                  <a:pt x="345" y="12"/>
                  <a:pt x="333" y="0"/>
                  <a:pt x="319" y="0"/>
                </a:cubicBezTo>
                <a:cubicBezTo>
                  <a:pt x="68" y="0"/>
                  <a:pt x="68" y="0"/>
                  <a:pt x="68" y="0"/>
                </a:cubicBezTo>
                <a:cubicBezTo>
                  <a:pt x="53" y="0"/>
                  <a:pt x="42" y="12"/>
                  <a:pt x="42" y="27"/>
                </a:cubicBezTo>
                <a:cubicBezTo>
                  <a:pt x="42" y="187"/>
                  <a:pt x="42" y="187"/>
                  <a:pt x="42" y="187"/>
                </a:cubicBezTo>
                <a:cubicBezTo>
                  <a:pt x="42" y="202"/>
                  <a:pt x="53" y="214"/>
                  <a:pt x="68" y="214"/>
                </a:cubicBezTo>
                <a:cubicBezTo>
                  <a:pt x="102" y="214"/>
                  <a:pt x="102" y="214"/>
                  <a:pt x="102" y="214"/>
                </a:cubicBezTo>
                <a:cubicBezTo>
                  <a:pt x="102" y="226"/>
                  <a:pt x="102" y="226"/>
                  <a:pt x="102" y="226"/>
                </a:cubicBezTo>
                <a:cubicBezTo>
                  <a:pt x="60" y="226"/>
                  <a:pt x="60" y="226"/>
                  <a:pt x="60" y="226"/>
                </a:cubicBezTo>
                <a:cubicBezTo>
                  <a:pt x="52" y="226"/>
                  <a:pt x="43" y="232"/>
                  <a:pt x="39" y="241"/>
                </a:cubicBezTo>
                <a:cubicBezTo>
                  <a:pt x="3" y="320"/>
                  <a:pt x="3" y="320"/>
                  <a:pt x="3" y="320"/>
                </a:cubicBezTo>
                <a:cubicBezTo>
                  <a:pt x="0" y="326"/>
                  <a:pt x="0" y="333"/>
                  <a:pt x="3" y="338"/>
                </a:cubicBezTo>
                <a:cubicBezTo>
                  <a:pt x="6" y="342"/>
                  <a:pt x="10" y="345"/>
                  <a:pt x="16" y="345"/>
                </a:cubicBezTo>
                <a:cubicBezTo>
                  <a:pt x="116" y="345"/>
                  <a:pt x="116" y="345"/>
                  <a:pt x="116" y="345"/>
                </a:cubicBezTo>
                <a:cubicBezTo>
                  <a:pt x="116" y="345"/>
                  <a:pt x="116" y="345"/>
                  <a:pt x="116" y="345"/>
                </a:cubicBezTo>
                <a:cubicBezTo>
                  <a:pt x="193" y="345"/>
                  <a:pt x="193" y="345"/>
                  <a:pt x="193" y="345"/>
                </a:cubicBezTo>
                <a:cubicBezTo>
                  <a:pt x="270" y="345"/>
                  <a:pt x="270" y="345"/>
                  <a:pt x="270" y="345"/>
                </a:cubicBezTo>
                <a:cubicBezTo>
                  <a:pt x="270" y="345"/>
                  <a:pt x="271" y="345"/>
                  <a:pt x="271" y="345"/>
                </a:cubicBezTo>
                <a:cubicBezTo>
                  <a:pt x="370" y="345"/>
                  <a:pt x="370" y="345"/>
                  <a:pt x="370" y="345"/>
                </a:cubicBezTo>
                <a:cubicBezTo>
                  <a:pt x="376" y="345"/>
                  <a:pt x="381" y="342"/>
                  <a:pt x="384" y="338"/>
                </a:cubicBezTo>
                <a:cubicBezTo>
                  <a:pt x="387" y="333"/>
                  <a:pt x="387" y="326"/>
                  <a:pt x="384" y="320"/>
                </a:cubicBezTo>
                <a:close/>
                <a:moveTo>
                  <a:pt x="64" y="187"/>
                </a:moveTo>
                <a:cubicBezTo>
                  <a:pt x="64" y="27"/>
                  <a:pt x="64" y="27"/>
                  <a:pt x="64" y="27"/>
                </a:cubicBezTo>
                <a:cubicBezTo>
                  <a:pt x="64" y="25"/>
                  <a:pt x="65" y="23"/>
                  <a:pt x="68" y="23"/>
                </a:cubicBezTo>
                <a:cubicBezTo>
                  <a:pt x="319" y="23"/>
                  <a:pt x="319" y="23"/>
                  <a:pt x="319" y="23"/>
                </a:cubicBezTo>
                <a:cubicBezTo>
                  <a:pt x="321" y="23"/>
                  <a:pt x="323" y="25"/>
                  <a:pt x="323" y="27"/>
                </a:cubicBezTo>
                <a:cubicBezTo>
                  <a:pt x="323" y="187"/>
                  <a:pt x="323" y="187"/>
                  <a:pt x="323" y="187"/>
                </a:cubicBezTo>
                <a:cubicBezTo>
                  <a:pt x="323" y="189"/>
                  <a:pt x="321" y="191"/>
                  <a:pt x="319" y="191"/>
                </a:cubicBezTo>
                <a:cubicBezTo>
                  <a:pt x="68" y="191"/>
                  <a:pt x="68" y="191"/>
                  <a:pt x="68" y="191"/>
                </a:cubicBezTo>
                <a:cubicBezTo>
                  <a:pt x="65" y="191"/>
                  <a:pt x="64" y="189"/>
                  <a:pt x="64" y="187"/>
                </a:cubicBezTo>
                <a:close/>
                <a:moveTo>
                  <a:pt x="256" y="316"/>
                </a:moveTo>
                <a:cubicBezTo>
                  <a:pt x="255" y="318"/>
                  <a:pt x="254" y="318"/>
                  <a:pt x="252" y="318"/>
                </a:cubicBezTo>
                <a:cubicBezTo>
                  <a:pt x="222" y="319"/>
                  <a:pt x="222" y="319"/>
                  <a:pt x="222" y="319"/>
                </a:cubicBezTo>
                <a:cubicBezTo>
                  <a:pt x="210" y="319"/>
                  <a:pt x="210" y="319"/>
                  <a:pt x="210" y="319"/>
                </a:cubicBezTo>
                <a:cubicBezTo>
                  <a:pt x="176" y="319"/>
                  <a:pt x="176" y="319"/>
                  <a:pt x="176" y="319"/>
                </a:cubicBezTo>
                <a:cubicBezTo>
                  <a:pt x="164" y="319"/>
                  <a:pt x="164" y="319"/>
                  <a:pt x="164" y="319"/>
                </a:cubicBezTo>
                <a:cubicBezTo>
                  <a:pt x="135" y="318"/>
                  <a:pt x="135" y="318"/>
                  <a:pt x="135" y="318"/>
                </a:cubicBezTo>
                <a:cubicBezTo>
                  <a:pt x="133" y="318"/>
                  <a:pt x="131" y="318"/>
                  <a:pt x="130" y="316"/>
                </a:cubicBezTo>
                <a:cubicBezTo>
                  <a:pt x="129" y="315"/>
                  <a:pt x="129" y="313"/>
                  <a:pt x="129" y="311"/>
                </a:cubicBezTo>
                <a:cubicBezTo>
                  <a:pt x="134" y="288"/>
                  <a:pt x="134" y="288"/>
                  <a:pt x="134" y="288"/>
                </a:cubicBezTo>
                <a:cubicBezTo>
                  <a:pt x="135" y="285"/>
                  <a:pt x="137" y="283"/>
                  <a:pt x="140" y="283"/>
                </a:cubicBezTo>
                <a:cubicBezTo>
                  <a:pt x="168" y="283"/>
                  <a:pt x="168" y="283"/>
                  <a:pt x="168" y="283"/>
                </a:cubicBezTo>
                <a:cubicBezTo>
                  <a:pt x="218" y="283"/>
                  <a:pt x="218" y="283"/>
                  <a:pt x="218" y="283"/>
                </a:cubicBezTo>
                <a:cubicBezTo>
                  <a:pt x="247" y="283"/>
                  <a:pt x="247" y="283"/>
                  <a:pt x="247" y="283"/>
                </a:cubicBezTo>
                <a:cubicBezTo>
                  <a:pt x="249" y="283"/>
                  <a:pt x="251" y="285"/>
                  <a:pt x="252" y="288"/>
                </a:cubicBezTo>
                <a:cubicBezTo>
                  <a:pt x="257" y="311"/>
                  <a:pt x="257" y="311"/>
                  <a:pt x="257" y="311"/>
                </a:cubicBezTo>
                <a:cubicBezTo>
                  <a:pt x="258" y="313"/>
                  <a:pt x="257" y="315"/>
                  <a:pt x="256" y="316"/>
                </a:cubicBezTo>
                <a:close/>
              </a:path>
            </a:pathLst>
          </a:custGeom>
          <a:solidFill>
            <a:schemeClr val="bg1"/>
          </a:solidFill>
          <a:ln>
            <a:noFill/>
          </a:ln>
        </p:spPr>
        <p:txBody>
          <a:bodyPr vert="horz" wrap="square" lIns="68580" tIns="34290" rIns="68580" bIns="34290" numCol="1" anchor="t" anchorCtr="0" compatLnSpc="1"/>
          <a:lstStyle/>
          <a:p>
            <a:endParaRPr lang="zh-CN" altLang="en-US">
              <a:solidFill>
                <a:schemeClr val="bg1"/>
              </a:solidFill>
              <a:cs typeface="+mn-ea"/>
              <a:sym typeface="+mn-lt"/>
            </a:endParaRPr>
          </a:p>
        </p:txBody>
      </p:sp>
      <p:sp>
        <p:nvSpPr>
          <p:cNvPr id="25" name="Freeform 238"/>
          <p:cNvSpPr>
            <a:spLocks noEditPoints="1" noChangeArrowheads="1"/>
          </p:cNvSpPr>
          <p:nvPr/>
        </p:nvSpPr>
        <p:spPr bwMode="auto">
          <a:xfrm>
            <a:off x="1867936" y="2244449"/>
            <a:ext cx="596900" cy="490538"/>
          </a:xfrm>
          <a:custGeom>
            <a:avLst/>
            <a:gdLst>
              <a:gd name="T0" fmla="*/ 122 w 300"/>
              <a:gd name="T1" fmla="*/ 0 h 247"/>
              <a:gd name="T2" fmla="*/ 208 w 300"/>
              <a:gd name="T3" fmla="*/ 36 h 247"/>
              <a:gd name="T4" fmla="*/ 244 w 300"/>
              <a:gd name="T5" fmla="*/ 122 h 247"/>
              <a:gd name="T6" fmla="*/ 208 w 300"/>
              <a:gd name="T7" fmla="*/ 208 h 247"/>
              <a:gd name="T8" fmla="*/ 122 w 300"/>
              <a:gd name="T9" fmla="*/ 244 h 247"/>
              <a:gd name="T10" fmla="*/ 35 w 300"/>
              <a:gd name="T11" fmla="*/ 208 h 247"/>
              <a:gd name="T12" fmla="*/ 0 w 300"/>
              <a:gd name="T13" fmla="*/ 122 h 247"/>
              <a:gd name="T14" fmla="*/ 35 w 300"/>
              <a:gd name="T15" fmla="*/ 36 h 247"/>
              <a:gd name="T16" fmla="*/ 122 w 300"/>
              <a:gd name="T17" fmla="*/ 0 h 247"/>
              <a:gd name="T18" fmla="*/ 175 w 300"/>
              <a:gd name="T19" fmla="*/ 245 h 247"/>
              <a:gd name="T20" fmla="*/ 300 w 300"/>
              <a:gd name="T21" fmla="*/ 158 h 247"/>
              <a:gd name="T22" fmla="*/ 298 w 300"/>
              <a:gd name="T23" fmla="*/ 126 h 247"/>
              <a:gd name="T24" fmla="*/ 175 w 300"/>
              <a:gd name="T25" fmla="*/ 245 h 247"/>
              <a:gd name="T26" fmla="*/ 130 w 300"/>
              <a:gd name="T27" fmla="*/ 80 h 247"/>
              <a:gd name="T28" fmla="*/ 151 w 300"/>
              <a:gd name="T29" fmla="*/ 91 h 247"/>
              <a:gd name="T30" fmla="*/ 181 w 300"/>
              <a:gd name="T31" fmla="*/ 71 h 247"/>
              <a:gd name="T32" fmla="*/ 177 w 300"/>
              <a:gd name="T33" fmla="*/ 66 h 247"/>
              <a:gd name="T34" fmla="*/ 130 w 300"/>
              <a:gd name="T35" fmla="*/ 44 h 247"/>
              <a:gd name="T36" fmla="*/ 130 w 300"/>
              <a:gd name="T37" fmla="*/ 80 h 247"/>
              <a:gd name="T38" fmla="*/ 162 w 300"/>
              <a:gd name="T39" fmla="*/ 108 h 247"/>
              <a:gd name="T40" fmla="*/ 164 w 300"/>
              <a:gd name="T41" fmla="*/ 122 h 247"/>
              <a:gd name="T42" fmla="*/ 161 w 300"/>
              <a:gd name="T43" fmla="*/ 138 h 247"/>
              <a:gd name="T44" fmla="*/ 192 w 300"/>
              <a:gd name="T45" fmla="*/ 157 h 247"/>
              <a:gd name="T46" fmla="*/ 200 w 300"/>
              <a:gd name="T47" fmla="*/ 122 h 247"/>
              <a:gd name="T48" fmla="*/ 192 w 300"/>
              <a:gd name="T49" fmla="*/ 87 h 247"/>
              <a:gd name="T50" fmla="*/ 162 w 300"/>
              <a:gd name="T51" fmla="*/ 108 h 247"/>
              <a:gd name="T52" fmla="*/ 149 w 300"/>
              <a:gd name="T53" fmla="*/ 154 h 247"/>
              <a:gd name="T54" fmla="*/ 130 w 300"/>
              <a:gd name="T55" fmla="*/ 164 h 247"/>
              <a:gd name="T56" fmla="*/ 130 w 300"/>
              <a:gd name="T57" fmla="*/ 200 h 247"/>
              <a:gd name="T58" fmla="*/ 177 w 300"/>
              <a:gd name="T59" fmla="*/ 178 h 247"/>
              <a:gd name="T60" fmla="*/ 181 w 300"/>
              <a:gd name="T61" fmla="*/ 174 h 247"/>
              <a:gd name="T62" fmla="*/ 149 w 300"/>
              <a:gd name="T63" fmla="*/ 154 h 247"/>
              <a:gd name="T64" fmla="*/ 110 w 300"/>
              <a:gd name="T65" fmla="*/ 163 h 247"/>
              <a:gd name="T66" fmla="*/ 94 w 300"/>
              <a:gd name="T67" fmla="*/ 155 h 247"/>
              <a:gd name="T68" fmla="*/ 64 w 300"/>
              <a:gd name="T69" fmla="*/ 176 h 247"/>
              <a:gd name="T70" fmla="*/ 66 w 300"/>
              <a:gd name="T71" fmla="*/ 178 h 247"/>
              <a:gd name="T72" fmla="*/ 110 w 300"/>
              <a:gd name="T73" fmla="*/ 200 h 247"/>
              <a:gd name="T74" fmla="*/ 110 w 300"/>
              <a:gd name="T75" fmla="*/ 163 h 247"/>
              <a:gd name="T76" fmla="*/ 82 w 300"/>
              <a:gd name="T77" fmla="*/ 139 h 247"/>
              <a:gd name="T78" fmla="*/ 79 w 300"/>
              <a:gd name="T79" fmla="*/ 122 h 247"/>
              <a:gd name="T80" fmla="*/ 80 w 300"/>
              <a:gd name="T81" fmla="*/ 111 h 247"/>
              <a:gd name="T82" fmla="*/ 49 w 300"/>
              <a:gd name="T83" fmla="*/ 92 h 247"/>
              <a:gd name="T84" fmla="*/ 43 w 300"/>
              <a:gd name="T85" fmla="*/ 122 h 247"/>
              <a:gd name="T86" fmla="*/ 52 w 300"/>
              <a:gd name="T87" fmla="*/ 159 h 247"/>
              <a:gd name="T88" fmla="*/ 82 w 300"/>
              <a:gd name="T89" fmla="*/ 139 h 247"/>
              <a:gd name="T90" fmla="*/ 90 w 300"/>
              <a:gd name="T91" fmla="*/ 94 h 247"/>
              <a:gd name="T92" fmla="*/ 91 w 300"/>
              <a:gd name="T93" fmla="*/ 92 h 247"/>
              <a:gd name="T94" fmla="*/ 110 w 300"/>
              <a:gd name="T95" fmla="*/ 81 h 247"/>
              <a:gd name="T96" fmla="*/ 110 w 300"/>
              <a:gd name="T97" fmla="*/ 44 h 247"/>
              <a:gd name="T98" fmla="*/ 66 w 300"/>
              <a:gd name="T99" fmla="*/ 66 h 247"/>
              <a:gd name="T100" fmla="*/ 59 w 300"/>
              <a:gd name="T101" fmla="*/ 74 h 247"/>
              <a:gd name="T102" fmla="*/ 90 w 300"/>
              <a:gd name="T103" fmla="*/ 94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00" h="247">
                <a:moveTo>
                  <a:pt x="122" y="0"/>
                </a:moveTo>
                <a:cubicBezTo>
                  <a:pt x="155" y="0"/>
                  <a:pt x="186" y="14"/>
                  <a:pt x="208" y="36"/>
                </a:cubicBezTo>
                <a:cubicBezTo>
                  <a:pt x="230" y="58"/>
                  <a:pt x="244" y="88"/>
                  <a:pt x="244" y="122"/>
                </a:cubicBezTo>
                <a:cubicBezTo>
                  <a:pt x="244" y="156"/>
                  <a:pt x="230" y="186"/>
                  <a:pt x="208" y="208"/>
                </a:cubicBezTo>
                <a:cubicBezTo>
                  <a:pt x="186" y="230"/>
                  <a:pt x="155" y="244"/>
                  <a:pt x="122" y="244"/>
                </a:cubicBezTo>
                <a:cubicBezTo>
                  <a:pt x="88" y="244"/>
                  <a:pt x="57" y="230"/>
                  <a:pt x="35" y="208"/>
                </a:cubicBezTo>
                <a:cubicBezTo>
                  <a:pt x="13" y="186"/>
                  <a:pt x="0" y="156"/>
                  <a:pt x="0" y="122"/>
                </a:cubicBezTo>
                <a:cubicBezTo>
                  <a:pt x="0" y="88"/>
                  <a:pt x="13" y="58"/>
                  <a:pt x="35" y="36"/>
                </a:cubicBezTo>
                <a:cubicBezTo>
                  <a:pt x="57" y="14"/>
                  <a:pt x="88" y="0"/>
                  <a:pt x="122" y="0"/>
                </a:cubicBezTo>
                <a:close/>
                <a:moveTo>
                  <a:pt x="175" y="245"/>
                </a:moveTo>
                <a:cubicBezTo>
                  <a:pt x="292" y="247"/>
                  <a:pt x="257" y="150"/>
                  <a:pt x="300" y="158"/>
                </a:cubicBezTo>
                <a:cubicBezTo>
                  <a:pt x="298" y="126"/>
                  <a:pt x="298" y="126"/>
                  <a:pt x="298" y="126"/>
                </a:cubicBezTo>
                <a:cubicBezTo>
                  <a:pt x="230" y="122"/>
                  <a:pt x="286" y="229"/>
                  <a:pt x="175" y="245"/>
                </a:cubicBezTo>
                <a:close/>
                <a:moveTo>
                  <a:pt x="130" y="80"/>
                </a:moveTo>
                <a:cubicBezTo>
                  <a:pt x="139" y="82"/>
                  <a:pt x="146" y="86"/>
                  <a:pt x="151" y="91"/>
                </a:cubicBezTo>
                <a:cubicBezTo>
                  <a:pt x="181" y="71"/>
                  <a:pt x="181" y="71"/>
                  <a:pt x="181" y="71"/>
                </a:cubicBezTo>
                <a:cubicBezTo>
                  <a:pt x="180" y="69"/>
                  <a:pt x="179" y="68"/>
                  <a:pt x="177" y="66"/>
                </a:cubicBezTo>
                <a:cubicBezTo>
                  <a:pt x="165" y="54"/>
                  <a:pt x="149" y="46"/>
                  <a:pt x="130" y="44"/>
                </a:cubicBezTo>
                <a:cubicBezTo>
                  <a:pt x="130" y="80"/>
                  <a:pt x="130" y="80"/>
                  <a:pt x="130" y="80"/>
                </a:cubicBezTo>
                <a:close/>
                <a:moveTo>
                  <a:pt x="162" y="108"/>
                </a:moveTo>
                <a:cubicBezTo>
                  <a:pt x="164" y="112"/>
                  <a:pt x="164" y="117"/>
                  <a:pt x="164" y="122"/>
                </a:cubicBezTo>
                <a:cubicBezTo>
                  <a:pt x="164" y="128"/>
                  <a:pt x="163" y="133"/>
                  <a:pt x="161" y="138"/>
                </a:cubicBezTo>
                <a:cubicBezTo>
                  <a:pt x="192" y="157"/>
                  <a:pt x="192" y="157"/>
                  <a:pt x="192" y="157"/>
                </a:cubicBezTo>
                <a:cubicBezTo>
                  <a:pt x="197" y="147"/>
                  <a:pt x="200" y="135"/>
                  <a:pt x="200" y="122"/>
                </a:cubicBezTo>
                <a:cubicBezTo>
                  <a:pt x="200" y="110"/>
                  <a:pt x="197" y="98"/>
                  <a:pt x="192" y="87"/>
                </a:cubicBezTo>
                <a:cubicBezTo>
                  <a:pt x="162" y="108"/>
                  <a:pt x="162" y="108"/>
                  <a:pt x="162" y="108"/>
                </a:cubicBezTo>
                <a:close/>
                <a:moveTo>
                  <a:pt x="149" y="154"/>
                </a:moveTo>
                <a:cubicBezTo>
                  <a:pt x="144" y="159"/>
                  <a:pt x="138" y="162"/>
                  <a:pt x="130" y="164"/>
                </a:cubicBezTo>
                <a:cubicBezTo>
                  <a:pt x="130" y="200"/>
                  <a:pt x="130" y="200"/>
                  <a:pt x="130" y="200"/>
                </a:cubicBezTo>
                <a:cubicBezTo>
                  <a:pt x="149" y="198"/>
                  <a:pt x="165" y="190"/>
                  <a:pt x="177" y="178"/>
                </a:cubicBezTo>
                <a:cubicBezTo>
                  <a:pt x="178" y="176"/>
                  <a:pt x="180" y="175"/>
                  <a:pt x="181" y="174"/>
                </a:cubicBezTo>
                <a:cubicBezTo>
                  <a:pt x="149" y="154"/>
                  <a:pt x="149" y="154"/>
                  <a:pt x="149" y="154"/>
                </a:cubicBezTo>
                <a:close/>
                <a:moveTo>
                  <a:pt x="110" y="163"/>
                </a:moveTo>
                <a:cubicBezTo>
                  <a:pt x="104" y="162"/>
                  <a:pt x="99" y="159"/>
                  <a:pt x="94" y="155"/>
                </a:cubicBezTo>
                <a:cubicBezTo>
                  <a:pt x="64" y="176"/>
                  <a:pt x="64" y="176"/>
                  <a:pt x="64" y="176"/>
                </a:cubicBezTo>
                <a:cubicBezTo>
                  <a:pt x="65" y="176"/>
                  <a:pt x="65" y="177"/>
                  <a:pt x="66" y="178"/>
                </a:cubicBezTo>
                <a:cubicBezTo>
                  <a:pt x="78" y="189"/>
                  <a:pt x="93" y="197"/>
                  <a:pt x="110" y="200"/>
                </a:cubicBezTo>
                <a:cubicBezTo>
                  <a:pt x="110" y="163"/>
                  <a:pt x="110" y="163"/>
                  <a:pt x="110" y="163"/>
                </a:cubicBezTo>
                <a:close/>
                <a:moveTo>
                  <a:pt x="82" y="139"/>
                </a:moveTo>
                <a:cubicBezTo>
                  <a:pt x="80" y="134"/>
                  <a:pt x="79" y="128"/>
                  <a:pt x="79" y="122"/>
                </a:cubicBezTo>
                <a:cubicBezTo>
                  <a:pt x="79" y="118"/>
                  <a:pt x="79" y="115"/>
                  <a:pt x="80" y="111"/>
                </a:cubicBezTo>
                <a:cubicBezTo>
                  <a:pt x="49" y="92"/>
                  <a:pt x="49" y="92"/>
                  <a:pt x="49" y="92"/>
                </a:cubicBezTo>
                <a:cubicBezTo>
                  <a:pt x="45" y="101"/>
                  <a:pt x="43" y="111"/>
                  <a:pt x="43" y="122"/>
                </a:cubicBezTo>
                <a:cubicBezTo>
                  <a:pt x="43" y="135"/>
                  <a:pt x="46" y="148"/>
                  <a:pt x="52" y="159"/>
                </a:cubicBezTo>
                <a:cubicBezTo>
                  <a:pt x="82" y="139"/>
                  <a:pt x="82" y="139"/>
                  <a:pt x="82" y="139"/>
                </a:cubicBezTo>
                <a:close/>
                <a:moveTo>
                  <a:pt x="90" y="94"/>
                </a:moveTo>
                <a:cubicBezTo>
                  <a:pt x="90" y="93"/>
                  <a:pt x="91" y="92"/>
                  <a:pt x="91" y="92"/>
                </a:cubicBezTo>
                <a:cubicBezTo>
                  <a:pt x="97" y="86"/>
                  <a:pt x="103" y="83"/>
                  <a:pt x="110" y="81"/>
                </a:cubicBezTo>
                <a:cubicBezTo>
                  <a:pt x="110" y="44"/>
                  <a:pt x="110" y="44"/>
                  <a:pt x="110" y="44"/>
                </a:cubicBezTo>
                <a:cubicBezTo>
                  <a:pt x="93" y="46"/>
                  <a:pt x="78" y="55"/>
                  <a:pt x="66" y="66"/>
                </a:cubicBezTo>
                <a:cubicBezTo>
                  <a:pt x="63" y="69"/>
                  <a:pt x="61" y="72"/>
                  <a:pt x="59" y="74"/>
                </a:cubicBezTo>
                <a:lnTo>
                  <a:pt x="90" y="94"/>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80296" tIns="40148" rIns="80296" bIns="40148"/>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latin typeface="+mn-lt"/>
              <a:ea typeface="+mn-ea"/>
              <a:cs typeface="+mn-ea"/>
              <a:sym typeface="+mn-lt"/>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585246" y="761988"/>
            <a:ext cx="6096012" cy="6096012"/>
          </a:xfrm>
          <a:prstGeom prst="rect">
            <a:avLst/>
          </a:prstGeom>
        </p:spPr>
      </p:pic>
    </p:spTree>
  </p:cSld>
  <p:clrMapOvr>
    <a:masterClrMapping/>
  </p:clrMapOvr>
  <p:transition spd="slow" advClick="0" advTm="3000">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605320" y="2021982"/>
            <a:ext cx="10792483" cy="3696237"/>
            <a:chOff x="360621" y="1391752"/>
            <a:chExt cx="8384883" cy="2828955"/>
          </a:xfrm>
        </p:grpSpPr>
        <p:cxnSp>
          <p:nvCxnSpPr>
            <p:cNvPr id="22" name="Straight Connector 101"/>
            <p:cNvCxnSpPr/>
            <p:nvPr/>
          </p:nvCxnSpPr>
          <p:spPr>
            <a:xfrm flipH="1">
              <a:off x="2506901" y="2794933"/>
              <a:ext cx="2019844" cy="0"/>
            </a:xfrm>
            <a:prstGeom prst="line">
              <a:avLst/>
            </a:prstGeom>
            <a:ln w="19050">
              <a:solidFill>
                <a:srgbClr val="3C4D76"/>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23" name="Down Arrow Callout 133"/>
            <p:cNvSpPr/>
            <p:nvPr/>
          </p:nvSpPr>
          <p:spPr>
            <a:xfrm>
              <a:off x="2470530" y="1391752"/>
              <a:ext cx="2092586" cy="1316771"/>
            </a:xfrm>
            <a:prstGeom prst="downArrowCallout">
              <a:avLst>
                <a:gd name="adj1" fmla="val 25776"/>
                <a:gd name="adj2" fmla="val 9254"/>
                <a:gd name="adj3" fmla="val 9254"/>
                <a:gd name="adj4" fmla="val 90746"/>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solidFill>
                  <a:schemeClr val="bg1"/>
                </a:solidFill>
                <a:cs typeface="+mn-ea"/>
                <a:sym typeface="+mn-lt"/>
              </a:endParaRPr>
            </a:p>
          </p:txBody>
        </p:sp>
        <p:sp>
          <p:nvSpPr>
            <p:cNvPr id="24" name="Sev01"/>
            <p:cNvSpPr>
              <a:spLocks noChangeAspect="1"/>
            </p:cNvSpPr>
            <p:nvPr/>
          </p:nvSpPr>
          <p:spPr>
            <a:xfrm>
              <a:off x="3422000" y="2708523"/>
              <a:ext cx="189645" cy="189645"/>
            </a:xfrm>
            <a:prstGeom prst="ellipse">
              <a:avLst/>
            </a:prstGeom>
            <a:solidFill>
              <a:schemeClr val="bg1"/>
            </a:solidFill>
            <a:ln w="57150">
              <a:solidFill>
                <a:srgbClr val="3C4D76"/>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sz="3000" dirty="0">
                <a:solidFill>
                  <a:schemeClr val="bg1"/>
                </a:solidFill>
                <a:cs typeface="+mn-ea"/>
                <a:sym typeface="+mn-lt"/>
              </a:endParaRPr>
            </a:p>
          </p:txBody>
        </p:sp>
        <p:cxnSp>
          <p:nvCxnSpPr>
            <p:cNvPr id="25" name="Straight Connector 141"/>
            <p:cNvCxnSpPr/>
            <p:nvPr/>
          </p:nvCxnSpPr>
          <p:spPr>
            <a:xfrm flipH="1">
              <a:off x="4596702" y="2794933"/>
              <a:ext cx="2019844" cy="0"/>
            </a:xfrm>
            <a:prstGeom prst="line">
              <a:avLst/>
            </a:prstGeom>
            <a:ln w="19050">
              <a:solidFill>
                <a:srgbClr val="3C4D76"/>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26" name="Down Arrow Callout 144"/>
            <p:cNvSpPr/>
            <p:nvPr/>
          </p:nvSpPr>
          <p:spPr>
            <a:xfrm flipV="1">
              <a:off x="4560331" y="2903936"/>
              <a:ext cx="2092586" cy="1316771"/>
            </a:xfrm>
            <a:prstGeom prst="downArrowCallout">
              <a:avLst>
                <a:gd name="adj1" fmla="val 25776"/>
                <a:gd name="adj2" fmla="val 9254"/>
                <a:gd name="adj3" fmla="val 9254"/>
                <a:gd name="adj4" fmla="val 90746"/>
              </a:avLst>
            </a:pr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solidFill>
                  <a:schemeClr val="bg1"/>
                </a:solidFill>
                <a:cs typeface="+mn-ea"/>
                <a:sym typeface="+mn-lt"/>
              </a:endParaRPr>
            </a:p>
          </p:txBody>
        </p:sp>
        <p:sp>
          <p:nvSpPr>
            <p:cNvPr id="27" name="Sev01"/>
            <p:cNvSpPr>
              <a:spLocks noChangeAspect="1"/>
            </p:cNvSpPr>
            <p:nvPr/>
          </p:nvSpPr>
          <p:spPr>
            <a:xfrm>
              <a:off x="5511801" y="2708523"/>
              <a:ext cx="189645" cy="189645"/>
            </a:xfrm>
            <a:prstGeom prst="ellipse">
              <a:avLst/>
            </a:prstGeom>
            <a:solidFill>
              <a:schemeClr val="bg1"/>
            </a:solidFill>
            <a:ln w="57150">
              <a:solidFill>
                <a:srgbClr val="3C4D76"/>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sz="3000" dirty="0">
                <a:solidFill>
                  <a:schemeClr val="bg1"/>
                </a:solidFill>
                <a:cs typeface="+mn-ea"/>
                <a:sym typeface="+mn-lt"/>
              </a:endParaRPr>
            </a:p>
          </p:txBody>
        </p:sp>
        <p:sp>
          <p:nvSpPr>
            <p:cNvPr id="28" name="Sev01"/>
            <p:cNvSpPr>
              <a:spLocks noChangeAspect="1"/>
            </p:cNvSpPr>
            <p:nvPr/>
          </p:nvSpPr>
          <p:spPr>
            <a:xfrm>
              <a:off x="7352708" y="2983589"/>
              <a:ext cx="693003" cy="693002"/>
            </a:xfrm>
            <a:prstGeom prst="ellipse">
              <a:avLst/>
            </a:prstGeom>
            <a:noFill/>
            <a:ln w="57150">
              <a:solidFill>
                <a:srgbClr val="3C4D76"/>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sz="3000" dirty="0">
                <a:solidFill>
                  <a:schemeClr val="bg1"/>
                </a:solidFill>
                <a:cs typeface="+mn-ea"/>
                <a:sym typeface="+mn-lt"/>
              </a:endParaRPr>
            </a:p>
          </p:txBody>
        </p:sp>
        <p:cxnSp>
          <p:nvCxnSpPr>
            <p:cNvPr id="29" name="Straight Connector 149"/>
            <p:cNvCxnSpPr/>
            <p:nvPr/>
          </p:nvCxnSpPr>
          <p:spPr>
            <a:xfrm flipH="1">
              <a:off x="6689289" y="2794933"/>
              <a:ext cx="2019844" cy="0"/>
            </a:xfrm>
            <a:prstGeom prst="line">
              <a:avLst/>
            </a:prstGeom>
            <a:ln w="19050">
              <a:solidFill>
                <a:srgbClr val="3C4D76"/>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0" name="Down Arrow Callout 152"/>
            <p:cNvSpPr/>
            <p:nvPr/>
          </p:nvSpPr>
          <p:spPr>
            <a:xfrm>
              <a:off x="6652918" y="1391752"/>
              <a:ext cx="2092586" cy="1316771"/>
            </a:xfrm>
            <a:prstGeom prst="downArrowCallout">
              <a:avLst>
                <a:gd name="adj1" fmla="val 25776"/>
                <a:gd name="adj2" fmla="val 9254"/>
                <a:gd name="adj3" fmla="val 9254"/>
                <a:gd name="adj4" fmla="val 90746"/>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solidFill>
                  <a:schemeClr val="bg1"/>
                </a:solidFill>
                <a:cs typeface="+mn-ea"/>
                <a:sym typeface="+mn-lt"/>
              </a:endParaRPr>
            </a:p>
          </p:txBody>
        </p:sp>
        <p:sp>
          <p:nvSpPr>
            <p:cNvPr id="31" name="Sev01"/>
            <p:cNvSpPr>
              <a:spLocks noChangeAspect="1"/>
            </p:cNvSpPr>
            <p:nvPr/>
          </p:nvSpPr>
          <p:spPr>
            <a:xfrm>
              <a:off x="7604387" y="2708523"/>
              <a:ext cx="189645" cy="189645"/>
            </a:xfrm>
            <a:prstGeom prst="ellipse">
              <a:avLst/>
            </a:prstGeom>
            <a:solidFill>
              <a:schemeClr val="bg1"/>
            </a:solidFill>
            <a:ln w="57150">
              <a:solidFill>
                <a:srgbClr val="3C4D76"/>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sz="3000" dirty="0">
                <a:solidFill>
                  <a:schemeClr val="bg1"/>
                </a:solidFill>
                <a:cs typeface="+mn-ea"/>
                <a:sym typeface="+mn-lt"/>
              </a:endParaRPr>
            </a:p>
          </p:txBody>
        </p:sp>
        <p:sp>
          <p:nvSpPr>
            <p:cNvPr id="32" name="Sev01"/>
            <p:cNvSpPr>
              <a:spLocks noChangeAspect="1"/>
            </p:cNvSpPr>
            <p:nvPr/>
          </p:nvSpPr>
          <p:spPr>
            <a:xfrm>
              <a:off x="5260122" y="1929199"/>
              <a:ext cx="693003" cy="693002"/>
            </a:xfrm>
            <a:prstGeom prst="ellipse">
              <a:avLst/>
            </a:prstGeom>
            <a:noFill/>
            <a:ln w="57150">
              <a:solidFill>
                <a:srgbClr val="3C4D76"/>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sz="3000" dirty="0">
                <a:solidFill>
                  <a:schemeClr val="bg1"/>
                </a:solidFill>
                <a:cs typeface="+mn-ea"/>
                <a:sym typeface="+mn-lt"/>
              </a:endParaRPr>
            </a:p>
          </p:txBody>
        </p:sp>
        <p:sp>
          <p:nvSpPr>
            <p:cNvPr id="33" name="Sev01"/>
            <p:cNvSpPr>
              <a:spLocks noChangeAspect="1"/>
            </p:cNvSpPr>
            <p:nvPr/>
          </p:nvSpPr>
          <p:spPr>
            <a:xfrm>
              <a:off x="3163461" y="2983589"/>
              <a:ext cx="693003" cy="693002"/>
            </a:xfrm>
            <a:prstGeom prst="ellipse">
              <a:avLst/>
            </a:prstGeom>
            <a:noFill/>
            <a:ln w="57150">
              <a:solidFill>
                <a:srgbClr val="3C4D76"/>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sz="3000" dirty="0">
                <a:solidFill>
                  <a:schemeClr val="bg1"/>
                </a:solidFill>
                <a:cs typeface="+mn-ea"/>
                <a:sym typeface="+mn-lt"/>
              </a:endParaRPr>
            </a:p>
          </p:txBody>
        </p:sp>
        <p:cxnSp>
          <p:nvCxnSpPr>
            <p:cNvPr id="34" name="Straight Connector 141"/>
            <p:cNvCxnSpPr/>
            <p:nvPr/>
          </p:nvCxnSpPr>
          <p:spPr>
            <a:xfrm flipH="1">
              <a:off x="396993" y="2794933"/>
              <a:ext cx="2019844" cy="0"/>
            </a:xfrm>
            <a:prstGeom prst="line">
              <a:avLst/>
            </a:prstGeom>
            <a:ln w="19050">
              <a:solidFill>
                <a:srgbClr val="3C4D76"/>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5" name="Down Arrow Callout 144"/>
            <p:cNvSpPr/>
            <p:nvPr/>
          </p:nvSpPr>
          <p:spPr>
            <a:xfrm flipV="1">
              <a:off x="360621" y="2903936"/>
              <a:ext cx="2092586" cy="1316771"/>
            </a:xfrm>
            <a:prstGeom prst="downArrowCallout">
              <a:avLst>
                <a:gd name="adj1" fmla="val 25776"/>
                <a:gd name="adj2" fmla="val 9254"/>
                <a:gd name="adj3" fmla="val 9254"/>
                <a:gd name="adj4" fmla="val 90746"/>
              </a:avLst>
            </a:pr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solidFill>
                  <a:schemeClr val="bg1"/>
                </a:solidFill>
                <a:cs typeface="+mn-ea"/>
                <a:sym typeface="+mn-lt"/>
              </a:endParaRPr>
            </a:p>
          </p:txBody>
        </p:sp>
        <p:sp>
          <p:nvSpPr>
            <p:cNvPr id="36" name="Sev01"/>
            <p:cNvSpPr>
              <a:spLocks noChangeAspect="1"/>
            </p:cNvSpPr>
            <p:nvPr/>
          </p:nvSpPr>
          <p:spPr>
            <a:xfrm>
              <a:off x="1312091" y="2708523"/>
              <a:ext cx="189645" cy="189645"/>
            </a:xfrm>
            <a:prstGeom prst="ellipse">
              <a:avLst/>
            </a:prstGeom>
            <a:solidFill>
              <a:schemeClr val="bg1"/>
            </a:solidFill>
            <a:ln w="57150">
              <a:solidFill>
                <a:srgbClr val="3C4D76"/>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sz="3000" dirty="0">
                <a:solidFill>
                  <a:schemeClr val="bg1"/>
                </a:solidFill>
                <a:cs typeface="+mn-ea"/>
                <a:sym typeface="+mn-lt"/>
              </a:endParaRPr>
            </a:p>
          </p:txBody>
        </p:sp>
        <p:sp>
          <p:nvSpPr>
            <p:cNvPr id="37" name="Sev01"/>
            <p:cNvSpPr>
              <a:spLocks noChangeAspect="1"/>
            </p:cNvSpPr>
            <p:nvPr/>
          </p:nvSpPr>
          <p:spPr>
            <a:xfrm>
              <a:off x="1060412" y="1929199"/>
              <a:ext cx="693003" cy="693002"/>
            </a:xfrm>
            <a:prstGeom prst="ellipse">
              <a:avLst/>
            </a:prstGeom>
            <a:noFill/>
            <a:ln w="57150">
              <a:solidFill>
                <a:srgbClr val="3C4D76"/>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sz="3000" dirty="0">
                <a:solidFill>
                  <a:schemeClr val="bg1"/>
                </a:solidFill>
                <a:cs typeface="+mn-ea"/>
                <a:sym typeface="+mn-lt"/>
              </a:endParaRPr>
            </a:p>
          </p:txBody>
        </p:sp>
        <p:sp>
          <p:nvSpPr>
            <p:cNvPr id="38" name="Freeform 62"/>
            <p:cNvSpPr>
              <a:spLocks noEditPoints="1"/>
            </p:cNvSpPr>
            <p:nvPr/>
          </p:nvSpPr>
          <p:spPr bwMode="auto">
            <a:xfrm>
              <a:off x="3285946" y="3130063"/>
              <a:ext cx="448722" cy="400054"/>
            </a:xfrm>
            <a:custGeom>
              <a:avLst/>
              <a:gdLst>
                <a:gd name="T0" fmla="*/ 384 w 387"/>
                <a:gd name="T1" fmla="*/ 320 h 345"/>
                <a:gd name="T2" fmla="*/ 347 w 387"/>
                <a:gd name="T3" fmla="*/ 241 h 345"/>
                <a:gd name="T4" fmla="*/ 326 w 387"/>
                <a:gd name="T5" fmla="*/ 226 h 345"/>
                <a:gd name="T6" fmla="*/ 284 w 387"/>
                <a:gd name="T7" fmla="*/ 226 h 345"/>
                <a:gd name="T8" fmla="*/ 284 w 387"/>
                <a:gd name="T9" fmla="*/ 214 h 345"/>
                <a:gd name="T10" fmla="*/ 319 w 387"/>
                <a:gd name="T11" fmla="*/ 214 h 345"/>
                <a:gd name="T12" fmla="*/ 345 w 387"/>
                <a:gd name="T13" fmla="*/ 187 h 345"/>
                <a:gd name="T14" fmla="*/ 345 w 387"/>
                <a:gd name="T15" fmla="*/ 27 h 345"/>
                <a:gd name="T16" fmla="*/ 319 w 387"/>
                <a:gd name="T17" fmla="*/ 0 h 345"/>
                <a:gd name="T18" fmla="*/ 68 w 387"/>
                <a:gd name="T19" fmla="*/ 0 h 345"/>
                <a:gd name="T20" fmla="*/ 42 w 387"/>
                <a:gd name="T21" fmla="*/ 27 h 345"/>
                <a:gd name="T22" fmla="*/ 42 w 387"/>
                <a:gd name="T23" fmla="*/ 187 h 345"/>
                <a:gd name="T24" fmla="*/ 68 w 387"/>
                <a:gd name="T25" fmla="*/ 214 h 345"/>
                <a:gd name="T26" fmla="*/ 102 w 387"/>
                <a:gd name="T27" fmla="*/ 214 h 345"/>
                <a:gd name="T28" fmla="*/ 102 w 387"/>
                <a:gd name="T29" fmla="*/ 226 h 345"/>
                <a:gd name="T30" fmla="*/ 60 w 387"/>
                <a:gd name="T31" fmla="*/ 226 h 345"/>
                <a:gd name="T32" fmla="*/ 39 w 387"/>
                <a:gd name="T33" fmla="*/ 241 h 345"/>
                <a:gd name="T34" fmla="*/ 3 w 387"/>
                <a:gd name="T35" fmla="*/ 320 h 345"/>
                <a:gd name="T36" fmla="*/ 3 w 387"/>
                <a:gd name="T37" fmla="*/ 338 h 345"/>
                <a:gd name="T38" fmla="*/ 16 w 387"/>
                <a:gd name="T39" fmla="*/ 345 h 345"/>
                <a:gd name="T40" fmla="*/ 116 w 387"/>
                <a:gd name="T41" fmla="*/ 345 h 345"/>
                <a:gd name="T42" fmla="*/ 116 w 387"/>
                <a:gd name="T43" fmla="*/ 345 h 345"/>
                <a:gd name="T44" fmla="*/ 193 w 387"/>
                <a:gd name="T45" fmla="*/ 345 h 345"/>
                <a:gd name="T46" fmla="*/ 270 w 387"/>
                <a:gd name="T47" fmla="*/ 345 h 345"/>
                <a:gd name="T48" fmla="*/ 271 w 387"/>
                <a:gd name="T49" fmla="*/ 345 h 345"/>
                <a:gd name="T50" fmla="*/ 370 w 387"/>
                <a:gd name="T51" fmla="*/ 345 h 345"/>
                <a:gd name="T52" fmla="*/ 384 w 387"/>
                <a:gd name="T53" fmla="*/ 338 h 345"/>
                <a:gd name="T54" fmla="*/ 384 w 387"/>
                <a:gd name="T55" fmla="*/ 320 h 345"/>
                <a:gd name="T56" fmla="*/ 64 w 387"/>
                <a:gd name="T57" fmla="*/ 187 h 345"/>
                <a:gd name="T58" fmla="*/ 64 w 387"/>
                <a:gd name="T59" fmla="*/ 27 h 345"/>
                <a:gd name="T60" fmla="*/ 68 w 387"/>
                <a:gd name="T61" fmla="*/ 23 h 345"/>
                <a:gd name="T62" fmla="*/ 319 w 387"/>
                <a:gd name="T63" fmla="*/ 23 h 345"/>
                <a:gd name="T64" fmla="*/ 323 w 387"/>
                <a:gd name="T65" fmla="*/ 27 h 345"/>
                <a:gd name="T66" fmla="*/ 323 w 387"/>
                <a:gd name="T67" fmla="*/ 187 h 345"/>
                <a:gd name="T68" fmla="*/ 319 w 387"/>
                <a:gd name="T69" fmla="*/ 191 h 345"/>
                <a:gd name="T70" fmla="*/ 68 w 387"/>
                <a:gd name="T71" fmla="*/ 191 h 345"/>
                <a:gd name="T72" fmla="*/ 64 w 387"/>
                <a:gd name="T73" fmla="*/ 187 h 345"/>
                <a:gd name="T74" fmla="*/ 256 w 387"/>
                <a:gd name="T75" fmla="*/ 316 h 345"/>
                <a:gd name="T76" fmla="*/ 252 w 387"/>
                <a:gd name="T77" fmla="*/ 318 h 345"/>
                <a:gd name="T78" fmla="*/ 222 w 387"/>
                <a:gd name="T79" fmla="*/ 319 h 345"/>
                <a:gd name="T80" fmla="*/ 210 w 387"/>
                <a:gd name="T81" fmla="*/ 319 h 345"/>
                <a:gd name="T82" fmla="*/ 176 w 387"/>
                <a:gd name="T83" fmla="*/ 319 h 345"/>
                <a:gd name="T84" fmla="*/ 164 w 387"/>
                <a:gd name="T85" fmla="*/ 319 h 345"/>
                <a:gd name="T86" fmla="*/ 135 w 387"/>
                <a:gd name="T87" fmla="*/ 318 h 345"/>
                <a:gd name="T88" fmla="*/ 130 w 387"/>
                <a:gd name="T89" fmla="*/ 316 h 345"/>
                <a:gd name="T90" fmla="*/ 129 w 387"/>
                <a:gd name="T91" fmla="*/ 311 h 345"/>
                <a:gd name="T92" fmla="*/ 134 w 387"/>
                <a:gd name="T93" fmla="*/ 288 h 345"/>
                <a:gd name="T94" fmla="*/ 140 w 387"/>
                <a:gd name="T95" fmla="*/ 283 h 345"/>
                <a:gd name="T96" fmla="*/ 168 w 387"/>
                <a:gd name="T97" fmla="*/ 283 h 345"/>
                <a:gd name="T98" fmla="*/ 218 w 387"/>
                <a:gd name="T99" fmla="*/ 283 h 345"/>
                <a:gd name="T100" fmla="*/ 247 w 387"/>
                <a:gd name="T101" fmla="*/ 283 h 345"/>
                <a:gd name="T102" fmla="*/ 252 w 387"/>
                <a:gd name="T103" fmla="*/ 288 h 345"/>
                <a:gd name="T104" fmla="*/ 257 w 387"/>
                <a:gd name="T105" fmla="*/ 311 h 345"/>
                <a:gd name="T106" fmla="*/ 256 w 387"/>
                <a:gd name="T107" fmla="*/ 316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7" h="345">
                  <a:moveTo>
                    <a:pt x="384" y="320"/>
                  </a:moveTo>
                  <a:cubicBezTo>
                    <a:pt x="347" y="241"/>
                    <a:pt x="347" y="241"/>
                    <a:pt x="347" y="241"/>
                  </a:cubicBezTo>
                  <a:cubicBezTo>
                    <a:pt x="343" y="232"/>
                    <a:pt x="334" y="226"/>
                    <a:pt x="326" y="226"/>
                  </a:cubicBezTo>
                  <a:cubicBezTo>
                    <a:pt x="284" y="226"/>
                    <a:pt x="284" y="226"/>
                    <a:pt x="284" y="226"/>
                  </a:cubicBezTo>
                  <a:cubicBezTo>
                    <a:pt x="284" y="214"/>
                    <a:pt x="284" y="214"/>
                    <a:pt x="284" y="214"/>
                  </a:cubicBezTo>
                  <a:cubicBezTo>
                    <a:pt x="319" y="214"/>
                    <a:pt x="319" y="214"/>
                    <a:pt x="319" y="214"/>
                  </a:cubicBezTo>
                  <a:cubicBezTo>
                    <a:pt x="333" y="214"/>
                    <a:pt x="345" y="202"/>
                    <a:pt x="345" y="187"/>
                  </a:cubicBezTo>
                  <a:cubicBezTo>
                    <a:pt x="345" y="27"/>
                    <a:pt x="345" y="27"/>
                    <a:pt x="345" y="27"/>
                  </a:cubicBezTo>
                  <a:cubicBezTo>
                    <a:pt x="345" y="12"/>
                    <a:pt x="333" y="0"/>
                    <a:pt x="319" y="0"/>
                  </a:cubicBezTo>
                  <a:cubicBezTo>
                    <a:pt x="68" y="0"/>
                    <a:pt x="68" y="0"/>
                    <a:pt x="68" y="0"/>
                  </a:cubicBezTo>
                  <a:cubicBezTo>
                    <a:pt x="53" y="0"/>
                    <a:pt x="42" y="12"/>
                    <a:pt x="42" y="27"/>
                  </a:cubicBezTo>
                  <a:cubicBezTo>
                    <a:pt x="42" y="187"/>
                    <a:pt x="42" y="187"/>
                    <a:pt x="42" y="187"/>
                  </a:cubicBezTo>
                  <a:cubicBezTo>
                    <a:pt x="42" y="202"/>
                    <a:pt x="53" y="214"/>
                    <a:pt x="68" y="214"/>
                  </a:cubicBezTo>
                  <a:cubicBezTo>
                    <a:pt x="102" y="214"/>
                    <a:pt x="102" y="214"/>
                    <a:pt x="102" y="214"/>
                  </a:cubicBezTo>
                  <a:cubicBezTo>
                    <a:pt x="102" y="226"/>
                    <a:pt x="102" y="226"/>
                    <a:pt x="102" y="226"/>
                  </a:cubicBezTo>
                  <a:cubicBezTo>
                    <a:pt x="60" y="226"/>
                    <a:pt x="60" y="226"/>
                    <a:pt x="60" y="226"/>
                  </a:cubicBezTo>
                  <a:cubicBezTo>
                    <a:pt x="52" y="226"/>
                    <a:pt x="43" y="232"/>
                    <a:pt x="39" y="241"/>
                  </a:cubicBezTo>
                  <a:cubicBezTo>
                    <a:pt x="3" y="320"/>
                    <a:pt x="3" y="320"/>
                    <a:pt x="3" y="320"/>
                  </a:cubicBezTo>
                  <a:cubicBezTo>
                    <a:pt x="0" y="326"/>
                    <a:pt x="0" y="333"/>
                    <a:pt x="3" y="338"/>
                  </a:cubicBezTo>
                  <a:cubicBezTo>
                    <a:pt x="6" y="342"/>
                    <a:pt x="10" y="345"/>
                    <a:pt x="16" y="345"/>
                  </a:cubicBezTo>
                  <a:cubicBezTo>
                    <a:pt x="116" y="345"/>
                    <a:pt x="116" y="345"/>
                    <a:pt x="116" y="345"/>
                  </a:cubicBezTo>
                  <a:cubicBezTo>
                    <a:pt x="116" y="345"/>
                    <a:pt x="116" y="345"/>
                    <a:pt x="116" y="345"/>
                  </a:cubicBezTo>
                  <a:cubicBezTo>
                    <a:pt x="193" y="345"/>
                    <a:pt x="193" y="345"/>
                    <a:pt x="193" y="345"/>
                  </a:cubicBezTo>
                  <a:cubicBezTo>
                    <a:pt x="270" y="345"/>
                    <a:pt x="270" y="345"/>
                    <a:pt x="270" y="345"/>
                  </a:cubicBezTo>
                  <a:cubicBezTo>
                    <a:pt x="270" y="345"/>
                    <a:pt x="271" y="345"/>
                    <a:pt x="271" y="345"/>
                  </a:cubicBezTo>
                  <a:cubicBezTo>
                    <a:pt x="370" y="345"/>
                    <a:pt x="370" y="345"/>
                    <a:pt x="370" y="345"/>
                  </a:cubicBezTo>
                  <a:cubicBezTo>
                    <a:pt x="376" y="345"/>
                    <a:pt x="381" y="342"/>
                    <a:pt x="384" y="338"/>
                  </a:cubicBezTo>
                  <a:cubicBezTo>
                    <a:pt x="387" y="333"/>
                    <a:pt x="387" y="326"/>
                    <a:pt x="384" y="320"/>
                  </a:cubicBezTo>
                  <a:close/>
                  <a:moveTo>
                    <a:pt x="64" y="187"/>
                  </a:moveTo>
                  <a:cubicBezTo>
                    <a:pt x="64" y="27"/>
                    <a:pt x="64" y="27"/>
                    <a:pt x="64" y="27"/>
                  </a:cubicBezTo>
                  <a:cubicBezTo>
                    <a:pt x="64" y="25"/>
                    <a:pt x="65" y="23"/>
                    <a:pt x="68" y="23"/>
                  </a:cubicBezTo>
                  <a:cubicBezTo>
                    <a:pt x="319" y="23"/>
                    <a:pt x="319" y="23"/>
                    <a:pt x="319" y="23"/>
                  </a:cubicBezTo>
                  <a:cubicBezTo>
                    <a:pt x="321" y="23"/>
                    <a:pt x="323" y="25"/>
                    <a:pt x="323" y="27"/>
                  </a:cubicBezTo>
                  <a:cubicBezTo>
                    <a:pt x="323" y="187"/>
                    <a:pt x="323" y="187"/>
                    <a:pt x="323" y="187"/>
                  </a:cubicBezTo>
                  <a:cubicBezTo>
                    <a:pt x="323" y="189"/>
                    <a:pt x="321" y="191"/>
                    <a:pt x="319" y="191"/>
                  </a:cubicBezTo>
                  <a:cubicBezTo>
                    <a:pt x="68" y="191"/>
                    <a:pt x="68" y="191"/>
                    <a:pt x="68" y="191"/>
                  </a:cubicBezTo>
                  <a:cubicBezTo>
                    <a:pt x="65" y="191"/>
                    <a:pt x="64" y="189"/>
                    <a:pt x="64" y="187"/>
                  </a:cubicBezTo>
                  <a:close/>
                  <a:moveTo>
                    <a:pt x="256" y="316"/>
                  </a:moveTo>
                  <a:cubicBezTo>
                    <a:pt x="255" y="318"/>
                    <a:pt x="254" y="318"/>
                    <a:pt x="252" y="318"/>
                  </a:cubicBezTo>
                  <a:cubicBezTo>
                    <a:pt x="222" y="319"/>
                    <a:pt x="222" y="319"/>
                    <a:pt x="222" y="319"/>
                  </a:cubicBezTo>
                  <a:cubicBezTo>
                    <a:pt x="210" y="319"/>
                    <a:pt x="210" y="319"/>
                    <a:pt x="210" y="319"/>
                  </a:cubicBezTo>
                  <a:cubicBezTo>
                    <a:pt x="176" y="319"/>
                    <a:pt x="176" y="319"/>
                    <a:pt x="176" y="319"/>
                  </a:cubicBezTo>
                  <a:cubicBezTo>
                    <a:pt x="164" y="319"/>
                    <a:pt x="164" y="319"/>
                    <a:pt x="164" y="319"/>
                  </a:cubicBezTo>
                  <a:cubicBezTo>
                    <a:pt x="135" y="318"/>
                    <a:pt x="135" y="318"/>
                    <a:pt x="135" y="318"/>
                  </a:cubicBezTo>
                  <a:cubicBezTo>
                    <a:pt x="133" y="318"/>
                    <a:pt x="131" y="318"/>
                    <a:pt x="130" y="316"/>
                  </a:cubicBezTo>
                  <a:cubicBezTo>
                    <a:pt x="129" y="315"/>
                    <a:pt x="129" y="313"/>
                    <a:pt x="129" y="311"/>
                  </a:cubicBezTo>
                  <a:cubicBezTo>
                    <a:pt x="134" y="288"/>
                    <a:pt x="134" y="288"/>
                    <a:pt x="134" y="288"/>
                  </a:cubicBezTo>
                  <a:cubicBezTo>
                    <a:pt x="135" y="285"/>
                    <a:pt x="137" y="283"/>
                    <a:pt x="140" y="283"/>
                  </a:cubicBezTo>
                  <a:cubicBezTo>
                    <a:pt x="168" y="283"/>
                    <a:pt x="168" y="283"/>
                    <a:pt x="168" y="283"/>
                  </a:cubicBezTo>
                  <a:cubicBezTo>
                    <a:pt x="218" y="283"/>
                    <a:pt x="218" y="283"/>
                    <a:pt x="218" y="283"/>
                  </a:cubicBezTo>
                  <a:cubicBezTo>
                    <a:pt x="247" y="283"/>
                    <a:pt x="247" y="283"/>
                    <a:pt x="247" y="283"/>
                  </a:cubicBezTo>
                  <a:cubicBezTo>
                    <a:pt x="249" y="283"/>
                    <a:pt x="251" y="285"/>
                    <a:pt x="252" y="288"/>
                  </a:cubicBezTo>
                  <a:cubicBezTo>
                    <a:pt x="257" y="311"/>
                    <a:pt x="257" y="311"/>
                    <a:pt x="257" y="311"/>
                  </a:cubicBezTo>
                  <a:cubicBezTo>
                    <a:pt x="258" y="313"/>
                    <a:pt x="257" y="315"/>
                    <a:pt x="256" y="316"/>
                  </a:cubicBezTo>
                  <a:close/>
                </a:path>
              </a:pathLst>
            </a:custGeom>
            <a:solidFill>
              <a:srgbClr val="3C4D76"/>
            </a:solidFill>
            <a:ln>
              <a:noFill/>
            </a:ln>
          </p:spPr>
          <p:txBody>
            <a:bodyPr vert="horz" wrap="square" lIns="68580" tIns="34290" rIns="68580" bIns="34290" numCol="1" anchor="t" anchorCtr="0" compatLnSpc="1"/>
            <a:lstStyle/>
            <a:p>
              <a:endParaRPr lang="zh-CN" altLang="en-US">
                <a:solidFill>
                  <a:schemeClr val="bg1"/>
                </a:solidFill>
                <a:cs typeface="+mn-ea"/>
                <a:sym typeface="+mn-lt"/>
              </a:endParaRPr>
            </a:p>
          </p:txBody>
        </p:sp>
        <p:sp>
          <p:nvSpPr>
            <p:cNvPr id="51" name="Freeform 86"/>
            <p:cNvSpPr>
              <a:spLocks noEditPoints="1"/>
            </p:cNvSpPr>
            <p:nvPr/>
          </p:nvSpPr>
          <p:spPr bwMode="auto">
            <a:xfrm>
              <a:off x="1180962" y="2072344"/>
              <a:ext cx="451903" cy="406711"/>
            </a:xfrm>
            <a:custGeom>
              <a:avLst/>
              <a:gdLst>
                <a:gd name="T0" fmla="*/ 327 w 327"/>
                <a:gd name="T1" fmla="*/ 130 h 294"/>
                <a:gd name="T2" fmla="*/ 163 w 327"/>
                <a:gd name="T3" fmla="*/ 0 h 294"/>
                <a:gd name="T4" fmla="*/ 0 w 327"/>
                <a:gd name="T5" fmla="*/ 130 h 294"/>
                <a:gd name="T6" fmla="*/ 163 w 327"/>
                <a:gd name="T7" fmla="*/ 260 h 294"/>
                <a:gd name="T8" fmla="*/ 219 w 327"/>
                <a:gd name="T9" fmla="*/ 253 h 294"/>
                <a:gd name="T10" fmla="*/ 267 w 327"/>
                <a:gd name="T11" fmla="*/ 292 h 294"/>
                <a:gd name="T12" fmla="*/ 271 w 327"/>
                <a:gd name="T13" fmla="*/ 294 h 294"/>
                <a:gd name="T14" fmla="*/ 273 w 327"/>
                <a:gd name="T15" fmla="*/ 292 h 294"/>
                <a:gd name="T16" fmla="*/ 270 w 327"/>
                <a:gd name="T17" fmla="*/ 229 h 294"/>
                <a:gd name="T18" fmla="*/ 327 w 327"/>
                <a:gd name="T19" fmla="*/ 130 h 294"/>
                <a:gd name="T20" fmla="*/ 228 w 327"/>
                <a:gd name="T21" fmla="*/ 186 h 294"/>
                <a:gd name="T22" fmla="*/ 101 w 327"/>
                <a:gd name="T23" fmla="*/ 186 h 294"/>
                <a:gd name="T24" fmla="*/ 89 w 327"/>
                <a:gd name="T25" fmla="*/ 174 h 294"/>
                <a:gd name="T26" fmla="*/ 101 w 327"/>
                <a:gd name="T27" fmla="*/ 163 h 294"/>
                <a:gd name="T28" fmla="*/ 228 w 327"/>
                <a:gd name="T29" fmla="*/ 163 h 294"/>
                <a:gd name="T30" fmla="*/ 240 w 327"/>
                <a:gd name="T31" fmla="*/ 174 h 294"/>
                <a:gd name="T32" fmla="*/ 228 w 327"/>
                <a:gd name="T33" fmla="*/ 186 h 294"/>
                <a:gd name="T34" fmla="*/ 228 w 327"/>
                <a:gd name="T35" fmla="*/ 137 h 294"/>
                <a:gd name="T36" fmla="*/ 101 w 327"/>
                <a:gd name="T37" fmla="*/ 137 h 294"/>
                <a:gd name="T38" fmla="*/ 89 w 327"/>
                <a:gd name="T39" fmla="*/ 125 h 294"/>
                <a:gd name="T40" fmla="*/ 101 w 327"/>
                <a:gd name="T41" fmla="*/ 114 h 294"/>
                <a:gd name="T42" fmla="*/ 228 w 327"/>
                <a:gd name="T43" fmla="*/ 114 h 294"/>
                <a:gd name="T44" fmla="*/ 240 w 327"/>
                <a:gd name="T45" fmla="*/ 125 h 294"/>
                <a:gd name="T46" fmla="*/ 228 w 327"/>
                <a:gd name="T47" fmla="*/ 137 h 294"/>
                <a:gd name="T48" fmla="*/ 228 w 327"/>
                <a:gd name="T49" fmla="*/ 88 h 294"/>
                <a:gd name="T50" fmla="*/ 101 w 327"/>
                <a:gd name="T51" fmla="*/ 88 h 294"/>
                <a:gd name="T52" fmla="*/ 89 w 327"/>
                <a:gd name="T53" fmla="*/ 76 h 294"/>
                <a:gd name="T54" fmla="*/ 101 w 327"/>
                <a:gd name="T55" fmla="*/ 65 h 294"/>
                <a:gd name="T56" fmla="*/ 228 w 327"/>
                <a:gd name="T57" fmla="*/ 65 h 294"/>
                <a:gd name="T58" fmla="*/ 240 w 327"/>
                <a:gd name="T59" fmla="*/ 76 h 294"/>
                <a:gd name="T60" fmla="*/ 228 w 327"/>
                <a:gd name="T61" fmla="*/ 88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7" h="294">
                  <a:moveTo>
                    <a:pt x="327" y="130"/>
                  </a:moveTo>
                  <a:cubicBezTo>
                    <a:pt x="327" y="58"/>
                    <a:pt x="254" y="0"/>
                    <a:pt x="163" y="0"/>
                  </a:cubicBezTo>
                  <a:cubicBezTo>
                    <a:pt x="73" y="0"/>
                    <a:pt x="0" y="58"/>
                    <a:pt x="0" y="130"/>
                  </a:cubicBezTo>
                  <a:cubicBezTo>
                    <a:pt x="0" y="202"/>
                    <a:pt x="73" y="260"/>
                    <a:pt x="163" y="260"/>
                  </a:cubicBezTo>
                  <a:cubicBezTo>
                    <a:pt x="183" y="260"/>
                    <a:pt x="202" y="258"/>
                    <a:pt x="219" y="253"/>
                  </a:cubicBezTo>
                  <a:cubicBezTo>
                    <a:pt x="267" y="292"/>
                    <a:pt x="267" y="292"/>
                    <a:pt x="267" y="292"/>
                  </a:cubicBezTo>
                  <a:cubicBezTo>
                    <a:pt x="268" y="293"/>
                    <a:pt x="270" y="294"/>
                    <a:pt x="271" y="294"/>
                  </a:cubicBezTo>
                  <a:cubicBezTo>
                    <a:pt x="272" y="294"/>
                    <a:pt x="273" y="293"/>
                    <a:pt x="273" y="292"/>
                  </a:cubicBezTo>
                  <a:cubicBezTo>
                    <a:pt x="270" y="229"/>
                    <a:pt x="270" y="229"/>
                    <a:pt x="270" y="229"/>
                  </a:cubicBezTo>
                  <a:cubicBezTo>
                    <a:pt x="305" y="205"/>
                    <a:pt x="327" y="170"/>
                    <a:pt x="327" y="130"/>
                  </a:cubicBezTo>
                  <a:close/>
                  <a:moveTo>
                    <a:pt x="228" y="186"/>
                  </a:moveTo>
                  <a:cubicBezTo>
                    <a:pt x="101" y="186"/>
                    <a:pt x="101" y="186"/>
                    <a:pt x="101" y="186"/>
                  </a:cubicBezTo>
                  <a:cubicBezTo>
                    <a:pt x="94" y="186"/>
                    <a:pt x="89" y="181"/>
                    <a:pt x="89" y="174"/>
                  </a:cubicBezTo>
                  <a:cubicBezTo>
                    <a:pt x="89" y="168"/>
                    <a:pt x="94" y="163"/>
                    <a:pt x="101" y="163"/>
                  </a:cubicBezTo>
                  <a:cubicBezTo>
                    <a:pt x="228" y="163"/>
                    <a:pt x="228" y="163"/>
                    <a:pt x="228" y="163"/>
                  </a:cubicBezTo>
                  <a:cubicBezTo>
                    <a:pt x="234" y="163"/>
                    <a:pt x="240" y="168"/>
                    <a:pt x="240" y="174"/>
                  </a:cubicBezTo>
                  <a:cubicBezTo>
                    <a:pt x="240" y="181"/>
                    <a:pt x="234" y="186"/>
                    <a:pt x="228" y="186"/>
                  </a:cubicBezTo>
                  <a:close/>
                  <a:moveTo>
                    <a:pt x="228" y="137"/>
                  </a:moveTo>
                  <a:cubicBezTo>
                    <a:pt x="101" y="137"/>
                    <a:pt x="101" y="137"/>
                    <a:pt x="101" y="137"/>
                  </a:cubicBezTo>
                  <a:cubicBezTo>
                    <a:pt x="94" y="137"/>
                    <a:pt x="89" y="132"/>
                    <a:pt x="89" y="125"/>
                  </a:cubicBezTo>
                  <a:cubicBezTo>
                    <a:pt x="89" y="119"/>
                    <a:pt x="94" y="114"/>
                    <a:pt x="101" y="114"/>
                  </a:cubicBezTo>
                  <a:cubicBezTo>
                    <a:pt x="228" y="114"/>
                    <a:pt x="228" y="114"/>
                    <a:pt x="228" y="114"/>
                  </a:cubicBezTo>
                  <a:cubicBezTo>
                    <a:pt x="234" y="114"/>
                    <a:pt x="240" y="119"/>
                    <a:pt x="240" y="125"/>
                  </a:cubicBezTo>
                  <a:cubicBezTo>
                    <a:pt x="240" y="132"/>
                    <a:pt x="234" y="137"/>
                    <a:pt x="228" y="137"/>
                  </a:cubicBezTo>
                  <a:close/>
                  <a:moveTo>
                    <a:pt x="228" y="88"/>
                  </a:moveTo>
                  <a:cubicBezTo>
                    <a:pt x="101" y="88"/>
                    <a:pt x="101" y="88"/>
                    <a:pt x="101" y="88"/>
                  </a:cubicBezTo>
                  <a:cubicBezTo>
                    <a:pt x="94" y="88"/>
                    <a:pt x="89" y="83"/>
                    <a:pt x="89" y="76"/>
                  </a:cubicBezTo>
                  <a:cubicBezTo>
                    <a:pt x="89" y="70"/>
                    <a:pt x="94" y="65"/>
                    <a:pt x="101" y="65"/>
                  </a:cubicBezTo>
                  <a:cubicBezTo>
                    <a:pt x="228" y="65"/>
                    <a:pt x="228" y="65"/>
                    <a:pt x="228" y="65"/>
                  </a:cubicBezTo>
                  <a:cubicBezTo>
                    <a:pt x="234" y="65"/>
                    <a:pt x="240" y="70"/>
                    <a:pt x="240" y="76"/>
                  </a:cubicBezTo>
                  <a:cubicBezTo>
                    <a:pt x="240" y="83"/>
                    <a:pt x="234" y="88"/>
                    <a:pt x="228" y="88"/>
                  </a:cubicBezTo>
                  <a:close/>
                </a:path>
              </a:pathLst>
            </a:custGeom>
            <a:solidFill>
              <a:srgbClr val="3C4D76"/>
            </a:solidFill>
            <a:ln>
              <a:noFill/>
            </a:ln>
          </p:spPr>
          <p:txBody>
            <a:bodyPr vert="horz" wrap="square" lIns="68580" tIns="34290" rIns="68580" bIns="34290" numCol="1" anchor="t" anchorCtr="0" compatLnSpc="1"/>
            <a:lstStyle/>
            <a:p>
              <a:endParaRPr lang="zh-CN" altLang="en-US">
                <a:solidFill>
                  <a:schemeClr val="bg1"/>
                </a:solidFill>
                <a:cs typeface="+mn-ea"/>
                <a:sym typeface="+mn-lt"/>
              </a:endParaRPr>
            </a:p>
          </p:txBody>
        </p:sp>
        <p:sp>
          <p:nvSpPr>
            <p:cNvPr id="52" name="Freeform 96"/>
            <p:cNvSpPr>
              <a:spLocks noEditPoints="1"/>
            </p:cNvSpPr>
            <p:nvPr/>
          </p:nvSpPr>
          <p:spPr bwMode="auto">
            <a:xfrm>
              <a:off x="7520929" y="3193125"/>
              <a:ext cx="375612" cy="292979"/>
            </a:xfrm>
            <a:custGeom>
              <a:avLst/>
              <a:gdLst>
                <a:gd name="T0" fmla="*/ 293 w 293"/>
                <a:gd name="T1" fmla="*/ 212 h 228"/>
                <a:gd name="T2" fmla="*/ 293 w 293"/>
                <a:gd name="T3" fmla="*/ 212 h 228"/>
                <a:gd name="T4" fmla="*/ 293 w 293"/>
                <a:gd name="T5" fmla="*/ 17 h 228"/>
                <a:gd name="T6" fmla="*/ 293 w 293"/>
                <a:gd name="T7" fmla="*/ 17 h 228"/>
                <a:gd name="T8" fmla="*/ 292 w 293"/>
                <a:gd name="T9" fmla="*/ 11 h 228"/>
                <a:gd name="T10" fmla="*/ 276 w 293"/>
                <a:gd name="T11" fmla="*/ 0 h 228"/>
                <a:gd name="T12" fmla="*/ 146 w 293"/>
                <a:gd name="T13" fmla="*/ 0 h 228"/>
                <a:gd name="T14" fmla="*/ 16 w 293"/>
                <a:gd name="T15" fmla="*/ 0 h 228"/>
                <a:gd name="T16" fmla="*/ 1 w 293"/>
                <a:gd name="T17" fmla="*/ 11 h 228"/>
                <a:gd name="T18" fmla="*/ 0 w 293"/>
                <a:gd name="T19" fmla="*/ 18 h 228"/>
                <a:gd name="T20" fmla="*/ 0 w 293"/>
                <a:gd name="T21" fmla="*/ 211 h 228"/>
                <a:gd name="T22" fmla="*/ 1 w 293"/>
                <a:gd name="T23" fmla="*/ 217 h 228"/>
                <a:gd name="T24" fmla="*/ 16 w 293"/>
                <a:gd name="T25" fmla="*/ 228 h 228"/>
                <a:gd name="T26" fmla="*/ 146 w 293"/>
                <a:gd name="T27" fmla="*/ 228 h 228"/>
                <a:gd name="T28" fmla="*/ 276 w 293"/>
                <a:gd name="T29" fmla="*/ 228 h 228"/>
                <a:gd name="T30" fmla="*/ 292 w 293"/>
                <a:gd name="T31" fmla="*/ 217 h 228"/>
                <a:gd name="T32" fmla="*/ 293 w 293"/>
                <a:gd name="T33" fmla="*/ 213 h 228"/>
                <a:gd name="T34" fmla="*/ 293 w 293"/>
                <a:gd name="T35" fmla="*/ 213 h 228"/>
                <a:gd name="T36" fmla="*/ 293 w 293"/>
                <a:gd name="T37" fmla="*/ 212 h 228"/>
                <a:gd name="T38" fmla="*/ 276 w 293"/>
                <a:gd name="T39" fmla="*/ 190 h 228"/>
                <a:gd name="T40" fmla="*/ 222 w 293"/>
                <a:gd name="T41" fmla="*/ 145 h 228"/>
                <a:gd name="T42" fmla="*/ 185 w 293"/>
                <a:gd name="T43" fmla="*/ 114 h 228"/>
                <a:gd name="T44" fmla="*/ 222 w 293"/>
                <a:gd name="T45" fmla="*/ 84 h 228"/>
                <a:gd name="T46" fmla="*/ 276 w 293"/>
                <a:gd name="T47" fmla="*/ 38 h 228"/>
                <a:gd name="T48" fmla="*/ 276 w 293"/>
                <a:gd name="T49" fmla="*/ 190 h 228"/>
                <a:gd name="T50" fmla="*/ 276 w 293"/>
                <a:gd name="T51" fmla="*/ 17 h 228"/>
                <a:gd name="T52" fmla="*/ 211 w 293"/>
                <a:gd name="T53" fmla="*/ 71 h 228"/>
                <a:gd name="T54" fmla="*/ 169 w 293"/>
                <a:gd name="T55" fmla="*/ 106 h 228"/>
                <a:gd name="T56" fmla="*/ 146 w 293"/>
                <a:gd name="T57" fmla="*/ 116 h 228"/>
                <a:gd name="T58" fmla="*/ 123 w 293"/>
                <a:gd name="T59" fmla="*/ 106 h 228"/>
                <a:gd name="T60" fmla="*/ 81 w 293"/>
                <a:gd name="T61" fmla="*/ 71 h 228"/>
                <a:gd name="T62" fmla="*/ 16 w 293"/>
                <a:gd name="T63" fmla="*/ 17 h 228"/>
                <a:gd name="T64" fmla="*/ 16 w 293"/>
                <a:gd name="T65" fmla="*/ 17 h 228"/>
                <a:gd name="T66" fmla="*/ 146 w 293"/>
                <a:gd name="T67" fmla="*/ 17 h 228"/>
                <a:gd name="T68" fmla="*/ 276 w 293"/>
                <a:gd name="T69" fmla="*/ 17 h 228"/>
                <a:gd name="T70" fmla="*/ 16 w 293"/>
                <a:gd name="T71" fmla="*/ 38 h 228"/>
                <a:gd name="T72" fmla="*/ 71 w 293"/>
                <a:gd name="T73" fmla="*/ 84 h 228"/>
                <a:gd name="T74" fmla="*/ 107 w 293"/>
                <a:gd name="T75" fmla="*/ 114 h 228"/>
                <a:gd name="T76" fmla="*/ 71 w 293"/>
                <a:gd name="T77" fmla="*/ 145 h 228"/>
                <a:gd name="T78" fmla="*/ 16 w 293"/>
                <a:gd name="T79" fmla="*/ 190 h 228"/>
                <a:gd name="T80" fmla="*/ 16 w 293"/>
                <a:gd name="T81" fmla="*/ 38 h 228"/>
                <a:gd name="T82" fmla="*/ 146 w 293"/>
                <a:gd name="T83" fmla="*/ 212 h 228"/>
                <a:gd name="T84" fmla="*/ 16 w 293"/>
                <a:gd name="T85" fmla="*/ 212 h 228"/>
                <a:gd name="T86" fmla="*/ 16 w 293"/>
                <a:gd name="T87" fmla="*/ 212 h 228"/>
                <a:gd name="T88" fmla="*/ 81 w 293"/>
                <a:gd name="T89" fmla="*/ 158 h 228"/>
                <a:gd name="T90" fmla="*/ 120 w 293"/>
                <a:gd name="T91" fmla="*/ 125 h 228"/>
                <a:gd name="T92" fmla="*/ 146 w 293"/>
                <a:gd name="T93" fmla="*/ 133 h 228"/>
                <a:gd name="T94" fmla="*/ 172 w 293"/>
                <a:gd name="T95" fmla="*/ 125 h 228"/>
                <a:gd name="T96" fmla="*/ 211 w 293"/>
                <a:gd name="T97" fmla="*/ 158 h 228"/>
                <a:gd name="T98" fmla="*/ 276 w 293"/>
                <a:gd name="T99" fmla="*/ 212 h 228"/>
                <a:gd name="T100" fmla="*/ 146 w 293"/>
                <a:gd name="T101" fmla="*/ 212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93" h="228">
                  <a:moveTo>
                    <a:pt x="293" y="212"/>
                  </a:moveTo>
                  <a:cubicBezTo>
                    <a:pt x="293" y="212"/>
                    <a:pt x="293" y="212"/>
                    <a:pt x="293" y="212"/>
                  </a:cubicBezTo>
                  <a:cubicBezTo>
                    <a:pt x="293" y="17"/>
                    <a:pt x="293" y="17"/>
                    <a:pt x="293" y="17"/>
                  </a:cubicBezTo>
                  <a:cubicBezTo>
                    <a:pt x="293" y="17"/>
                    <a:pt x="293" y="17"/>
                    <a:pt x="293" y="17"/>
                  </a:cubicBezTo>
                  <a:cubicBezTo>
                    <a:pt x="293" y="15"/>
                    <a:pt x="292" y="13"/>
                    <a:pt x="292" y="11"/>
                  </a:cubicBezTo>
                  <a:cubicBezTo>
                    <a:pt x="289" y="5"/>
                    <a:pt x="283" y="0"/>
                    <a:pt x="276" y="0"/>
                  </a:cubicBezTo>
                  <a:cubicBezTo>
                    <a:pt x="146" y="0"/>
                    <a:pt x="146" y="0"/>
                    <a:pt x="146" y="0"/>
                  </a:cubicBezTo>
                  <a:cubicBezTo>
                    <a:pt x="16" y="0"/>
                    <a:pt x="16" y="0"/>
                    <a:pt x="16" y="0"/>
                  </a:cubicBezTo>
                  <a:cubicBezTo>
                    <a:pt x="9" y="0"/>
                    <a:pt x="3" y="5"/>
                    <a:pt x="1" y="11"/>
                  </a:cubicBezTo>
                  <a:cubicBezTo>
                    <a:pt x="0" y="13"/>
                    <a:pt x="0" y="15"/>
                    <a:pt x="0" y="18"/>
                  </a:cubicBezTo>
                  <a:cubicBezTo>
                    <a:pt x="0" y="211"/>
                    <a:pt x="0" y="211"/>
                    <a:pt x="0" y="211"/>
                  </a:cubicBezTo>
                  <a:cubicBezTo>
                    <a:pt x="0" y="213"/>
                    <a:pt x="0" y="215"/>
                    <a:pt x="1" y="217"/>
                  </a:cubicBezTo>
                  <a:cubicBezTo>
                    <a:pt x="3" y="224"/>
                    <a:pt x="9" y="228"/>
                    <a:pt x="16" y="228"/>
                  </a:cubicBezTo>
                  <a:cubicBezTo>
                    <a:pt x="146" y="228"/>
                    <a:pt x="146" y="228"/>
                    <a:pt x="146" y="228"/>
                  </a:cubicBezTo>
                  <a:cubicBezTo>
                    <a:pt x="276" y="228"/>
                    <a:pt x="276" y="228"/>
                    <a:pt x="276" y="228"/>
                  </a:cubicBezTo>
                  <a:cubicBezTo>
                    <a:pt x="283" y="228"/>
                    <a:pt x="289" y="224"/>
                    <a:pt x="292" y="217"/>
                  </a:cubicBezTo>
                  <a:cubicBezTo>
                    <a:pt x="292" y="216"/>
                    <a:pt x="292" y="214"/>
                    <a:pt x="293" y="213"/>
                  </a:cubicBezTo>
                  <a:cubicBezTo>
                    <a:pt x="293" y="213"/>
                    <a:pt x="293" y="213"/>
                    <a:pt x="293" y="213"/>
                  </a:cubicBezTo>
                  <a:cubicBezTo>
                    <a:pt x="293" y="212"/>
                    <a:pt x="293" y="212"/>
                    <a:pt x="293" y="212"/>
                  </a:cubicBezTo>
                  <a:close/>
                  <a:moveTo>
                    <a:pt x="276" y="190"/>
                  </a:moveTo>
                  <a:cubicBezTo>
                    <a:pt x="222" y="145"/>
                    <a:pt x="222" y="145"/>
                    <a:pt x="222" y="145"/>
                  </a:cubicBezTo>
                  <a:cubicBezTo>
                    <a:pt x="185" y="114"/>
                    <a:pt x="185" y="114"/>
                    <a:pt x="185" y="114"/>
                  </a:cubicBezTo>
                  <a:cubicBezTo>
                    <a:pt x="222" y="84"/>
                    <a:pt x="222" y="84"/>
                    <a:pt x="222" y="84"/>
                  </a:cubicBezTo>
                  <a:cubicBezTo>
                    <a:pt x="276" y="38"/>
                    <a:pt x="276" y="38"/>
                    <a:pt x="276" y="38"/>
                  </a:cubicBezTo>
                  <a:lnTo>
                    <a:pt x="276" y="190"/>
                  </a:lnTo>
                  <a:close/>
                  <a:moveTo>
                    <a:pt x="276" y="17"/>
                  </a:moveTo>
                  <a:cubicBezTo>
                    <a:pt x="211" y="71"/>
                    <a:pt x="211" y="71"/>
                    <a:pt x="211" y="71"/>
                  </a:cubicBezTo>
                  <a:cubicBezTo>
                    <a:pt x="169" y="106"/>
                    <a:pt x="169" y="106"/>
                    <a:pt x="169" y="106"/>
                  </a:cubicBezTo>
                  <a:cubicBezTo>
                    <a:pt x="163" y="112"/>
                    <a:pt x="155" y="116"/>
                    <a:pt x="146" y="116"/>
                  </a:cubicBezTo>
                  <a:cubicBezTo>
                    <a:pt x="137" y="116"/>
                    <a:pt x="129" y="112"/>
                    <a:pt x="123" y="106"/>
                  </a:cubicBezTo>
                  <a:cubicBezTo>
                    <a:pt x="81" y="71"/>
                    <a:pt x="81" y="71"/>
                    <a:pt x="81" y="71"/>
                  </a:cubicBezTo>
                  <a:cubicBezTo>
                    <a:pt x="16" y="17"/>
                    <a:pt x="16" y="17"/>
                    <a:pt x="16" y="17"/>
                  </a:cubicBezTo>
                  <a:cubicBezTo>
                    <a:pt x="16" y="17"/>
                    <a:pt x="16" y="17"/>
                    <a:pt x="16" y="17"/>
                  </a:cubicBezTo>
                  <a:cubicBezTo>
                    <a:pt x="146" y="17"/>
                    <a:pt x="146" y="17"/>
                    <a:pt x="146" y="17"/>
                  </a:cubicBezTo>
                  <a:lnTo>
                    <a:pt x="276" y="17"/>
                  </a:lnTo>
                  <a:close/>
                  <a:moveTo>
                    <a:pt x="16" y="38"/>
                  </a:moveTo>
                  <a:cubicBezTo>
                    <a:pt x="71" y="84"/>
                    <a:pt x="71" y="84"/>
                    <a:pt x="71" y="84"/>
                  </a:cubicBezTo>
                  <a:cubicBezTo>
                    <a:pt x="107" y="114"/>
                    <a:pt x="107" y="114"/>
                    <a:pt x="107" y="114"/>
                  </a:cubicBezTo>
                  <a:cubicBezTo>
                    <a:pt x="71" y="145"/>
                    <a:pt x="71" y="145"/>
                    <a:pt x="71" y="145"/>
                  </a:cubicBezTo>
                  <a:cubicBezTo>
                    <a:pt x="16" y="190"/>
                    <a:pt x="16" y="190"/>
                    <a:pt x="16" y="190"/>
                  </a:cubicBezTo>
                  <a:lnTo>
                    <a:pt x="16" y="38"/>
                  </a:lnTo>
                  <a:close/>
                  <a:moveTo>
                    <a:pt x="146" y="212"/>
                  </a:moveTo>
                  <a:cubicBezTo>
                    <a:pt x="16" y="212"/>
                    <a:pt x="16" y="212"/>
                    <a:pt x="16" y="212"/>
                  </a:cubicBezTo>
                  <a:cubicBezTo>
                    <a:pt x="16" y="212"/>
                    <a:pt x="16" y="212"/>
                    <a:pt x="16" y="212"/>
                  </a:cubicBezTo>
                  <a:cubicBezTo>
                    <a:pt x="81" y="158"/>
                    <a:pt x="81" y="158"/>
                    <a:pt x="81" y="158"/>
                  </a:cubicBezTo>
                  <a:cubicBezTo>
                    <a:pt x="120" y="125"/>
                    <a:pt x="120" y="125"/>
                    <a:pt x="120" y="125"/>
                  </a:cubicBezTo>
                  <a:cubicBezTo>
                    <a:pt x="128" y="130"/>
                    <a:pt x="137" y="133"/>
                    <a:pt x="146" y="133"/>
                  </a:cubicBezTo>
                  <a:cubicBezTo>
                    <a:pt x="155" y="133"/>
                    <a:pt x="164" y="130"/>
                    <a:pt x="172" y="125"/>
                  </a:cubicBezTo>
                  <a:cubicBezTo>
                    <a:pt x="211" y="158"/>
                    <a:pt x="211" y="158"/>
                    <a:pt x="211" y="158"/>
                  </a:cubicBezTo>
                  <a:cubicBezTo>
                    <a:pt x="276" y="212"/>
                    <a:pt x="276" y="212"/>
                    <a:pt x="276" y="212"/>
                  </a:cubicBezTo>
                  <a:lnTo>
                    <a:pt x="146" y="212"/>
                  </a:lnTo>
                  <a:close/>
                </a:path>
              </a:pathLst>
            </a:custGeom>
            <a:solidFill>
              <a:srgbClr val="3C4D76"/>
            </a:solidFill>
            <a:ln>
              <a:noFill/>
            </a:ln>
          </p:spPr>
          <p:txBody>
            <a:bodyPr vert="horz" wrap="square" lIns="68580" tIns="34290" rIns="68580" bIns="34290" numCol="1" anchor="t" anchorCtr="0" compatLnSpc="1"/>
            <a:lstStyle/>
            <a:p>
              <a:endParaRPr lang="zh-CN" altLang="en-US">
                <a:solidFill>
                  <a:schemeClr val="bg1"/>
                </a:solidFill>
                <a:cs typeface="+mn-ea"/>
                <a:sym typeface="+mn-lt"/>
              </a:endParaRPr>
            </a:p>
          </p:txBody>
        </p:sp>
        <p:grpSp>
          <p:nvGrpSpPr>
            <p:cNvPr id="2" name="组合 1"/>
            <p:cNvGrpSpPr/>
            <p:nvPr/>
          </p:nvGrpSpPr>
          <p:grpSpPr>
            <a:xfrm>
              <a:off x="450057" y="1473394"/>
              <a:ext cx="8206415" cy="2337463"/>
              <a:chOff x="450057" y="1473394"/>
              <a:chExt cx="8206415" cy="2337463"/>
            </a:xfrm>
          </p:grpSpPr>
          <p:sp>
            <p:nvSpPr>
              <p:cNvPr id="40" name="Freeform 72"/>
              <p:cNvSpPr>
                <a:spLocks noEditPoints="1"/>
              </p:cNvSpPr>
              <p:nvPr/>
            </p:nvSpPr>
            <p:spPr bwMode="auto">
              <a:xfrm>
                <a:off x="5397219" y="2072344"/>
                <a:ext cx="432468" cy="432025"/>
              </a:xfrm>
              <a:custGeom>
                <a:avLst/>
                <a:gdLst>
                  <a:gd name="T0" fmla="*/ 338 w 411"/>
                  <a:gd name="T1" fmla="*/ 69 h 410"/>
                  <a:gd name="T2" fmla="*/ 104 w 411"/>
                  <a:gd name="T3" fmla="*/ 59 h 410"/>
                  <a:gd name="T4" fmla="*/ 70 w 411"/>
                  <a:gd name="T5" fmla="*/ 74 h 410"/>
                  <a:gd name="T6" fmla="*/ 92 w 411"/>
                  <a:gd name="T7" fmla="*/ 63 h 410"/>
                  <a:gd name="T8" fmla="*/ 112 w 411"/>
                  <a:gd name="T9" fmla="*/ 47 h 410"/>
                  <a:gd name="T10" fmla="*/ 99 w 411"/>
                  <a:gd name="T11" fmla="*/ 363 h 410"/>
                  <a:gd name="T12" fmla="*/ 84 w 411"/>
                  <a:gd name="T13" fmla="*/ 342 h 410"/>
                  <a:gd name="T14" fmla="*/ 26 w 411"/>
                  <a:gd name="T15" fmla="*/ 171 h 410"/>
                  <a:gd name="T16" fmla="*/ 56 w 411"/>
                  <a:gd name="T17" fmla="*/ 224 h 410"/>
                  <a:gd name="T18" fmla="*/ 87 w 411"/>
                  <a:gd name="T19" fmla="*/ 278 h 410"/>
                  <a:gd name="T20" fmla="*/ 123 w 411"/>
                  <a:gd name="T21" fmla="*/ 339 h 410"/>
                  <a:gd name="T22" fmla="*/ 145 w 411"/>
                  <a:gd name="T23" fmla="*/ 381 h 410"/>
                  <a:gd name="T24" fmla="*/ 145 w 411"/>
                  <a:gd name="T25" fmla="*/ 358 h 410"/>
                  <a:gd name="T26" fmla="*/ 155 w 411"/>
                  <a:gd name="T27" fmla="*/ 307 h 410"/>
                  <a:gd name="T28" fmla="*/ 160 w 411"/>
                  <a:gd name="T29" fmla="*/ 264 h 410"/>
                  <a:gd name="T30" fmla="*/ 134 w 411"/>
                  <a:gd name="T31" fmla="*/ 240 h 410"/>
                  <a:gd name="T32" fmla="*/ 83 w 411"/>
                  <a:gd name="T33" fmla="*/ 223 h 410"/>
                  <a:gd name="T34" fmla="*/ 62 w 411"/>
                  <a:gd name="T35" fmla="*/ 218 h 410"/>
                  <a:gd name="T36" fmla="*/ 63 w 411"/>
                  <a:gd name="T37" fmla="*/ 185 h 410"/>
                  <a:gd name="T38" fmla="*/ 85 w 411"/>
                  <a:gd name="T39" fmla="*/ 184 h 410"/>
                  <a:gd name="T40" fmla="*/ 124 w 411"/>
                  <a:gd name="T41" fmla="*/ 161 h 410"/>
                  <a:gd name="T42" fmla="*/ 137 w 411"/>
                  <a:gd name="T43" fmla="*/ 132 h 410"/>
                  <a:gd name="T44" fmla="*/ 117 w 411"/>
                  <a:gd name="T45" fmla="*/ 111 h 410"/>
                  <a:gd name="T46" fmla="*/ 91 w 411"/>
                  <a:gd name="T47" fmla="*/ 110 h 410"/>
                  <a:gd name="T48" fmla="*/ 134 w 411"/>
                  <a:gd name="T49" fmla="*/ 89 h 410"/>
                  <a:gd name="T50" fmla="*/ 144 w 411"/>
                  <a:gd name="T51" fmla="*/ 101 h 410"/>
                  <a:gd name="T52" fmla="*/ 123 w 411"/>
                  <a:gd name="T53" fmla="*/ 64 h 410"/>
                  <a:gd name="T54" fmla="*/ 116 w 411"/>
                  <a:gd name="T55" fmla="*/ 65 h 410"/>
                  <a:gd name="T56" fmla="*/ 159 w 411"/>
                  <a:gd name="T57" fmla="*/ 34 h 410"/>
                  <a:gd name="T58" fmla="*/ 140 w 411"/>
                  <a:gd name="T59" fmla="*/ 26 h 410"/>
                  <a:gd name="T60" fmla="*/ 330 w 411"/>
                  <a:gd name="T61" fmla="*/ 64 h 410"/>
                  <a:gd name="T62" fmla="*/ 303 w 411"/>
                  <a:gd name="T63" fmla="*/ 76 h 410"/>
                  <a:gd name="T64" fmla="*/ 287 w 411"/>
                  <a:gd name="T65" fmla="*/ 73 h 410"/>
                  <a:gd name="T66" fmla="*/ 243 w 411"/>
                  <a:gd name="T67" fmla="*/ 73 h 410"/>
                  <a:gd name="T68" fmla="*/ 248 w 411"/>
                  <a:gd name="T69" fmla="*/ 111 h 410"/>
                  <a:gd name="T70" fmla="*/ 267 w 411"/>
                  <a:gd name="T71" fmla="*/ 98 h 410"/>
                  <a:gd name="T72" fmla="*/ 252 w 411"/>
                  <a:gd name="T73" fmla="*/ 116 h 410"/>
                  <a:gd name="T74" fmla="*/ 215 w 411"/>
                  <a:gd name="T75" fmla="*/ 141 h 410"/>
                  <a:gd name="T76" fmla="*/ 219 w 411"/>
                  <a:gd name="T77" fmla="*/ 158 h 410"/>
                  <a:gd name="T78" fmla="*/ 249 w 411"/>
                  <a:gd name="T79" fmla="*/ 159 h 410"/>
                  <a:gd name="T80" fmla="*/ 264 w 411"/>
                  <a:gd name="T81" fmla="*/ 157 h 410"/>
                  <a:gd name="T82" fmla="*/ 267 w 411"/>
                  <a:gd name="T83" fmla="*/ 180 h 410"/>
                  <a:gd name="T84" fmla="*/ 216 w 411"/>
                  <a:gd name="T85" fmla="*/ 169 h 410"/>
                  <a:gd name="T86" fmla="*/ 186 w 411"/>
                  <a:gd name="T87" fmla="*/ 209 h 410"/>
                  <a:gd name="T88" fmla="*/ 219 w 411"/>
                  <a:gd name="T89" fmla="*/ 243 h 410"/>
                  <a:gd name="T90" fmla="*/ 242 w 411"/>
                  <a:gd name="T91" fmla="*/ 306 h 410"/>
                  <a:gd name="T92" fmla="*/ 275 w 411"/>
                  <a:gd name="T93" fmla="*/ 324 h 410"/>
                  <a:gd name="T94" fmla="*/ 292 w 411"/>
                  <a:gd name="T95" fmla="*/ 263 h 410"/>
                  <a:gd name="T96" fmla="*/ 306 w 411"/>
                  <a:gd name="T97" fmla="*/ 230 h 410"/>
                  <a:gd name="T98" fmla="*/ 323 w 411"/>
                  <a:gd name="T99" fmla="*/ 198 h 410"/>
                  <a:gd name="T100" fmla="*/ 330 w 411"/>
                  <a:gd name="T101" fmla="*/ 196 h 410"/>
                  <a:gd name="T102" fmla="*/ 347 w 411"/>
                  <a:gd name="T103" fmla="*/ 236 h 410"/>
                  <a:gd name="T104" fmla="*/ 379 w 411"/>
                  <a:gd name="T105" fmla="*/ 221 h 410"/>
                  <a:gd name="T106" fmla="*/ 385 w 411"/>
                  <a:gd name="T107" fmla="*/ 243 h 410"/>
                  <a:gd name="T108" fmla="*/ 379 w 411"/>
                  <a:gd name="T109" fmla="*/ 257 h 410"/>
                  <a:gd name="T110" fmla="*/ 380 w 411"/>
                  <a:gd name="T111" fmla="*/ 271 h 410"/>
                  <a:gd name="T112" fmla="*/ 340 w 411"/>
                  <a:gd name="T113" fmla="*/ 320 h 410"/>
                  <a:gd name="T114" fmla="*/ 293 w 411"/>
                  <a:gd name="T115" fmla="*/ 358 h 410"/>
                  <a:gd name="T116" fmla="*/ 280 w 411"/>
                  <a:gd name="T117" fmla="*/ 188 h 410"/>
                  <a:gd name="T118" fmla="*/ 287 w 411"/>
                  <a:gd name="T119" fmla="*/ 210 h 410"/>
                  <a:gd name="T120" fmla="*/ 278 w 411"/>
                  <a:gd name="T121" fmla="*/ 154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11" h="410">
                    <a:moveTo>
                      <a:pt x="205" y="0"/>
                    </a:moveTo>
                    <a:cubicBezTo>
                      <a:pt x="92" y="0"/>
                      <a:pt x="0" y="92"/>
                      <a:pt x="0" y="205"/>
                    </a:cubicBezTo>
                    <a:cubicBezTo>
                      <a:pt x="0" y="318"/>
                      <a:pt x="92" y="410"/>
                      <a:pt x="205" y="410"/>
                    </a:cubicBezTo>
                    <a:cubicBezTo>
                      <a:pt x="318" y="410"/>
                      <a:pt x="411" y="318"/>
                      <a:pt x="411" y="205"/>
                    </a:cubicBezTo>
                    <a:cubicBezTo>
                      <a:pt x="411" y="92"/>
                      <a:pt x="318" y="0"/>
                      <a:pt x="205" y="0"/>
                    </a:cubicBezTo>
                    <a:close/>
                    <a:moveTo>
                      <a:pt x="394" y="219"/>
                    </a:moveTo>
                    <a:cubicBezTo>
                      <a:pt x="394" y="219"/>
                      <a:pt x="394" y="219"/>
                      <a:pt x="394" y="218"/>
                    </a:cubicBezTo>
                    <a:cubicBezTo>
                      <a:pt x="394" y="218"/>
                      <a:pt x="393" y="217"/>
                      <a:pt x="393" y="217"/>
                    </a:cubicBezTo>
                    <a:cubicBezTo>
                      <a:pt x="392" y="214"/>
                      <a:pt x="393" y="213"/>
                      <a:pt x="395" y="212"/>
                    </a:cubicBezTo>
                    <a:cubicBezTo>
                      <a:pt x="395" y="212"/>
                      <a:pt x="395" y="211"/>
                      <a:pt x="395" y="211"/>
                    </a:cubicBezTo>
                    <a:cubicBezTo>
                      <a:pt x="395" y="211"/>
                      <a:pt x="395" y="211"/>
                      <a:pt x="396" y="211"/>
                    </a:cubicBezTo>
                    <a:cubicBezTo>
                      <a:pt x="395" y="214"/>
                      <a:pt x="395" y="217"/>
                      <a:pt x="395" y="220"/>
                    </a:cubicBezTo>
                    <a:cubicBezTo>
                      <a:pt x="395" y="220"/>
                      <a:pt x="394" y="219"/>
                      <a:pt x="394" y="219"/>
                    </a:cubicBezTo>
                    <a:close/>
                    <a:moveTo>
                      <a:pt x="339" y="70"/>
                    </a:moveTo>
                    <a:cubicBezTo>
                      <a:pt x="339" y="70"/>
                      <a:pt x="338" y="70"/>
                      <a:pt x="338" y="69"/>
                    </a:cubicBezTo>
                    <a:cubicBezTo>
                      <a:pt x="339" y="69"/>
                      <a:pt x="339" y="70"/>
                      <a:pt x="339" y="70"/>
                    </a:cubicBezTo>
                    <a:close/>
                    <a:moveTo>
                      <a:pt x="115" y="44"/>
                    </a:moveTo>
                    <a:cubicBezTo>
                      <a:pt x="116" y="45"/>
                      <a:pt x="116" y="46"/>
                      <a:pt x="116" y="47"/>
                    </a:cubicBezTo>
                    <a:cubicBezTo>
                      <a:pt x="116" y="48"/>
                      <a:pt x="115" y="48"/>
                      <a:pt x="115" y="49"/>
                    </a:cubicBezTo>
                    <a:cubicBezTo>
                      <a:pt x="117" y="50"/>
                      <a:pt x="120" y="50"/>
                      <a:pt x="120" y="52"/>
                    </a:cubicBezTo>
                    <a:cubicBezTo>
                      <a:pt x="120" y="53"/>
                      <a:pt x="119" y="56"/>
                      <a:pt x="118" y="57"/>
                    </a:cubicBezTo>
                    <a:cubicBezTo>
                      <a:pt x="118" y="57"/>
                      <a:pt x="118" y="61"/>
                      <a:pt x="116" y="63"/>
                    </a:cubicBezTo>
                    <a:cubicBezTo>
                      <a:pt x="116" y="63"/>
                      <a:pt x="116" y="63"/>
                      <a:pt x="116" y="63"/>
                    </a:cubicBezTo>
                    <a:cubicBezTo>
                      <a:pt x="117" y="62"/>
                      <a:pt x="116" y="61"/>
                      <a:pt x="116" y="61"/>
                    </a:cubicBezTo>
                    <a:cubicBezTo>
                      <a:pt x="116" y="61"/>
                      <a:pt x="115" y="61"/>
                      <a:pt x="115" y="61"/>
                    </a:cubicBezTo>
                    <a:cubicBezTo>
                      <a:pt x="114" y="61"/>
                      <a:pt x="115" y="59"/>
                      <a:pt x="115" y="58"/>
                    </a:cubicBezTo>
                    <a:cubicBezTo>
                      <a:pt x="115" y="58"/>
                      <a:pt x="115" y="57"/>
                      <a:pt x="115" y="56"/>
                    </a:cubicBezTo>
                    <a:cubicBezTo>
                      <a:pt x="114" y="56"/>
                      <a:pt x="113" y="57"/>
                      <a:pt x="112" y="57"/>
                    </a:cubicBezTo>
                    <a:cubicBezTo>
                      <a:pt x="111" y="59"/>
                      <a:pt x="113" y="59"/>
                      <a:pt x="112" y="61"/>
                    </a:cubicBezTo>
                    <a:cubicBezTo>
                      <a:pt x="108" y="63"/>
                      <a:pt x="107" y="59"/>
                      <a:pt x="104" y="59"/>
                    </a:cubicBezTo>
                    <a:cubicBezTo>
                      <a:pt x="103" y="59"/>
                      <a:pt x="102" y="60"/>
                      <a:pt x="101" y="60"/>
                    </a:cubicBezTo>
                    <a:cubicBezTo>
                      <a:pt x="100" y="61"/>
                      <a:pt x="98" y="62"/>
                      <a:pt x="97" y="64"/>
                    </a:cubicBezTo>
                    <a:cubicBezTo>
                      <a:pt x="97" y="65"/>
                      <a:pt x="98" y="66"/>
                      <a:pt x="99" y="66"/>
                    </a:cubicBezTo>
                    <a:cubicBezTo>
                      <a:pt x="100" y="67"/>
                      <a:pt x="100" y="68"/>
                      <a:pt x="100" y="69"/>
                    </a:cubicBezTo>
                    <a:cubicBezTo>
                      <a:pt x="102" y="69"/>
                      <a:pt x="102" y="69"/>
                      <a:pt x="103" y="70"/>
                    </a:cubicBezTo>
                    <a:cubicBezTo>
                      <a:pt x="103" y="71"/>
                      <a:pt x="103" y="71"/>
                      <a:pt x="103" y="73"/>
                    </a:cubicBezTo>
                    <a:cubicBezTo>
                      <a:pt x="103" y="74"/>
                      <a:pt x="105" y="75"/>
                      <a:pt x="104" y="77"/>
                    </a:cubicBezTo>
                    <a:cubicBezTo>
                      <a:pt x="103" y="78"/>
                      <a:pt x="100" y="80"/>
                      <a:pt x="98" y="80"/>
                    </a:cubicBezTo>
                    <a:cubicBezTo>
                      <a:pt x="96" y="80"/>
                      <a:pt x="94" y="79"/>
                      <a:pt x="91" y="79"/>
                    </a:cubicBezTo>
                    <a:cubicBezTo>
                      <a:pt x="89" y="79"/>
                      <a:pt x="87" y="79"/>
                      <a:pt x="87" y="79"/>
                    </a:cubicBezTo>
                    <a:cubicBezTo>
                      <a:pt x="85" y="78"/>
                      <a:pt x="85" y="76"/>
                      <a:pt x="84" y="76"/>
                    </a:cubicBezTo>
                    <a:cubicBezTo>
                      <a:pt x="82" y="76"/>
                      <a:pt x="81" y="78"/>
                      <a:pt x="78" y="78"/>
                    </a:cubicBezTo>
                    <a:cubicBezTo>
                      <a:pt x="77" y="78"/>
                      <a:pt x="76" y="77"/>
                      <a:pt x="75" y="77"/>
                    </a:cubicBezTo>
                    <a:cubicBezTo>
                      <a:pt x="73" y="77"/>
                      <a:pt x="72" y="77"/>
                      <a:pt x="71" y="76"/>
                    </a:cubicBezTo>
                    <a:cubicBezTo>
                      <a:pt x="70" y="76"/>
                      <a:pt x="72" y="74"/>
                      <a:pt x="70" y="74"/>
                    </a:cubicBezTo>
                    <a:cubicBezTo>
                      <a:pt x="71" y="73"/>
                      <a:pt x="69" y="74"/>
                      <a:pt x="69" y="73"/>
                    </a:cubicBezTo>
                    <a:cubicBezTo>
                      <a:pt x="69" y="73"/>
                      <a:pt x="69" y="73"/>
                      <a:pt x="68" y="73"/>
                    </a:cubicBezTo>
                    <a:cubicBezTo>
                      <a:pt x="69" y="72"/>
                      <a:pt x="70" y="71"/>
                      <a:pt x="71" y="70"/>
                    </a:cubicBezTo>
                    <a:cubicBezTo>
                      <a:pt x="71" y="71"/>
                      <a:pt x="71" y="71"/>
                      <a:pt x="72" y="71"/>
                    </a:cubicBezTo>
                    <a:cubicBezTo>
                      <a:pt x="72" y="71"/>
                      <a:pt x="72" y="72"/>
                      <a:pt x="72" y="72"/>
                    </a:cubicBezTo>
                    <a:cubicBezTo>
                      <a:pt x="73" y="73"/>
                      <a:pt x="76" y="74"/>
                      <a:pt x="79" y="74"/>
                    </a:cubicBezTo>
                    <a:cubicBezTo>
                      <a:pt x="80" y="74"/>
                      <a:pt x="81" y="74"/>
                      <a:pt x="82" y="73"/>
                    </a:cubicBezTo>
                    <a:cubicBezTo>
                      <a:pt x="84" y="73"/>
                      <a:pt x="85" y="73"/>
                      <a:pt x="86" y="73"/>
                    </a:cubicBezTo>
                    <a:cubicBezTo>
                      <a:pt x="87" y="73"/>
                      <a:pt x="87" y="75"/>
                      <a:pt x="89" y="75"/>
                    </a:cubicBezTo>
                    <a:cubicBezTo>
                      <a:pt x="90" y="76"/>
                      <a:pt x="92" y="75"/>
                      <a:pt x="93" y="74"/>
                    </a:cubicBezTo>
                    <a:cubicBezTo>
                      <a:pt x="94" y="74"/>
                      <a:pt x="94" y="74"/>
                      <a:pt x="95" y="73"/>
                    </a:cubicBezTo>
                    <a:cubicBezTo>
                      <a:pt x="96" y="71"/>
                      <a:pt x="93" y="69"/>
                      <a:pt x="92" y="67"/>
                    </a:cubicBezTo>
                    <a:cubicBezTo>
                      <a:pt x="92" y="67"/>
                      <a:pt x="92" y="66"/>
                      <a:pt x="92" y="66"/>
                    </a:cubicBezTo>
                    <a:cubicBezTo>
                      <a:pt x="92" y="66"/>
                      <a:pt x="92" y="65"/>
                      <a:pt x="92" y="65"/>
                    </a:cubicBezTo>
                    <a:cubicBezTo>
                      <a:pt x="92" y="65"/>
                      <a:pt x="92" y="64"/>
                      <a:pt x="92" y="63"/>
                    </a:cubicBezTo>
                    <a:cubicBezTo>
                      <a:pt x="92" y="63"/>
                      <a:pt x="92" y="63"/>
                      <a:pt x="92" y="63"/>
                    </a:cubicBezTo>
                    <a:cubicBezTo>
                      <a:pt x="92" y="62"/>
                      <a:pt x="92" y="61"/>
                      <a:pt x="92" y="60"/>
                    </a:cubicBezTo>
                    <a:cubicBezTo>
                      <a:pt x="90" y="60"/>
                      <a:pt x="89" y="60"/>
                      <a:pt x="88" y="59"/>
                    </a:cubicBezTo>
                    <a:cubicBezTo>
                      <a:pt x="87" y="59"/>
                      <a:pt x="85" y="59"/>
                      <a:pt x="84" y="59"/>
                    </a:cubicBezTo>
                    <a:cubicBezTo>
                      <a:pt x="84" y="59"/>
                      <a:pt x="84" y="59"/>
                      <a:pt x="84" y="59"/>
                    </a:cubicBezTo>
                    <a:cubicBezTo>
                      <a:pt x="85" y="57"/>
                      <a:pt x="87" y="56"/>
                      <a:pt x="89" y="55"/>
                    </a:cubicBezTo>
                    <a:cubicBezTo>
                      <a:pt x="89" y="55"/>
                      <a:pt x="89" y="55"/>
                      <a:pt x="90" y="55"/>
                    </a:cubicBezTo>
                    <a:cubicBezTo>
                      <a:pt x="92" y="54"/>
                      <a:pt x="96" y="56"/>
                      <a:pt x="98" y="54"/>
                    </a:cubicBezTo>
                    <a:cubicBezTo>
                      <a:pt x="100" y="51"/>
                      <a:pt x="97" y="51"/>
                      <a:pt x="96" y="50"/>
                    </a:cubicBezTo>
                    <a:cubicBezTo>
                      <a:pt x="96" y="50"/>
                      <a:pt x="96" y="50"/>
                      <a:pt x="96" y="50"/>
                    </a:cubicBezTo>
                    <a:cubicBezTo>
                      <a:pt x="98" y="48"/>
                      <a:pt x="101" y="46"/>
                      <a:pt x="103" y="45"/>
                    </a:cubicBezTo>
                    <a:cubicBezTo>
                      <a:pt x="103" y="45"/>
                      <a:pt x="103" y="45"/>
                      <a:pt x="103" y="45"/>
                    </a:cubicBezTo>
                    <a:cubicBezTo>
                      <a:pt x="105" y="45"/>
                      <a:pt x="106" y="45"/>
                      <a:pt x="107" y="45"/>
                    </a:cubicBezTo>
                    <a:cubicBezTo>
                      <a:pt x="108" y="46"/>
                      <a:pt x="108" y="48"/>
                      <a:pt x="109" y="48"/>
                    </a:cubicBezTo>
                    <a:cubicBezTo>
                      <a:pt x="109" y="48"/>
                      <a:pt x="111" y="49"/>
                      <a:pt x="112" y="47"/>
                    </a:cubicBezTo>
                    <a:cubicBezTo>
                      <a:pt x="113" y="45"/>
                      <a:pt x="111" y="44"/>
                      <a:pt x="111" y="43"/>
                    </a:cubicBezTo>
                    <a:cubicBezTo>
                      <a:pt x="110" y="42"/>
                      <a:pt x="110" y="42"/>
                      <a:pt x="109" y="41"/>
                    </a:cubicBezTo>
                    <a:cubicBezTo>
                      <a:pt x="109" y="41"/>
                      <a:pt x="109" y="41"/>
                      <a:pt x="108" y="41"/>
                    </a:cubicBezTo>
                    <a:cubicBezTo>
                      <a:pt x="113" y="39"/>
                      <a:pt x="117" y="36"/>
                      <a:pt x="122" y="34"/>
                    </a:cubicBezTo>
                    <a:cubicBezTo>
                      <a:pt x="122" y="34"/>
                      <a:pt x="122" y="34"/>
                      <a:pt x="122" y="34"/>
                    </a:cubicBezTo>
                    <a:cubicBezTo>
                      <a:pt x="121" y="36"/>
                      <a:pt x="121" y="37"/>
                      <a:pt x="121" y="39"/>
                    </a:cubicBezTo>
                    <a:cubicBezTo>
                      <a:pt x="121" y="40"/>
                      <a:pt x="121" y="41"/>
                      <a:pt x="120" y="41"/>
                    </a:cubicBezTo>
                    <a:cubicBezTo>
                      <a:pt x="119" y="42"/>
                      <a:pt x="117" y="40"/>
                      <a:pt x="115" y="41"/>
                    </a:cubicBezTo>
                    <a:cubicBezTo>
                      <a:pt x="114" y="43"/>
                      <a:pt x="115" y="44"/>
                      <a:pt x="115" y="44"/>
                    </a:cubicBezTo>
                    <a:close/>
                    <a:moveTo>
                      <a:pt x="90" y="357"/>
                    </a:moveTo>
                    <a:cubicBezTo>
                      <a:pt x="91" y="357"/>
                      <a:pt x="91" y="357"/>
                      <a:pt x="92" y="357"/>
                    </a:cubicBezTo>
                    <a:cubicBezTo>
                      <a:pt x="92" y="358"/>
                      <a:pt x="93" y="358"/>
                      <a:pt x="93" y="359"/>
                    </a:cubicBezTo>
                    <a:cubicBezTo>
                      <a:pt x="92" y="358"/>
                      <a:pt x="91" y="357"/>
                      <a:pt x="90" y="357"/>
                    </a:cubicBezTo>
                    <a:close/>
                    <a:moveTo>
                      <a:pt x="98" y="362"/>
                    </a:moveTo>
                    <a:cubicBezTo>
                      <a:pt x="98" y="362"/>
                      <a:pt x="99" y="362"/>
                      <a:pt x="99" y="363"/>
                    </a:cubicBezTo>
                    <a:cubicBezTo>
                      <a:pt x="100" y="363"/>
                      <a:pt x="101" y="364"/>
                      <a:pt x="101" y="364"/>
                    </a:cubicBezTo>
                    <a:cubicBezTo>
                      <a:pt x="100" y="364"/>
                      <a:pt x="99" y="363"/>
                      <a:pt x="98" y="362"/>
                    </a:cubicBezTo>
                    <a:close/>
                    <a:moveTo>
                      <a:pt x="108" y="369"/>
                    </a:moveTo>
                    <a:cubicBezTo>
                      <a:pt x="109" y="369"/>
                      <a:pt x="109" y="368"/>
                      <a:pt x="109" y="368"/>
                    </a:cubicBezTo>
                    <a:cubicBezTo>
                      <a:pt x="109" y="367"/>
                      <a:pt x="109" y="367"/>
                      <a:pt x="109" y="366"/>
                    </a:cubicBezTo>
                    <a:cubicBezTo>
                      <a:pt x="107" y="364"/>
                      <a:pt x="103" y="362"/>
                      <a:pt x="101" y="361"/>
                    </a:cubicBezTo>
                    <a:cubicBezTo>
                      <a:pt x="98" y="358"/>
                      <a:pt x="96" y="356"/>
                      <a:pt x="94" y="355"/>
                    </a:cubicBezTo>
                    <a:cubicBezTo>
                      <a:pt x="92" y="355"/>
                      <a:pt x="92" y="355"/>
                      <a:pt x="91" y="355"/>
                    </a:cubicBezTo>
                    <a:cubicBezTo>
                      <a:pt x="90" y="354"/>
                      <a:pt x="90" y="354"/>
                      <a:pt x="90" y="354"/>
                    </a:cubicBezTo>
                    <a:cubicBezTo>
                      <a:pt x="89" y="353"/>
                      <a:pt x="90" y="353"/>
                      <a:pt x="89" y="352"/>
                    </a:cubicBezTo>
                    <a:cubicBezTo>
                      <a:pt x="89" y="351"/>
                      <a:pt x="87" y="351"/>
                      <a:pt x="87" y="350"/>
                    </a:cubicBezTo>
                    <a:cubicBezTo>
                      <a:pt x="86" y="348"/>
                      <a:pt x="87" y="348"/>
                      <a:pt x="87" y="347"/>
                    </a:cubicBezTo>
                    <a:cubicBezTo>
                      <a:pt x="86" y="346"/>
                      <a:pt x="86" y="345"/>
                      <a:pt x="86" y="344"/>
                    </a:cubicBezTo>
                    <a:cubicBezTo>
                      <a:pt x="86" y="343"/>
                      <a:pt x="86" y="343"/>
                      <a:pt x="85" y="342"/>
                    </a:cubicBezTo>
                    <a:cubicBezTo>
                      <a:pt x="84" y="342"/>
                      <a:pt x="84" y="342"/>
                      <a:pt x="84" y="342"/>
                    </a:cubicBezTo>
                    <a:cubicBezTo>
                      <a:pt x="83" y="343"/>
                      <a:pt x="83" y="343"/>
                      <a:pt x="83" y="344"/>
                    </a:cubicBezTo>
                    <a:cubicBezTo>
                      <a:pt x="82" y="344"/>
                      <a:pt x="82" y="344"/>
                      <a:pt x="82" y="345"/>
                    </a:cubicBezTo>
                    <a:cubicBezTo>
                      <a:pt x="82" y="346"/>
                      <a:pt x="84" y="348"/>
                      <a:pt x="84" y="349"/>
                    </a:cubicBezTo>
                    <a:cubicBezTo>
                      <a:pt x="84" y="349"/>
                      <a:pt x="82" y="349"/>
                      <a:pt x="82" y="350"/>
                    </a:cubicBezTo>
                    <a:cubicBezTo>
                      <a:pt x="41" y="315"/>
                      <a:pt x="15" y="264"/>
                      <a:pt x="15" y="207"/>
                    </a:cubicBezTo>
                    <a:cubicBezTo>
                      <a:pt x="16" y="205"/>
                      <a:pt x="18" y="204"/>
                      <a:pt x="18" y="203"/>
                    </a:cubicBezTo>
                    <a:cubicBezTo>
                      <a:pt x="18" y="202"/>
                      <a:pt x="18" y="202"/>
                      <a:pt x="18" y="201"/>
                    </a:cubicBezTo>
                    <a:cubicBezTo>
                      <a:pt x="18" y="198"/>
                      <a:pt x="17" y="198"/>
                      <a:pt x="15" y="196"/>
                    </a:cubicBezTo>
                    <a:cubicBezTo>
                      <a:pt x="16" y="182"/>
                      <a:pt x="18" y="168"/>
                      <a:pt x="22" y="155"/>
                    </a:cubicBezTo>
                    <a:cubicBezTo>
                      <a:pt x="22" y="156"/>
                      <a:pt x="22" y="156"/>
                      <a:pt x="22" y="157"/>
                    </a:cubicBezTo>
                    <a:cubicBezTo>
                      <a:pt x="22" y="158"/>
                      <a:pt x="22" y="160"/>
                      <a:pt x="22" y="161"/>
                    </a:cubicBezTo>
                    <a:cubicBezTo>
                      <a:pt x="24" y="162"/>
                      <a:pt x="25" y="164"/>
                      <a:pt x="25" y="166"/>
                    </a:cubicBezTo>
                    <a:cubicBezTo>
                      <a:pt x="25" y="166"/>
                      <a:pt x="26" y="167"/>
                      <a:pt x="26" y="168"/>
                    </a:cubicBezTo>
                    <a:cubicBezTo>
                      <a:pt x="26" y="168"/>
                      <a:pt x="25" y="169"/>
                      <a:pt x="25" y="169"/>
                    </a:cubicBezTo>
                    <a:cubicBezTo>
                      <a:pt x="25" y="170"/>
                      <a:pt x="26" y="170"/>
                      <a:pt x="26" y="171"/>
                    </a:cubicBezTo>
                    <a:cubicBezTo>
                      <a:pt x="26" y="172"/>
                      <a:pt x="27" y="172"/>
                      <a:pt x="28" y="172"/>
                    </a:cubicBezTo>
                    <a:cubicBezTo>
                      <a:pt x="28" y="174"/>
                      <a:pt x="29" y="174"/>
                      <a:pt x="29" y="175"/>
                    </a:cubicBezTo>
                    <a:cubicBezTo>
                      <a:pt x="30" y="176"/>
                      <a:pt x="30" y="178"/>
                      <a:pt x="31" y="178"/>
                    </a:cubicBezTo>
                    <a:cubicBezTo>
                      <a:pt x="30" y="178"/>
                      <a:pt x="31" y="177"/>
                      <a:pt x="31" y="177"/>
                    </a:cubicBezTo>
                    <a:cubicBezTo>
                      <a:pt x="33" y="180"/>
                      <a:pt x="33" y="183"/>
                      <a:pt x="34" y="187"/>
                    </a:cubicBezTo>
                    <a:cubicBezTo>
                      <a:pt x="34" y="190"/>
                      <a:pt x="36" y="193"/>
                      <a:pt x="36" y="195"/>
                    </a:cubicBezTo>
                    <a:cubicBezTo>
                      <a:pt x="37" y="196"/>
                      <a:pt x="37" y="197"/>
                      <a:pt x="37" y="198"/>
                    </a:cubicBezTo>
                    <a:cubicBezTo>
                      <a:pt x="37" y="199"/>
                      <a:pt x="36" y="200"/>
                      <a:pt x="36" y="202"/>
                    </a:cubicBezTo>
                    <a:cubicBezTo>
                      <a:pt x="35" y="204"/>
                      <a:pt x="39" y="209"/>
                      <a:pt x="40" y="210"/>
                    </a:cubicBezTo>
                    <a:cubicBezTo>
                      <a:pt x="41" y="211"/>
                      <a:pt x="42" y="212"/>
                      <a:pt x="43" y="212"/>
                    </a:cubicBezTo>
                    <a:cubicBezTo>
                      <a:pt x="43" y="213"/>
                      <a:pt x="44" y="213"/>
                      <a:pt x="44" y="213"/>
                    </a:cubicBezTo>
                    <a:cubicBezTo>
                      <a:pt x="45" y="214"/>
                      <a:pt x="46" y="216"/>
                      <a:pt x="47" y="216"/>
                    </a:cubicBezTo>
                    <a:cubicBezTo>
                      <a:pt x="49" y="217"/>
                      <a:pt x="51" y="217"/>
                      <a:pt x="53" y="218"/>
                    </a:cubicBezTo>
                    <a:cubicBezTo>
                      <a:pt x="54" y="219"/>
                      <a:pt x="54" y="220"/>
                      <a:pt x="54" y="221"/>
                    </a:cubicBezTo>
                    <a:cubicBezTo>
                      <a:pt x="55" y="222"/>
                      <a:pt x="56" y="223"/>
                      <a:pt x="56" y="224"/>
                    </a:cubicBezTo>
                    <a:cubicBezTo>
                      <a:pt x="58" y="225"/>
                      <a:pt x="59" y="226"/>
                      <a:pt x="60" y="227"/>
                    </a:cubicBezTo>
                    <a:cubicBezTo>
                      <a:pt x="61" y="228"/>
                      <a:pt x="61" y="228"/>
                      <a:pt x="61" y="230"/>
                    </a:cubicBezTo>
                    <a:cubicBezTo>
                      <a:pt x="62" y="231"/>
                      <a:pt x="62" y="232"/>
                      <a:pt x="62" y="232"/>
                    </a:cubicBezTo>
                    <a:cubicBezTo>
                      <a:pt x="62" y="233"/>
                      <a:pt x="61" y="234"/>
                      <a:pt x="62" y="235"/>
                    </a:cubicBezTo>
                    <a:cubicBezTo>
                      <a:pt x="62" y="236"/>
                      <a:pt x="63" y="237"/>
                      <a:pt x="64" y="238"/>
                    </a:cubicBezTo>
                    <a:cubicBezTo>
                      <a:pt x="64" y="238"/>
                      <a:pt x="64" y="239"/>
                      <a:pt x="64" y="239"/>
                    </a:cubicBezTo>
                    <a:cubicBezTo>
                      <a:pt x="65" y="240"/>
                      <a:pt x="65" y="241"/>
                      <a:pt x="66" y="242"/>
                    </a:cubicBezTo>
                    <a:cubicBezTo>
                      <a:pt x="67" y="242"/>
                      <a:pt x="67" y="243"/>
                      <a:pt x="68" y="244"/>
                    </a:cubicBezTo>
                    <a:cubicBezTo>
                      <a:pt x="69" y="244"/>
                      <a:pt x="69" y="242"/>
                      <a:pt x="71" y="242"/>
                    </a:cubicBezTo>
                    <a:cubicBezTo>
                      <a:pt x="72" y="244"/>
                      <a:pt x="73" y="246"/>
                      <a:pt x="75" y="247"/>
                    </a:cubicBezTo>
                    <a:cubicBezTo>
                      <a:pt x="75" y="247"/>
                      <a:pt x="76" y="248"/>
                      <a:pt x="76" y="248"/>
                    </a:cubicBezTo>
                    <a:cubicBezTo>
                      <a:pt x="74" y="253"/>
                      <a:pt x="72" y="259"/>
                      <a:pt x="77" y="265"/>
                    </a:cubicBezTo>
                    <a:cubicBezTo>
                      <a:pt x="77" y="266"/>
                      <a:pt x="76" y="268"/>
                      <a:pt x="77" y="269"/>
                    </a:cubicBezTo>
                    <a:cubicBezTo>
                      <a:pt x="77" y="271"/>
                      <a:pt x="80" y="272"/>
                      <a:pt x="82" y="274"/>
                    </a:cubicBezTo>
                    <a:cubicBezTo>
                      <a:pt x="84" y="275"/>
                      <a:pt x="86" y="276"/>
                      <a:pt x="87" y="278"/>
                    </a:cubicBezTo>
                    <a:cubicBezTo>
                      <a:pt x="88" y="279"/>
                      <a:pt x="89" y="281"/>
                      <a:pt x="89" y="282"/>
                    </a:cubicBezTo>
                    <a:cubicBezTo>
                      <a:pt x="90" y="282"/>
                      <a:pt x="91" y="283"/>
                      <a:pt x="91" y="283"/>
                    </a:cubicBezTo>
                    <a:cubicBezTo>
                      <a:pt x="92" y="284"/>
                      <a:pt x="93" y="284"/>
                      <a:pt x="93" y="285"/>
                    </a:cubicBezTo>
                    <a:cubicBezTo>
                      <a:pt x="94" y="286"/>
                      <a:pt x="95" y="287"/>
                      <a:pt x="95" y="288"/>
                    </a:cubicBezTo>
                    <a:cubicBezTo>
                      <a:pt x="99" y="290"/>
                      <a:pt x="104" y="290"/>
                      <a:pt x="107" y="292"/>
                    </a:cubicBezTo>
                    <a:cubicBezTo>
                      <a:pt x="109" y="294"/>
                      <a:pt x="109" y="295"/>
                      <a:pt x="110" y="298"/>
                    </a:cubicBezTo>
                    <a:cubicBezTo>
                      <a:pt x="111" y="299"/>
                      <a:pt x="111" y="300"/>
                      <a:pt x="112" y="302"/>
                    </a:cubicBezTo>
                    <a:cubicBezTo>
                      <a:pt x="113" y="306"/>
                      <a:pt x="114" y="311"/>
                      <a:pt x="116" y="315"/>
                    </a:cubicBezTo>
                    <a:cubicBezTo>
                      <a:pt x="116" y="317"/>
                      <a:pt x="117" y="318"/>
                      <a:pt x="118" y="320"/>
                    </a:cubicBezTo>
                    <a:cubicBezTo>
                      <a:pt x="118" y="321"/>
                      <a:pt x="118" y="321"/>
                      <a:pt x="118" y="322"/>
                    </a:cubicBezTo>
                    <a:cubicBezTo>
                      <a:pt x="119" y="324"/>
                      <a:pt x="120" y="325"/>
                      <a:pt x="121" y="326"/>
                    </a:cubicBezTo>
                    <a:cubicBezTo>
                      <a:pt x="121" y="327"/>
                      <a:pt x="121" y="329"/>
                      <a:pt x="121" y="329"/>
                    </a:cubicBezTo>
                    <a:cubicBezTo>
                      <a:pt x="121" y="330"/>
                      <a:pt x="122" y="331"/>
                      <a:pt x="122" y="332"/>
                    </a:cubicBezTo>
                    <a:cubicBezTo>
                      <a:pt x="122" y="333"/>
                      <a:pt x="122" y="335"/>
                      <a:pt x="122" y="336"/>
                    </a:cubicBezTo>
                    <a:cubicBezTo>
                      <a:pt x="122" y="337"/>
                      <a:pt x="123" y="338"/>
                      <a:pt x="123" y="339"/>
                    </a:cubicBezTo>
                    <a:cubicBezTo>
                      <a:pt x="124" y="340"/>
                      <a:pt x="124" y="341"/>
                      <a:pt x="124" y="341"/>
                    </a:cubicBezTo>
                    <a:cubicBezTo>
                      <a:pt x="125" y="342"/>
                      <a:pt x="126" y="344"/>
                      <a:pt x="127" y="345"/>
                    </a:cubicBezTo>
                    <a:cubicBezTo>
                      <a:pt x="127" y="345"/>
                      <a:pt x="127" y="346"/>
                      <a:pt x="127" y="347"/>
                    </a:cubicBezTo>
                    <a:cubicBezTo>
                      <a:pt x="127" y="347"/>
                      <a:pt x="128" y="348"/>
                      <a:pt x="128" y="349"/>
                    </a:cubicBezTo>
                    <a:cubicBezTo>
                      <a:pt x="128" y="350"/>
                      <a:pt x="128" y="351"/>
                      <a:pt x="128" y="352"/>
                    </a:cubicBezTo>
                    <a:cubicBezTo>
                      <a:pt x="129" y="353"/>
                      <a:pt x="129" y="355"/>
                      <a:pt x="129" y="356"/>
                    </a:cubicBezTo>
                    <a:cubicBezTo>
                      <a:pt x="130" y="357"/>
                      <a:pt x="131" y="359"/>
                      <a:pt x="132" y="360"/>
                    </a:cubicBezTo>
                    <a:cubicBezTo>
                      <a:pt x="132" y="361"/>
                      <a:pt x="132" y="362"/>
                      <a:pt x="132" y="363"/>
                    </a:cubicBezTo>
                    <a:cubicBezTo>
                      <a:pt x="133" y="364"/>
                      <a:pt x="134" y="364"/>
                      <a:pt x="135" y="365"/>
                    </a:cubicBezTo>
                    <a:cubicBezTo>
                      <a:pt x="135" y="366"/>
                      <a:pt x="135" y="367"/>
                      <a:pt x="135" y="368"/>
                    </a:cubicBezTo>
                    <a:cubicBezTo>
                      <a:pt x="135" y="371"/>
                      <a:pt x="137" y="372"/>
                      <a:pt x="138" y="374"/>
                    </a:cubicBezTo>
                    <a:cubicBezTo>
                      <a:pt x="139" y="376"/>
                      <a:pt x="140" y="377"/>
                      <a:pt x="141" y="378"/>
                    </a:cubicBezTo>
                    <a:cubicBezTo>
                      <a:pt x="141" y="378"/>
                      <a:pt x="142" y="379"/>
                      <a:pt x="142" y="379"/>
                    </a:cubicBezTo>
                    <a:cubicBezTo>
                      <a:pt x="142" y="379"/>
                      <a:pt x="142" y="379"/>
                      <a:pt x="143" y="380"/>
                    </a:cubicBezTo>
                    <a:cubicBezTo>
                      <a:pt x="143" y="380"/>
                      <a:pt x="144" y="380"/>
                      <a:pt x="145" y="381"/>
                    </a:cubicBezTo>
                    <a:cubicBezTo>
                      <a:pt x="146" y="381"/>
                      <a:pt x="147" y="381"/>
                      <a:pt x="147" y="382"/>
                    </a:cubicBezTo>
                    <a:cubicBezTo>
                      <a:pt x="148" y="382"/>
                      <a:pt x="148" y="382"/>
                      <a:pt x="148" y="382"/>
                    </a:cubicBezTo>
                    <a:cubicBezTo>
                      <a:pt x="150" y="383"/>
                      <a:pt x="151" y="383"/>
                      <a:pt x="152" y="384"/>
                    </a:cubicBezTo>
                    <a:cubicBezTo>
                      <a:pt x="154" y="384"/>
                      <a:pt x="154" y="384"/>
                      <a:pt x="156" y="384"/>
                    </a:cubicBezTo>
                    <a:cubicBezTo>
                      <a:pt x="157" y="384"/>
                      <a:pt x="158" y="384"/>
                      <a:pt x="158" y="384"/>
                    </a:cubicBezTo>
                    <a:cubicBezTo>
                      <a:pt x="159" y="383"/>
                      <a:pt x="160" y="382"/>
                      <a:pt x="159" y="381"/>
                    </a:cubicBezTo>
                    <a:cubicBezTo>
                      <a:pt x="156" y="379"/>
                      <a:pt x="153" y="379"/>
                      <a:pt x="152" y="376"/>
                    </a:cubicBezTo>
                    <a:cubicBezTo>
                      <a:pt x="151" y="375"/>
                      <a:pt x="151" y="374"/>
                      <a:pt x="150" y="371"/>
                    </a:cubicBezTo>
                    <a:cubicBezTo>
                      <a:pt x="150" y="371"/>
                      <a:pt x="149" y="370"/>
                      <a:pt x="149" y="369"/>
                    </a:cubicBezTo>
                    <a:cubicBezTo>
                      <a:pt x="149" y="368"/>
                      <a:pt x="149" y="368"/>
                      <a:pt x="149" y="367"/>
                    </a:cubicBezTo>
                    <a:cubicBezTo>
                      <a:pt x="149" y="367"/>
                      <a:pt x="148" y="366"/>
                      <a:pt x="148" y="366"/>
                    </a:cubicBezTo>
                    <a:cubicBezTo>
                      <a:pt x="148" y="364"/>
                      <a:pt x="150" y="363"/>
                      <a:pt x="149" y="362"/>
                    </a:cubicBezTo>
                    <a:cubicBezTo>
                      <a:pt x="149" y="361"/>
                      <a:pt x="148" y="361"/>
                      <a:pt x="148" y="361"/>
                    </a:cubicBezTo>
                    <a:cubicBezTo>
                      <a:pt x="148" y="361"/>
                      <a:pt x="147" y="360"/>
                      <a:pt x="147" y="360"/>
                    </a:cubicBezTo>
                    <a:cubicBezTo>
                      <a:pt x="146" y="359"/>
                      <a:pt x="145" y="359"/>
                      <a:pt x="145" y="358"/>
                    </a:cubicBezTo>
                    <a:cubicBezTo>
                      <a:pt x="145" y="355"/>
                      <a:pt x="146" y="352"/>
                      <a:pt x="146" y="348"/>
                    </a:cubicBezTo>
                    <a:cubicBezTo>
                      <a:pt x="145" y="347"/>
                      <a:pt x="143" y="347"/>
                      <a:pt x="143" y="345"/>
                    </a:cubicBezTo>
                    <a:cubicBezTo>
                      <a:pt x="143" y="345"/>
                      <a:pt x="145" y="345"/>
                      <a:pt x="145" y="344"/>
                    </a:cubicBezTo>
                    <a:cubicBezTo>
                      <a:pt x="146" y="343"/>
                      <a:pt x="145" y="341"/>
                      <a:pt x="145" y="340"/>
                    </a:cubicBezTo>
                    <a:cubicBezTo>
                      <a:pt x="145" y="339"/>
                      <a:pt x="146" y="338"/>
                      <a:pt x="146" y="337"/>
                    </a:cubicBezTo>
                    <a:cubicBezTo>
                      <a:pt x="147" y="337"/>
                      <a:pt x="149" y="336"/>
                      <a:pt x="150" y="336"/>
                    </a:cubicBezTo>
                    <a:cubicBezTo>
                      <a:pt x="150" y="334"/>
                      <a:pt x="151" y="332"/>
                      <a:pt x="150" y="330"/>
                    </a:cubicBezTo>
                    <a:cubicBezTo>
                      <a:pt x="149" y="328"/>
                      <a:pt x="148" y="328"/>
                      <a:pt x="147" y="326"/>
                    </a:cubicBezTo>
                    <a:cubicBezTo>
                      <a:pt x="149" y="326"/>
                      <a:pt x="152" y="325"/>
                      <a:pt x="152" y="324"/>
                    </a:cubicBezTo>
                    <a:cubicBezTo>
                      <a:pt x="153" y="324"/>
                      <a:pt x="152" y="323"/>
                      <a:pt x="152" y="323"/>
                    </a:cubicBezTo>
                    <a:cubicBezTo>
                      <a:pt x="153" y="321"/>
                      <a:pt x="153" y="319"/>
                      <a:pt x="154" y="318"/>
                    </a:cubicBezTo>
                    <a:cubicBezTo>
                      <a:pt x="154" y="317"/>
                      <a:pt x="155" y="316"/>
                      <a:pt x="155" y="316"/>
                    </a:cubicBezTo>
                    <a:cubicBezTo>
                      <a:pt x="155" y="314"/>
                      <a:pt x="154" y="311"/>
                      <a:pt x="155" y="310"/>
                    </a:cubicBezTo>
                    <a:cubicBezTo>
                      <a:pt x="155" y="309"/>
                      <a:pt x="155" y="309"/>
                      <a:pt x="155" y="309"/>
                    </a:cubicBezTo>
                    <a:cubicBezTo>
                      <a:pt x="155" y="308"/>
                      <a:pt x="155" y="307"/>
                      <a:pt x="155" y="307"/>
                    </a:cubicBezTo>
                    <a:cubicBezTo>
                      <a:pt x="155" y="305"/>
                      <a:pt x="154" y="304"/>
                      <a:pt x="153" y="303"/>
                    </a:cubicBezTo>
                    <a:cubicBezTo>
                      <a:pt x="153" y="302"/>
                      <a:pt x="153" y="300"/>
                      <a:pt x="154" y="299"/>
                    </a:cubicBezTo>
                    <a:cubicBezTo>
                      <a:pt x="154" y="298"/>
                      <a:pt x="155" y="298"/>
                      <a:pt x="155" y="298"/>
                    </a:cubicBezTo>
                    <a:cubicBezTo>
                      <a:pt x="155" y="298"/>
                      <a:pt x="155" y="297"/>
                      <a:pt x="155" y="297"/>
                    </a:cubicBezTo>
                    <a:cubicBezTo>
                      <a:pt x="156" y="297"/>
                      <a:pt x="156" y="297"/>
                      <a:pt x="156" y="296"/>
                    </a:cubicBezTo>
                    <a:cubicBezTo>
                      <a:pt x="157" y="296"/>
                      <a:pt x="157" y="295"/>
                      <a:pt x="157" y="295"/>
                    </a:cubicBezTo>
                    <a:cubicBezTo>
                      <a:pt x="157" y="295"/>
                      <a:pt x="158" y="295"/>
                      <a:pt x="158" y="295"/>
                    </a:cubicBezTo>
                    <a:cubicBezTo>
                      <a:pt x="159" y="294"/>
                      <a:pt x="159" y="294"/>
                      <a:pt x="159" y="293"/>
                    </a:cubicBezTo>
                    <a:cubicBezTo>
                      <a:pt x="160" y="293"/>
                      <a:pt x="161" y="292"/>
                      <a:pt x="161" y="292"/>
                    </a:cubicBezTo>
                    <a:cubicBezTo>
                      <a:pt x="161" y="291"/>
                      <a:pt x="162" y="290"/>
                      <a:pt x="162" y="289"/>
                    </a:cubicBezTo>
                    <a:cubicBezTo>
                      <a:pt x="162" y="288"/>
                      <a:pt x="162" y="286"/>
                      <a:pt x="162" y="285"/>
                    </a:cubicBezTo>
                    <a:cubicBezTo>
                      <a:pt x="162" y="282"/>
                      <a:pt x="163" y="281"/>
                      <a:pt x="162" y="279"/>
                    </a:cubicBezTo>
                    <a:cubicBezTo>
                      <a:pt x="162" y="276"/>
                      <a:pt x="162" y="275"/>
                      <a:pt x="161" y="272"/>
                    </a:cubicBezTo>
                    <a:cubicBezTo>
                      <a:pt x="161" y="271"/>
                      <a:pt x="159" y="269"/>
                      <a:pt x="159" y="267"/>
                    </a:cubicBezTo>
                    <a:cubicBezTo>
                      <a:pt x="159" y="266"/>
                      <a:pt x="160" y="265"/>
                      <a:pt x="160" y="264"/>
                    </a:cubicBezTo>
                    <a:cubicBezTo>
                      <a:pt x="161" y="262"/>
                      <a:pt x="162" y="259"/>
                      <a:pt x="162" y="257"/>
                    </a:cubicBezTo>
                    <a:cubicBezTo>
                      <a:pt x="162" y="256"/>
                      <a:pt x="163" y="254"/>
                      <a:pt x="163" y="253"/>
                    </a:cubicBezTo>
                    <a:cubicBezTo>
                      <a:pt x="163" y="251"/>
                      <a:pt x="161" y="248"/>
                      <a:pt x="161" y="247"/>
                    </a:cubicBezTo>
                    <a:cubicBezTo>
                      <a:pt x="160" y="247"/>
                      <a:pt x="160" y="247"/>
                      <a:pt x="160" y="247"/>
                    </a:cubicBezTo>
                    <a:cubicBezTo>
                      <a:pt x="159" y="246"/>
                      <a:pt x="156" y="244"/>
                      <a:pt x="155" y="244"/>
                    </a:cubicBezTo>
                    <a:cubicBezTo>
                      <a:pt x="154" y="244"/>
                      <a:pt x="154" y="244"/>
                      <a:pt x="154" y="244"/>
                    </a:cubicBezTo>
                    <a:cubicBezTo>
                      <a:pt x="153" y="243"/>
                      <a:pt x="153" y="243"/>
                      <a:pt x="152" y="242"/>
                    </a:cubicBezTo>
                    <a:cubicBezTo>
                      <a:pt x="151" y="242"/>
                      <a:pt x="150" y="242"/>
                      <a:pt x="150" y="242"/>
                    </a:cubicBezTo>
                    <a:cubicBezTo>
                      <a:pt x="149" y="242"/>
                      <a:pt x="149" y="242"/>
                      <a:pt x="149" y="242"/>
                    </a:cubicBezTo>
                    <a:cubicBezTo>
                      <a:pt x="148" y="242"/>
                      <a:pt x="148" y="242"/>
                      <a:pt x="147" y="242"/>
                    </a:cubicBezTo>
                    <a:cubicBezTo>
                      <a:pt x="145" y="242"/>
                      <a:pt x="145" y="242"/>
                      <a:pt x="143" y="243"/>
                    </a:cubicBezTo>
                    <a:cubicBezTo>
                      <a:pt x="142" y="243"/>
                      <a:pt x="140" y="242"/>
                      <a:pt x="139" y="242"/>
                    </a:cubicBezTo>
                    <a:cubicBezTo>
                      <a:pt x="139" y="242"/>
                      <a:pt x="139" y="242"/>
                      <a:pt x="138" y="242"/>
                    </a:cubicBezTo>
                    <a:cubicBezTo>
                      <a:pt x="137" y="241"/>
                      <a:pt x="136" y="240"/>
                      <a:pt x="135" y="240"/>
                    </a:cubicBezTo>
                    <a:cubicBezTo>
                      <a:pt x="135" y="240"/>
                      <a:pt x="134" y="240"/>
                      <a:pt x="134" y="240"/>
                    </a:cubicBezTo>
                    <a:cubicBezTo>
                      <a:pt x="133" y="240"/>
                      <a:pt x="132" y="240"/>
                      <a:pt x="131" y="240"/>
                    </a:cubicBezTo>
                    <a:cubicBezTo>
                      <a:pt x="129" y="240"/>
                      <a:pt x="128" y="238"/>
                      <a:pt x="127" y="235"/>
                    </a:cubicBezTo>
                    <a:cubicBezTo>
                      <a:pt x="127" y="234"/>
                      <a:pt x="126" y="233"/>
                      <a:pt x="126" y="232"/>
                    </a:cubicBezTo>
                    <a:cubicBezTo>
                      <a:pt x="125" y="231"/>
                      <a:pt x="123" y="231"/>
                      <a:pt x="122" y="230"/>
                    </a:cubicBezTo>
                    <a:cubicBezTo>
                      <a:pt x="121" y="229"/>
                      <a:pt x="120" y="228"/>
                      <a:pt x="118" y="228"/>
                    </a:cubicBezTo>
                    <a:cubicBezTo>
                      <a:pt x="116" y="228"/>
                      <a:pt x="115" y="229"/>
                      <a:pt x="113" y="229"/>
                    </a:cubicBezTo>
                    <a:cubicBezTo>
                      <a:pt x="111" y="229"/>
                      <a:pt x="109" y="228"/>
                      <a:pt x="108" y="227"/>
                    </a:cubicBezTo>
                    <a:cubicBezTo>
                      <a:pt x="106" y="227"/>
                      <a:pt x="104" y="226"/>
                      <a:pt x="103" y="225"/>
                    </a:cubicBezTo>
                    <a:cubicBezTo>
                      <a:pt x="102" y="223"/>
                      <a:pt x="102" y="220"/>
                      <a:pt x="99" y="221"/>
                    </a:cubicBezTo>
                    <a:cubicBezTo>
                      <a:pt x="98" y="221"/>
                      <a:pt x="95" y="224"/>
                      <a:pt x="93" y="225"/>
                    </a:cubicBezTo>
                    <a:cubicBezTo>
                      <a:pt x="92" y="225"/>
                      <a:pt x="91" y="225"/>
                      <a:pt x="89" y="226"/>
                    </a:cubicBezTo>
                    <a:cubicBezTo>
                      <a:pt x="89" y="225"/>
                      <a:pt x="89" y="226"/>
                      <a:pt x="88" y="225"/>
                    </a:cubicBezTo>
                    <a:cubicBezTo>
                      <a:pt x="88" y="225"/>
                      <a:pt x="87" y="225"/>
                      <a:pt x="87" y="224"/>
                    </a:cubicBezTo>
                    <a:cubicBezTo>
                      <a:pt x="87" y="224"/>
                      <a:pt x="86" y="224"/>
                      <a:pt x="86" y="224"/>
                    </a:cubicBezTo>
                    <a:cubicBezTo>
                      <a:pt x="85" y="224"/>
                      <a:pt x="84" y="224"/>
                      <a:pt x="83" y="223"/>
                    </a:cubicBezTo>
                    <a:cubicBezTo>
                      <a:pt x="80" y="223"/>
                      <a:pt x="80" y="225"/>
                      <a:pt x="78" y="227"/>
                    </a:cubicBezTo>
                    <a:cubicBezTo>
                      <a:pt x="78" y="228"/>
                      <a:pt x="77" y="228"/>
                      <a:pt x="76" y="228"/>
                    </a:cubicBezTo>
                    <a:cubicBezTo>
                      <a:pt x="76" y="229"/>
                      <a:pt x="75" y="229"/>
                      <a:pt x="75" y="230"/>
                    </a:cubicBezTo>
                    <a:cubicBezTo>
                      <a:pt x="74" y="231"/>
                      <a:pt x="75" y="233"/>
                      <a:pt x="74" y="235"/>
                    </a:cubicBezTo>
                    <a:cubicBezTo>
                      <a:pt x="75" y="237"/>
                      <a:pt x="74" y="239"/>
                      <a:pt x="74" y="241"/>
                    </a:cubicBezTo>
                    <a:cubicBezTo>
                      <a:pt x="74" y="241"/>
                      <a:pt x="74" y="241"/>
                      <a:pt x="74" y="241"/>
                    </a:cubicBezTo>
                    <a:cubicBezTo>
                      <a:pt x="74" y="242"/>
                      <a:pt x="74" y="242"/>
                      <a:pt x="74" y="243"/>
                    </a:cubicBezTo>
                    <a:cubicBezTo>
                      <a:pt x="74" y="243"/>
                      <a:pt x="74" y="243"/>
                      <a:pt x="74" y="243"/>
                    </a:cubicBezTo>
                    <a:cubicBezTo>
                      <a:pt x="73" y="242"/>
                      <a:pt x="74" y="241"/>
                      <a:pt x="73" y="241"/>
                    </a:cubicBezTo>
                    <a:cubicBezTo>
                      <a:pt x="73" y="240"/>
                      <a:pt x="73" y="240"/>
                      <a:pt x="72" y="239"/>
                    </a:cubicBezTo>
                    <a:cubicBezTo>
                      <a:pt x="71" y="239"/>
                      <a:pt x="69" y="240"/>
                      <a:pt x="68" y="239"/>
                    </a:cubicBezTo>
                    <a:cubicBezTo>
                      <a:pt x="67" y="238"/>
                      <a:pt x="65" y="235"/>
                      <a:pt x="66" y="232"/>
                    </a:cubicBezTo>
                    <a:cubicBezTo>
                      <a:pt x="66" y="229"/>
                      <a:pt x="68" y="227"/>
                      <a:pt x="68" y="225"/>
                    </a:cubicBezTo>
                    <a:cubicBezTo>
                      <a:pt x="68" y="224"/>
                      <a:pt x="67" y="221"/>
                      <a:pt x="66" y="221"/>
                    </a:cubicBezTo>
                    <a:cubicBezTo>
                      <a:pt x="65" y="220"/>
                      <a:pt x="62" y="221"/>
                      <a:pt x="62" y="218"/>
                    </a:cubicBezTo>
                    <a:cubicBezTo>
                      <a:pt x="62" y="217"/>
                      <a:pt x="63" y="215"/>
                      <a:pt x="64" y="214"/>
                    </a:cubicBezTo>
                    <a:cubicBezTo>
                      <a:pt x="64" y="213"/>
                      <a:pt x="64" y="212"/>
                      <a:pt x="65" y="211"/>
                    </a:cubicBezTo>
                    <a:cubicBezTo>
                      <a:pt x="65" y="210"/>
                      <a:pt x="67" y="208"/>
                      <a:pt x="66" y="207"/>
                    </a:cubicBezTo>
                    <a:cubicBezTo>
                      <a:pt x="64" y="206"/>
                      <a:pt x="62" y="206"/>
                      <a:pt x="61" y="207"/>
                    </a:cubicBezTo>
                    <a:cubicBezTo>
                      <a:pt x="60" y="208"/>
                      <a:pt x="60" y="209"/>
                      <a:pt x="60" y="209"/>
                    </a:cubicBezTo>
                    <a:cubicBezTo>
                      <a:pt x="59" y="210"/>
                      <a:pt x="59" y="210"/>
                      <a:pt x="58" y="211"/>
                    </a:cubicBezTo>
                    <a:cubicBezTo>
                      <a:pt x="57" y="211"/>
                      <a:pt x="56" y="210"/>
                      <a:pt x="55" y="210"/>
                    </a:cubicBezTo>
                    <a:cubicBezTo>
                      <a:pt x="54" y="210"/>
                      <a:pt x="54" y="211"/>
                      <a:pt x="53" y="211"/>
                    </a:cubicBezTo>
                    <a:cubicBezTo>
                      <a:pt x="51" y="210"/>
                      <a:pt x="51" y="207"/>
                      <a:pt x="51" y="205"/>
                    </a:cubicBezTo>
                    <a:cubicBezTo>
                      <a:pt x="50" y="204"/>
                      <a:pt x="50" y="203"/>
                      <a:pt x="50" y="201"/>
                    </a:cubicBezTo>
                    <a:cubicBezTo>
                      <a:pt x="50" y="201"/>
                      <a:pt x="50" y="200"/>
                      <a:pt x="50" y="199"/>
                    </a:cubicBezTo>
                    <a:cubicBezTo>
                      <a:pt x="51" y="195"/>
                      <a:pt x="52" y="194"/>
                      <a:pt x="53" y="192"/>
                    </a:cubicBezTo>
                    <a:cubicBezTo>
                      <a:pt x="53" y="191"/>
                      <a:pt x="53" y="190"/>
                      <a:pt x="54" y="188"/>
                    </a:cubicBezTo>
                    <a:cubicBezTo>
                      <a:pt x="54" y="187"/>
                      <a:pt x="57" y="186"/>
                      <a:pt x="58" y="186"/>
                    </a:cubicBezTo>
                    <a:cubicBezTo>
                      <a:pt x="60" y="185"/>
                      <a:pt x="62" y="185"/>
                      <a:pt x="63" y="185"/>
                    </a:cubicBezTo>
                    <a:cubicBezTo>
                      <a:pt x="64" y="185"/>
                      <a:pt x="64" y="186"/>
                      <a:pt x="64" y="187"/>
                    </a:cubicBezTo>
                    <a:cubicBezTo>
                      <a:pt x="65" y="187"/>
                      <a:pt x="66" y="188"/>
                      <a:pt x="67" y="188"/>
                    </a:cubicBezTo>
                    <a:cubicBezTo>
                      <a:pt x="69" y="188"/>
                      <a:pt x="70" y="186"/>
                      <a:pt x="71" y="186"/>
                    </a:cubicBezTo>
                    <a:cubicBezTo>
                      <a:pt x="73" y="186"/>
                      <a:pt x="75" y="188"/>
                      <a:pt x="75" y="188"/>
                    </a:cubicBezTo>
                    <a:cubicBezTo>
                      <a:pt x="76" y="189"/>
                      <a:pt x="76" y="190"/>
                      <a:pt x="77" y="191"/>
                    </a:cubicBezTo>
                    <a:cubicBezTo>
                      <a:pt x="77" y="193"/>
                      <a:pt x="77" y="194"/>
                      <a:pt x="77" y="195"/>
                    </a:cubicBezTo>
                    <a:cubicBezTo>
                      <a:pt x="77" y="196"/>
                      <a:pt x="78" y="197"/>
                      <a:pt x="78" y="198"/>
                    </a:cubicBezTo>
                    <a:cubicBezTo>
                      <a:pt x="78" y="199"/>
                      <a:pt x="78" y="199"/>
                      <a:pt x="78" y="200"/>
                    </a:cubicBezTo>
                    <a:cubicBezTo>
                      <a:pt x="78" y="200"/>
                      <a:pt x="78" y="201"/>
                      <a:pt x="79" y="201"/>
                    </a:cubicBezTo>
                    <a:cubicBezTo>
                      <a:pt x="80" y="201"/>
                      <a:pt x="80" y="200"/>
                      <a:pt x="80" y="200"/>
                    </a:cubicBezTo>
                    <a:cubicBezTo>
                      <a:pt x="81" y="200"/>
                      <a:pt x="80" y="199"/>
                      <a:pt x="80" y="199"/>
                    </a:cubicBezTo>
                    <a:cubicBezTo>
                      <a:pt x="80" y="199"/>
                      <a:pt x="81" y="196"/>
                      <a:pt x="81" y="194"/>
                    </a:cubicBezTo>
                    <a:cubicBezTo>
                      <a:pt x="81" y="194"/>
                      <a:pt x="81" y="193"/>
                      <a:pt x="81" y="193"/>
                    </a:cubicBezTo>
                    <a:cubicBezTo>
                      <a:pt x="81" y="192"/>
                      <a:pt x="81" y="191"/>
                      <a:pt x="81" y="190"/>
                    </a:cubicBezTo>
                    <a:cubicBezTo>
                      <a:pt x="82" y="187"/>
                      <a:pt x="83" y="185"/>
                      <a:pt x="85" y="184"/>
                    </a:cubicBezTo>
                    <a:cubicBezTo>
                      <a:pt x="85" y="184"/>
                      <a:pt x="85" y="185"/>
                      <a:pt x="86" y="184"/>
                    </a:cubicBezTo>
                    <a:cubicBezTo>
                      <a:pt x="87" y="184"/>
                      <a:pt x="88" y="183"/>
                      <a:pt x="89" y="183"/>
                    </a:cubicBezTo>
                    <a:cubicBezTo>
                      <a:pt x="89" y="182"/>
                      <a:pt x="89" y="183"/>
                      <a:pt x="89" y="182"/>
                    </a:cubicBezTo>
                    <a:cubicBezTo>
                      <a:pt x="91" y="182"/>
                      <a:pt x="93" y="180"/>
                      <a:pt x="94" y="178"/>
                    </a:cubicBezTo>
                    <a:cubicBezTo>
                      <a:pt x="95" y="177"/>
                      <a:pt x="94" y="175"/>
                      <a:pt x="95" y="174"/>
                    </a:cubicBezTo>
                    <a:cubicBezTo>
                      <a:pt x="95" y="173"/>
                      <a:pt x="97" y="174"/>
                      <a:pt x="97" y="172"/>
                    </a:cubicBezTo>
                    <a:cubicBezTo>
                      <a:pt x="97" y="172"/>
                      <a:pt x="97" y="171"/>
                      <a:pt x="98" y="170"/>
                    </a:cubicBezTo>
                    <a:cubicBezTo>
                      <a:pt x="102" y="167"/>
                      <a:pt x="107" y="162"/>
                      <a:pt x="112" y="161"/>
                    </a:cubicBezTo>
                    <a:cubicBezTo>
                      <a:pt x="112" y="161"/>
                      <a:pt x="113" y="161"/>
                      <a:pt x="114" y="161"/>
                    </a:cubicBezTo>
                    <a:cubicBezTo>
                      <a:pt x="115" y="161"/>
                      <a:pt x="115" y="161"/>
                      <a:pt x="116" y="161"/>
                    </a:cubicBezTo>
                    <a:cubicBezTo>
                      <a:pt x="117" y="161"/>
                      <a:pt x="117" y="162"/>
                      <a:pt x="118" y="162"/>
                    </a:cubicBezTo>
                    <a:cubicBezTo>
                      <a:pt x="119" y="162"/>
                      <a:pt x="121" y="162"/>
                      <a:pt x="122" y="162"/>
                    </a:cubicBezTo>
                    <a:cubicBezTo>
                      <a:pt x="122" y="162"/>
                      <a:pt x="123" y="162"/>
                      <a:pt x="123" y="161"/>
                    </a:cubicBezTo>
                    <a:cubicBezTo>
                      <a:pt x="123" y="161"/>
                      <a:pt x="123" y="161"/>
                      <a:pt x="124" y="161"/>
                    </a:cubicBezTo>
                    <a:cubicBezTo>
                      <a:pt x="124" y="161"/>
                      <a:pt x="124" y="161"/>
                      <a:pt x="124" y="161"/>
                    </a:cubicBezTo>
                    <a:cubicBezTo>
                      <a:pt x="127" y="160"/>
                      <a:pt x="130" y="160"/>
                      <a:pt x="131" y="157"/>
                    </a:cubicBezTo>
                    <a:cubicBezTo>
                      <a:pt x="131" y="156"/>
                      <a:pt x="130" y="156"/>
                      <a:pt x="130" y="156"/>
                    </a:cubicBezTo>
                    <a:cubicBezTo>
                      <a:pt x="128" y="154"/>
                      <a:pt x="126" y="157"/>
                      <a:pt x="125" y="156"/>
                    </a:cubicBezTo>
                    <a:cubicBezTo>
                      <a:pt x="122" y="154"/>
                      <a:pt x="126" y="150"/>
                      <a:pt x="124" y="147"/>
                    </a:cubicBezTo>
                    <a:cubicBezTo>
                      <a:pt x="123" y="146"/>
                      <a:pt x="121" y="148"/>
                      <a:pt x="120" y="148"/>
                    </a:cubicBezTo>
                    <a:cubicBezTo>
                      <a:pt x="118" y="149"/>
                      <a:pt x="116" y="150"/>
                      <a:pt x="116" y="148"/>
                    </a:cubicBezTo>
                    <a:cubicBezTo>
                      <a:pt x="117" y="146"/>
                      <a:pt x="118" y="146"/>
                      <a:pt x="119" y="146"/>
                    </a:cubicBezTo>
                    <a:cubicBezTo>
                      <a:pt x="120" y="145"/>
                      <a:pt x="122" y="144"/>
                      <a:pt x="123" y="144"/>
                    </a:cubicBezTo>
                    <a:cubicBezTo>
                      <a:pt x="126" y="144"/>
                      <a:pt x="129" y="146"/>
                      <a:pt x="132" y="146"/>
                    </a:cubicBezTo>
                    <a:cubicBezTo>
                      <a:pt x="132" y="146"/>
                      <a:pt x="133" y="146"/>
                      <a:pt x="133" y="146"/>
                    </a:cubicBezTo>
                    <a:cubicBezTo>
                      <a:pt x="134" y="145"/>
                      <a:pt x="134" y="146"/>
                      <a:pt x="135" y="146"/>
                    </a:cubicBezTo>
                    <a:cubicBezTo>
                      <a:pt x="136" y="145"/>
                      <a:pt x="137" y="144"/>
                      <a:pt x="139" y="143"/>
                    </a:cubicBezTo>
                    <a:cubicBezTo>
                      <a:pt x="140" y="143"/>
                      <a:pt x="142" y="143"/>
                      <a:pt x="142" y="141"/>
                    </a:cubicBezTo>
                    <a:cubicBezTo>
                      <a:pt x="143" y="139"/>
                      <a:pt x="141" y="138"/>
                      <a:pt x="141" y="137"/>
                    </a:cubicBezTo>
                    <a:cubicBezTo>
                      <a:pt x="139" y="135"/>
                      <a:pt x="138" y="133"/>
                      <a:pt x="137" y="132"/>
                    </a:cubicBezTo>
                    <a:cubicBezTo>
                      <a:pt x="137" y="131"/>
                      <a:pt x="136" y="130"/>
                      <a:pt x="136" y="129"/>
                    </a:cubicBezTo>
                    <a:cubicBezTo>
                      <a:pt x="136" y="127"/>
                      <a:pt x="137" y="126"/>
                      <a:pt x="137" y="125"/>
                    </a:cubicBezTo>
                    <a:cubicBezTo>
                      <a:pt x="137" y="125"/>
                      <a:pt x="137" y="124"/>
                      <a:pt x="137" y="123"/>
                    </a:cubicBezTo>
                    <a:cubicBezTo>
                      <a:pt x="137" y="122"/>
                      <a:pt x="137" y="122"/>
                      <a:pt x="137" y="121"/>
                    </a:cubicBezTo>
                    <a:cubicBezTo>
                      <a:pt x="137" y="119"/>
                      <a:pt x="137" y="118"/>
                      <a:pt x="136" y="117"/>
                    </a:cubicBezTo>
                    <a:cubicBezTo>
                      <a:pt x="134" y="117"/>
                      <a:pt x="132" y="120"/>
                      <a:pt x="130" y="120"/>
                    </a:cubicBezTo>
                    <a:cubicBezTo>
                      <a:pt x="130" y="120"/>
                      <a:pt x="130" y="119"/>
                      <a:pt x="130" y="119"/>
                    </a:cubicBezTo>
                    <a:cubicBezTo>
                      <a:pt x="128" y="118"/>
                      <a:pt x="128" y="117"/>
                      <a:pt x="128" y="115"/>
                    </a:cubicBezTo>
                    <a:cubicBezTo>
                      <a:pt x="129" y="114"/>
                      <a:pt x="129" y="112"/>
                      <a:pt x="129" y="111"/>
                    </a:cubicBezTo>
                    <a:cubicBezTo>
                      <a:pt x="129" y="110"/>
                      <a:pt x="128" y="109"/>
                      <a:pt x="127" y="108"/>
                    </a:cubicBezTo>
                    <a:cubicBezTo>
                      <a:pt x="127" y="107"/>
                      <a:pt x="127" y="106"/>
                      <a:pt x="126" y="105"/>
                    </a:cubicBezTo>
                    <a:cubicBezTo>
                      <a:pt x="125" y="105"/>
                      <a:pt x="124" y="105"/>
                      <a:pt x="123" y="105"/>
                    </a:cubicBezTo>
                    <a:cubicBezTo>
                      <a:pt x="122" y="105"/>
                      <a:pt x="121" y="105"/>
                      <a:pt x="120" y="105"/>
                    </a:cubicBezTo>
                    <a:cubicBezTo>
                      <a:pt x="119" y="106"/>
                      <a:pt x="119" y="107"/>
                      <a:pt x="118" y="108"/>
                    </a:cubicBezTo>
                    <a:cubicBezTo>
                      <a:pt x="118" y="109"/>
                      <a:pt x="117" y="111"/>
                      <a:pt x="117" y="111"/>
                    </a:cubicBezTo>
                    <a:cubicBezTo>
                      <a:pt x="116" y="113"/>
                      <a:pt x="114" y="113"/>
                      <a:pt x="114" y="115"/>
                    </a:cubicBezTo>
                    <a:cubicBezTo>
                      <a:pt x="114" y="117"/>
                      <a:pt x="114" y="121"/>
                      <a:pt x="112" y="124"/>
                    </a:cubicBezTo>
                    <a:cubicBezTo>
                      <a:pt x="111" y="125"/>
                      <a:pt x="109" y="125"/>
                      <a:pt x="108" y="127"/>
                    </a:cubicBezTo>
                    <a:cubicBezTo>
                      <a:pt x="106" y="130"/>
                      <a:pt x="106" y="136"/>
                      <a:pt x="102" y="135"/>
                    </a:cubicBezTo>
                    <a:cubicBezTo>
                      <a:pt x="101" y="133"/>
                      <a:pt x="101" y="130"/>
                      <a:pt x="102" y="126"/>
                    </a:cubicBezTo>
                    <a:cubicBezTo>
                      <a:pt x="101" y="124"/>
                      <a:pt x="100" y="124"/>
                      <a:pt x="99" y="123"/>
                    </a:cubicBezTo>
                    <a:cubicBezTo>
                      <a:pt x="99" y="123"/>
                      <a:pt x="99" y="123"/>
                      <a:pt x="99" y="123"/>
                    </a:cubicBezTo>
                    <a:cubicBezTo>
                      <a:pt x="98" y="122"/>
                      <a:pt x="97" y="122"/>
                      <a:pt x="97" y="122"/>
                    </a:cubicBezTo>
                    <a:cubicBezTo>
                      <a:pt x="97" y="122"/>
                      <a:pt x="97" y="121"/>
                      <a:pt x="97" y="121"/>
                    </a:cubicBezTo>
                    <a:cubicBezTo>
                      <a:pt x="96" y="119"/>
                      <a:pt x="96" y="119"/>
                      <a:pt x="95" y="118"/>
                    </a:cubicBezTo>
                    <a:cubicBezTo>
                      <a:pt x="95" y="116"/>
                      <a:pt x="95" y="116"/>
                      <a:pt x="94" y="116"/>
                    </a:cubicBezTo>
                    <a:cubicBezTo>
                      <a:pt x="94" y="116"/>
                      <a:pt x="94" y="115"/>
                      <a:pt x="94" y="115"/>
                    </a:cubicBezTo>
                    <a:cubicBezTo>
                      <a:pt x="94" y="115"/>
                      <a:pt x="93" y="115"/>
                      <a:pt x="93" y="114"/>
                    </a:cubicBezTo>
                    <a:cubicBezTo>
                      <a:pt x="92" y="114"/>
                      <a:pt x="91" y="114"/>
                      <a:pt x="91" y="113"/>
                    </a:cubicBezTo>
                    <a:cubicBezTo>
                      <a:pt x="90" y="112"/>
                      <a:pt x="91" y="111"/>
                      <a:pt x="91" y="110"/>
                    </a:cubicBezTo>
                    <a:cubicBezTo>
                      <a:pt x="89" y="108"/>
                      <a:pt x="88" y="106"/>
                      <a:pt x="91" y="103"/>
                    </a:cubicBezTo>
                    <a:cubicBezTo>
                      <a:pt x="92" y="102"/>
                      <a:pt x="94" y="101"/>
                      <a:pt x="96" y="100"/>
                    </a:cubicBezTo>
                    <a:cubicBezTo>
                      <a:pt x="97" y="99"/>
                      <a:pt x="97" y="98"/>
                      <a:pt x="98" y="98"/>
                    </a:cubicBezTo>
                    <a:cubicBezTo>
                      <a:pt x="99" y="97"/>
                      <a:pt x="101" y="96"/>
                      <a:pt x="101" y="96"/>
                    </a:cubicBezTo>
                    <a:cubicBezTo>
                      <a:pt x="104" y="95"/>
                      <a:pt x="106" y="96"/>
                      <a:pt x="108" y="95"/>
                    </a:cubicBezTo>
                    <a:cubicBezTo>
                      <a:pt x="109" y="96"/>
                      <a:pt x="108" y="98"/>
                      <a:pt x="109" y="99"/>
                    </a:cubicBezTo>
                    <a:cubicBezTo>
                      <a:pt x="110" y="100"/>
                      <a:pt x="112" y="99"/>
                      <a:pt x="113" y="97"/>
                    </a:cubicBezTo>
                    <a:cubicBezTo>
                      <a:pt x="114" y="95"/>
                      <a:pt x="112" y="95"/>
                      <a:pt x="113" y="93"/>
                    </a:cubicBezTo>
                    <a:cubicBezTo>
                      <a:pt x="115" y="91"/>
                      <a:pt x="120" y="91"/>
                      <a:pt x="121" y="88"/>
                    </a:cubicBezTo>
                    <a:cubicBezTo>
                      <a:pt x="121" y="87"/>
                      <a:pt x="121" y="86"/>
                      <a:pt x="121" y="85"/>
                    </a:cubicBezTo>
                    <a:cubicBezTo>
                      <a:pt x="121" y="84"/>
                      <a:pt x="121" y="82"/>
                      <a:pt x="122" y="80"/>
                    </a:cubicBezTo>
                    <a:cubicBezTo>
                      <a:pt x="123" y="79"/>
                      <a:pt x="126" y="78"/>
                      <a:pt x="127" y="78"/>
                    </a:cubicBezTo>
                    <a:cubicBezTo>
                      <a:pt x="130" y="77"/>
                      <a:pt x="131" y="80"/>
                      <a:pt x="132" y="81"/>
                    </a:cubicBezTo>
                    <a:cubicBezTo>
                      <a:pt x="132" y="82"/>
                      <a:pt x="132" y="82"/>
                      <a:pt x="132" y="83"/>
                    </a:cubicBezTo>
                    <a:cubicBezTo>
                      <a:pt x="134" y="85"/>
                      <a:pt x="135" y="86"/>
                      <a:pt x="134" y="89"/>
                    </a:cubicBezTo>
                    <a:cubicBezTo>
                      <a:pt x="133" y="90"/>
                      <a:pt x="132" y="92"/>
                      <a:pt x="130" y="93"/>
                    </a:cubicBezTo>
                    <a:cubicBezTo>
                      <a:pt x="130" y="95"/>
                      <a:pt x="129" y="96"/>
                      <a:pt x="128" y="96"/>
                    </a:cubicBezTo>
                    <a:cubicBezTo>
                      <a:pt x="125" y="97"/>
                      <a:pt x="121" y="96"/>
                      <a:pt x="121" y="101"/>
                    </a:cubicBezTo>
                    <a:cubicBezTo>
                      <a:pt x="122" y="102"/>
                      <a:pt x="124" y="101"/>
                      <a:pt x="125" y="102"/>
                    </a:cubicBezTo>
                    <a:cubicBezTo>
                      <a:pt x="127" y="102"/>
                      <a:pt x="129" y="104"/>
                      <a:pt x="130" y="105"/>
                    </a:cubicBezTo>
                    <a:cubicBezTo>
                      <a:pt x="130" y="106"/>
                      <a:pt x="130" y="106"/>
                      <a:pt x="131" y="107"/>
                    </a:cubicBezTo>
                    <a:cubicBezTo>
                      <a:pt x="132" y="107"/>
                      <a:pt x="133" y="108"/>
                      <a:pt x="134" y="108"/>
                    </a:cubicBezTo>
                    <a:cubicBezTo>
                      <a:pt x="135" y="109"/>
                      <a:pt x="136" y="110"/>
                      <a:pt x="137" y="109"/>
                    </a:cubicBezTo>
                    <a:cubicBezTo>
                      <a:pt x="138" y="106"/>
                      <a:pt x="133" y="106"/>
                      <a:pt x="135" y="103"/>
                    </a:cubicBezTo>
                    <a:cubicBezTo>
                      <a:pt x="137" y="102"/>
                      <a:pt x="139" y="107"/>
                      <a:pt x="141" y="104"/>
                    </a:cubicBezTo>
                    <a:cubicBezTo>
                      <a:pt x="142" y="101"/>
                      <a:pt x="138" y="100"/>
                      <a:pt x="140" y="97"/>
                    </a:cubicBezTo>
                    <a:cubicBezTo>
                      <a:pt x="140" y="97"/>
                      <a:pt x="140" y="96"/>
                      <a:pt x="141" y="96"/>
                    </a:cubicBezTo>
                    <a:cubicBezTo>
                      <a:pt x="142" y="97"/>
                      <a:pt x="142" y="98"/>
                      <a:pt x="142" y="98"/>
                    </a:cubicBezTo>
                    <a:cubicBezTo>
                      <a:pt x="142" y="98"/>
                      <a:pt x="143" y="98"/>
                      <a:pt x="143" y="99"/>
                    </a:cubicBezTo>
                    <a:cubicBezTo>
                      <a:pt x="143" y="99"/>
                      <a:pt x="143" y="101"/>
                      <a:pt x="144" y="101"/>
                    </a:cubicBezTo>
                    <a:cubicBezTo>
                      <a:pt x="145" y="101"/>
                      <a:pt x="146" y="100"/>
                      <a:pt x="147" y="99"/>
                    </a:cubicBezTo>
                    <a:cubicBezTo>
                      <a:pt x="148" y="98"/>
                      <a:pt x="149" y="97"/>
                      <a:pt x="149" y="96"/>
                    </a:cubicBezTo>
                    <a:cubicBezTo>
                      <a:pt x="149" y="95"/>
                      <a:pt x="149" y="95"/>
                      <a:pt x="149" y="95"/>
                    </a:cubicBezTo>
                    <a:cubicBezTo>
                      <a:pt x="149" y="95"/>
                      <a:pt x="149" y="94"/>
                      <a:pt x="149" y="94"/>
                    </a:cubicBezTo>
                    <a:cubicBezTo>
                      <a:pt x="149" y="92"/>
                      <a:pt x="146" y="90"/>
                      <a:pt x="146" y="88"/>
                    </a:cubicBezTo>
                    <a:cubicBezTo>
                      <a:pt x="145" y="88"/>
                      <a:pt x="144" y="87"/>
                      <a:pt x="144" y="86"/>
                    </a:cubicBezTo>
                    <a:cubicBezTo>
                      <a:pt x="144" y="84"/>
                      <a:pt x="145" y="83"/>
                      <a:pt x="145" y="82"/>
                    </a:cubicBezTo>
                    <a:cubicBezTo>
                      <a:pt x="144" y="79"/>
                      <a:pt x="141" y="79"/>
                      <a:pt x="141" y="76"/>
                    </a:cubicBezTo>
                    <a:cubicBezTo>
                      <a:pt x="141" y="74"/>
                      <a:pt x="142" y="73"/>
                      <a:pt x="141" y="72"/>
                    </a:cubicBezTo>
                    <a:cubicBezTo>
                      <a:pt x="140" y="71"/>
                      <a:pt x="138" y="71"/>
                      <a:pt x="137" y="70"/>
                    </a:cubicBezTo>
                    <a:cubicBezTo>
                      <a:pt x="137" y="69"/>
                      <a:pt x="137" y="68"/>
                      <a:pt x="137" y="66"/>
                    </a:cubicBezTo>
                    <a:cubicBezTo>
                      <a:pt x="136" y="66"/>
                      <a:pt x="135" y="66"/>
                      <a:pt x="133" y="66"/>
                    </a:cubicBezTo>
                    <a:cubicBezTo>
                      <a:pt x="133" y="66"/>
                      <a:pt x="132" y="66"/>
                      <a:pt x="131" y="66"/>
                    </a:cubicBezTo>
                    <a:cubicBezTo>
                      <a:pt x="130" y="66"/>
                      <a:pt x="130" y="65"/>
                      <a:pt x="129" y="65"/>
                    </a:cubicBezTo>
                    <a:cubicBezTo>
                      <a:pt x="127" y="65"/>
                      <a:pt x="124" y="64"/>
                      <a:pt x="123" y="64"/>
                    </a:cubicBezTo>
                    <a:cubicBezTo>
                      <a:pt x="122" y="64"/>
                      <a:pt x="121" y="65"/>
                      <a:pt x="120" y="65"/>
                    </a:cubicBezTo>
                    <a:cubicBezTo>
                      <a:pt x="119" y="66"/>
                      <a:pt x="117" y="68"/>
                      <a:pt x="116" y="70"/>
                    </a:cubicBezTo>
                    <a:cubicBezTo>
                      <a:pt x="116" y="71"/>
                      <a:pt x="116" y="72"/>
                      <a:pt x="116" y="73"/>
                    </a:cubicBezTo>
                    <a:cubicBezTo>
                      <a:pt x="117" y="74"/>
                      <a:pt x="117" y="76"/>
                      <a:pt x="117" y="78"/>
                    </a:cubicBezTo>
                    <a:cubicBezTo>
                      <a:pt x="117" y="79"/>
                      <a:pt x="119" y="79"/>
                      <a:pt x="118" y="81"/>
                    </a:cubicBezTo>
                    <a:cubicBezTo>
                      <a:pt x="117" y="82"/>
                      <a:pt x="117" y="83"/>
                      <a:pt x="116" y="83"/>
                    </a:cubicBezTo>
                    <a:cubicBezTo>
                      <a:pt x="115" y="85"/>
                      <a:pt x="114" y="87"/>
                      <a:pt x="112" y="87"/>
                    </a:cubicBezTo>
                    <a:cubicBezTo>
                      <a:pt x="111" y="87"/>
                      <a:pt x="111" y="86"/>
                      <a:pt x="111" y="85"/>
                    </a:cubicBezTo>
                    <a:cubicBezTo>
                      <a:pt x="110" y="85"/>
                      <a:pt x="109" y="85"/>
                      <a:pt x="109" y="84"/>
                    </a:cubicBezTo>
                    <a:cubicBezTo>
                      <a:pt x="109" y="83"/>
                      <a:pt x="109" y="82"/>
                      <a:pt x="108" y="80"/>
                    </a:cubicBezTo>
                    <a:cubicBezTo>
                      <a:pt x="109" y="79"/>
                      <a:pt x="108" y="78"/>
                      <a:pt x="108" y="76"/>
                    </a:cubicBezTo>
                    <a:cubicBezTo>
                      <a:pt x="109" y="75"/>
                      <a:pt x="110" y="75"/>
                      <a:pt x="111" y="74"/>
                    </a:cubicBezTo>
                    <a:cubicBezTo>
                      <a:pt x="111" y="71"/>
                      <a:pt x="108" y="71"/>
                      <a:pt x="109" y="68"/>
                    </a:cubicBezTo>
                    <a:cubicBezTo>
                      <a:pt x="110" y="67"/>
                      <a:pt x="111" y="67"/>
                      <a:pt x="112" y="66"/>
                    </a:cubicBezTo>
                    <a:cubicBezTo>
                      <a:pt x="113" y="66"/>
                      <a:pt x="114" y="66"/>
                      <a:pt x="116" y="65"/>
                    </a:cubicBezTo>
                    <a:cubicBezTo>
                      <a:pt x="116" y="65"/>
                      <a:pt x="116" y="65"/>
                      <a:pt x="116" y="65"/>
                    </a:cubicBezTo>
                    <a:cubicBezTo>
                      <a:pt x="116" y="65"/>
                      <a:pt x="117" y="65"/>
                      <a:pt x="117" y="65"/>
                    </a:cubicBezTo>
                    <a:cubicBezTo>
                      <a:pt x="117" y="64"/>
                      <a:pt x="117" y="64"/>
                      <a:pt x="117" y="64"/>
                    </a:cubicBezTo>
                    <a:cubicBezTo>
                      <a:pt x="117" y="64"/>
                      <a:pt x="117" y="64"/>
                      <a:pt x="117" y="64"/>
                    </a:cubicBezTo>
                    <a:cubicBezTo>
                      <a:pt x="119" y="62"/>
                      <a:pt x="120" y="58"/>
                      <a:pt x="121" y="57"/>
                    </a:cubicBezTo>
                    <a:cubicBezTo>
                      <a:pt x="123" y="57"/>
                      <a:pt x="125" y="57"/>
                      <a:pt x="127" y="57"/>
                    </a:cubicBezTo>
                    <a:cubicBezTo>
                      <a:pt x="129" y="57"/>
                      <a:pt x="133" y="56"/>
                      <a:pt x="134" y="56"/>
                    </a:cubicBezTo>
                    <a:cubicBezTo>
                      <a:pt x="135" y="55"/>
                      <a:pt x="137" y="53"/>
                      <a:pt x="137" y="52"/>
                    </a:cubicBezTo>
                    <a:cubicBezTo>
                      <a:pt x="138" y="51"/>
                      <a:pt x="140" y="50"/>
                      <a:pt x="140" y="49"/>
                    </a:cubicBezTo>
                    <a:cubicBezTo>
                      <a:pt x="141" y="49"/>
                      <a:pt x="141" y="49"/>
                      <a:pt x="141" y="48"/>
                    </a:cubicBezTo>
                    <a:cubicBezTo>
                      <a:pt x="142" y="47"/>
                      <a:pt x="144" y="45"/>
                      <a:pt x="145" y="44"/>
                    </a:cubicBezTo>
                    <a:cubicBezTo>
                      <a:pt x="146" y="44"/>
                      <a:pt x="147" y="43"/>
                      <a:pt x="147" y="43"/>
                    </a:cubicBezTo>
                    <a:cubicBezTo>
                      <a:pt x="149" y="42"/>
                      <a:pt x="150" y="40"/>
                      <a:pt x="151" y="38"/>
                    </a:cubicBezTo>
                    <a:cubicBezTo>
                      <a:pt x="151" y="38"/>
                      <a:pt x="152" y="38"/>
                      <a:pt x="152" y="38"/>
                    </a:cubicBezTo>
                    <a:cubicBezTo>
                      <a:pt x="155" y="36"/>
                      <a:pt x="157" y="35"/>
                      <a:pt x="159" y="34"/>
                    </a:cubicBezTo>
                    <a:cubicBezTo>
                      <a:pt x="160" y="33"/>
                      <a:pt x="161" y="33"/>
                      <a:pt x="162" y="32"/>
                    </a:cubicBezTo>
                    <a:cubicBezTo>
                      <a:pt x="163" y="32"/>
                      <a:pt x="164" y="31"/>
                      <a:pt x="165" y="31"/>
                    </a:cubicBezTo>
                    <a:cubicBezTo>
                      <a:pt x="166" y="30"/>
                      <a:pt x="167" y="30"/>
                      <a:pt x="167" y="30"/>
                    </a:cubicBezTo>
                    <a:cubicBezTo>
                      <a:pt x="168" y="30"/>
                      <a:pt x="168" y="29"/>
                      <a:pt x="168" y="29"/>
                    </a:cubicBezTo>
                    <a:cubicBezTo>
                      <a:pt x="169" y="29"/>
                      <a:pt x="169" y="29"/>
                      <a:pt x="169" y="29"/>
                    </a:cubicBezTo>
                    <a:cubicBezTo>
                      <a:pt x="169" y="29"/>
                      <a:pt x="170" y="29"/>
                      <a:pt x="170" y="28"/>
                    </a:cubicBezTo>
                    <a:cubicBezTo>
                      <a:pt x="171" y="28"/>
                      <a:pt x="172" y="27"/>
                      <a:pt x="172" y="26"/>
                    </a:cubicBezTo>
                    <a:cubicBezTo>
                      <a:pt x="172" y="25"/>
                      <a:pt x="171" y="24"/>
                      <a:pt x="170" y="24"/>
                    </a:cubicBezTo>
                    <a:cubicBezTo>
                      <a:pt x="169" y="23"/>
                      <a:pt x="168" y="24"/>
                      <a:pt x="167" y="24"/>
                    </a:cubicBezTo>
                    <a:cubicBezTo>
                      <a:pt x="165" y="24"/>
                      <a:pt x="162" y="23"/>
                      <a:pt x="160" y="23"/>
                    </a:cubicBezTo>
                    <a:cubicBezTo>
                      <a:pt x="158" y="23"/>
                      <a:pt x="157" y="24"/>
                      <a:pt x="156" y="24"/>
                    </a:cubicBezTo>
                    <a:cubicBezTo>
                      <a:pt x="154" y="24"/>
                      <a:pt x="154" y="23"/>
                      <a:pt x="153" y="23"/>
                    </a:cubicBezTo>
                    <a:cubicBezTo>
                      <a:pt x="152" y="23"/>
                      <a:pt x="151" y="24"/>
                      <a:pt x="150" y="24"/>
                    </a:cubicBezTo>
                    <a:cubicBezTo>
                      <a:pt x="146" y="25"/>
                      <a:pt x="144" y="26"/>
                      <a:pt x="141" y="27"/>
                    </a:cubicBezTo>
                    <a:cubicBezTo>
                      <a:pt x="141" y="26"/>
                      <a:pt x="141" y="26"/>
                      <a:pt x="140" y="26"/>
                    </a:cubicBezTo>
                    <a:cubicBezTo>
                      <a:pt x="161" y="19"/>
                      <a:pt x="182" y="15"/>
                      <a:pt x="205" y="15"/>
                    </a:cubicBezTo>
                    <a:cubicBezTo>
                      <a:pt x="245" y="15"/>
                      <a:pt x="281" y="27"/>
                      <a:pt x="312" y="47"/>
                    </a:cubicBezTo>
                    <a:cubicBezTo>
                      <a:pt x="310" y="48"/>
                      <a:pt x="310" y="49"/>
                      <a:pt x="309" y="50"/>
                    </a:cubicBezTo>
                    <a:cubicBezTo>
                      <a:pt x="308" y="51"/>
                      <a:pt x="307" y="52"/>
                      <a:pt x="307" y="52"/>
                    </a:cubicBezTo>
                    <a:cubicBezTo>
                      <a:pt x="306" y="53"/>
                      <a:pt x="307" y="53"/>
                      <a:pt x="306" y="54"/>
                    </a:cubicBezTo>
                    <a:cubicBezTo>
                      <a:pt x="306" y="56"/>
                      <a:pt x="304" y="58"/>
                      <a:pt x="304" y="59"/>
                    </a:cubicBezTo>
                    <a:cubicBezTo>
                      <a:pt x="304" y="59"/>
                      <a:pt x="305" y="60"/>
                      <a:pt x="304" y="60"/>
                    </a:cubicBezTo>
                    <a:cubicBezTo>
                      <a:pt x="306" y="62"/>
                      <a:pt x="308" y="64"/>
                      <a:pt x="309" y="65"/>
                    </a:cubicBezTo>
                    <a:cubicBezTo>
                      <a:pt x="311" y="66"/>
                      <a:pt x="314" y="66"/>
                      <a:pt x="315" y="65"/>
                    </a:cubicBezTo>
                    <a:cubicBezTo>
                      <a:pt x="314" y="62"/>
                      <a:pt x="313" y="63"/>
                      <a:pt x="312" y="61"/>
                    </a:cubicBezTo>
                    <a:cubicBezTo>
                      <a:pt x="312" y="59"/>
                      <a:pt x="312" y="56"/>
                      <a:pt x="312" y="55"/>
                    </a:cubicBezTo>
                    <a:cubicBezTo>
                      <a:pt x="312" y="55"/>
                      <a:pt x="313" y="54"/>
                      <a:pt x="314" y="53"/>
                    </a:cubicBezTo>
                    <a:cubicBezTo>
                      <a:pt x="314" y="52"/>
                      <a:pt x="315" y="51"/>
                      <a:pt x="316" y="50"/>
                    </a:cubicBezTo>
                    <a:cubicBezTo>
                      <a:pt x="321" y="54"/>
                      <a:pt x="326" y="58"/>
                      <a:pt x="331" y="62"/>
                    </a:cubicBezTo>
                    <a:cubicBezTo>
                      <a:pt x="330" y="63"/>
                      <a:pt x="330" y="63"/>
                      <a:pt x="330" y="64"/>
                    </a:cubicBezTo>
                    <a:cubicBezTo>
                      <a:pt x="329" y="66"/>
                      <a:pt x="330" y="68"/>
                      <a:pt x="330" y="69"/>
                    </a:cubicBezTo>
                    <a:cubicBezTo>
                      <a:pt x="330" y="70"/>
                      <a:pt x="331" y="71"/>
                      <a:pt x="331" y="72"/>
                    </a:cubicBezTo>
                    <a:cubicBezTo>
                      <a:pt x="330" y="71"/>
                      <a:pt x="330" y="71"/>
                      <a:pt x="329" y="71"/>
                    </a:cubicBezTo>
                    <a:cubicBezTo>
                      <a:pt x="329" y="70"/>
                      <a:pt x="329" y="70"/>
                      <a:pt x="328" y="69"/>
                    </a:cubicBezTo>
                    <a:cubicBezTo>
                      <a:pt x="328" y="69"/>
                      <a:pt x="327" y="69"/>
                      <a:pt x="327" y="69"/>
                    </a:cubicBezTo>
                    <a:cubicBezTo>
                      <a:pt x="325" y="68"/>
                      <a:pt x="324" y="68"/>
                      <a:pt x="322" y="68"/>
                    </a:cubicBezTo>
                    <a:cubicBezTo>
                      <a:pt x="321" y="68"/>
                      <a:pt x="319" y="66"/>
                      <a:pt x="318" y="67"/>
                    </a:cubicBezTo>
                    <a:cubicBezTo>
                      <a:pt x="318" y="70"/>
                      <a:pt x="320" y="69"/>
                      <a:pt x="320" y="71"/>
                    </a:cubicBezTo>
                    <a:cubicBezTo>
                      <a:pt x="319" y="73"/>
                      <a:pt x="318" y="72"/>
                      <a:pt x="316" y="72"/>
                    </a:cubicBezTo>
                    <a:cubicBezTo>
                      <a:pt x="315" y="72"/>
                      <a:pt x="313" y="72"/>
                      <a:pt x="311" y="72"/>
                    </a:cubicBezTo>
                    <a:cubicBezTo>
                      <a:pt x="310" y="72"/>
                      <a:pt x="309" y="73"/>
                      <a:pt x="308" y="73"/>
                    </a:cubicBezTo>
                    <a:cubicBezTo>
                      <a:pt x="308" y="74"/>
                      <a:pt x="307" y="74"/>
                      <a:pt x="306" y="74"/>
                    </a:cubicBezTo>
                    <a:cubicBezTo>
                      <a:pt x="305" y="74"/>
                      <a:pt x="305" y="75"/>
                      <a:pt x="304" y="75"/>
                    </a:cubicBezTo>
                    <a:cubicBezTo>
                      <a:pt x="304" y="75"/>
                      <a:pt x="303" y="75"/>
                      <a:pt x="303" y="75"/>
                    </a:cubicBezTo>
                    <a:cubicBezTo>
                      <a:pt x="303" y="76"/>
                      <a:pt x="303" y="76"/>
                      <a:pt x="303" y="76"/>
                    </a:cubicBezTo>
                    <a:cubicBezTo>
                      <a:pt x="303" y="76"/>
                      <a:pt x="302" y="76"/>
                      <a:pt x="302" y="76"/>
                    </a:cubicBezTo>
                    <a:cubicBezTo>
                      <a:pt x="301" y="77"/>
                      <a:pt x="301" y="79"/>
                      <a:pt x="298" y="79"/>
                    </a:cubicBezTo>
                    <a:cubicBezTo>
                      <a:pt x="297" y="78"/>
                      <a:pt x="298" y="75"/>
                      <a:pt x="295" y="75"/>
                    </a:cubicBezTo>
                    <a:cubicBezTo>
                      <a:pt x="293" y="75"/>
                      <a:pt x="295" y="79"/>
                      <a:pt x="293" y="79"/>
                    </a:cubicBezTo>
                    <a:cubicBezTo>
                      <a:pt x="292" y="80"/>
                      <a:pt x="291" y="79"/>
                      <a:pt x="290" y="80"/>
                    </a:cubicBezTo>
                    <a:cubicBezTo>
                      <a:pt x="290" y="80"/>
                      <a:pt x="288" y="82"/>
                      <a:pt x="288" y="82"/>
                    </a:cubicBezTo>
                    <a:cubicBezTo>
                      <a:pt x="288" y="83"/>
                      <a:pt x="288" y="83"/>
                      <a:pt x="287" y="84"/>
                    </a:cubicBezTo>
                    <a:cubicBezTo>
                      <a:pt x="287" y="84"/>
                      <a:pt x="287" y="84"/>
                      <a:pt x="286" y="85"/>
                    </a:cubicBezTo>
                    <a:cubicBezTo>
                      <a:pt x="286" y="86"/>
                      <a:pt x="285" y="88"/>
                      <a:pt x="284" y="88"/>
                    </a:cubicBezTo>
                    <a:cubicBezTo>
                      <a:pt x="283" y="88"/>
                      <a:pt x="279" y="85"/>
                      <a:pt x="280" y="82"/>
                    </a:cubicBezTo>
                    <a:cubicBezTo>
                      <a:pt x="280" y="81"/>
                      <a:pt x="279" y="81"/>
                      <a:pt x="279" y="80"/>
                    </a:cubicBezTo>
                    <a:cubicBezTo>
                      <a:pt x="278" y="80"/>
                      <a:pt x="277" y="80"/>
                      <a:pt x="277" y="78"/>
                    </a:cubicBezTo>
                    <a:cubicBezTo>
                      <a:pt x="279" y="78"/>
                      <a:pt x="281" y="80"/>
                      <a:pt x="283" y="80"/>
                    </a:cubicBezTo>
                    <a:cubicBezTo>
                      <a:pt x="286" y="80"/>
                      <a:pt x="289" y="79"/>
                      <a:pt x="289" y="77"/>
                    </a:cubicBezTo>
                    <a:cubicBezTo>
                      <a:pt x="289" y="76"/>
                      <a:pt x="288" y="74"/>
                      <a:pt x="287" y="73"/>
                    </a:cubicBezTo>
                    <a:cubicBezTo>
                      <a:pt x="287" y="73"/>
                      <a:pt x="286" y="73"/>
                      <a:pt x="286" y="73"/>
                    </a:cubicBezTo>
                    <a:cubicBezTo>
                      <a:pt x="286" y="73"/>
                      <a:pt x="286" y="73"/>
                      <a:pt x="286" y="72"/>
                    </a:cubicBezTo>
                    <a:cubicBezTo>
                      <a:pt x="284" y="71"/>
                      <a:pt x="281" y="70"/>
                      <a:pt x="279" y="69"/>
                    </a:cubicBezTo>
                    <a:cubicBezTo>
                      <a:pt x="279" y="69"/>
                      <a:pt x="279" y="69"/>
                      <a:pt x="278" y="68"/>
                    </a:cubicBezTo>
                    <a:cubicBezTo>
                      <a:pt x="277" y="68"/>
                      <a:pt x="276" y="68"/>
                      <a:pt x="276" y="68"/>
                    </a:cubicBezTo>
                    <a:cubicBezTo>
                      <a:pt x="275" y="68"/>
                      <a:pt x="275" y="67"/>
                      <a:pt x="275" y="67"/>
                    </a:cubicBezTo>
                    <a:cubicBezTo>
                      <a:pt x="275" y="67"/>
                      <a:pt x="274" y="67"/>
                      <a:pt x="274" y="66"/>
                    </a:cubicBezTo>
                    <a:cubicBezTo>
                      <a:pt x="273" y="66"/>
                      <a:pt x="273" y="66"/>
                      <a:pt x="273" y="66"/>
                    </a:cubicBezTo>
                    <a:cubicBezTo>
                      <a:pt x="273" y="66"/>
                      <a:pt x="273" y="66"/>
                      <a:pt x="272" y="65"/>
                    </a:cubicBezTo>
                    <a:cubicBezTo>
                      <a:pt x="272" y="65"/>
                      <a:pt x="272" y="65"/>
                      <a:pt x="272" y="64"/>
                    </a:cubicBezTo>
                    <a:cubicBezTo>
                      <a:pt x="270" y="63"/>
                      <a:pt x="269" y="61"/>
                      <a:pt x="268" y="61"/>
                    </a:cubicBezTo>
                    <a:cubicBezTo>
                      <a:pt x="264" y="61"/>
                      <a:pt x="259" y="61"/>
                      <a:pt x="257" y="62"/>
                    </a:cubicBezTo>
                    <a:cubicBezTo>
                      <a:pt x="256" y="63"/>
                      <a:pt x="254" y="63"/>
                      <a:pt x="253" y="63"/>
                    </a:cubicBezTo>
                    <a:cubicBezTo>
                      <a:pt x="251" y="64"/>
                      <a:pt x="250" y="67"/>
                      <a:pt x="248" y="68"/>
                    </a:cubicBezTo>
                    <a:cubicBezTo>
                      <a:pt x="246" y="70"/>
                      <a:pt x="244" y="70"/>
                      <a:pt x="243" y="73"/>
                    </a:cubicBezTo>
                    <a:cubicBezTo>
                      <a:pt x="244" y="74"/>
                      <a:pt x="247" y="73"/>
                      <a:pt x="247" y="75"/>
                    </a:cubicBezTo>
                    <a:cubicBezTo>
                      <a:pt x="244" y="79"/>
                      <a:pt x="241" y="82"/>
                      <a:pt x="238" y="85"/>
                    </a:cubicBezTo>
                    <a:cubicBezTo>
                      <a:pt x="235" y="86"/>
                      <a:pt x="233" y="89"/>
                      <a:pt x="231" y="91"/>
                    </a:cubicBezTo>
                    <a:cubicBezTo>
                      <a:pt x="230" y="92"/>
                      <a:pt x="229" y="92"/>
                      <a:pt x="228" y="93"/>
                    </a:cubicBezTo>
                    <a:cubicBezTo>
                      <a:pt x="227" y="99"/>
                      <a:pt x="228" y="104"/>
                      <a:pt x="231" y="106"/>
                    </a:cubicBezTo>
                    <a:cubicBezTo>
                      <a:pt x="231" y="106"/>
                      <a:pt x="232" y="106"/>
                      <a:pt x="232" y="106"/>
                    </a:cubicBezTo>
                    <a:cubicBezTo>
                      <a:pt x="233" y="106"/>
                      <a:pt x="233" y="105"/>
                      <a:pt x="234" y="105"/>
                    </a:cubicBezTo>
                    <a:cubicBezTo>
                      <a:pt x="235" y="105"/>
                      <a:pt x="235" y="105"/>
                      <a:pt x="236" y="105"/>
                    </a:cubicBezTo>
                    <a:cubicBezTo>
                      <a:pt x="236" y="105"/>
                      <a:pt x="236" y="104"/>
                      <a:pt x="237" y="104"/>
                    </a:cubicBezTo>
                    <a:cubicBezTo>
                      <a:pt x="237" y="104"/>
                      <a:pt x="238" y="104"/>
                      <a:pt x="238" y="104"/>
                    </a:cubicBezTo>
                    <a:cubicBezTo>
                      <a:pt x="239" y="104"/>
                      <a:pt x="239" y="106"/>
                      <a:pt x="239" y="106"/>
                    </a:cubicBezTo>
                    <a:cubicBezTo>
                      <a:pt x="240" y="107"/>
                      <a:pt x="240" y="108"/>
                      <a:pt x="240" y="109"/>
                    </a:cubicBezTo>
                    <a:cubicBezTo>
                      <a:pt x="241" y="110"/>
                      <a:pt x="242" y="112"/>
                      <a:pt x="243" y="113"/>
                    </a:cubicBezTo>
                    <a:cubicBezTo>
                      <a:pt x="244" y="113"/>
                      <a:pt x="245" y="112"/>
                      <a:pt x="246" y="111"/>
                    </a:cubicBezTo>
                    <a:cubicBezTo>
                      <a:pt x="247" y="111"/>
                      <a:pt x="248" y="112"/>
                      <a:pt x="248" y="111"/>
                    </a:cubicBezTo>
                    <a:cubicBezTo>
                      <a:pt x="249" y="109"/>
                      <a:pt x="248" y="107"/>
                      <a:pt x="249" y="105"/>
                    </a:cubicBezTo>
                    <a:cubicBezTo>
                      <a:pt x="249" y="103"/>
                      <a:pt x="251" y="104"/>
                      <a:pt x="252" y="102"/>
                    </a:cubicBezTo>
                    <a:cubicBezTo>
                      <a:pt x="250" y="100"/>
                      <a:pt x="249" y="100"/>
                      <a:pt x="249" y="98"/>
                    </a:cubicBezTo>
                    <a:cubicBezTo>
                      <a:pt x="249" y="97"/>
                      <a:pt x="249" y="96"/>
                      <a:pt x="249" y="94"/>
                    </a:cubicBezTo>
                    <a:cubicBezTo>
                      <a:pt x="250" y="91"/>
                      <a:pt x="251" y="89"/>
                      <a:pt x="253" y="88"/>
                    </a:cubicBezTo>
                    <a:cubicBezTo>
                      <a:pt x="255" y="87"/>
                      <a:pt x="255" y="87"/>
                      <a:pt x="256" y="86"/>
                    </a:cubicBezTo>
                    <a:cubicBezTo>
                      <a:pt x="256" y="85"/>
                      <a:pt x="256" y="83"/>
                      <a:pt x="257" y="82"/>
                    </a:cubicBezTo>
                    <a:cubicBezTo>
                      <a:pt x="257" y="82"/>
                      <a:pt x="257" y="82"/>
                      <a:pt x="257" y="82"/>
                    </a:cubicBezTo>
                    <a:cubicBezTo>
                      <a:pt x="258" y="80"/>
                      <a:pt x="262" y="79"/>
                      <a:pt x="262" y="82"/>
                    </a:cubicBezTo>
                    <a:cubicBezTo>
                      <a:pt x="262" y="83"/>
                      <a:pt x="262" y="83"/>
                      <a:pt x="261" y="84"/>
                    </a:cubicBezTo>
                    <a:cubicBezTo>
                      <a:pt x="260" y="87"/>
                      <a:pt x="258" y="89"/>
                      <a:pt x="257" y="91"/>
                    </a:cubicBezTo>
                    <a:cubicBezTo>
                      <a:pt x="257" y="92"/>
                      <a:pt x="257" y="94"/>
                      <a:pt x="257" y="96"/>
                    </a:cubicBezTo>
                    <a:cubicBezTo>
                      <a:pt x="259" y="97"/>
                      <a:pt x="259" y="100"/>
                      <a:pt x="261" y="100"/>
                    </a:cubicBezTo>
                    <a:cubicBezTo>
                      <a:pt x="262" y="100"/>
                      <a:pt x="263" y="99"/>
                      <a:pt x="265" y="98"/>
                    </a:cubicBezTo>
                    <a:cubicBezTo>
                      <a:pt x="265" y="98"/>
                      <a:pt x="266" y="98"/>
                      <a:pt x="267" y="98"/>
                    </a:cubicBezTo>
                    <a:cubicBezTo>
                      <a:pt x="267" y="98"/>
                      <a:pt x="267" y="97"/>
                      <a:pt x="267" y="97"/>
                    </a:cubicBezTo>
                    <a:cubicBezTo>
                      <a:pt x="268" y="97"/>
                      <a:pt x="268" y="97"/>
                      <a:pt x="268" y="97"/>
                    </a:cubicBezTo>
                    <a:cubicBezTo>
                      <a:pt x="270" y="96"/>
                      <a:pt x="270" y="96"/>
                      <a:pt x="271" y="95"/>
                    </a:cubicBezTo>
                    <a:cubicBezTo>
                      <a:pt x="273" y="95"/>
                      <a:pt x="273" y="95"/>
                      <a:pt x="274" y="96"/>
                    </a:cubicBezTo>
                    <a:cubicBezTo>
                      <a:pt x="274" y="96"/>
                      <a:pt x="275" y="96"/>
                      <a:pt x="275" y="97"/>
                    </a:cubicBezTo>
                    <a:cubicBezTo>
                      <a:pt x="274" y="99"/>
                      <a:pt x="273" y="99"/>
                      <a:pt x="271" y="100"/>
                    </a:cubicBezTo>
                    <a:cubicBezTo>
                      <a:pt x="271" y="100"/>
                      <a:pt x="271" y="101"/>
                      <a:pt x="270" y="101"/>
                    </a:cubicBezTo>
                    <a:cubicBezTo>
                      <a:pt x="270" y="101"/>
                      <a:pt x="269" y="101"/>
                      <a:pt x="269" y="101"/>
                    </a:cubicBezTo>
                    <a:cubicBezTo>
                      <a:pt x="268" y="101"/>
                      <a:pt x="267" y="102"/>
                      <a:pt x="266" y="102"/>
                    </a:cubicBezTo>
                    <a:cubicBezTo>
                      <a:pt x="265" y="102"/>
                      <a:pt x="265" y="103"/>
                      <a:pt x="264" y="103"/>
                    </a:cubicBezTo>
                    <a:cubicBezTo>
                      <a:pt x="263" y="104"/>
                      <a:pt x="261" y="103"/>
                      <a:pt x="261" y="104"/>
                    </a:cubicBezTo>
                    <a:cubicBezTo>
                      <a:pt x="261" y="105"/>
                      <a:pt x="262" y="107"/>
                      <a:pt x="260" y="108"/>
                    </a:cubicBezTo>
                    <a:cubicBezTo>
                      <a:pt x="259" y="109"/>
                      <a:pt x="259" y="108"/>
                      <a:pt x="257" y="108"/>
                    </a:cubicBezTo>
                    <a:cubicBezTo>
                      <a:pt x="256" y="109"/>
                      <a:pt x="256" y="111"/>
                      <a:pt x="255" y="112"/>
                    </a:cubicBezTo>
                    <a:cubicBezTo>
                      <a:pt x="255" y="113"/>
                      <a:pt x="253" y="115"/>
                      <a:pt x="252" y="116"/>
                    </a:cubicBezTo>
                    <a:cubicBezTo>
                      <a:pt x="251" y="117"/>
                      <a:pt x="249" y="117"/>
                      <a:pt x="247" y="118"/>
                    </a:cubicBezTo>
                    <a:cubicBezTo>
                      <a:pt x="247" y="118"/>
                      <a:pt x="246" y="118"/>
                      <a:pt x="246" y="119"/>
                    </a:cubicBezTo>
                    <a:cubicBezTo>
                      <a:pt x="245" y="119"/>
                      <a:pt x="244" y="118"/>
                      <a:pt x="243" y="119"/>
                    </a:cubicBezTo>
                    <a:cubicBezTo>
                      <a:pt x="242" y="119"/>
                      <a:pt x="241" y="119"/>
                      <a:pt x="240" y="119"/>
                    </a:cubicBezTo>
                    <a:cubicBezTo>
                      <a:pt x="239" y="120"/>
                      <a:pt x="237" y="120"/>
                      <a:pt x="235" y="120"/>
                    </a:cubicBezTo>
                    <a:cubicBezTo>
                      <a:pt x="234" y="120"/>
                      <a:pt x="234" y="120"/>
                      <a:pt x="232" y="121"/>
                    </a:cubicBezTo>
                    <a:cubicBezTo>
                      <a:pt x="231" y="121"/>
                      <a:pt x="229" y="121"/>
                      <a:pt x="228" y="121"/>
                    </a:cubicBezTo>
                    <a:cubicBezTo>
                      <a:pt x="228" y="122"/>
                      <a:pt x="227" y="123"/>
                      <a:pt x="227" y="123"/>
                    </a:cubicBezTo>
                    <a:cubicBezTo>
                      <a:pt x="226" y="124"/>
                      <a:pt x="226" y="125"/>
                      <a:pt x="226" y="125"/>
                    </a:cubicBezTo>
                    <a:cubicBezTo>
                      <a:pt x="225" y="126"/>
                      <a:pt x="224" y="127"/>
                      <a:pt x="223" y="127"/>
                    </a:cubicBezTo>
                    <a:cubicBezTo>
                      <a:pt x="221" y="129"/>
                      <a:pt x="219" y="130"/>
                      <a:pt x="218" y="132"/>
                    </a:cubicBezTo>
                    <a:cubicBezTo>
                      <a:pt x="217" y="132"/>
                      <a:pt x="215" y="133"/>
                      <a:pt x="214" y="134"/>
                    </a:cubicBezTo>
                    <a:cubicBezTo>
                      <a:pt x="213" y="133"/>
                      <a:pt x="210" y="134"/>
                      <a:pt x="210" y="135"/>
                    </a:cubicBezTo>
                    <a:cubicBezTo>
                      <a:pt x="210" y="137"/>
                      <a:pt x="212" y="137"/>
                      <a:pt x="214" y="139"/>
                    </a:cubicBezTo>
                    <a:cubicBezTo>
                      <a:pt x="214" y="140"/>
                      <a:pt x="214" y="141"/>
                      <a:pt x="215" y="141"/>
                    </a:cubicBezTo>
                    <a:cubicBezTo>
                      <a:pt x="216" y="142"/>
                      <a:pt x="216" y="143"/>
                      <a:pt x="216" y="143"/>
                    </a:cubicBezTo>
                    <a:cubicBezTo>
                      <a:pt x="217" y="145"/>
                      <a:pt x="217" y="148"/>
                      <a:pt x="214" y="149"/>
                    </a:cubicBezTo>
                    <a:cubicBezTo>
                      <a:pt x="211" y="148"/>
                      <a:pt x="205" y="148"/>
                      <a:pt x="202" y="149"/>
                    </a:cubicBezTo>
                    <a:cubicBezTo>
                      <a:pt x="202" y="149"/>
                      <a:pt x="202" y="149"/>
                      <a:pt x="201" y="150"/>
                    </a:cubicBezTo>
                    <a:cubicBezTo>
                      <a:pt x="201" y="152"/>
                      <a:pt x="202" y="154"/>
                      <a:pt x="202" y="157"/>
                    </a:cubicBezTo>
                    <a:cubicBezTo>
                      <a:pt x="202" y="158"/>
                      <a:pt x="201" y="159"/>
                      <a:pt x="201" y="160"/>
                    </a:cubicBezTo>
                    <a:cubicBezTo>
                      <a:pt x="201" y="162"/>
                      <a:pt x="201" y="164"/>
                      <a:pt x="202" y="166"/>
                    </a:cubicBezTo>
                    <a:cubicBezTo>
                      <a:pt x="203" y="166"/>
                      <a:pt x="204" y="166"/>
                      <a:pt x="205" y="166"/>
                    </a:cubicBezTo>
                    <a:cubicBezTo>
                      <a:pt x="206" y="166"/>
                      <a:pt x="207" y="168"/>
                      <a:pt x="208" y="168"/>
                    </a:cubicBezTo>
                    <a:cubicBezTo>
                      <a:pt x="209" y="167"/>
                      <a:pt x="210" y="166"/>
                      <a:pt x="213" y="167"/>
                    </a:cubicBezTo>
                    <a:cubicBezTo>
                      <a:pt x="213" y="166"/>
                      <a:pt x="214" y="166"/>
                      <a:pt x="214" y="165"/>
                    </a:cubicBezTo>
                    <a:cubicBezTo>
                      <a:pt x="215" y="165"/>
                      <a:pt x="215" y="165"/>
                      <a:pt x="215" y="165"/>
                    </a:cubicBezTo>
                    <a:cubicBezTo>
                      <a:pt x="216" y="164"/>
                      <a:pt x="217" y="164"/>
                      <a:pt x="217" y="163"/>
                    </a:cubicBezTo>
                    <a:cubicBezTo>
                      <a:pt x="218" y="163"/>
                      <a:pt x="218" y="162"/>
                      <a:pt x="218" y="162"/>
                    </a:cubicBezTo>
                    <a:cubicBezTo>
                      <a:pt x="218" y="161"/>
                      <a:pt x="218" y="160"/>
                      <a:pt x="219" y="158"/>
                    </a:cubicBezTo>
                    <a:cubicBezTo>
                      <a:pt x="220" y="157"/>
                      <a:pt x="220" y="156"/>
                      <a:pt x="221" y="155"/>
                    </a:cubicBezTo>
                    <a:cubicBezTo>
                      <a:pt x="222" y="155"/>
                      <a:pt x="222" y="154"/>
                      <a:pt x="223" y="154"/>
                    </a:cubicBezTo>
                    <a:cubicBezTo>
                      <a:pt x="223" y="154"/>
                      <a:pt x="223" y="153"/>
                      <a:pt x="224" y="153"/>
                    </a:cubicBezTo>
                    <a:cubicBezTo>
                      <a:pt x="224" y="151"/>
                      <a:pt x="225" y="149"/>
                      <a:pt x="226" y="149"/>
                    </a:cubicBezTo>
                    <a:cubicBezTo>
                      <a:pt x="227" y="149"/>
                      <a:pt x="228" y="150"/>
                      <a:pt x="229" y="150"/>
                    </a:cubicBezTo>
                    <a:cubicBezTo>
                      <a:pt x="231" y="149"/>
                      <a:pt x="232" y="147"/>
                      <a:pt x="235" y="147"/>
                    </a:cubicBezTo>
                    <a:cubicBezTo>
                      <a:pt x="236" y="148"/>
                      <a:pt x="237" y="149"/>
                      <a:pt x="238" y="150"/>
                    </a:cubicBezTo>
                    <a:cubicBezTo>
                      <a:pt x="238" y="153"/>
                      <a:pt x="239" y="154"/>
                      <a:pt x="241" y="155"/>
                    </a:cubicBezTo>
                    <a:cubicBezTo>
                      <a:pt x="244" y="157"/>
                      <a:pt x="246" y="158"/>
                      <a:pt x="247" y="161"/>
                    </a:cubicBezTo>
                    <a:cubicBezTo>
                      <a:pt x="246" y="162"/>
                      <a:pt x="246" y="162"/>
                      <a:pt x="245" y="163"/>
                    </a:cubicBezTo>
                    <a:cubicBezTo>
                      <a:pt x="245" y="164"/>
                      <a:pt x="244" y="163"/>
                      <a:pt x="244" y="164"/>
                    </a:cubicBezTo>
                    <a:cubicBezTo>
                      <a:pt x="244" y="165"/>
                      <a:pt x="244" y="166"/>
                      <a:pt x="245" y="166"/>
                    </a:cubicBezTo>
                    <a:cubicBezTo>
                      <a:pt x="246" y="166"/>
                      <a:pt x="246" y="165"/>
                      <a:pt x="247" y="164"/>
                    </a:cubicBezTo>
                    <a:cubicBezTo>
                      <a:pt x="247" y="163"/>
                      <a:pt x="248" y="163"/>
                      <a:pt x="249" y="162"/>
                    </a:cubicBezTo>
                    <a:cubicBezTo>
                      <a:pt x="249" y="161"/>
                      <a:pt x="249" y="160"/>
                      <a:pt x="249" y="159"/>
                    </a:cubicBezTo>
                    <a:cubicBezTo>
                      <a:pt x="249" y="158"/>
                      <a:pt x="251" y="159"/>
                      <a:pt x="251" y="158"/>
                    </a:cubicBezTo>
                    <a:cubicBezTo>
                      <a:pt x="250" y="156"/>
                      <a:pt x="248" y="155"/>
                      <a:pt x="246" y="154"/>
                    </a:cubicBezTo>
                    <a:cubicBezTo>
                      <a:pt x="246" y="154"/>
                      <a:pt x="246" y="153"/>
                      <a:pt x="246" y="153"/>
                    </a:cubicBezTo>
                    <a:cubicBezTo>
                      <a:pt x="246" y="153"/>
                      <a:pt x="246" y="153"/>
                      <a:pt x="245" y="153"/>
                    </a:cubicBezTo>
                    <a:cubicBezTo>
                      <a:pt x="244" y="152"/>
                      <a:pt x="244" y="152"/>
                      <a:pt x="243" y="150"/>
                    </a:cubicBezTo>
                    <a:cubicBezTo>
                      <a:pt x="242" y="149"/>
                      <a:pt x="239" y="147"/>
                      <a:pt x="241" y="144"/>
                    </a:cubicBezTo>
                    <a:cubicBezTo>
                      <a:pt x="244" y="144"/>
                      <a:pt x="245" y="148"/>
                      <a:pt x="248" y="149"/>
                    </a:cubicBezTo>
                    <a:cubicBezTo>
                      <a:pt x="249" y="150"/>
                      <a:pt x="249" y="150"/>
                      <a:pt x="250" y="151"/>
                    </a:cubicBezTo>
                    <a:cubicBezTo>
                      <a:pt x="252" y="152"/>
                      <a:pt x="253" y="153"/>
                      <a:pt x="253" y="154"/>
                    </a:cubicBezTo>
                    <a:cubicBezTo>
                      <a:pt x="254" y="155"/>
                      <a:pt x="253" y="156"/>
                      <a:pt x="253" y="157"/>
                    </a:cubicBezTo>
                    <a:cubicBezTo>
                      <a:pt x="254" y="159"/>
                      <a:pt x="255" y="160"/>
                      <a:pt x="255" y="161"/>
                    </a:cubicBezTo>
                    <a:cubicBezTo>
                      <a:pt x="256" y="163"/>
                      <a:pt x="256" y="166"/>
                      <a:pt x="259" y="167"/>
                    </a:cubicBezTo>
                    <a:cubicBezTo>
                      <a:pt x="261" y="166"/>
                      <a:pt x="263" y="166"/>
                      <a:pt x="263" y="164"/>
                    </a:cubicBezTo>
                    <a:cubicBezTo>
                      <a:pt x="264" y="162"/>
                      <a:pt x="261" y="161"/>
                      <a:pt x="261" y="159"/>
                    </a:cubicBezTo>
                    <a:cubicBezTo>
                      <a:pt x="261" y="158"/>
                      <a:pt x="263" y="156"/>
                      <a:pt x="264" y="157"/>
                    </a:cubicBezTo>
                    <a:cubicBezTo>
                      <a:pt x="266" y="157"/>
                      <a:pt x="266" y="158"/>
                      <a:pt x="267" y="159"/>
                    </a:cubicBezTo>
                    <a:cubicBezTo>
                      <a:pt x="268" y="161"/>
                      <a:pt x="267" y="164"/>
                      <a:pt x="268" y="165"/>
                    </a:cubicBezTo>
                    <a:cubicBezTo>
                      <a:pt x="269" y="165"/>
                      <a:pt x="269" y="166"/>
                      <a:pt x="269" y="166"/>
                    </a:cubicBezTo>
                    <a:cubicBezTo>
                      <a:pt x="270" y="166"/>
                      <a:pt x="270" y="167"/>
                      <a:pt x="270" y="167"/>
                    </a:cubicBezTo>
                    <a:cubicBezTo>
                      <a:pt x="271" y="167"/>
                      <a:pt x="271" y="168"/>
                      <a:pt x="272" y="168"/>
                    </a:cubicBezTo>
                    <a:cubicBezTo>
                      <a:pt x="273" y="169"/>
                      <a:pt x="274" y="168"/>
                      <a:pt x="276" y="167"/>
                    </a:cubicBezTo>
                    <a:cubicBezTo>
                      <a:pt x="277" y="168"/>
                      <a:pt x="278" y="169"/>
                      <a:pt x="279" y="169"/>
                    </a:cubicBezTo>
                    <a:cubicBezTo>
                      <a:pt x="281" y="169"/>
                      <a:pt x="282" y="167"/>
                      <a:pt x="283" y="168"/>
                    </a:cubicBezTo>
                    <a:cubicBezTo>
                      <a:pt x="284" y="168"/>
                      <a:pt x="283" y="169"/>
                      <a:pt x="283" y="170"/>
                    </a:cubicBezTo>
                    <a:cubicBezTo>
                      <a:pt x="284" y="174"/>
                      <a:pt x="283" y="176"/>
                      <a:pt x="282" y="179"/>
                    </a:cubicBezTo>
                    <a:cubicBezTo>
                      <a:pt x="281" y="180"/>
                      <a:pt x="281" y="181"/>
                      <a:pt x="280" y="181"/>
                    </a:cubicBezTo>
                    <a:cubicBezTo>
                      <a:pt x="278" y="181"/>
                      <a:pt x="277" y="181"/>
                      <a:pt x="275" y="181"/>
                    </a:cubicBezTo>
                    <a:cubicBezTo>
                      <a:pt x="275" y="181"/>
                      <a:pt x="274" y="181"/>
                      <a:pt x="273" y="181"/>
                    </a:cubicBezTo>
                    <a:cubicBezTo>
                      <a:pt x="271" y="182"/>
                      <a:pt x="269" y="181"/>
                      <a:pt x="268" y="181"/>
                    </a:cubicBezTo>
                    <a:cubicBezTo>
                      <a:pt x="268" y="181"/>
                      <a:pt x="267" y="180"/>
                      <a:pt x="267" y="180"/>
                    </a:cubicBezTo>
                    <a:cubicBezTo>
                      <a:pt x="266" y="180"/>
                      <a:pt x="266" y="180"/>
                      <a:pt x="265" y="180"/>
                    </a:cubicBezTo>
                    <a:cubicBezTo>
                      <a:pt x="264" y="180"/>
                      <a:pt x="264" y="179"/>
                      <a:pt x="263" y="179"/>
                    </a:cubicBezTo>
                    <a:cubicBezTo>
                      <a:pt x="260" y="178"/>
                      <a:pt x="258" y="177"/>
                      <a:pt x="257" y="177"/>
                    </a:cubicBezTo>
                    <a:cubicBezTo>
                      <a:pt x="256" y="177"/>
                      <a:pt x="255" y="179"/>
                      <a:pt x="254" y="179"/>
                    </a:cubicBezTo>
                    <a:cubicBezTo>
                      <a:pt x="255" y="182"/>
                      <a:pt x="253" y="183"/>
                      <a:pt x="250" y="182"/>
                    </a:cubicBezTo>
                    <a:cubicBezTo>
                      <a:pt x="248" y="181"/>
                      <a:pt x="247" y="181"/>
                      <a:pt x="246" y="180"/>
                    </a:cubicBezTo>
                    <a:cubicBezTo>
                      <a:pt x="246" y="179"/>
                      <a:pt x="245" y="178"/>
                      <a:pt x="244" y="178"/>
                    </a:cubicBezTo>
                    <a:cubicBezTo>
                      <a:pt x="243" y="177"/>
                      <a:pt x="240" y="177"/>
                      <a:pt x="240" y="177"/>
                    </a:cubicBezTo>
                    <a:cubicBezTo>
                      <a:pt x="239" y="176"/>
                      <a:pt x="237" y="175"/>
                      <a:pt x="237" y="173"/>
                    </a:cubicBezTo>
                    <a:cubicBezTo>
                      <a:pt x="238" y="172"/>
                      <a:pt x="238" y="168"/>
                      <a:pt x="238" y="166"/>
                    </a:cubicBezTo>
                    <a:cubicBezTo>
                      <a:pt x="237" y="165"/>
                      <a:pt x="235" y="166"/>
                      <a:pt x="233" y="166"/>
                    </a:cubicBezTo>
                    <a:cubicBezTo>
                      <a:pt x="230" y="166"/>
                      <a:pt x="228" y="166"/>
                      <a:pt x="225" y="166"/>
                    </a:cubicBezTo>
                    <a:cubicBezTo>
                      <a:pt x="224" y="166"/>
                      <a:pt x="222" y="166"/>
                      <a:pt x="221" y="166"/>
                    </a:cubicBezTo>
                    <a:cubicBezTo>
                      <a:pt x="220" y="167"/>
                      <a:pt x="220" y="167"/>
                      <a:pt x="219" y="167"/>
                    </a:cubicBezTo>
                    <a:cubicBezTo>
                      <a:pt x="218" y="168"/>
                      <a:pt x="217" y="168"/>
                      <a:pt x="216" y="169"/>
                    </a:cubicBezTo>
                    <a:cubicBezTo>
                      <a:pt x="215" y="169"/>
                      <a:pt x="215" y="170"/>
                      <a:pt x="214" y="170"/>
                    </a:cubicBezTo>
                    <a:cubicBezTo>
                      <a:pt x="212" y="170"/>
                      <a:pt x="211" y="170"/>
                      <a:pt x="210" y="170"/>
                    </a:cubicBezTo>
                    <a:cubicBezTo>
                      <a:pt x="209" y="170"/>
                      <a:pt x="209" y="169"/>
                      <a:pt x="208" y="169"/>
                    </a:cubicBezTo>
                    <a:cubicBezTo>
                      <a:pt x="206" y="170"/>
                      <a:pt x="206" y="173"/>
                      <a:pt x="205" y="174"/>
                    </a:cubicBezTo>
                    <a:cubicBezTo>
                      <a:pt x="204" y="174"/>
                      <a:pt x="203" y="175"/>
                      <a:pt x="203" y="175"/>
                    </a:cubicBezTo>
                    <a:cubicBezTo>
                      <a:pt x="201" y="176"/>
                      <a:pt x="201" y="177"/>
                      <a:pt x="200" y="179"/>
                    </a:cubicBezTo>
                    <a:cubicBezTo>
                      <a:pt x="200" y="179"/>
                      <a:pt x="200" y="180"/>
                      <a:pt x="199" y="181"/>
                    </a:cubicBezTo>
                    <a:cubicBezTo>
                      <a:pt x="199" y="181"/>
                      <a:pt x="200" y="183"/>
                      <a:pt x="200" y="184"/>
                    </a:cubicBezTo>
                    <a:cubicBezTo>
                      <a:pt x="199" y="186"/>
                      <a:pt x="197" y="188"/>
                      <a:pt x="195" y="189"/>
                    </a:cubicBezTo>
                    <a:cubicBezTo>
                      <a:pt x="195" y="190"/>
                      <a:pt x="195" y="190"/>
                      <a:pt x="194" y="190"/>
                    </a:cubicBezTo>
                    <a:cubicBezTo>
                      <a:pt x="193" y="191"/>
                      <a:pt x="192" y="192"/>
                      <a:pt x="191" y="193"/>
                    </a:cubicBezTo>
                    <a:cubicBezTo>
                      <a:pt x="191" y="194"/>
                      <a:pt x="190" y="195"/>
                      <a:pt x="190" y="196"/>
                    </a:cubicBezTo>
                    <a:cubicBezTo>
                      <a:pt x="189" y="197"/>
                      <a:pt x="188" y="198"/>
                      <a:pt x="188" y="200"/>
                    </a:cubicBezTo>
                    <a:cubicBezTo>
                      <a:pt x="187" y="202"/>
                      <a:pt x="186" y="202"/>
                      <a:pt x="186" y="204"/>
                    </a:cubicBezTo>
                    <a:cubicBezTo>
                      <a:pt x="185" y="207"/>
                      <a:pt x="186" y="207"/>
                      <a:pt x="186" y="209"/>
                    </a:cubicBezTo>
                    <a:cubicBezTo>
                      <a:pt x="187" y="211"/>
                      <a:pt x="188" y="214"/>
                      <a:pt x="187" y="217"/>
                    </a:cubicBezTo>
                    <a:cubicBezTo>
                      <a:pt x="187" y="218"/>
                      <a:pt x="186" y="220"/>
                      <a:pt x="186" y="222"/>
                    </a:cubicBezTo>
                    <a:cubicBezTo>
                      <a:pt x="186" y="222"/>
                      <a:pt x="187" y="226"/>
                      <a:pt x="187" y="226"/>
                    </a:cubicBezTo>
                    <a:cubicBezTo>
                      <a:pt x="187" y="227"/>
                      <a:pt x="188" y="228"/>
                      <a:pt x="188" y="228"/>
                    </a:cubicBezTo>
                    <a:cubicBezTo>
                      <a:pt x="189" y="228"/>
                      <a:pt x="189" y="229"/>
                      <a:pt x="189" y="229"/>
                    </a:cubicBezTo>
                    <a:cubicBezTo>
                      <a:pt x="189" y="229"/>
                      <a:pt x="189" y="229"/>
                      <a:pt x="189" y="229"/>
                    </a:cubicBezTo>
                    <a:cubicBezTo>
                      <a:pt x="190" y="230"/>
                      <a:pt x="189" y="230"/>
                      <a:pt x="190" y="230"/>
                    </a:cubicBezTo>
                    <a:cubicBezTo>
                      <a:pt x="190" y="230"/>
                      <a:pt x="190" y="230"/>
                      <a:pt x="190" y="231"/>
                    </a:cubicBezTo>
                    <a:cubicBezTo>
                      <a:pt x="191" y="231"/>
                      <a:pt x="191" y="232"/>
                      <a:pt x="192" y="233"/>
                    </a:cubicBezTo>
                    <a:cubicBezTo>
                      <a:pt x="192" y="234"/>
                      <a:pt x="193" y="236"/>
                      <a:pt x="193" y="238"/>
                    </a:cubicBezTo>
                    <a:cubicBezTo>
                      <a:pt x="194" y="239"/>
                      <a:pt x="197" y="241"/>
                      <a:pt x="198" y="242"/>
                    </a:cubicBezTo>
                    <a:cubicBezTo>
                      <a:pt x="200" y="244"/>
                      <a:pt x="202" y="246"/>
                      <a:pt x="204" y="246"/>
                    </a:cubicBezTo>
                    <a:cubicBezTo>
                      <a:pt x="205" y="246"/>
                      <a:pt x="206" y="244"/>
                      <a:pt x="208" y="244"/>
                    </a:cubicBezTo>
                    <a:cubicBezTo>
                      <a:pt x="209" y="244"/>
                      <a:pt x="210" y="245"/>
                      <a:pt x="212" y="245"/>
                    </a:cubicBezTo>
                    <a:cubicBezTo>
                      <a:pt x="214" y="244"/>
                      <a:pt x="217" y="243"/>
                      <a:pt x="219" y="243"/>
                    </a:cubicBezTo>
                    <a:cubicBezTo>
                      <a:pt x="221" y="242"/>
                      <a:pt x="223" y="241"/>
                      <a:pt x="224" y="241"/>
                    </a:cubicBezTo>
                    <a:cubicBezTo>
                      <a:pt x="227" y="241"/>
                      <a:pt x="227" y="244"/>
                      <a:pt x="229" y="246"/>
                    </a:cubicBezTo>
                    <a:cubicBezTo>
                      <a:pt x="231" y="246"/>
                      <a:pt x="232" y="246"/>
                      <a:pt x="233" y="246"/>
                    </a:cubicBezTo>
                    <a:cubicBezTo>
                      <a:pt x="236" y="248"/>
                      <a:pt x="236" y="249"/>
                      <a:pt x="235" y="252"/>
                    </a:cubicBezTo>
                    <a:cubicBezTo>
                      <a:pt x="235" y="253"/>
                      <a:pt x="235" y="254"/>
                      <a:pt x="235" y="255"/>
                    </a:cubicBezTo>
                    <a:cubicBezTo>
                      <a:pt x="235" y="256"/>
                      <a:pt x="234" y="258"/>
                      <a:pt x="234" y="259"/>
                    </a:cubicBezTo>
                    <a:cubicBezTo>
                      <a:pt x="234" y="261"/>
                      <a:pt x="236" y="262"/>
                      <a:pt x="237" y="264"/>
                    </a:cubicBezTo>
                    <a:cubicBezTo>
                      <a:pt x="239" y="267"/>
                      <a:pt x="240" y="270"/>
                      <a:pt x="241" y="273"/>
                    </a:cubicBezTo>
                    <a:cubicBezTo>
                      <a:pt x="242" y="275"/>
                      <a:pt x="242" y="277"/>
                      <a:pt x="242" y="280"/>
                    </a:cubicBezTo>
                    <a:cubicBezTo>
                      <a:pt x="242" y="281"/>
                      <a:pt x="243" y="283"/>
                      <a:pt x="243" y="284"/>
                    </a:cubicBezTo>
                    <a:cubicBezTo>
                      <a:pt x="243" y="286"/>
                      <a:pt x="241" y="287"/>
                      <a:pt x="241" y="289"/>
                    </a:cubicBezTo>
                    <a:cubicBezTo>
                      <a:pt x="241" y="290"/>
                      <a:pt x="241" y="291"/>
                      <a:pt x="241" y="292"/>
                    </a:cubicBezTo>
                    <a:cubicBezTo>
                      <a:pt x="240" y="293"/>
                      <a:pt x="239" y="293"/>
                      <a:pt x="239" y="294"/>
                    </a:cubicBezTo>
                    <a:cubicBezTo>
                      <a:pt x="239" y="296"/>
                      <a:pt x="240" y="298"/>
                      <a:pt x="239" y="300"/>
                    </a:cubicBezTo>
                    <a:cubicBezTo>
                      <a:pt x="241" y="301"/>
                      <a:pt x="241" y="304"/>
                      <a:pt x="242" y="306"/>
                    </a:cubicBezTo>
                    <a:cubicBezTo>
                      <a:pt x="242" y="307"/>
                      <a:pt x="243" y="308"/>
                      <a:pt x="243" y="309"/>
                    </a:cubicBezTo>
                    <a:cubicBezTo>
                      <a:pt x="244" y="312"/>
                      <a:pt x="244" y="316"/>
                      <a:pt x="245" y="320"/>
                    </a:cubicBezTo>
                    <a:cubicBezTo>
                      <a:pt x="245" y="322"/>
                      <a:pt x="246" y="323"/>
                      <a:pt x="246" y="325"/>
                    </a:cubicBezTo>
                    <a:cubicBezTo>
                      <a:pt x="247" y="326"/>
                      <a:pt x="248" y="326"/>
                      <a:pt x="248" y="327"/>
                    </a:cubicBezTo>
                    <a:cubicBezTo>
                      <a:pt x="248" y="328"/>
                      <a:pt x="248" y="330"/>
                      <a:pt x="249" y="331"/>
                    </a:cubicBezTo>
                    <a:cubicBezTo>
                      <a:pt x="249" y="332"/>
                      <a:pt x="250" y="333"/>
                      <a:pt x="250" y="334"/>
                    </a:cubicBezTo>
                    <a:cubicBezTo>
                      <a:pt x="250" y="335"/>
                      <a:pt x="249" y="336"/>
                      <a:pt x="249" y="338"/>
                    </a:cubicBezTo>
                    <a:cubicBezTo>
                      <a:pt x="249" y="338"/>
                      <a:pt x="250" y="340"/>
                      <a:pt x="251" y="340"/>
                    </a:cubicBezTo>
                    <a:cubicBezTo>
                      <a:pt x="253" y="341"/>
                      <a:pt x="256" y="339"/>
                      <a:pt x="258" y="339"/>
                    </a:cubicBezTo>
                    <a:cubicBezTo>
                      <a:pt x="261" y="339"/>
                      <a:pt x="262" y="339"/>
                      <a:pt x="263" y="338"/>
                    </a:cubicBezTo>
                    <a:cubicBezTo>
                      <a:pt x="265" y="338"/>
                      <a:pt x="265" y="338"/>
                      <a:pt x="266" y="336"/>
                    </a:cubicBezTo>
                    <a:cubicBezTo>
                      <a:pt x="268" y="335"/>
                      <a:pt x="269" y="334"/>
                      <a:pt x="270" y="332"/>
                    </a:cubicBezTo>
                    <a:cubicBezTo>
                      <a:pt x="271" y="331"/>
                      <a:pt x="271" y="331"/>
                      <a:pt x="271" y="330"/>
                    </a:cubicBezTo>
                    <a:cubicBezTo>
                      <a:pt x="272" y="330"/>
                      <a:pt x="272" y="329"/>
                      <a:pt x="272" y="328"/>
                    </a:cubicBezTo>
                    <a:cubicBezTo>
                      <a:pt x="274" y="326"/>
                      <a:pt x="275" y="326"/>
                      <a:pt x="275" y="324"/>
                    </a:cubicBezTo>
                    <a:cubicBezTo>
                      <a:pt x="275" y="322"/>
                      <a:pt x="276" y="320"/>
                      <a:pt x="276" y="318"/>
                    </a:cubicBezTo>
                    <a:cubicBezTo>
                      <a:pt x="277" y="317"/>
                      <a:pt x="279" y="317"/>
                      <a:pt x="280" y="315"/>
                    </a:cubicBezTo>
                    <a:cubicBezTo>
                      <a:pt x="281" y="311"/>
                      <a:pt x="280" y="308"/>
                      <a:pt x="279" y="305"/>
                    </a:cubicBezTo>
                    <a:cubicBezTo>
                      <a:pt x="280" y="303"/>
                      <a:pt x="281" y="301"/>
                      <a:pt x="283" y="300"/>
                    </a:cubicBezTo>
                    <a:cubicBezTo>
                      <a:pt x="285" y="299"/>
                      <a:pt x="286" y="299"/>
                      <a:pt x="287" y="298"/>
                    </a:cubicBezTo>
                    <a:cubicBezTo>
                      <a:pt x="287" y="298"/>
                      <a:pt x="287" y="297"/>
                      <a:pt x="287" y="297"/>
                    </a:cubicBezTo>
                    <a:cubicBezTo>
                      <a:pt x="288" y="297"/>
                      <a:pt x="288" y="297"/>
                      <a:pt x="288" y="297"/>
                    </a:cubicBezTo>
                    <a:cubicBezTo>
                      <a:pt x="289" y="296"/>
                      <a:pt x="290" y="295"/>
                      <a:pt x="290" y="295"/>
                    </a:cubicBezTo>
                    <a:cubicBezTo>
                      <a:pt x="290" y="293"/>
                      <a:pt x="290" y="292"/>
                      <a:pt x="291" y="290"/>
                    </a:cubicBezTo>
                    <a:cubicBezTo>
                      <a:pt x="291" y="287"/>
                      <a:pt x="291" y="285"/>
                      <a:pt x="291" y="281"/>
                    </a:cubicBezTo>
                    <a:cubicBezTo>
                      <a:pt x="290" y="280"/>
                      <a:pt x="289" y="279"/>
                      <a:pt x="289" y="278"/>
                    </a:cubicBezTo>
                    <a:cubicBezTo>
                      <a:pt x="289" y="277"/>
                      <a:pt x="290" y="275"/>
                      <a:pt x="290" y="274"/>
                    </a:cubicBezTo>
                    <a:cubicBezTo>
                      <a:pt x="290" y="272"/>
                      <a:pt x="289" y="271"/>
                      <a:pt x="289" y="270"/>
                    </a:cubicBezTo>
                    <a:cubicBezTo>
                      <a:pt x="289" y="269"/>
                      <a:pt x="290" y="267"/>
                      <a:pt x="290" y="266"/>
                    </a:cubicBezTo>
                    <a:cubicBezTo>
                      <a:pt x="291" y="264"/>
                      <a:pt x="291" y="264"/>
                      <a:pt x="292" y="263"/>
                    </a:cubicBezTo>
                    <a:cubicBezTo>
                      <a:pt x="293" y="262"/>
                      <a:pt x="294" y="261"/>
                      <a:pt x="294" y="260"/>
                    </a:cubicBezTo>
                    <a:cubicBezTo>
                      <a:pt x="295" y="259"/>
                      <a:pt x="295" y="259"/>
                      <a:pt x="295" y="258"/>
                    </a:cubicBezTo>
                    <a:cubicBezTo>
                      <a:pt x="295" y="258"/>
                      <a:pt x="296" y="257"/>
                      <a:pt x="296" y="257"/>
                    </a:cubicBezTo>
                    <a:cubicBezTo>
                      <a:pt x="297" y="256"/>
                      <a:pt x="297" y="255"/>
                      <a:pt x="298" y="254"/>
                    </a:cubicBezTo>
                    <a:cubicBezTo>
                      <a:pt x="299" y="254"/>
                      <a:pt x="299" y="254"/>
                      <a:pt x="299" y="253"/>
                    </a:cubicBezTo>
                    <a:cubicBezTo>
                      <a:pt x="300" y="253"/>
                      <a:pt x="300" y="253"/>
                      <a:pt x="300" y="253"/>
                    </a:cubicBezTo>
                    <a:cubicBezTo>
                      <a:pt x="300" y="252"/>
                      <a:pt x="300" y="253"/>
                      <a:pt x="301" y="252"/>
                    </a:cubicBezTo>
                    <a:cubicBezTo>
                      <a:pt x="303" y="251"/>
                      <a:pt x="304" y="248"/>
                      <a:pt x="306" y="246"/>
                    </a:cubicBezTo>
                    <a:cubicBezTo>
                      <a:pt x="306" y="246"/>
                      <a:pt x="307" y="245"/>
                      <a:pt x="307" y="244"/>
                    </a:cubicBezTo>
                    <a:cubicBezTo>
                      <a:pt x="307" y="243"/>
                      <a:pt x="307" y="243"/>
                      <a:pt x="308" y="242"/>
                    </a:cubicBezTo>
                    <a:cubicBezTo>
                      <a:pt x="308" y="241"/>
                      <a:pt x="308" y="240"/>
                      <a:pt x="309" y="239"/>
                    </a:cubicBezTo>
                    <a:cubicBezTo>
                      <a:pt x="309" y="238"/>
                      <a:pt x="310" y="236"/>
                      <a:pt x="311" y="235"/>
                    </a:cubicBezTo>
                    <a:cubicBezTo>
                      <a:pt x="311" y="233"/>
                      <a:pt x="312" y="231"/>
                      <a:pt x="311" y="229"/>
                    </a:cubicBezTo>
                    <a:cubicBezTo>
                      <a:pt x="310" y="229"/>
                      <a:pt x="310" y="229"/>
                      <a:pt x="309" y="229"/>
                    </a:cubicBezTo>
                    <a:cubicBezTo>
                      <a:pt x="308" y="230"/>
                      <a:pt x="307" y="230"/>
                      <a:pt x="306" y="230"/>
                    </a:cubicBezTo>
                    <a:cubicBezTo>
                      <a:pt x="305" y="230"/>
                      <a:pt x="305" y="231"/>
                      <a:pt x="304" y="231"/>
                    </a:cubicBezTo>
                    <a:cubicBezTo>
                      <a:pt x="302" y="231"/>
                      <a:pt x="301" y="231"/>
                      <a:pt x="299" y="231"/>
                    </a:cubicBezTo>
                    <a:cubicBezTo>
                      <a:pt x="298" y="230"/>
                      <a:pt x="298" y="229"/>
                      <a:pt x="297" y="228"/>
                    </a:cubicBezTo>
                    <a:cubicBezTo>
                      <a:pt x="298" y="227"/>
                      <a:pt x="299" y="227"/>
                      <a:pt x="301" y="226"/>
                    </a:cubicBezTo>
                    <a:cubicBezTo>
                      <a:pt x="301" y="225"/>
                      <a:pt x="302" y="224"/>
                      <a:pt x="304" y="223"/>
                    </a:cubicBezTo>
                    <a:cubicBezTo>
                      <a:pt x="304" y="223"/>
                      <a:pt x="305" y="223"/>
                      <a:pt x="306" y="223"/>
                    </a:cubicBezTo>
                    <a:cubicBezTo>
                      <a:pt x="308" y="222"/>
                      <a:pt x="309" y="222"/>
                      <a:pt x="310" y="222"/>
                    </a:cubicBezTo>
                    <a:cubicBezTo>
                      <a:pt x="312" y="220"/>
                      <a:pt x="313" y="220"/>
                      <a:pt x="314" y="218"/>
                    </a:cubicBezTo>
                    <a:cubicBezTo>
                      <a:pt x="316" y="216"/>
                      <a:pt x="316" y="216"/>
                      <a:pt x="317" y="216"/>
                    </a:cubicBezTo>
                    <a:cubicBezTo>
                      <a:pt x="317" y="215"/>
                      <a:pt x="318" y="215"/>
                      <a:pt x="318" y="215"/>
                    </a:cubicBezTo>
                    <a:cubicBezTo>
                      <a:pt x="319" y="214"/>
                      <a:pt x="320" y="214"/>
                      <a:pt x="320" y="213"/>
                    </a:cubicBezTo>
                    <a:cubicBezTo>
                      <a:pt x="321" y="213"/>
                      <a:pt x="321" y="212"/>
                      <a:pt x="322" y="211"/>
                    </a:cubicBezTo>
                    <a:cubicBezTo>
                      <a:pt x="323" y="210"/>
                      <a:pt x="324" y="209"/>
                      <a:pt x="324" y="209"/>
                    </a:cubicBezTo>
                    <a:cubicBezTo>
                      <a:pt x="328" y="205"/>
                      <a:pt x="329" y="203"/>
                      <a:pt x="326" y="200"/>
                    </a:cubicBezTo>
                    <a:cubicBezTo>
                      <a:pt x="325" y="199"/>
                      <a:pt x="324" y="199"/>
                      <a:pt x="323" y="198"/>
                    </a:cubicBezTo>
                    <a:cubicBezTo>
                      <a:pt x="322" y="198"/>
                      <a:pt x="320" y="197"/>
                      <a:pt x="319" y="197"/>
                    </a:cubicBezTo>
                    <a:cubicBezTo>
                      <a:pt x="318" y="197"/>
                      <a:pt x="317" y="198"/>
                      <a:pt x="316" y="198"/>
                    </a:cubicBezTo>
                    <a:cubicBezTo>
                      <a:pt x="313" y="198"/>
                      <a:pt x="312" y="197"/>
                      <a:pt x="310" y="196"/>
                    </a:cubicBezTo>
                    <a:cubicBezTo>
                      <a:pt x="310" y="194"/>
                      <a:pt x="309" y="192"/>
                      <a:pt x="308" y="190"/>
                    </a:cubicBezTo>
                    <a:cubicBezTo>
                      <a:pt x="308" y="190"/>
                      <a:pt x="307" y="189"/>
                      <a:pt x="307" y="188"/>
                    </a:cubicBezTo>
                    <a:cubicBezTo>
                      <a:pt x="307" y="187"/>
                      <a:pt x="306" y="186"/>
                      <a:pt x="306" y="185"/>
                    </a:cubicBezTo>
                    <a:cubicBezTo>
                      <a:pt x="307" y="184"/>
                      <a:pt x="308" y="184"/>
                      <a:pt x="309" y="184"/>
                    </a:cubicBezTo>
                    <a:cubicBezTo>
                      <a:pt x="310" y="184"/>
                      <a:pt x="311" y="186"/>
                      <a:pt x="311" y="187"/>
                    </a:cubicBezTo>
                    <a:cubicBezTo>
                      <a:pt x="312" y="188"/>
                      <a:pt x="312" y="189"/>
                      <a:pt x="313" y="190"/>
                    </a:cubicBezTo>
                    <a:cubicBezTo>
                      <a:pt x="313" y="190"/>
                      <a:pt x="314" y="191"/>
                      <a:pt x="314" y="191"/>
                    </a:cubicBezTo>
                    <a:cubicBezTo>
                      <a:pt x="315" y="192"/>
                      <a:pt x="316" y="193"/>
                      <a:pt x="317" y="193"/>
                    </a:cubicBezTo>
                    <a:cubicBezTo>
                      <a:pt x="318" y="193"/>
                      <a:pt x="320" y="192"/>
                      <a:pt x="322" y="192"/>
                    </a:cubicBezTo>
                    <a:cubicBezTo>
                      <a:pt x="323" y="192"/>
                      <a:pt x="324" y="194"/>
                      <a:pt x="325" y="194"/>
                    </a:cubicBezTo>
                    <a:cubicBezTo>
                      <a:pt x="325" y="195"/>
                      <a:pt x="327" y="196"/>
                      <a:pt x="327" y="196"/>
                    </a:cubicBezTo>
                    <a:cubicBezTo>
                      <a:pt x="328" y="196"/>
                      <a:pt x="329" y="195"/>
                      <a:pt x="330" y="196"/>
                    </a:cubicBezTo>
                    <a:cubicBezTo>
                      <a:pt x="330" y="196"/>
                      <a:pt x="331" y="196"/>
                      <a:pt x="331" y="196"/>
                    </a:cubicBezTo>
                    <a:cubicBezTo>
                      <a:pt x="331" y="196"/>
                      <a:pt x="330" y="197"/>
                      <a:pt x="330" y="197"/>
                    </a:cubicBezTo>
                    <a:cubicBezTo>
                      <a:pt x="331" y="199"/>
                      <a:pt x="332" y="200"/>
                      <a:pt x="333" y="201"/>
                    </a:cubicBezTo>
                    <a:cubicBezTo>
                      <a:pt x="333" y="202"/>
                      <a:pt x="334" y="202"/>
                      <a:pt x="334" y="203"/>
                    </a:cubicBezTo>
                    <a:cubicBezTo>
                      <a:pt x="334" y="204"/>
                      <a:pt x="334" y="205"/>
                      <a:pt x="334" y="206"/>
                    </a:cubicBezTo>
                    <a:cubicBezTo>
                      <a:pt x="335" y="206"/>
                      <a:pt x="335" y="207"/>
                      <a:pt x="336" y="208"/>
                    </a:cubicBezTo>
                    <a:cubicBezTo>
                      <a:pt x="337" y="208"/>
                      <a:pt x="338" y="207"/>
                      <a:pt x="339" y="208"/>
                    </a:cubicBezTo>
                    <a:cubicBezTo>
                      <a:pt x="340" y="209"/>
                      <a:pt x="339" y="210"/>
                      <a:pt x="339" y="211"/>
                    </a:cubicBezTo>
                    <a:cubicBezTo>
                      <a:pt x="339" y="211"/>
                      <a:pt x="339" y="212"/>
                      <a:pt x="339" y="212"/>
                    </a:cubicBezTo>
                    <a:cubicBezTo>
                      <a:pt x="340" y="214"/>
                      <a:pt x="339" y="216"/>
                      <a:pt x="340" y="217"/>
                    </a:cubicBezTo>
                    <a:cubicBezTo>
                      <a:pt x="340" y="219"/>
                      <a:pt x="341" y="221"/>
                      <a:pt x="341" y="223"/>
                    </a:cubicBezTo>
                    <a:cubicBezTo>
                      <a:pt x="341" y="225"/>
                      <a:pt x="341" y="228"/>
                      <a:pt x="342" y="229"/>
                    </a:cubicBezTo>
                    <a:cubicBezTo>
                      <a:pt x="343" y="231"/>
                      <a:pt x="343" y="233"/>
                      <a:pt x="343" y="234"/>
                    </a:cubicBezTo>
                    <a:cubicBezTo>
                      <a:pt x="344" y="236"/>
                      <a:pt x="344" y="237"/>
                      <a:pt x="345" y="237"/>
                    </a:cubicBezTo>
                    <a:cubicBezTo>
                      <a:pt x="346" y="237"/>
                      <a:pt x="346" y="237"/>
                      <a:pt x="347" y="236"/>
                    </a:cubicBezTo>
                    <a:cubicBezTo>
                      <a:pt x="347" y="235"/>
                      <a:pt x="348" y="235"/>
                      <a:pt x="349" y="235"/>
                    </a:cubicBezTo>
                    <a:cubicBezTo>
                      <a:pt x="349" y="234"/>
                      <a:pt x="349" y="233"/>
                      <a:pt x="349" y="233"/>
                    </a:cubicBezTo>
                    <a:cubicBezTo>
                      <a:pt x="349" y="232"/>
                      <a:pt x="349" y="232"/>
                      <a:pt x="349" y="232"/>
                    </a:cubicBezTo>
                    <a:cubicBezTo>
                      <a:pt x="349" y="232"/>
                      <a:pt x="350" y="229"/>
                      <a:pt x="350" y="228"/>
                    </a:cubicBezTo>
                    <a:cubicBezTo>
                      <a:pt x="350" y="226"/>
                      <a:pt x="350" y="224"/>
                      <a:pt x="350" y="222"/>
                    </a:cubicBezTo>
                    <a:cubicBezTo>
                      <a:pt x="352" y="220"/>
                      <a:pt x="353" y="219"/>
                      <a:pt x="355" y="218"/>
                    </a:cubicBezTo>
                    <a:cubicBezTo>
                      <a:pt x="355" y="217"/>
                      <a:pt x="356" y="217"/>
                      <a:pt x="356" y="216"/>
                    </a:cubicBezTo>
                    <a:cubicBezTo>
                      <a:pt x="358" y="215"/>
                      <a:pt x="360" y="212"/>
                      <a:pt x="362" y="211"/>
                    </a:cubicBezTo>
                    <a:cubicBezTo>
                      <a:pt x="363" y="210"/>
                      <a:pt x="364" y="209"/>
                      <a:pt x="365" y="208"/>
                    </a:cubicBezTo>
                    <a:cubicBezTo>
                      <a:pt x="367" y="208"/>
                      <a:pt x="368" y="206"/>
                      <a:pt x="370" y="206"/>
                    </a:cubicBezTo>
                    <a:cubicBezTo>
                      <a:pt x="371" y="207"/>
                      <a:pt x="371" y="209"/>
                      <a:pt x="371" y="210"/>
                    </a:cubicBezTo>
                    <a:cubicBezTo>
                      <a:pt x="373" y="212"/>
                      <a:pt x="374" y="213"/>
                      <a:pt x="374" y="216"/>
                    </a:cubicBezTo>
                    <a:cubicBezTo>
                      <a:pt x="375" y="217"/>
                      <a:pt x="376" y="216"/>
                      <a:pt x="377" y="217"/>
                    </a:cubicBezTo>
                    <a:cubicBezTo>
                      <a:pt x="377" y="217"/>
                      <a:pt x="378" y="218"/>
                      <a:pt x="378" y="219"/>
                    </a:cubicBezTo>
                    <a:cubicBezTo>
                      <a:pt x="378" y="219"/>
                      <a:pt x="379" y="220"/>
                      <a:pt x="379" y="221"/>
                    </a:cubicBezTo>
                    <a:cubicBezTo>
                      <a:pt x="379" y="221"/>
                      <a:pt x="379" y="222"/>
                      <a:pt x="379" y="223"/>
                    </a:cubicBezTo>
                    <a:cubicBezTo>
                      <a:pt x="380" y="224"/>
                      <a:pt x="379" y="224"/>
                      <a:pt x="380" y="225"/>
                    </a:cubicBezTo>
                    <a:cubicBezTo>
                      <a:pt x="380" y="226"/>
                      <a:pt x="380" y="227"/>
                      <a:pt x="380" y="227"/>
                    </a:cubicBezTo>
                    <a:cubicBezTo>
                      <a:pt x="380" y="228"/>
                      <a:pt x="380" y="229"/>
                      <a:pt x="380" y="230"/>
                    </a:cubicBezTo>
                    <a:cubicBezTo>
                      <a:pt x="380" y="232"/>
                      <a:pt x="381" y="232"/>
                      <a:pt x="381" y="233"/>
                    </a:cubicBezTo>
                    <a:cubicBezTo>
                      <a:pt x="380" y="235"/>
                      <a:pt x="379" y="236"/>
                      <a:pt x="380" y="238"/>
                    </a:cubicBezTo>
                    <a:cubicBezTo>
                      <a:pt x="380" y="240"/>
                      <a:pt x="381" y="241"/>
                      <a:pt x="382" y="243"/>
                    </a:cubicBezTo>
                    <a:cubicBezTo>
                      <a:pt x="382" y="244"/>
                      <a:pt x="382" y="245"/>
                      <a:pt x="382" y="246"/>
                    </a:cubicBezTo>
                    <a:cubicBezTo>
                      <a:pt x="382" y="247"/>
                      <a:pt x="382" y="247"/>
                      <a:pt x="382" y="248"/>
                    </a:cubicBezTo>
                    <a:cubicBezTo>
                      <a:pt x="382" y="249"/>
                      <a:pt x="382" y="250"/>
                      <a:pt x="383" y="250"/>
                    </a:cubicBezTo>
                    <a:cubicBezTo>
                      <a:pt x="383" y="251"/>
                      <a:pt x="383" y="251"/>
                      <a:pt x="383" y="251"/>
                    </a:cubicBezTo>
                    <a:cubicBezTo>
                      <a:pt x="384" y="253"/>
                      <a:pt x="385" y="254"/>
                      <a:pt x="386" y="254"/>
                    </a:cubicBezTo>
                    <a:cubicBezTo>
                      <a:pt x="387" y="252"/>
                      <a:pt x="386" y="251"/>
                      <a:pt x="386" y="250"/>
                    </a:cubicBezTo>
                    <a:cubicBezTo>
                      <a:pt x="386" y="249"/>
                      <a:pt x="387" y="248"/>
                      <a:pt x="387" y="247"/>
                    </a:cubicBezTo>
                    <a:cubicBezTo>
                      <a:pt x="386" y="246"/>
                      <a:pt x="385" y="245"/>
                      <a:pt x="385" y="243"/>
                    </a:cubicBezTo>
                    <a:cubicBezTo>
                      <a:pt x="384" y="243"/>
                      <a:pt x="384" y="242"/>
                      <a:pt x="383" y="241"/>
                    </a:cubicBezTo>
                    <a:cubicBezTo>
                      <a:pt x="383" y="241"/>
                      <a:pt x="383" y="240"/>
                      <a:pt x="382" y="240"/>
                    </a:cubicBezTo>
                    <a:cubicBezTo>
                      <a:pt x="382" y="240"/>
                      <a:pt x="382" y="239"/>
                      <a:pt x="382" y="238"/>
                    </a:cubicBezTo>
                    <a:cubicBezTo>
                      <a:pt x="381" y="236"/>
                      <a:pt x="382" y="234"/>
                      <a:pt x="382" y="232"/>
                    </a:cubicBezTo>
                    <a:cubicBezTo>
                      <a:pt x="383" y="231"/>
                      <a:pt x="383" y="229"/>
                      <a:pt x="384" y="229"/>
                    </a:cubicBezTo>
                    <a:cubicBezTo>
                      <a:pt x="385" y="229"/>
                      <a:pt x="386" y="230"/>
                      <a:pt x="386" y="232"/>
                    </a:cubicBezTo>
                    <a:cubicBezTo>
                      <a:pt x="387" y="233"/>
                      <a:pt x="388" y="235"/>
                      <a:pt x="389" y="235"/>
                    </a:cubicBezTo>
                    <a:cubicBezTo>
                      <a:pt x="389" y="235"/>
                      <a:pt x="389" y="236"/>
                      <a:pt x="389" y="236"/>
                    </a:cubicBezTo>
                    <a:cubicBezTo>
                      <a:pt x="390" y="237"/>
                      <a:pt x="392" y="236"/>
                      <a:pt x="393" y="235"/>
                    </a:cubicBezTo>
                    <a:cubicBezTo>
                      <a:pt x="391" y="247"/>
                      <a:pt x="388" y="259"/>
                      <a:pt x="384" y="271"/>
                    </a:cubicBezTo>
                    <a:cubicBezTo>
                      <a:pt x="383" y="270"/>
                      <a:pt x="382" y="270"/>
                      <a:pt x="382" y="269"/>
                    </a:cubicBezTo>
                    <a:cubicBezTo>
                      <a:pt x="382" y="268"/>
                      <a:pt x="383" y="267"/>
                      <a:pt x="383" y="266"/>
                    </a:cubicBezTo>
                    <a:cubicBezTo>
                      <a:pt x="383" y="264"/>
                      <a:pt x="382" y="263"/>
                      <a:pt x="381" y="262"/>
                    </a:cubicBezTo>
                    <a:cubicBezTo>
                      <a:pt x="381" y="261"/>
                      <a:pt x="381" y="261"/>
                      <a:pt x="381" y="260"/>
                    </a:cubicBezTo>
                    <a:cubicBezTo>
                      <a:pt x="380" y="259"/>
                      <a:pt x="379" y="258"/>
                      <a:pt x="379" y="257"/>
                    </a:cubicBezTo>
                    <a:cubicBezTo>
                      <a:pt x="378" y="257"/>
                      <a:pt x="378" y="256"/>
                      <a:pt x="377" y="255"/>
                    </a:cubicBezTo>
                    <a:cubicBezTo>
                      <a:pt x="377" y="255"/>
                      <a:pt x="377" y="254"/>
                      <a:pt x="377" y="254"/>
                    </a:cubicBezTo>
                    <a:cubicBezTo>
                      <a:pt x="377" y="254"/>
                      <a:pt x="377" y="254"/>
                      <a:pt x="377" y="254"/>
                    </a:cubicBezTo>
                    <a:cubicBezTo>
                      <a:pt x="376" y="252"/>
                      <a:pt x="375" y="251"/>
                      <a:pt x="375" y="250"/>
                    </a:cubicBezTo>
                    <a:cubicBezTo>
                      <a:pt x="374" y="250"/>
                      <a:pt x="373" y="249"/>
                      <a:pt x="372" y="249"/>
                    </a:cubicBezTo>
                    <a:cubicBezTo>
                      <a:pt x="372" y="249"/>
                      <a:pt x="372" y="249"/>
                      <a:pt x="372" y="249"/>
                    </a:cubicBezTo>
                    <a:cubicBezTo>
                      <a:pt x="372" y="250"/>
                      <a:pt x="372" y="250"/>
                      <a:pt x="372" y="250"/>
                    </a:cubicBezTo>
                    <a:cubicBezTo>
                      <a:pt x="372" y="252"/>
                      <a:pt x="373" y="254"/>
                      <a:pt x="374" y="256"/>
                    </a:cubicBezTo>
                    <a:cubicBezTo>
                      <a:pt x="374" y="257"/>
                      <a:pt x="374" y="258"/>
                      <a:pt x="374" y="258"/>
                    </a:cubicBezTo>
                    <a:cubicBezTo>
                      <a:pt x="374" y="260"/>
                      <a:pt x="376" y="261"/>
                      <a:pt x="376" y="262"/>
                    </a:cubicBezTo>
                    <a:cubicBezTo>
                      <a:pt x="377" y="263"/>
                      <a:pt x="377" y="264"/>
                      <a:pt x="377" y="265"/>
                    </a:cubicBezTo>
                    <a:cubicBezTo>
                      <a:pt x="378" y="266"/>
                      <a:pt x="378" y="267"/>
                      <a:pt x="379" y="268"/>
                    </a:cubicBezTo>
                    <a:cubicBezTo>
                      <a:pt x="379" y="269"/>
                      <a:pt x="379" y="269"/>
                      <a:pt x="379" y="270"/>
                    </a:cubicBezTo>
                    <a:cubicBezTo>
                      <a:pt x="380" y="270"/>
                      <a:pt x="380" y="271"/>
                      <a:pt x="380" y="271"/>
                    </a:cubicBezTo>
                    <a:cubicBezTo>
                      <a:pt x="380" y="271"/>
                      <a:pt x="380" y="271"/>
                      <a:pt x="380" y="271"/>
                    </a:cubicBezTo>
                    <a:cubicBezTo>
                      <a:pt x="380" y="271"/>
                      <a:pt x="380" y="272"/>
                      <a:pt x="380" y="272"/>
                    </a:cubicBezTo>
                    <a:cubicBezTo>
                      <a:pt x="380" y="272"/>
                      <a:pt x="381" y="272"/>
                      <a:pt x="381" y="272"/>
                    </a:cubicBezTo>
                    <a:cubicBezTo>
                      <a:pt x="382" y="273"/>
                      <a:pt x="382" y="273"/>
                      <a:pt x="383" y="274"/>
                    </a:cubicBezTo>
                    <a:cubicBezTo>
                      <a:pt x="376" y="292"/>
                      <a:pt x="366" y="310"/>
                      <a:pt x="353" y="325"/>
                    </a:cubicBezTo>
                    <a:cubicBezTo>
                      <a:pt x="353" y="324"/>
                      <a:pt x="352" y="324"/>
                      <a:pt x="351" y="323"/>
                    </a:cubicBezTo>
                    <a:cubicBezTo>
                      <a:pt x="351" y="321"/>
                      <a:pt x="351" y="317"/>
                      <a:pt x="349" y="318"/>
                    </a:cubicBezTo>
                    <a:cubicBezTo>
                      <a:pt x="348" y="318"/>
                      <a:pt x="348" y="320"/>
                      <a:pt x="348" y="321"/>
                    </a:cubicBezTo>
                    <a:cubicBezTo>
                      <a:pt x="348" y="322"/>
                      <a:pt x="347" y="323"/>
                      <a:pt x="347" y="324"/>
                    </a:cubicBezTo>
                    <a:cubicBezTo>
                      <a:pt x="347" y="325"/>
                      <a:pt x="347" y="325"/>
                      <a:pt x="347" y="326"/>
                    </a:cubicBezTo>
                    <a:cubicBezTo>
                      <a:pt x="346" y="327"/>
                      <a:pt x="346" y="328"/>
                      <a:pt x="345" y="329"/>
                    </a:cubicBezTo>
                    <a:cubicBezTo>
                      <a:pt x="344" y="330"/>
                      <a:pt x="345" y="331"/>
                      <a:pt x="343" y="331"/>
                    </a:cubicBezTo>
                    <a:cubicBezTo>
                      <a:pt x="342" y="332"/>
                      <a:pt x="341" y="329"/>
                      <a:pt x="339" y="328"/>
                    </a:cubicBezTo>
                    <a:cubicBezTo>
                      <a:pt x="339" y="328"/>
                      <a:pt x="338" y="328"/>
                      <a:pt x="338" y="327"/>
                    </a:cubicBezTo>
                    <a:cubicBezTo>
                      <a:pt x="336" y="326"/>
                      <a:pt x="337" y="324"/>
                      <a:pt x="338" y="323"/>
                    </a:cubicBezTo>
                    <a:cubicBezTo>
                      <a:pt x="339" y="322"/>
                      <a:pt x="340" y="321"/>
                      <a:pt x="340" y="320"/>
                    </a:cubicBezTo>
                    <a:cubicBezTo>
                      <a:pt x="339" y="319"/>
                      <a:pt x="337" y="319"/>
                      <a:pt x="336" y="319"/>
                    </a:cubicBezTo>
                    <a:cubicBezTo>
                      <a:pt x="334" y="318"/>
                      <a:pt x="332" y="318"/>
                      <a:pt x="330" y="319"/>
                    </a:cubicBezTo>
                    <a:cubicBezTo>
                      <a:pt x="329" y="319"/>
                      <a:pt x="329" y="320"/>
                      <a:pt x="328" y="320"/>
                    </a:cubicBezTo>
                    <a:cubicBezTo>
                      <a:pt x="327" y="322"/>
                      <a:pt x="326" y="324"/>
                      <a:pt x="325" y="325"/>
                    </a:cubicBezTo>
                    <a:cubicBezTo>
                      <a:pt x="323" y="325"/>
                      <a:pt x="322" y="324"/>
                      <a:pt x="321" y="324"/>
                    </a:cubicBezTo>
                    <a:cubicBezTo>
                      <a:pt x="319" y="324"/>
                      <a:pt x="315" y="329"/>
                      <a:pt x="313" y="330"/>
                    </a:cubicBezTo>
                    <a:cubicBezTo>
                      <a:pt x="313" y="331"/>
                      <a:pt x="312" y="331"/>
                      <a:pt x="312" y="331"/>
                    </a:cubicBezTo>
                    <a:cubicBezTo>
                      <a:pt x="311" y="332"/>
                      <a:pt x="311" y="332"/>
                      <a:pt x="311" y="332"/>
                    </a:cubicBezTo>
                    <a:cubicBezTo>
                      <a:pt x="310" y="334"/>
                      <a:pt x="311" y="334"/>
                      <a:pt x="310" y="335"/>
                    </a:cubicBezTo>
                    <a:cubicBezTo>
                      <a:pt x="310" y="336"/>
                      <a:pt x="309" y="337"/>
                      <a:pt x="308" y="338"/>
                    </a:cubicBezTo>
                    <a:cubicBezTo>
                      <a:pt x="306" y="338"/>
                      <a:pt x="305" y="338"/>
                      <a:pt x="304" y="338"/>
                    </a:cubicBezTo>
                    <a:cubicBezTo>
                      <a:pt x="302" y="339"/>
                      <a:pt x="300" y="340"/>
                      <a:pt x="298" y="341"/>
                    </a:cubicBezTo>
                    <a:cubicBezTo>
                      <a:pt x="297" y="343"/>
                      <a:pt x="295" y="344"/>
                      <a:pt x="294" y="346"/>
                    </a:cubicBezTo>
                    <a:cubicBezTo>
                      <a:pt x="293" y="349"/>
                      <a:pt x="292" y="353"/>
                      <a:pt x="292" y="355"/>
                    </a:cubicBezTo>
                    <a:cubicBezTo>
                      <a:pt x="292" y="356"/>
                      <a:pt x="293" y="357"/>
                      <a:pt x="293" y="358"/>
                    </a:cubicBezTo>
                    <a:cubicBezTo>
                      <a:pt x="293" y="359"/>
                      <a:pt x="293" y="359"/>
                      <a:pt x="293" y="359"/>
                    </a:cubicBezTo>
                    <a:cubicBezTo>
                      <a:pt x="293" y="360"/>
                      <a:pt x="294" y="360"/>
                      <a:pt x="294" y="361"/>
                    </a:cubicBezTo>
                    <a:cubicBezTo>
                      <a:pt x="294" y="361"/>
                      <a:pt x="293" y="362"/>
                      <a:pt x="293" y="363"/>
                    </a:cubicBezTo>
                    <a:cubicBezTo>
                      <a:pt x="293" y="364"/>
                      <a:pt x="293" y="365"/>
                      <a:pt x="293" y="366"/>
                    </a:cubicBezTo>
                    <a:cubicBezTo>
                      <a:pt x="293" y="369"/>
                      <a:pt x="292" y="370"/>
                      <a:pt x="291" y="372"/>
                    </a:cubicBezTo>
                    <a:cubicBezTo>
                      <a:pt x="292" y="373"/>
                      <a:pt x="292" y="374"/>
                      <a:pt x="293" y="374"/>
                    </a:cubicBezTo>
                    <a:cubicBezTo>
                      <a:pt x="267" y="388"/>
                      <a:pt x="237" y="395"/>
                      <a:pt x="205" y="395"/>
                    </a:cubicBezTo>
                    <a:cubicBezTo>
                      <a:pt x="170" y="395"/>
                      <a:pt x="137" y="386"/>
                      <a:pt x="108" y="369"/>
                    </a:cubicBezTo>
                    <a:close/>
                    <a:moveTo>
                      <a:pt x="285" y="203"/>
                    </a:moveTo>
                    <a:cubicBezTo>
                      <a:pt x="285" y="202"/>
                      <a:pt x="284" y="201"/>
                      <a:pt x="284" y="201"/>
                    </a:cubicBezTo>
                    <a:cubicBezTo>
                      <a:pt x="284" y="200"/>
                      <a:pt x="284" y="198"/>
                      <a:pt x="283" y="197"/>
                    </a:cubicBezTo>
                    <a:cubicBezTo>
                      <a:pt x="283" y="197"/>
                      <a:pt x="283" y="195"/>
                      <a:pt x="282" y="195"/>
                    </a:cubicBezTo>
                    <a:cubicBezTo>
                      <a:pt x="281" y="194"/>
                      <a:pt x="280" y="191"/>
                      <a:pt x="279" y="189"/>
                    </a:cubicBezTo>
                    <a:cubicBezTo>
                      <a:pt x="279" y="189"/>
                      <a:pt x="280" y="188"/>
                      <a:pt x="280" y="188"/>
                    </a:cubicBezTo>
                    <a:cubicBezTo>
                      <a:pt x="280" y="188"/>
                      <a:pt x="280" y="188"/>
                      <a:pt x="280" y="188"/>
                    </a:cubicBezTo>
                    <a:cubicBezTo>
                      <a:pt x="282" y="188"/>
                      <a:pt x="282" y="189"/>
                      <a:pt x="283" y="190"/>
                    </a:cubicBezTo>
                    <a:cubicBezTo>
                      <a:pt x="283" y="190"/>
                      <a:pt x="284" y="190"/>
                      <a:pt x="284" y="190"/>
                    </a:cubicBezTo>
                    <a:cubicBezTo>
                      <a:pt x="284" y="191"/>
                      <a:pt x="285" y="192"/>
                      <a:pt x="286" y="194"/>
                    </a:cubicBezTo>
                    <a:cubicBezTo>
                      <a:pt x="286" y="194"/>
                      <a:pt x="286" y="196"/>
                      <a:pt x="287" y="197"/>
                    </a:cubicBezTo>
                    <a:cubicBezTo>
                      <a:pt x="288" y="198"/>
                      <a:pt x="290" y="200"/>
                      <a:pt x="290" y="201"/>
                    </a:cubicBezTo>
                    <a:cubicBezTo>
                      <a:pt x="290" y="202"/>
                      <a:pt x="289" y="204"/>
                      <a:pt x="290" y="205"/>
                    </a:cubicBezTo>
                    <a:cubicBezTo>
                      <a:pt x="290" y="205"/>
                      <a:pt x="290" y="207"/>
                      <a:pt x="290" y="207"/>
                    </a:cubicBezTo>
                    <a:cubicBezTo>
                      <a:pt x="291" y="209"/>
                      <a:pt x="293" y="210"/>
                      <a:pt x="294" y="211"/>
                    </a:cubicBezTo>
                    <a:cubicBezTo>
                      <a:pt x="294" y="211"/>
                      <a:pt x="294" y="212"/>
                      <a:pt x="294" y="213"/>
                    </a:cubicBezTo>
                    <a:cubicBezTo>
                      <a:pt x="295" y="214"/>
                      <a:pt x="295" y="215"/>
                      <a:pt x="296" y="216"/>
                    </a:cubicBezTo>
                    <a:cubicBezTo>
                      <a:pt x="296" y="217"/>
                      <a:pt x="297" y="218"/>
                      <a:pt x="297" y="219"/>
                    </a:cubicBezTo>
                    <a:cubicBezTo>
                      <a:pt x="298" y="221"/>
                      <a:pt x="299" y="223"/>
                      <a:pt x="297" y="225"/>
                    </a:cubicBezTo>
                    <a:cubicBezTo>
                      <a:pt x="295" y="225"/>
                      <a:pt x="294" y="222"/>
                      <a:pt x="293" y="221"/>
                    </a:cubicBezTo>
                    <a:cubicBezTo>
                      <a:pt x="292" y="219"/>
                      <a:pt x="290" y="218"/>
                      <a:pt x="290" y="215"/>
                    </a:cubicBezTo>
                    <a:cubicBezTo>
                      <a:pt x="289" y="213"/>
                      <a:pt x="288" y="211"/>
                      <a:pt x="287" y="210"/>
                    </a:cubicBezTo>
                    <a:cubicBezTo>
                      <a:pt x="287" y="207"/>
                      <a:pt x="286" y="204"/>
                      <a:pt x="285" y="203"/>
                    </a:cubicBezTo>
                    <a:close/>
                    <a:moveTo>
                      <a:pt x="281" y="142"/>
                    </a:moveTo>
                    <a:cubicBezTo>
                      <a:pt x="282" y="141"/>
                      <a:pt x="283" y="141"/>
                      <a:pt x="284" y="140"/>
                    </a:cubicBezTo>
                    <a:cubicBezTo>
                      <a:pt x="285" y="140"/>
                      <a:pt x="286" y="139"/>
                      <a:pt x="287" y="139"/>
                    </a:cubicBezTo>
                    <a:cubicBezTo>
                      <a:pt x="287" y="138"/>
                      <a:pt x="289" y="138"/>
                      <a:pt x="289" y="139"/>
                    </a:cubicBezTo>
                    <a:cubicBezTo>
                      <a:pt x="290" y="142"/>
                      <a:pt x="286" y="142"/>
                      <a:pt x="286" y="145"/>
                    </a:cubicBezTo>
                    <a:cubicBezTo>
                      <a:pt x="286" y="146"/>
                      <a:pt x="287" y="146"/>
                      <a:pt x="288" y="147"/>
                    </a:cubicBezTo>
                    <a:cubicBezTo>
                      <a:pt x="289" y="148"/>
                      <a:pt x="290" y="149"/>
                      <a:pt x="291" y="150"/>
                    </a:cubicBezTo>
                    <a:cubicBezTo>
                      <a:pt x="291" y="150"/>
                      <a:pt x="292" y="150"/>
                      <a:pt x="293" y="151"/>
                    </a:cubicBezTo>
                    <a:cubicBezTo>
                      <a:pt x="293" y="151"/>
                      <a:pt x="294" y="152"/>
                      <a:pt x="294" y="153"/>
                    </a:cubicBezTo>
                    <a:cubicBezTo>
                      <a:pt x="294" y="156"/>
                      <a:pt x="289" y="157"/>
                      <a:pt x="287" y="155"/>
                    </a:cubicBezTo>
                    <a:cubicBezTo>
                      <a:pt x="286" y="155"/>
                      <a:pt x="286" y="155"/>
                      <a:pt x="286" y="155"/>
                    </a:cubicBezTo>
                    <a:cubicBezTo>
                      <a:pt x="286" y="155"/>
                      <a:pt x="286" y="155"/>
                      <a:pt x="285" y="155"/>
                    </a:cubicBezTo>
                    <a:cubicBezTo>
                      <a:pt x="284" y="154"/>
                      <a:pt x="283" y="154"/>
                      <a:pt x="282" y="153"/>
                    </a:cubicBezTo>
                    <a:cubicBezTo>
                      <a:pt x="281" y="153"/>
                      <a:pt x="279" y="153"/>
                      <a:pt x="278" y="154"/>
                    </a:cubicBezTo>
                    <a:cubicBezTo>
                      <a:pt x="277" y="154"/>
                      <a:pt x="276" y="155"/>
                      <a:pt x="276" y="155"/>
                    </a:cubicBezTo>
                    <a:cubicBezTo>
                      <a:pt x="274" y="155"/>
                      <a:pt x="273" y="155"/>
                      <a:pt x="271" y="155"/>
                    </a:cubicBezTo>
                    <a:cubicBezTo>
                      <a:pt x="271" y="154"/>
                      <a:pt x="270" y="154"/>
                      <a:pt x="269" y="153"/>
                    </a:cubicBezTo>
                    <a:cubicBezTo>
                      <a:pt x="269" y="151"/>
                      <a:pt x="270" y="148"/>
                      <a:pt x="271" y="146"/>
                    </a:cubicBezTo>
                    <a:cubicBezTo>
                      <a:pt x="272" y="143"/>
                      <a:pt x="274" y="140"/>
                      <a:pt x="277" y="142"/>
                    </a:cubicBezTo>
                    <a:cubicBezTo>
                      <a:pt x="278" y="143"/>
                      <a:pt x="278" y="144"/>
                      <a:pt x="278" y="146"/>
                    </a:cubicBezTo>
                    <a:cubicBezTo>
                      <a:pt x="278" y="146"/>
                      <a:pt x="279" y="147"/>
                      <a:pt x="279" y="147"/>
                    </a:cubicBezTo>
                    <a:cubicBezTo>
                      <a:pt x="281" y="147"/>
                      <a:pt x="282" y="146"/>
                      <a:pt x="283" y="145"/>
                    </a:cubicBezTo>
                    <a:cubicBezTo>
                      <a:pt x="284" y="143"/>
                      <a:pt x="281" y="144"/>
                      <a:pt x="281" y="142"/>
                    </a:cubicBezTo>
                    <a:close/>
                  </a:path>
                </a:pathLst>
              </a:custGeom>
              <a:solidFill>
                <a:srgbClr val="3C4D7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41" name="Freeform 73"/>
              <p:cNvSpPr/>
              <p:nvPr/>
            </p:nvSpPr>
            <p:spPr bwMode="auto">
              <a:xfrm>
                <a:off x="5705745" y="2373788"/>
                <a:ext cx="15493" cy="32756"/>
              </a:xfrm>
              <a:custGeom>
                <a:avLst/>
                <a:gdLst>
                  <a:gd name="T0" fmla="*/ 1 w 15"/>
                  <a:gd name="T1" fmla="*/ 29 h 31"/>
                  <a:gd name="T2" fmla="*/ 4 w 15"/>
                  <a:gd name="T3" fmla="*/ 31 h 31"/>
                  <a:gd name="T4" fmla="*/ 8 w 15"/>
                  <a:gd name="T5" fmla="*/ 26 h 31"/>
                  <a:gd name="T6" fmla="*/ 10 w 15"/>
                  <a:gd name="T7" fmla="*/ 19 h 31"/>
                  <a:gd name="T8" fmla="*/ 11 w 15"/>
                  <a:gd name="T9" fmla="*/ 15 h 31"/>
                  <a:gd name="T10" fmla="*/ 12 w 15"/>
                  <a:gd name="T11" fmla="*/ 13 h 31"/>
                  <a:gd name="T12" fmla="*/ 13 w 15"/>
                  <a:gd name="T13" fmla="*/ 11 h 31"/>
                  <a:gd name="T14" fmla="*/ 14 w 15"/>
                  <a:gd name="T15" fmla="*/ 6 h 31"/>
                  <a:gd name="T16" fmla="*/ 13 w 15"/>
                  <a:gd name="T17" fmla="*/ 0 h 31"/>
                  <a:gd name="T18" fmla="*/ 12 w 15"/>
                  <a:gd name="T19" fmla="*/ 0 h 31"/>
                  <a:gd name="T20" fmla="*/ 11 w 15"/>
                  <a:gd name="T21" fmla="*/ 1 h 31"/>
                  <a:gd name="T22" fmla="*/ 9 w 15"/>
                  <a:gd name="T23" fmla="*/ 4 h 31"/>
                  <a:gd name="T24" fmla="*/ 9 w 15"/>
                  <a:gd name="T25" fmla="*/ 5 h 31"/>
                  <a:gd name="T26" fmla="*/ 5 w 15"/>
                  <a:gd name="T27" fmla="*/ 8 h 31"/>
                  <a:gd name="T28" fmla="*/ 3 w 15"/>
                  <a:gd name="T29" fmla="*/ 9 h 31"/>
                  <a:gd name="T30" fmla="*/ 3 w 15"/>
                  <a:gd name="T31" fmla="*/ 10 h 31"/>
                  <a:gd name="T32" fmla="*/ 3 w 15"/>
                  <a:gd name="T33" fmla="*/ 17 h 31"/>
                  <a:gd name="T34" fmla="*/ 0 w 15"/>
                  <a:gd name="T35" fmla="*/ 23 h 31"/>
                  <a:gd name="T36" fmla="*/ 1 w 15"/>
                  <a:gd name="T37" fmla="*/ 28 h 31"/>
                  <a:gd name="T38" fmla="*/ 1 w 15"/>
                  <a:gd name="T39" fmla="*/ 2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 h="31">
                    <a:moveTo>
                      <a:pt x="1" y="29"/>
                    </a:moveTo>
                    <a:cubicBezTo>
                      <a:pt x="2" y="30"/>
                      <a:pt x="3" y="31"/>
                      <a:pt x="4" y="31"/>
                    </a:cubicBezTo>
                    <a:cubicBezTo>
                      <a:pt x="6" y="31"/>
                      <a:pt x="7" y="29"/>
                      <a:pt x="8" y="26"/>
                    </a:cubicBezTo>
                    <a:cubicBezTo>
                      <a:pt x="9" y="24"/>
                      <a:pt x="10" y="21"/>
                      <a:pt x="10" y="19"/>
                    </a:cubicBezTo>
                    <a:cubicBezTo>
                      <a:pt x="10" y="18"/>
                      <a:pt x="11" y="17"/>
                      <a:pt x="11" y="15"/>
                    </a:cubicBezTo>
                    <a:cubicBezTo>
                      <a:pt x="11" y="15"/>
                      <a:pt x="12" y="14"/>
                      <a:pt x="12" y="13"/>
                    </a:cubicBezTo>
                    <a:cubicBezTo>
                      <a:pt x="12" y="13"/>
                      <a:pt x="12" y="12"/>
                      <a:pt x="13" y="11"/>
                    </a:cubicBezTo>
                    <a:cubicBezTo>
                      <a:pt x="13" y="9"/>
                      <a:pt x="13" y="7"/>
                      <a:pt x="14" y="6"/>
                    </a:cubicBezTo>
                    <a:cubicBezTo>
                      <a:pt x="14" y="4"/>
                      <a:pt x="15" y="1"/>
                      <a:pt x="13" y="0"/>
                    </a:cubicBezTo>
                    <a:cubicBezTo>
                      <a:pt x="12" y="0"/>
                      <a:pt x="12" y="0"/>
                      <a:pt x="12" y="0"/>
                    </a:cubicBezTo>
                    <a:cubicBezTo>
                      <a:pt x="12" y="1"/>
                      <a:pt x="12" y="0"/>
                      <a:pt x="11" y="1"/>
                    </a:cubicBezTo>
                    <a:cubicBezTo>
                      <a:pt x="11" y="3"/>
                      <a:pt x="10" y="4"/>
                      <a:pt x="9" y="4"/>
                    </a:cubicBezTo>
                    <a:cubicBezTo>
                      <a:pt x="9" y="5"/>
                      <a:pt x="9" y="5"/>
                      <a:pt x="9" y="5"/>
                    </a:cubicBezTo>
                    <a:cubicBezTo>
                      <a:pt x="8" y="7"/>
                      <a:pt x="7" y="7"/>
                      <a:pt x="5" y="8"/>
                    </a:cubicBezTo>
                    <a:cubicBezTo>
                      <a:pt x="5" y="8"/>
                      <a:pt x="3" y="9"/>
                      <a:pt x="3" y="9"/>
                    </a:cubicBezTo>
                    <a:cubicBezTo>
                      <a:pt x="3" y="9"/>
                      <a:pt x="3" y="10"/>
                      <a:pt x="3" y="10"/>
                    </a:cubicBezTo>
                    <a:cubicBezTo>
                      <a:pt x="2" y="12"/>
                      <a:pt x="2" y="14"/>
                      <a:pt x="3" y="17"/>
                    </a:cubicBezTo>
                    <a:cubicBezTo>
                      <a:pt x="2" y="19"/>
                      <a:pt x="0" y="20"/>
                      <a:pt x="0" y="23"/>
                    </a:cubicBezTo>
                    <a:cubicBezTo>
                      <a:pt x="0" y="25"/>
                      <a:pt x="1" y="27"/>
                      <a:pt x="1" y="28"/>
                    </a:cubicBezTo>
                    <a:cubicBezTo>
                      <a:pt x="1" y="28"/>
                      <a:pt x="1" y="29"/>
                      <a:pt x="1" y="29"/>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42" name="Freeform 74"/>
              <p:cNvSpPr/>
              <p:nvPr/>
            </p:nvSpPr>
            <p:spPr bwMode="auto">
              <a:xfrm>
                <a:off x="5557015" y="2095804"/>
                <a:ext cx="76136" cy="74808"/>
              </a:xfrm>
              <a:custGeom>
                <a:avLst/>
                <a:gdLst>
                  <a:gd name="T0" fmla="*/ 36 w 72"/>
                  <a:gd name="T1" fmla="*/ 57 h 71"/>
                  <a:gd name="T2" fmla="*/ 41 w 72"/>
                  <a:gd name="T3" fmla="*/ 55 h 71"/>
                  <a:gd name="T4" fmla="*/ 46 w 72"/>
                  <a:gd name="T5" fmla="*/ 52 h 71"/>
                  <a:gd name="T6" fmla="*/ 50 w 72"/>
                  <a:gd name="T7" fmla="*/ 48 h 71"/>
                  <a:gd name="T8" fmla="*/ 53 w 72"/>
                  <a:gd name="T9" fmla="*/ 47 h 71"/>
                  <a:gd name="T10" fmla="*/ 57 w 72"/>
                  <a:gd name="T11" fmla="*/ 46 h 71"/>
                  <a:gd name="T12" fmla="*/ 62 w 72"/>
                  <a:gd name="T13" fmla="*/ 41 h 71"/>
                  <a:gd name="T14" fmla="*/ 64 w 72"/>
                  <a:gd name="T15" fmla="*/ 35 h 71"/>
                  <a:gd name="T16" fmla="*/ 66 w 72"/>
                  <a:gd name="T17" fmla="*/ 26 h 71"/>
                  <a:gd name="T18" fmla="*/ 66 w 72"/>
                  <a:gd name="T19" fmla="*/ 18 h 71"/>
                  <a:gd name="T20" fmla="*/ 69 w 72"/>
                  <a:gd name="T21" fmla="*/ 15 h 71"/>
                  <a:gd name="T22" fmla="*/ 72 w 72"/>
                  <a:gd name="T23" fmla="*/ 11 h 71"/>
                  <a:gd name="T24" fmla="*/ 69 w 72"/>
                  <a:gd name="T25" fmla="*/ 8 h 71"/>
                  <a:gd name="T26" fmla="*/ 66 w 72"/>
                  <a:gd name="T27" fmla="*/ 8 h 71"/>
                  <a:gd name="T28" fmla="*/ 66 w 72"/>
                  <a:gd name="T29" fmla="*/ 5 h 71"/>
                  <a:gd name="T30" fmla="*/ 60 w 72"/>
                  <a:gd name="T31" fmla="*/ 1 h 71"/>
                  <a:gd name="T32" fmla="*/ 56 w 72"/>
                  <a:gd name="T33" fmla="*/ 1 h 71"/>
                  <a:gd name="T34" fmla="*/ 46 w 72"/>
                  <a:gd name="T35" fmla="*/ 1 h 71"/>
                  <a:gd name="T36" fmla="*/ 40 w 72"/>
                  <a:gd name="T37" fmla="*/ 4 h 71"/>
                  <a:gd name="T38" fmla="*/ 36 w 72"/>
                  <a:gd name="T39" fmla="*/ 6 h 71"/>
                  <a:gd name="T40" fmla="*/ 34 w 72"/>
                  <a:gd name="T41" fmla="*/ 9 h 71"/>
                  <a:gd name="T42" fmla="*/ 32 w 72"/>
                  <a:gd name="T43" fmla="*/ 7 h 71"/>
                  <a:gd name="T44" fmla="*/ 25 w 72"/>
                  <a:gd name="T45" fmla="*/ 8 h 71"/>
                  <a:gd name="T46" fmla="*/ 21 w 72"/>
                  <a:gd name="T47" fmla="*/ 9 h 71"/>
                  <a:gd name="T48" fmla="*/ 16 w 72"/>
                  <a:gd name="T49" fmla="*/ 11 h 71"/>
                  <a:gd name="T50" fmla="*/ 13 w 72"/>
                  <a:gd name="T51" fmla="*/ 13 h 71"/>
                  <a:gd name="T52" fmla="*/ 11 w 72"/>
                  <a:gd name="T53" fmla="*/ 14 h 71"/>
                  <a:gd name="T54" fmla="*/ 10 w 72"/>
                  <a:gd name="T55" fmla="*/ 18 h 71"/>
                  <a:gd name="T56" fmla="*/ 2 w 72"/>
                  <a:gd name="T57" fmla="*/ 21 h 71"/>
                  <a:gd name="T58" fmla="*/ 1 w 72"/>
                  <a:gd name="T59" fmla="*/ 25 h 71"/>
                  <a:gd name="T60" fmla="*/ 2 w 72"/>
                  <a:gd name="T61" fmla="*/ 29 h 71"/>
                  <a:gd name="T62" fmla="*/ 9 w 72"/>
                  <a:gd name="T63" fmla="*/ 28 h 71"/>
                  <a:gd name="T64" fmla="*/ 14 w 72"/>
                  <a:gd name="T65" fmla="*/ 29 h 71"/>
                  <a:gd name="T66" fmla="*/ 17 w 72"/>
                  <a:gd name="T67" fmla="*/ 32 h 71"/>
                  <a:gd name="T68" fmla="*/ 17 w 72"/>
                  <a:gd name="T69" fmla="*/ 33 h 71"/>
                  <a:gd name="T70" fmla="*/ 18 w 72"/>
                  <a:gd name="T71" fmla="*/ 35 h 71"/>
                  <a:gd name="T72" fmla="*/ 21 w 72"/>
                  <a:gd name="T73" fmla="*/ 41 h 71"/>
                  <a:gd name="T74" fmla="*/ 23 w 72"/>
                  <a:gd name="T75" fmla="*/ 47 h 71"/>
                  <a:gd name="T76" fmla="*/ 20 w 72"/>
                  <a:gd name="T77" fmla="*/ 50 h 71"/>
                  <a:gd name="T78" fmla="*/ 18 w 72"/>
                  <a:gd name="T79" fmla="*/ 55 h 71"/>
                  <a:gd name="T80" fmla="*/ 18 w 72"/>
                  <a:gd name="T81" fmla="*/ 59 h 71"/>
                  <a:gd name="T82" fmla="*/ 20 w 72"/>
                  <a:gd name="T83" fmla="*/ 63 h 71"/>
                  <a:gd name="T84" fmla="*/ 22 w 72"/>
                  <a:gd name="T85" fmla="*/ 67 h 71"/>
                  <a:gd name="T86" fmla="*/ 26 w 72"/>
                  <a:gd name="T87" fmla="*/ 69 h 71"/>
                  <a:gd name="T88" fmla="*/ 31 w 72"/>
                  <a:gd name="T89" fmla="*/ 68 h 71"/>
                  <a:gd name="T90" fmla="*/ 33 w 72"/>
                  <a:gd name="T91" fmla="*/ 64 h 71"/>
                  <a:gd name="T92" fmla="*/ 35 w 72"/>
                  <a:gd name="T93" fmla="*/ 6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2" h="71">
                    <a:moveTo>
                      <a:pt x="35" y="61"/>
                    </a:moveTo>
                    <a:cubicBezTo>
                      <a:pt x="35" y="60"/>
                      <a:pt x="36" y="58"/>
                      <a:pt x="36" y="57"/>
                    </a:cubicBezTo>
                    <a:cubicBezTo>
                      <a:pt x="37" y="57"/>
                      <a:pt x="37" y="56"/>
                      <a:pt x="38" y="56"/>
                    </a:cubicBezTo>
                    <a:cubicBezTo>
                      <a:pt x="39" y="55"/>
                      <a:pt x="40" y="56"/>
                      <a:pt x="41" y="55"/>
                    </a:cubicBezTo>
                    <a:cubicBezTo>
                      <a:pt x="42" y="55"/>
                      <a:pt x="43" y="54"/>
                      <a:pt x="43" y="53"/>
                    </a:cubicBezTo>
                    <a:cubicBezTo>
                      <a:pt x="44" y="53"/>
                      <a:pt x="45" y="52"/>
                      <a:pt x="46" y="52"/>
                    </a:cubicBezTo>
                    <a:cubicBezTo>
                      <a:pt x="47" y="51"/>
                      <a:pt x="47" y="50"/>
                      <a:pt x="48" y="50"/>
                    </a:cubicBezTo>
                    <a:cubicBezTo>
                      <a:pt x="49" y="49"/>
                      <a:pt x="49" y="48"/>
                      <a:pt x="50" y="48"/>
                    </a:cubicBezTo>
                    <a:cubicBezTo>
                      <a:pt x="50" y="48"/>
                      <a:pt x="51" y="48"/>
                      <a:pt x="52" y="48"/>
                    </a:cubicBezTo>
                    <a:cubicBezTo>
                      <a:pt x="52" y="48"/>
                      <a:pt x="53" y="47"/>
                      <a:pt x="53" y="47"/>
                    </a:cubicBezTo>
                    <a:cubicBezTo>
                      <a:pt x="54" y="47"/>
                      <a:pt x="56" y="47"/>
                      <a:pt x="57" y="47"/>
                    </a:cubicBezTo>
                    <a:cubicBezTo>
                      <a:pt x="57" y="47"/>
                      <a:pt x="57" y="46"/>
                      <a:pt x="57" y="46"/>
                    </a:cubicBezTo>
                    <a:cubicBezTo>
                      <a:pt x="59" y="46"/>
                      <a:pt x="59" y="45"/>
                      <a:pt x="60" y="43"/>
                    </a:cubicBezTo>
                    <a:cubicBezTo>
                      <a:pt x="61" y="42"/>
                      <a:pt x="62" y="42"/>
                      <a:pt x="62" y="41"/>
                    </a:cubicBezTo>
                    <a:cubicBezTo>
                      <a:pt x="63" y="40"/>
                      <a:pt x="62" y="39"/>
                      <a:pt x="62" y="39"/>
                    </a:cubicBezTo>
                    <a:cubicBezTo>
                      <a:pt x="62" y="37"/>
                      <a:pt x="63" y="37"/>
                      <a:pt x="64" y="35"/>
                    </a:cubicBezTo>
                    <a:cubicBezTo>
                      <a:pt x="64" y="34"/>
                      <a:pt x="64" y="32"/>
                      <a:pt x="65" y="30"/>
                    </a:cubicBezTo>
                    <a:cubicBezTo>
                      <a:pt x="65" y="29"/>
                      <a:pt x="65" y="27"/>
                      <a:pt x="66" y="26"/>
                    </a:cubicBezTo>
                    <a:cubicBezTo>
                      <a:pt x="66" y="25"/>
                      <a:pt x="65" y="24"/>
                      <a:pt x="64" y="23"/>
                    </a:cubicBezTo>
                    <a:cubicBezTo>
                      <a:pt x="65" y="22"/>
                      <a:pt x="66" y="20"/>
                      <a:pt x="66" y="18"/>
                    </a:cubicBezTo>
                    <a:cubicBezTo>
                      <a:pt x="67" y="17"/>
                      <a:pt x="68" y="16"/>
                      <a:pt x="68" y="16"/>
                    </a:cubicBezTo>
                    <a:cubicBezTo>
                      <a:pt x="68" y="15"/>
                      <a:pt x="69" y="15"/>
                      <a:pt x="69" y="15"/>
                    </a:cubicBezTo>
                    <a:cubicBezTo>
                      <a:pt x="69" y="15"/>
                      <a:pt x="69" y="15"/>
                      <a:pt x="69" y="14"/>
                    </a:cubicBezTo>
                    <a:cubicBezTo>
                      <a:pt x="70" y="13"/>
                      <a:pt x="71" y="13"/>
                      <a:pt x="72" y="11"/>
                    </a:cubicBezTo>
                    <a:cubicBezTo>
                      <a:pt x="72" y="10"/>
                      <a:pt x="72" y="9"/>
                      <a:pt x="72" y="7"/>
                    </a:cubicBezTo>
                    <a:cubicBezTo>
                      <a:pt x="71" y="7"/>
                      <a:pt x="70" y="7"/>
                      <a:pt x="69" y="8"/>
                    </a:cubicBezTo>
                    <a:cubicBezTo>
                      <a:pt x="69" y="8"/>
                      <a:pt x="68" y="8"/>
                      <a:pt x="68" y="8"/>
                    </a:cubicBezTo>
                    <a:cubicBezTo>
                      <a:pt x="68" y="8"/>
                      <a:pt x="67" y="8"/>
                      <a:pt x="66" y="8"/>
                    </a:cubicBezTo>
                    <a:cubicBezTo>
                      <a:pt x="66" y="8"/>
                      <a:pt x="64" y="9"/>
                      <a:pt x="64" y="8"/>
                    </a:cubicBezTo>
                    <a:cubicBezTo>
                      <a:pt x="64" y="7"/>
                      <a:pt x="66" y="6"/>
                      <a:pt x="66" y="5"/>
                    </a:cubicBezTo>
                    <a:cubicBezTo>
                      <a:pt x="65" y="3"/>
                      <a:pt x="64" y="3"/>
                      <a:pt x="63" y="2"/>
                    </a:cubicBezTo>
                    <a:cubicBezTo>
                      <a:pt x="62" y="2"/>
                      <a:pt x="61" y="1"/>
                      <a:pt x="60" y="1"/>
                    </a:cubicBezTo>
                    <a:cubicBezTo>
                      <a:pt x="60" y="1"/>
                      <a:pt x="59" y="2"/>
                      <a:pt x="59" y="1"/>
                    </a:cubicBezTo>
                    <a:cubicBezTo>
                      <a:pt x="58" y="1"/>
                      <a:pt x="57" y="1"/>
                      <a:pt x="56" y="1"/>
                    </a:cubicBezTo>
                    <a:cubicBezTo>
                      <a:pt x="55" y="0"/>
                      <a:pt x="53" y="1"/>
                      <a:pt x="51" y="1"/>
                    </a:cubicBezTo>
                    <a:cubicBezTo>
                      <a:pt x="50" y="1"/>
                      <a:pt x="48" y="1"/>
                      <a:pt x="46" y="1"/>
                    </a:cubicBezTo>
                    <a:cubicBezTo>
                      <a:pt x="45" y="2"/>
                      <a:pt x="43" y="4"/>
                      <a:pt x="42" y="4"/>
                    </a:cubicBezTo>
                    <a:cubicBezTo>
                      <a:pt x="41" y="4"/>
                      <a:pt x="41" y="4"/>
                      <a:pt x="40" y="4"/>
                    </a:cubicBezTo>
                    <a:cubicBezTo>
                      <a:pt x="39" y="3"/>
                      <a:pt x="38" y="4"/>
                      <a:pt x="37" y="5"/>
                    </a:cubicBezTo>
                    <a:cubicBezTo>
                      <a:pt x="37" y="5"/>
                      <a:pt x="36" y="5"/>
                      <a:pt x="36" y="6"/>
                    </a:cubicBezTo>
                    <a:cubicBezTo>
                      <a:pt x="35" y="6"/>
                      <a:pt x="34" y="7"/>
                      <a:pt x="34" y="7"/>
                    </a:cubicBezTo>
                    <a:cubicBezTo>
                      <a:pt x="33" y="8"/>
                      <a:pt x="35" y="8"/>
                      <a:pt x="34" y="9"/>
                    </a:cubicBezTo>
                    <a:cubicBezTo>
                      <a:pt x="35" y="9"/>
                      <a:pt x="34" y="10"/>
                      <a:pt x="34" y="10"/>
                    </a:cubicBezTo>
                    <a:cubicBezTo>
                      <a:pt x="33" y="10"/>
                      <a:pt x="33" y="8"/>
                      <a:pt x="32" y="7"/>
                    </a:cubicBezTo>
                    <a:cubicBezTo>
                      <a:pt x="31" y="7"/>
                      <a:pt x="30" y="7"/>
                      <a:pt x="29" y="8"/>
                    </a:cubicBezTo>
                    <a:cubicBezTo>
                      <a:pt x="28" y="8"/>
                      <a:pt x="26" y="8"/>
                      <a:pt x="25" y="8"/>
                    </a:cubicBezTo>
                    <a:cubicBezTo>
                      <a:pt x="25" y="8"/>
                      <a:pt x="24" y="9"/>
                      <a:pt x="23" y="9"/>
                    </a:cubicBezTo>
                    <a:cubicBezTo>
                      <a:pt x="22" y="9"/>
                      <a:pt x="22" y="9"/>
                      <a:pt x="21" y="9"/>
                    </a:cubicBezTo>
                    <a:cubicBezTo>
                      <a:pt x="20" y="9"/>
                      <a:pt x="19" y="9"/>
                      <a:pt x="19" y="10"/>
                    </a:cubicBezTo>
                    <a:cubicBezTo>
                      <a:pt x="18" y="10"/>
                      <a:pt x="17" y="10"/>
                      <a:pt x="16" y="11"/>
                    </a:cubicBezTo>
                    <a:cubicBezTo>
                      <a:pt x="15" y="11"/>
                      <a:pt x="15" y="12"/>
                      <a:pt x="14" y="12"/>
                    </a:cubicBezTo>
                    <a:cubicBezTo>
                      <a:pt x="14" y="12"/>
                      <a:pt x="14" y="13"/>
                      <a:pt x="13" y="13"/>
                    </a:cubicBezTo>
                    <a:cubicBezTo>
                      <a:pt x="13" y="13"/>
                      <a:pt x="13" y="13"/>
                      <a:pt x="12" y="13"/>
                    </a:cubicBezTo>
                    <a:cubicBezTo>
                      <a:pt x="12" y="13"/>
                      <a:pt x="12" y="14"/>
                      <a:pt x="11" y="14"/>
                    </a:cubicBezTo>
                    <a:cubicBezTo>
                      <a:pt x="10" y="14"/>
                      <a:pt x="9" y="15"/>
                      <a:pt x="9" y="16"/>
                    </a:cubicBezTo>
                    <a:cubicBezTo>
                      <a:pt x="9" y="17"/>
                      <a:pt x="11" y="16"/>
                      <a:pt x="10" y="18"/>
                    </a:cubicBezTo>
                    <a:cubicBezTo>
                      <a:pt x="10" y="20"/>
                      <a:pt x="8" y="19"/>
                      <a:pt x="6" y="20"/>
                    </a:cubicBezTo>
                    <a:cubicBezTo>
                      <a:pt x="5" y="20"/>
                      <a:pt x="3" y="21"/>
                      <a:pt x="2" y="21"/>
                    </a:cubicBezTo>
                    <a:cubicBezTo>
                      <a:pt x="2" y="22"/>
                      <a:pt x="2" y="22"/>
                      <a:pt x="1" y="22"/>
                    </a:cubicBezTo>
                    <a:cubicBezTo>
                      <a:pt x="1" y="24"/>
                      <a:pt x="2" y="24"/>
                      <a:pt x="1" y="25"/>
                    </a:cubicBezTo>
                    <a:cubicBezTo>
                      <a:pt x="1" y="26"/>
                      <a:pt x="0" y="26"/>
                      <a:pt x="0" y="28"/>
                    </a:cubicBezTo>
                    <a:cubicBezTo>
                      <a:pt x="1" y="28"/>
                      <a:pt x="1" y="29"/>
                      <a:pt x="2" y="29"/>
                    </a:cubicBezTo>
                    <a:cubicBezTo>
                      <a:pt x="3" y="29"/>
                      <a:pt x="4" y="29"/>
                      <a:pt x="5" y="29"/>
                    </a:cubicBezTo>
                    <a:cubicBezTo>
                      <a:pt x="6" y="28"/>
                      <a:pt x="8" y="29"/>
                      <a:pt x="9" y="28"/>
                    </a:cubicBezTo>
                    <a:cubicBezTo>
                      <a:pt x="11" y="28"/>
                      <a:pt x="13" y="28"/>
                      <a:pt x="14" y="28"/>
                    </a:cubicBezTo>
                    <a:cubicBezTo>
                      <a:pt x="14" y="28"/>
                      <a:pt x="14" y="29"/>
                      <a:pt x="14" y="29"/>
                    </a:cubicBezTo>
                    <a:cubicBezTo>
                      <a:pt x="14" y="29"/>
                      <a:pt x="15" y="29"/>
                      <a:pt x="15" y="29"/>
                    </a:cubicBezTo>
                    <a:cubicBezTo>
                      <a:pt x="16" y="30"/>
                      <a:pt x="17" y="31"/>
                      <a:pt x="17" y="32"/>
                    </a:cubicBezTo>
                    <a:cubicBezTo>
                      <a:pt x="17" y="32"/>
                      <a:pt x="17" y="32"/>
                      <a:pt x="17" y="33"/>
                    </a:cubicBezTo>
                    <a:cubicBezTo>
                      <a:pt x="17" y="33"/>
                      <a:pt x="17" y="33"/>
                      <a:pt x="17" y="33"/>
                    </a:cubicBezTo>
                    <a:cubicBezTo>
                      <a:pt x="18" y="34"/>
                      <a:pt x="17" y="34"/>
                      <a:pt x="17" y="34"/>
                    </a:cubicBezTo>
                    <a:cubicBezTo>
                      <a:pt x="18" y="35"/>
                      <a:pt x="18" y="35"/>
                      <a:pt x="18" y="35"/>
                    </a:cubicBezTo>
                    <a:cubicBezTo>
                      <a:pt x="18" y="37"/>
                      <a:pt x="17" y="39"/>
                      <a:pt x="17" y="40"/>
                    </a:cubicBezTo>
                    <a:cubicBezTo>
                      <a:pt x="19" y="40"/>
                      <a:pt x="20" y="40"/>
                      <a:pt x="21" y="41"/>
                    </a:cubicBezTo>
                    <a:cubicBezTo>
                      <a:pt x="22" y="41"/>
                      <a:pt x="22" y="41"/>
                      <a:pt x="23" y="42"/>
                    </a:cubicBezTo>
                    <a:cubicBezTo>
                      <a:pt x="24" y="43"/>
                      <a:pt x="23" y="45"/>
                      <a:pt x="23" y="47"/>
                    </a:cubicBezTo>
                    <a:cubicBezTo>
                      <a:pt x="22" y="48"/>
                      <a:pt x="22" y="48"/>
                      <a:pt x="21" y="48"/>
                    </a:cubicBezTo>
                    <a:cubicBezTo>
                      <a:pt x="21" y="49"/>
                      <a:pt x="20" y="50"/>
                      <a:pt x="20" y="50"/>
                    </a:cubicBezTo>
                    <a:cubicBezTo>
                      <a:pt x="20" y="50"/>
                      <a:pt x="19" y="50"/>
                      <a:pt x="19" y="51"/>
                    </a:cubicBezTo>
                    <a:cubicBezTo>
                      <a:pt x="18" y="52"/>
                      <a:pt x="18" y="53"/>
                      <a:pt x="18" y="55"/>
                    </a:cubicBezTo>
                    <a:cubicBezTo>
                      <a:pt x="18" y="55"/>
                      <a:pt x="18" y="56"/>
                      <a:pt x="18" y="57"/>
                    </a:cubicBezTo>
                    <a:cubicBezTo>
                      <a:pt x="18" y="58"/>
                      <a:pt x="18" y="59"/>
                      <a:pt x="18" y="59"/>
                    </a:cubicBezTo>
                    <a:cubicBezTo>
                      <a:pt x="19" y="60"/>
                      <a:pt x="19" y="61"/>
                      <a:pt x="19" y="62"/>
                    </a:cubicBezTo>
                    <a:cubicBezTo>
                      <a:pt x="20" y="62"/>
                      <a:pt x="20" y="63"/>
                      <a:pt x="20" y="63"/>
                    </a:cubicBezTo>
                    <a:cubicBezTo>
                      <a:pt x="20" y="64"/>
                      <a:pt x="20" y="64"/>
                      <a:pt x="21" y="64"/>
                    </a:cubicBezTo>
                    <a:cubicBezTo>
                      <a:pt x="21" y="65"/>
                      <a:pt x="22" y="66"/>
                      <a:pt x="22" y="67"/>
                    </a:cubicBezTo>
                    <a:cubicBezTo>
                      <a:pt x="23" y="68"/>
                      <a:pt x="23" y="68"/>
                      <a:pt x="24" y="69"/>
                    </a:cubicBezTo>
                    <a:cubicBezTo>
                      <a:pt x="25" y="69"/>
                      <a:pt x="26" y="69"/>
                      <a:pt x="26" y="69"/>
                    </a:cubicBezTo>
                    <a:cubicBezTo>
                      <a:pt x="28" y="69"/>
                      <a:pt x="28" y="71"/>
                      <a:pt x="30" y="71"/>
                    </a:cubicBezTo>
                    <a:cubicBezTo>
                      <a:pt x="31" y="70"/>
                      <a:pt x="31" y="69"/>
                      <a:pt x="31" y="68"/>
                    </a:cubicBezTo>
                    <a:cubicBezTo>
                      <a:pt x="32" y="67"/>
                      <a:pt x="32" y="66"/>
                      <a:pt x="33" y="65"/>
                    </a:cubicBezTo>
                    <a:cubicBezTo>
                      <a:pt x="33" y="65"/>
                      <a:pt x="33" y="64"/>
                      <a:pt x="33" y="64"/>
                    </a:cubicBezTo>
                    <a:cubicBezTo>
                      <a:pt x="33" y="63"/>
                      <a:pt x="34" y="63"/>
                      <a:pt x="34" y="63"/>
                    </a:cubicBezTo>
                    <a:cubicBezTo>
                      <a:pt x="34" y="62"/>
                      <a:pt x="34" y="61"/>
                      <a:pt x="35" y="6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43" name="Freeform 75"/>
              <p:cNvSpPr/>
              <p:nvPr/>
            </p:nvSpPr>
            <p:spPr bwMode="auto">
              <a:xfrm>
                <a:off x="5504340" y="2124134"/>
                <a:ext cx="10624" cy="9296"/>
              </a:xfrm>
              <a:custGeom>
                <a:avLst/>
                <a:gdLst>
                  <a:gd name="T0" fmla="*/ 8 w 10"/>
                  <a:gd name="T1" fmla="*/ 1 h 9"/>
                  <a:gd name="T2" fmla="*/ 6 w 10"/>
                  <a:gd name="T3" fmla="*/ 1 h 9"/>
                  <a:gd name="T4" fmla="*/ 4 w 10"/>
                  <a:gd name="T5" fmla="*/ 0 h 9"/>
                  <a:gd name="T6" fmla="*/ 0 w 10"/>
                  <a:gd name="T7" fmla="*/ 2 h 9"/>
                  <a:gd name="T8" fmla="*/ 0 w 10"/>
                  <a:gd name="T9" fmla="*/ 6 h 9"/>
                  <a:gd name="T10" fmla="*/ 4 w 10"/>
                  <a:gd name="T11" fmla="*/ 8 h 9"/>
                  <a:gd name="T12" fmla="*/ 7 w 10"/>
                  <a:gd name="T13" fmla="*/ 8 h 9"/>
                  <a:gd name="T14" fmla="*/ 8 w 10"/>
                  <a:gd name="T15" fmla="*/ 1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9">
                    <a:moveTo>
                      <a:pt x="8" y="1"/>
                    </a:moveTo>
                    <a:cubicBezTo>
                      <a:pt x="8" y="1"/>
                      <a:pt x="7" y="1"/>
                      <a:pt x="6" y="1"/>
                    </a:cubicBezTo>
                    <a:cubicBezTo>
                      <a:pt x="5" y="1"/>
                      <a:pt x="4" y="0"/>
                      <a:pt x="4" y="0"/>
                    </a:cubicBezTo>
                    <a:cubicBezTo>
                      <a:pt x="3" y="1"/>
                      <a:pt x="1" y="1"/>
                      <a:pt x="0" y="2"/>
                    </a:cubicBezTo>
                    <a:cubicBezTo>
                      <a:pt x="0" y="4"/>
                      <a:pt x="0" y="5"/>
                      <a:pt x="0" y="6"/>
                    </a:cubicBezTo>
                    <a:cubicBezTo>
                      <a:pt x="3" y="6"/>
                      <a:pt x="2" y="8"/>
                      <a:pt x="4" y="8"/>
                    </a:cubicBezTo>
                    <a:cubicBezTo>
                      <a:pt x="4" y="9"/>
                      <a:pt x="6" y="9"/>
                      <a:pt x="7" y="8"/>
                    </a:cubicBezTo>
                    <a:cubicBezTo>
                      <a:pt x="9" y="5"/>
                      <a:pt x="10" y="2"/>
                      <a:pt x="8" y="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44" name="Freeform 76"/>
              <p:cNvSpPr/>
              <p:nvPr/>
            </p:nvSpPr>
            <p:spPr bwMode="auto">
              <a:xfrm>
                <a:off x="5607477" y="2193630"/>
                <a:ext cx="7525" cy="12837"/>
              </a:xfrm>
              <a:custGeom>
                <a:avLst/>
                <a:gdLst>
                  <a:gd name="T0" fmla="*/ 7 w 7"/>
                  <a:gd name="T1" fmla="*/ 2 h 12"/>
                  <a:gd name="T2" fmla="*/ 5 w 7"/>
                  <a:gd name="T3" fmla="*/ 0 h 12"/>
                  <a:gd name="T4" fmla="*/ 3 w 7"/>
                  <a:gd name="T5" fmla="*/ 1 h 12"/>
                  <a:gd name="T6" fmla="*/ 3 w 7"/>
                  <a:gd name="T7" fmla="*/ 2 h 12"/>
                  <a:gd name="T8" fmla="*/ 2 w 7"/>
                  <a:gd name="T9" fmla="*/ 2 h 12"/>
                  <a:gd name="T10" fmla="*/ 2 w 7"/>
                  <a:gd name="T11" fmla="*/ 5 h 12"/>
                  <a:gd name="T12" fmla="*/ 1 w 7"/>
                  <a:gd name="T13" fmla="*/ 7 h 12"/>
                  <a:gd name="T14" fmla="*/ 0 w 7"/>
                  <a:gd name="T15" fmla="*/ 9 h 12"/>
                  <a:gd name="T16" fmla="*/ 5 w 7"/>
                  <a:gd name="T17" fmla="*/ 10 h 12"/>
                  <a:gd name="T18" fmla="*/ 6 w 7"/>
                  <a:gd name="T19" fmla="*/ 9 h 12"/>
                  <a:gd name="T20" fmla="*/ 7 w 7"/>
                  <a:gd name="T21" fmla="*/ 7 h 12"/>
                  <a:gd name="T22" fmla="*/ 6 w 7"/>
                  <a:gd name="T23" fmla="*/ 4 h 12"/>
                  <a:gd name="T24" fmla="*/ 7 w 7"/>
                  <a:gd name="T25"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 h="12">
                    <a:moveTo>
                      <a:pt x="7" y="2"/>
                    </a:moveTo>
                    <a:cubicBezTo>
                      <a:pt x="6" y="1"/>
                      <a:pt x="6" y="0"/>
                      <a:pt x="5" y="0"/>
                    </a:cubicBezTo>
                    <a:cubicBezTo>
                      <a:pt x="5" y="0"/>
                      <a:pt x="4" y="0"/>
                      <a:pt x="3" y="1"/>
                    </a:cubicBezTo>
                    <a:cubicBezTo>
                      <a:pt x="3" y="1"/>
                      <a:pt x="3" y="1"/>
                      <a:pt x="3" y="2"/>
                    </a:cubicBezTo>
                    <a:cubicBezTo>
                      <a:pt x="3" y="2"/>
                      <a:pt x="2" y="2"/>
                      <a:pt x="2" y="2"/>
                    </a:cubicBezTo>
                    <a:cubicBezTo>
                      <a:pt x="2" y="3"/>
                      <a:pt x="2" y="4"/>
                      <a:pt x="2" y="5"/>
                    </a:cubicBezTo>
                    <a:cubicBezTo>
                      <a:pt x="1" y="5"/>
                      <a:pt x="1" y="6"/>
                      <a:pt x="1" y="7"/>
                    </a:cubicBezTo>
                    <a:cubicBezTo>
                      <a:pt x="0" y="8"/>
                      <a:pt x="0" y="8"/>
                      <a:pt x="0" y="9"/>
                    </a:cubicBezTo>
                    <a:cubicBezTo>
                      <a:pt x="0" y="12"/>
                      <a:pt x="4" y="11"/>
                      <a:pt x="5" y="10"/>
                    </a:cubicBezTo>
                    <a:cubicBezTo>
                      <a:pt x="6" y="9"/>
                      <a:pt x="6" y="9"/>
                      <a:pt x="6" y="9"/>
                    </a:cubicBezTo>
                    <a:cubicBezTo>
                      <a:pt x="6" y="8"/>
                      <a:pt x="7" y="8"/>
                      <a:pt x="7" y="7"/>
                    </a:cubicBezTo>
                    <a:cubicBezTo>
                      <a:pt x="6" y="7"/>
                      <a:pt x="6" y="5"/>
                      <a:pt x="6" y="4"/>
                    </a:cubicBezTo>
                    <a:cubicBezTo>
                      <a:pt x="6" y="3"/>
                      <a:pt x="7" y="3"/>
                      <a:pt x="7" y="2"/>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45" name="Freeform 77"/>
              <p:cNvSpPr/>
              <p:nvPr/>
            </p:nvSpPr>
            <p:spPr bwMode="auto">
              <a:xfrm>
                <a:off x="5536211" y="2226386"/>
                <a:ext cx="12394" cy="13722"/>
              </a:xfrm>
              <a:custGeom>
                <a:avLst/>
                <a:gdLst>
                  <a:gd name="T0" fmla="*/ 10 w 12"/>
                  <a:gd name="T1" fmla="*/ 7 h 13"/>
                  <a:gd name="T2" fmla="*/ 8 w 12"/>
                  <a:gd name="T3" fmla="*/ 3 h 13"/>
                  <a:gd name="T4" fmla="*/ 7 w 12"/>
                  <a:gd name="T5" fmla="*/ 0 h 13"/>
                  <a:gd name="T6" fmla="*/ 6 w 12"/>
                  <a:gd name="T7" fmla="*/ 0 h 13"/>
                  <a:gd name="T8" fmla="*/ 4 w 12"/>
                  <a:gd name="T9" fmla="*/ 3 h 13"/>
                  <a:gd name="T10" fmla="*/ 0 w 12"/>
                  <a:gd name="T11" fmla="*/ 7 h 13"/>
                  <a:gd name="T12" fmla="*/ 5 w 12"/>
                  <a:gd name="T13" fmla="*/ 9 h 13"/>
                  <a:gd name="T14" fmla="*/ 11 w 12"/>
                  <a:gd name="T15" fmla="*/ 12 h 13"/>
                  <a:gd name="T16" fmla="*/ 11 w 12"/>
                  <a:gd name="T17" fmla="*/ 8 h 13"/>
                  <a:gd name="T18" fmla="*/ 10 w 12"/>
                  <a:gd name="T19" fmla="*/ 7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3">
                    <a:moveTo>
                      <a:pt x="10" y="7"/>
                    </a:moveTo>
                    <a:cubicBezTo>
                      <a:pt x="9" y="6"/>
                      <a:pt x="9" y="4"/>
                      <a:pt x="8" y="3"/>
                    </a:cubicBezTo>
                    <a:cubicBezTo>
                      <a:pt x="8" y="2"/>
                      <a:pt x="8" y="0"/>
                      <a:pt x="7" y="0"/>
                    </a:cubicBezTo>
                    <a:cubicBezTo>
                      <a:pt x="7" y="0"/>
                      <a:pt x="6" y="0"/>
                      <a:pt x="6" y="0"/>
                    </a:cubicBezTo>
                    <a:cubicBezTo>
                      <a:pt x="5" y="0"/>
                      <a:pt x="5" y="1"/>
                      <a:pt x="4" y="3"/>
                    </a:cubicBezTo>
                    <a:cubicBezTo>
                      <a:pt x="3" y="4"/>
                      <a:pt x="1" y="5"/>
                      <a:pt x="0" y="7"/>
                    </a:cubicBezTo>
                    <a:cubicBezTo>
                      <a:pt x="0" y="9"/>
                      <a:pt x="3" y="8"/>
                      <a:pt x="5" y="9"/>
                    </a:cubicBezTo>
                    <a:cubicBezTo>
                      <a:pt x="7" y="10"/>
                      <a:pt x="9" y="13"/>
                      <a:pt x="11" y="12"/>
                    </a:cubicBezTo>
                    <a:cubicBezTo>
                      <a:pt x="12" y="10"/>
                      <a:pt x="11" y="9"/>
                      <a:pt x="11" y="8"/>
                    </a:cubicBezTo>
                    <a:cubicBezTo>
                      <a:pt x="11" y="8"/>
                      <a:pt x="10" y="7"/>
                      <a:pt x="10" y="7"/>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46" name="Freeform 78"/>
              <p:cNvSpPr/>
              <p:nvPr/>
            </p:nvSpPr>
            <p:spPr bwMode="auto">
              <a:xfrm>
                <a:off x="5604379" y="2154677"/>
                <a:ext cx="20362" cy="11509"/>
              </a:xfrm>
              <a:custGeom>
                <a:avLst/>
                <a:gdLst>
                  <a:gd name="T0" fmla="*/ 10 w 19"/>
                  <a:gd name="T1" fmla="*/ 11 h 11"/>
                  <a:gd name="T2" fmla="*/ 13 w 19"/>
                  <a:gd name="T3" fmla="*/ 9 h 11"/>
                  <a:gd name="T4" fmla="*/ 17 w 19"/>
                  <a:gd name="T5" fmla="*/ 7 h 11"/>
                  <a:gd name="T6" fmla="*/ 19 w 19"/>
                  <a:gd name="T7" fmla="*/ 4 h 11"/>
                  <a:gd name="T8" fmla="*/ 16 w 19"/>
                  <a:gd name="T9" fmla="*/ 0 h 11"/>
                  <a:gd name="T10" fmla="*/ 9 w 19"/>
                  <a:gd name="T11" fmla="*/ 1 h 11"/>
                  <a:gd name="T12" fmla="*/ 6 w 19"/>
                  <a:gd name="T13" fmla="*/ 3 h 11"/>
                  <a:gd name="T14" fmla="*/ 5 w 19"/>
                  <a:gd name="T15" fmla="*/ 2 h 11"/>
                  <a:gd name="T16" fmla="*/ 3 w 19"/>
                  <a:gd name="T17" fmla="*/ 1 h 11"/>
                  <a:gd name="T18" fmla="*/ 0 w 19"/>
                  <a:gd name="T19" fmla="*/ 5 h 11"/>
                  <a:gd name="T20" fmla="*/ 4 w 19"/>
                  <a:gd name="T21" fmla="*/ 10 h 11"/>
                  <a:gd name="T22" fmla="*/ 10 w 19"/>
                  <a:gd name="T23"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 h="11">
                    <a:moveTo>
                      <a:pt x="10" y="11"/>
                    </a:moveTo>
                    <a:cubicBezTo>
                      <a:pt x="11" y="11"/>
                      <a:pt x="12" y="10"/>
                      <a:pt x="13" y="9"/>
                    </a:cubicBezTo>
                    <a:cubicBezTo>
                      <a:pt x="15" y="8"/>
                      <a:pt x="16" y="7"/>
                      <a:pt x="17" y="7"/>
                    </a:cubicBezTo>
                    <a:cubicBezTo>
                      <a:pt x="18" y="6"/>
                      <a:pt x="19" y="5"/>
                      <a:pt x="19" y="4"/>
                    </a:cubicBezTo>
                    <a:cubicBezTo>
                      <a:pt x="19" y="2"/>
                      <a:pt x="17" y="1"/>
                      <a:pt x="16" y="0"/>
                    </a:cubicBezTo>
                    <a:cubicBezTo>
                      <a:pt x="14" y="0"/>
                      <a:pt x="11" y="1"/>
                      <a:pt x="9" y="1"/>
                    </a:cubicBezTo>
                    <a:cubicBezTo>
                      <a:pt x="7" y="1"/>
                      <a:pt x="7" y="3"/>
                      <a:pt x="6" y="3"/>
                    </a:cubicBezTo>
                    <a:cubicBezTo>
                      <a:pt x="5" y="3"/>
                      <a:pt x="5" y="2"/>
                      <a:pt x="5" y="2"/>
                    </a:cubicBezTo>
                    <a:cubicBezTo>
                      <a:pt x="4" y="1"/>
                      <a:pt x="4" y="1"/>
                      <a:pt x="3" y="1"/>
                    </a:cubicBezTo>
                    <a:cubicBezTo>
                      <a:pt x="1" y="2"/>
                      <a:pt x="0" y="3"/>
                      <a:pt x="0" y="5"/>
                    </a:cubicBezTo>
                    <a:cubicBezTo>
                      <a:pt x="0" y="8"/>
                      <a:pt x="2" y="9"/>
                      <a:pt x="4" y="10"/>
                    </a:cubicBezTo>
                    <a:cubicBezTo>
                      <a:pt x="6" y="10"/>
                      <a:pt x="8" y="11"/>
                      <a:pt x="10" y="1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47" name="Freeform 79"/>
              <p:cNvSpPr/>
              <p:nvPr/>
            </p:nvSpPr>
            <p:spPr bwMode="auto">
              <a:xfrm>
                <a:off x="5612789" y="2181236"/>
                <a:ext cx="19034" cy="29215"/>
              </a:xfrm>
              <a:custGeom>
                <a:avLst/>
                <a:gdLst>
                  <a:gd name="T0" fmla="*/ 14 w 18"/>
                  <a:gd name="T1" fmla="*/ 17 h 28"/>
                  <a:gd name="T2" fmla="*/ 14 w 18"/>
                  <a:gd name="T3" fmla="*/ 16 h 28"/>
                  <a:gd name="T4" fmla="*/ 11 w 18"/>
                  <a:gd name="T5" fmla="*/ 12 h 28"/>
                  <a:gd name="T6" fmla="*/ 10 w 18"/>
                  <a:gd name="T7" fmla="*/ 6 h 28"/>
                  <a:gd name="T8" fmla="*/ 8 w 18"/>
                  <a:gd name="T9" fmla="*/ 3 h 28"/>
                  <a:gd name="T10" fmla="*/ 7 w 18"/>
                  <a:gd name="T11" fmla="*/ 1 h 28"/>
                  <a:gd name="T12" fmla="*/ 2 w 18"/>
                  <a:gd name="T13" fmla="*/ 2 h 28"/>
                  <a:gd name="T14" fmla="*/ 0 w 18"/>
                  <a:gd name="T15" fmla="*/ 6 h 28"/>
                  <a:gd name="T16" fmla="*/ 4 w 18"/>
                  <a:gd name="T17" fmla="*/ 13 h 28"/>
                  <a:gd name="T18" fmla="*/ 8 w 18"/>
                  <a:gd name="T19" fmla="*/ 16 h 28"/>
                  <a:gd name="T20" fmla="*/ 5 w 18"/>
                  <a:gd name="T21" fmla="*/ 18 h 28"/>
                  <a:gd name="T22" fmla="*/ 4 w 18"/>
                  <a:gd name="T23" fmla="*/ 21 h 28"/>
                  <a:gd name="T24" fmla="*/ 4 w 18"/>
                  <a:gd name="T25" fmla="*/ 22 h 28"/>
                  <a:gd name="T26" fmla="*/ 3 w 18"/>
                  <a:gd name="T27" fmla="*/ 26 h 28"/>
                  <a:gd name="T28" fmla="*/ 4 w 18"/>
                  <a:gd name="T29" fmla="*/ 27 h 28"/>
                  <a:gd name="T30" fmla="*/ 9 w 18"/>
                  <a:gd name="T31" fmla="*/ 25 h 28"/>
                  <a:gd name="T32" fmla="*/ 12 w 18"/>
                  <a:gd name="T33" fmla="*/ 25 h 28"/>
                  <a:gd name="T34" fmla="*/ 13 w 18"/>
                  <a:gd name="T35" fmla="*/ 24 h 28"/>
                  <a:gd name="T36" fmla="*/ 15 w 18"/>
                  <a:gd name="T37" fmla="*/ 24 h 28"/>
                  <a:gd name="T38" fmla="*/ 14 w 18"/>
                  <a:gd name="T39" fmla="*/ 1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 h="28">
                    <a:moveTo>
                      <a:pt x="14" y="17"/>
                    </a:moveTo>
                    <a:cubicBezTo>
                      <a:pt x="14" y="16"/>
                      <a:pt x="14" y="16"/>
                      <a:pt x="14" y="16"/>
                    </a:cubicBezTo>
                    <a:cubicBezTo>
                      <a:pt x="13" y="15"/>
                      <a:pt x="12" y="14"/>
                      <a:pt x="11" y="12"/>
                    </a:cubicBezTo>
                    <a:cubicBezTo>
                      <a:pt x="10" y="10"/>
                      <a:pt x="8" y="8"/>
                      <a:pt x="10" y="6"/>
                    </a:cubicBezTo>
                    <a:cubicBezTo>
                      <a:pt x="10" y="4"/>
                      <a:pt x="8" y="4"/>
                      <a:pt x="8" y="3"/>
                    </a:cubicBezTo>
                    <a:cubicBezTo>
                      <a:pt x="7" y="2"/>
                      <a:pt x="8" y="2"/>
                      <a:pt x="7" y="1"/>
                    </a:cubicBezTo>
                    <a:cubicBezTo>
                      <a:pt x="6" y="0"/>
                      <a:pt x="4" y="1"/>
                      <a:pt x="2" y="2"/>
                    </a:cubicBezTo>
                    <a:cubicBezTo>
                      <a:pt x="1" y="3"/>
                      <a:pt x="0" y="5"/>
                      <a:pt x="0" y="6"/>
                    </a:cubicBezTo>
                    <a:cubicBezTo>
                      <a:pt x="0" y="9"/>
                      <a:pt x="3" y="11"/>
                      <a:pt x="4" y="13"/>
                    </a:cubicBezTo>
                    <a:cubicBezTo>
                      <a:pt x="6" y="13"/>
                      <a:pt x="8" y="13"/>
                      <a:pt x="8" y="16"/>
                    </a:cubicBezTo>
                    <a:cubicBezTo>
                      <a:pt x="7" y="17"/>
                      <a:pt x="6" y="17"/>
                      <a:pt x="5" y="18"/>
                    </a:cubicBezTo>
                    <a:cubicBezTo>
                      <a:pt x="5" y="19"/>
                      <a:pt x="4" y="20"/>
                      <a:pt x="4" y="21"/>
                    </a:cubicBezTo>
                    <a:cubicBezTo>
                      <a:pt x="3" y="21"/>
                      <a:pt x="4" y="22"/>
                      <a:pt x="4" y="22"/>
                    </a:cubicBezTo>
                    <a:cubicBezTo>
                      <a:pt x="3" y="23"/>
                      <a:pt x="2" y="24"/>
                      <a:pt x="3" y="26"/>
                    </a:cubicBezTo>
                    <a:cubicBezTo>
                      <a:pt x="3" y="26"/>
                      <a:pt x="4" y="27"/>
                      <a:pt x="4" y="27"/>
                    </a:cubicBezTo>
                    <a:cubicBezTo>
                      <a:pt x="5" y="28"/>
                      <a:pt x="7" y="26"/>
                      <a:pt x="9" y="25"/>
                    </a:cubicBezTo>
                    <a:cubicBezTo>
                      <a:pt x="10" y="25"/>
                      <a:pt x="11" y="26"/>
                      <a:pt x="12" y="25"/>
                    </a:cubicBezTo>
                    <a:cubicBezTo>
                      <a:pt x="12" y="25"/>
                      <a:pt x="13" y="25"/>
                      <a:pt x="13" y="24"/>
                    </a:cubicBezTo>
                    <a:cubicBezTo>
                      <a:pt x="14" y="24"/>
                      <a:pt x="15" y="24"/>
                      <a:pt x="15" y="24"/>
                    </a:cubicBezTo>
                    <a:cubicBezTo>
                      <a:pt x="18" y="21"/>
                      <a:pt x="17" y="19"/>
                      <a:pt x="14" y="17"/>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48" name="Freeform 80"/>
              <p:cNvSpPr/>
              <p:nvPr/>
            </p:nvSpPr>
            <p:spPr bwMode="auto">
              <a:xfrm>
                <a:off x="5472912" y="2287471"/>
                <a:ext cx="13722" cy="13722"/>
              </a:xfrm>
              <a:custGeom>
                <a:avLst/>
                <a:gdLst>
                  <a:gd name="T0" fmla="*/ 9 w 13"/>
                  <a:gd name="T1" fmla="*/ 6 h 13"/>
                  <a:gd name="T2" fmla="*/ 8 w 13"/>
                  <a:gd name="T3" fmla="*/ 5 h 13"/>
                  <a:gd name="T4" fmla="*/ 7 w 13"/>
                  <a:gd name="T5" fmla="*/ 4 h 13"/>
                  <a:gd name="T6" fmla="*/ 6 w 13"/>
                  <a:gd name="T7" fmla="*/ 3 h 13"/>
                  <a:gd name="T8" fmla="*/ 3 w 13"/>
                  <a:gd name="T9" fmla="*/ 1 h 13"/>
                  <a:gd name="T10" fmla="*/ 0 w 13"/>
                  <a:gd name="T11" fmla="*/ 2 h 13"/>
                  <a:gd name="T12" fmla="*/ 6 w 13"/>
                  <a:gd name="T13" fmla="*/ 7 h 13"/>
                  <a:gd name="T14" fmla="*/ 8 w 13"/>
                  <a:gd name="T15" fmla="*/ 10 h 13"/>
                  <a:gd name="T16" fmla="*/ 9 w 13"/>
                  <a:gd name="T17" fmla="*/ 12 h 13"/>
                  <a:gd name="T18" fmla="*/ 13 w 13"/>
                  <a:gd name="T19" fmla="*/ 11 h 13"/>
                  <a:gd name="T20" fmla="*/ 10 w 13"/>
                  <a:gd name="T21" fmla="*/ 7 h 13"/>
                  <a:gd name="T22" fmla="*/ 9 w 13"/>
                  <a:gd name="T23" fmla="*/ 6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13">
                    <a:moveTo>
                      <a:pt x="9" y="6"/>
                    </a:moveTo>
                    <a:cubicBezTo>
                      <a:pt x="9" y="5"/>
                      <a:pt x="9" y="5"/>
                      <a:pt x="8" y="5"/>
                    </a:cubicBezTo>
                    <a:cubicBezTo>
                      <a:pt x="8" y="5"/>
                      <a:pt x="8" y="4"/>
                      <a:pt x="7" y="4"/>
                    </a:cubicBezTo>
                    <a:cubicBezTo>
                      <a:pt x="7" y="3"/>
                      <a:pt x="7" y="3"/>
                      <a:pt x="6" y="3"/>
                    </a:cubicBezTo>
                    <a:cubicBezTo>
                      <a:pt x="6" y="2"/>
                      <a:pt x="4" y="1"/>
                      <a:pt x="3" y="1"/>
                    </a:cubicBezTo>
                    <a:cubicBezTo>
                      <a:pt x="2" y="0"/>
                      <a:pt x="0" y="1"/>
                      <a:pt x="0" y="2"/>
                    </a:cubicBezTo>
                    <a:cubicBezTo>
                      <a:pt x="1" y="5"/>
                      <a:pt x="4" y="5"/>
                      <a:pt x="6" y="7"/>
                    </a:cubicBezTo>
                    <a:cubicBezTo>
                      <a:pt x="7" y="8"/>
                      <a:pt x="8" y="9"/>
                      <a:pt x="8" y="10"/>
                    </a:cubicBezTo>
                    <a:cubicBezTo>
                      <a:pt x="9" y="11"/>
                      <a:pt x="9" y="11"/>
                      <a:pt x="9" y="12"/>
                    </a:cubicBezTo>
                    <a:cubicBezTo>
                      <a:pt x="11" y="12"/>
                      <a:pt x="12" y="13"/>
                      <a:pt x="13" y="11"/>
                    </a:cubicBezTo>
                    <a:cubicBezTo>
                      <a:pt x="13" y="10"/>
                      <a:pt x="11" y="9"/>
                      <a:pt x="10" y="7"/>
                    </a:cubicBezTo>
                    <a:cubicBezTo>
                      <a:pt x="10" y="7"/>
                      <a:pt x="10" y="6"/>
                      <a:pt x="9" y="6"/>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49" name="Freeform 81"/>
              <p:cNvSpPr/>
              <p:nvPr/>
            </p:nvSpPr>
            <p:spPr bwMode="auto">
              <a:xfrm>
                <a:off x="5669891" y="2110412"/>
                <a:ext cx="26116" cy="19919"/>
              </a:xfrm>
              <a:custGeom>
                <a:avLst/>
                <a:gdLst>
                  <a:gd name="T0" fmla="*/ 3 w 25"/>
                  <a:gd name="T1" fmla="*/ 16 h 19"/>
                  <a:gd name="T2" fmla="*/ 6 w 25"/>
                  <a:gd name="T3" fmla="*/ 17 h 19"/>
                  <a:gd name="T4" fmla="*/ 10 w 25"/>
                  <a:gd name="T5" fmla="*/ 17 h 19"/>
                  <a:gd name="T6" fmla="*/ 12 w 25"/>
                  <a:gd name="T7" fmla="*/ 14 h 19"/>
                  <a:gd name="T8" fmla="*/ 13 w 25"/>
                  <a:gd name="T9" fmla="*/ 13 h 19"/>
                  <a:gd name="T10" fmla="*/ 16 w 25"/>
                  <a:gd name="T11" fmla="*/ 16 h 19"/>
                  <a:gd name="T12" fmla="*/ 20 w 25"/>
                  <a:gd name="T13" fmla="*/ 14 h 19"/>
                  <a:gd name="T14" fmla="*/ 16 w 25"/>
                  <a:gd name="T15" fmla="*/ 11 h 19"/>
                  <a:gd name="T16" fmla="*/ 12 w 25"/>
                  <a:gd name="T17" fmla="*/ 7 h 19"/>
                  <a:gd name="T18" fmla="*/ 22 w 25"/>
                  <a:gd name="T19" fmla="*/ 8 h 19"/>
                  <a:gd name="T20" fmla="*/ 25 w 25"/>
                  <a:gd name="T21" fmla="*/ 5 h 19"/>
                  <a:gd name="T22" fmla="*/ 11 w 25"/>
                  <a:gd name="T23" fmla="*/ 2 h 19"/>
                  <a:gd name="T24" fmla="*/ 9 w 25"/>
                  <a:gd name="T25" fmla="*/ 4 h 19"/>
                  <a:gd name="T26" fmla="*/ 8 w 25"/>
                  <a:gd name="T27" fmla="*/ 3 h 19"/>
                  <a:gd name="T28" fmla="*/ 5 w 25"/>
                  <a:gd name="T29" fmla="*/ 4 h 19"/>
                  <a:gd name="T30" fmla="*/ 2 w 25"/>
                  <a:gd name="T31" fmla="*/ 4 h 19"/>
                  <a:gd name="T32" fmla="*/ 0 w 25"/>
                  <a:gd name="T33" fmla="*/ 7 h 19"/>
                  <a:gd name="T34" fmla="*/ 2 w 25"/>
                  <a:gd name="T35" fmla="*/ 12 h 19"/>
                  <a:gd name="T36" fmla="*/ 3 w 25"/>
                  <a:gd name="T37" fmla="*/ 16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19">
                    <a:moveTo>
                      <a:pt x="3" y="16"/>
                    </a:moveTo>
                    <a:cubicBezTo>
                      <a:pt x="4" y="17"/>
                      <a:pt x="5" y="17"/>
                      <a:pt x="6" y="17"/>
                    </a:cubicBezTo>
                    <a:cubicBezTo>
                      <a:pt x="8" y="19"/>
                      <a:pt x="9" y="19"/>
                      <a:pt x="10" y="17"/>
                    </a:cubicBezTo>
                    <a:cubicBezTo>
                      <a:pt x="11" y="16"/>
                      <a:pt x="11" y="16"/>
                      <a:pt x="12" y="14"/>
                    </a:cubicBezTo>
                    <a:cubicBezTo>
                      <a:pt x="12" y="14"/>
                      <a:pt x="12" y="12"/>
                      <a:pt x="13" y="13"/>
                    </a:cubicBezTo>
                    <a:cubicBezTo>
                      <a:pt x="15" y="13"/>
                      <a:pt x="15" y="15"/>
                      <a:pt x="16" y="16"/>
                    </a:cubicBezTo>
                    <a:cubicBezTo>
                      <a:pt x="18" y="16"/>
                      <a:pt x="20" y="16"/>
                      <a:pt x="20" y="14"/>
                    </a:cubicBezTo>
                    <a:cubicBezTo>
                      <a:pt x="19" y="13"/>
                      <a:pt x="18" y="12"/>
                      <a:pt x="16" y="11"/>
                    </a:cubicBezTo>
                    <a:cubicBezTo>
                      <a:pt x="15" y="10"/>
                      <a:pt x="13" y="10"/>
                      <a:pt x="12" y="7"/>
                    </a:cubicBezTo>
                    <a:cubicBezTo>
                      <a:pt x="16" y="7"/>
                      <a:pt x="19" y="9"/>
                      <a:pt x="22" y="8"/>
                    </a:cubicBezTo>
                    <a:cubicBezTo>
                      <a:pt x="23" y="7"/>
                      <a:pt x="25" y="6"/>
                      <a:pt x="25" y="5"/>
                    </a:cubicBezTo>
                    <a:cubicBezTo>
                      <a:pt x="23" y="0"/>
                      <a:pt x="14" y="1"/>
                      <a:pt x="11" y="2"/>
                    </a:cubicBezTo>
                    <a:cubicBezTo>
                      <a:pt x="10" y="3"/>
                      <a:pt x="10" y="3"/>
                      <a:pt x="9" y="4"/>
                    </a:cubicBezTo>
                    <a:cubicBezTo>
                      <a:pt x="9" y="4"/>
                      <a:pt x="8" y="3"/>
                      <a:pt x="8" y="3"/>
                    </a:cubicBezTo>
                    <a:cubicBezTo>
                      <a:pt x="7" y="3"/>
                      <a:pt x="6" y="4"/>
                      <a:pt x="5" y="4"/>
                    </a:cubicBezTo>
                    <a:cubicBezTo>
                      <a:pt x="4" y="4"/>
                      <a:pt x="3" y="4"/>
                      <a:pt x="2" y="4"/>
                    </a:cubicBezTo>
                    <a:cubicBezTo>
                      <a:pt x="1" y="4"/>
                      <a:pt x="0" y="6"/>
                      <a:pt x="0" y="7"/>
                    </a:cubicBezTo>
                    <a:cubicBezTo>
                      <a:pt x="0" y="9"/>
                      <a:pt x="1" y="10"/>
                      <a:pt x="2" y="12"/>
                    </a:cubicBezTo>
                    <a:cubicBezTo>
                      <a:pt x="3" y="13"/>
                      <a:pt x="3" y="15"/>
                      <a:pt x="3" y="16"/>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50" name="Freeform 82"/>
              <p:cNvSpPr/>
              <p:nvPr/>
            </p:nvSpPr>
            <p:spPr bwMode="auto">
              <a:xfrm>
                <a:off x="5487519" y="2299865"/>
                <a:ext cx="8410" cy="8410"/>
              </a:xfrm>
              <a:custGeom>
                <a:avLst/>
                <a:gdLst>
                  <a:gd name="T0" fmla="*/ 0 w 8"/>
                  <a:gd name="T1" fmla="*/ 5 h 8"/>
                  <a:gd name="T2" fmla="*/ 5 w 8"/>
                  <a:gd name="T3" fmla="*/ 7 h 8"/>
                  <a:gd name="T4" fmla="*/ 8 w 8"/>
                  <a:gd name="T5" fmla="*/ 6 h 8"/>
                  <a:gd name="T6" fmla="*/ 0 w 8"/>
                  <a:gd name="T7" fmla="*/ 5 h 8"/>
                </a:gdLst>
                <a:ahLst/>
                <a:cxnLst>
                  <a:cxn ang="0">
                    <a:pos x="T0" y="T1"/>
                  </a:cxn>
                  <a:cxn ang="0">
                    <a:pos x="T2" y="T3"/>
                  </a:cxn>
                  <a:cxn ang="0">
                    <a:pos x="T4" y="T5"/>
                  </a:cxn>
                  <a:cxn ang="0">
                    <a:pos x="T6" y="T7"/>
                  </a:cxn>
                </a:cxnLst>
                <a:rect l="0" t="0" r="r" b="b"/>
                <a:pathLst>
                  <a:path w="8" h="8">
                    <a:moveTo>
                      <a:pt x="0" y="5"/>
                    </a:moveTo>
                    <a:cubicBezTo>
                      <a:pt x="1" y="6"/>
                      <a:pt x="4" y="7"/>
                      <a:pt x="5" y="7"/>
                    </a:cubicBezTo>
                    <a:cubicBezTo>
                      <a:pt x="6" y="7"/>
                      <a:pt x="8" y="8"/>
                      <a:pt x="8" y="6"/>
                    </a:cubicBezTo>
                    <a:cubicBezTo>
                      <a:pt x="7" y="3"/>
                      <a:pt x="1" y="0"/>
                      <a:pt x="0" y="5"/>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54" name="文本框 53"/>
              <p:cNvSpPr txBox="1"/>
              <p:nvPr/>
            </p:nvSpPr>
            <p:spPr>
              <a:xfrm>
                <a:off x="825344" y="3124018"/>
                <a:ext cx="1249687" cy="247338"/>
              </a:xfrm>
              <a:prstGeom prst="rect">
                <a:avLst/>
              </a:prstGeom>
              <a:noFill/>
            </p:spPr>
            <p:txBody>
              <a:bodyPr wrap="square" rtlCol="0">
                <a:spAutoFit/>
              </a:bodyPr>
              <a:lstStyle/>
              <a:p>
                <a:r>
                  <a:rPr lang="zh-CN" altLang="en-US" sz="1500" b="1" dirty="0">
                    <a:solidFill>
                      <a:schemeClr val="bg1"/>
                    </a:solidFill>
                    <a:cs typeface="+mn-ea"/>
                    <a:sym typeface="+mn-lt"/>
                  </a:rPr>
                  <a:t>请输入标题</a:t>
                </a:r>
                <a:endParaRPr lang="zh-CN" altLang="en-US" sz="1500" b="1" dirty="0">
                  <a:solidFill>
                    <a:schemeClr val="bg1"/>
                  </a:solidFill>
                  <a:cs typeface="+mn-ea"/>
                  <a:sym typeface="+mn-lt"/>
                </a:endParaRPr>
              </a:p>
            </p:txBody>
          </p:sp>
          <p:sp>
            <p:nvSpPr>
              <p:cNvPr id="55" name="文本框 54"/>
              <p:cNvSpPr txBox="1"/>
              <p:nvPr/>
            </p:nvSpPr>
            <p:spPr>
              <a:xfrm>
                <a:off x="450057" y="3390627"/>
                <a:ext cx="1914524" cy="420230"/>
              </a:xfrm>
              <a:prstGeom prst="rect">
                <a:avLst/>
              </a:prstGeom>
              <a:noFill/>
            </p:spPr>
            <p:txBody>
              <a:bodyPr wrap="square" rtlCol="0">
                <a:spAutoFit/>
              </a:bodyPr>
              <a:lstStyle/>
              <a:p>
                <a:pPr algn="just">
                  <a:lnSpc>
                    <a:spcPct val="130000"/>
                  </a:lnSpc>
                </a:pPr>
                <a:r>
                  <a:rPr lang="zh-CN" altLang="en-US" sz="1200" dirty="0">
                    <a:solidFill>
                      <a:schemeClr val="bg1"/>
                    </a:solidFill>
                    <a:cs typeface="+mn-ea"/>
                    <a:sym typeface="+mn-lt"/>
                  </a:rPr>
                  <a:t>请在此添加相关文字内容请在此添加相关文字内容</a:t>
                </a:r>
                <a:endParaRPr lang="zh-CN" altLang="en-US" sz="1200" dirty="0">
                  <a:solidFill>
                    <a:schemeClr val="bg1"/>
                  </a:solidFill>
                  <a:cs typeface="+mn-ea"/>
                  <a:sym typeface="+mn-lt"/>
                </a:endParaRPr>
              </a:p>
            </p:txBody>
          </p:sp>
          <p:sp>
            <p:nvSpPr>
              <p:cNvPr id="57" name="文本框 56"/>
              <p:cNvSpPr txBox="1"/>
              <p:nvPr/>
            </p:nvSpPr>
            <p:spPr>
              <a:xfrm>
                <a:off x="5022404" y="3124018"/>
                <a:ext cx="1249687" cy="247338"/>
              </a:xfrm>
              <a:prstGeom prst="rect">
                <a:avLst/>
              </a:prstGeom>
              <a:noFill/>
            </p:spPr>
            <p:txBody>
              <a:bodyPr wrap="square" rtlCol="0">
                <a:spAutoFit/>
              </a:bodyPr>
              <a:lstStyle/>
              <a:p>
                <a:r>
                  <a:rPr lang="zh-CN" altLang="en-US" sz="1500" b="1" dirty="0">
                    <a:solidFill>
                      <a:schemeClr val="bg1"/>
                    </a:solidFill>
                    <a:cs typeface="+mn-ea"/>
                    <a:sym typeface="+mn-lt"/>
                  </a:rPr>
                  <a:t>请输入标题</a:t>
                </a:r>
                <a:endParaRPr lang="zh-CN" altLang="en-US" sz="1500" b="1" dirty="0">
                  <a:solidFill>
                    <a:schemeClr val="bg1"/>
                  </a:solidFill>
                  <a:cs typeface="+mn-ea"/>
                  <a:sym typeface="+mn-lt"/>
                </a:endParaRPr>
              </a:p>
            </p:txBody>
          </p:sp>
          <p:sp>
            <p:nvSpPr>
              <p:cNvPr id="58" name="文本框 57"/>
              <p:cNvSpPr txBox="1"/>
              <p:nvPr/>
            </p:nvSpPr>
            <p:spPr>
              <a:xfrm>
                <a:off x="4647117" y="3390627"/>
                <a:ext cx="1914524" cy="420230"/>
              </a:xfrm>
              <a:prstGeom prst="rect">
                <a:avLst/>
              </a:prstGeom>
              <a:noFill/>
            </p:spPr>
            <p:txBody>
              <a:bodyPr wrap="square" rtlCol="0">
                <a:spAutoFit/>
              </a:bodyPr>
              <a:lstStyle/>
              <a:p>
                <a:pPr algn="just">
                  <a:lnSpc>
                    <a:spcPct val="130000"/>
                  </a:lnSpc>
                </a:pPr>
                <a:r>
                  <a:rPr lang="zh-CN" altLang="en-US" sz="1200" dirty="0">
                    <a:solidFill>
                      <a:schemeClr val="bg1"/>
                    </a:solidFill>
                    <a:cs typeface="+mn-ea"/>
                    <a:sym typeface="+mn-lt"/>
                  </a:rPr>
                  <a:t>请在此添加相关文字内容请在此添加相关文字内容</a:t>
                </a:r>
                <a:endParaRPr lang="zh-CN" altLang="en-US" sz="1200" dirty="0">
                  <a:solidFill>
                    <a:schemeClr val="bg1"/>
                  </a:solidFill>
                  <a:cs typeface="+mn-ea"/>
                  <a:sym typeface="+mn-lt"/>
                </a:endParaRPr>
              </a:p>
            </p:txBody>
          </p:sp>
          <p:sp>
            <p:nvSpPr>
              <p:cNvPr id="60" name="文本框 59"/>
              <p:cNvSpPr txBox="1"/>
              <p:nvPr/>
            </p:nvSpPr>
            <p:spPr>
              <a:xfrm>
                <a:off x="2921526" y="1473394"/>
                <a:ext cx="1249687" cy="247338"/>
              </a:xfrm>
              <a:prstGeom prst="rect">
                <a:avLst/>
              </a:prstGeom>
              <a:noFill/>
            </p:spPr>
            <p:txBody>
              <a:bodyPr wrap="square" rtlCol="0">
                <a:spAutoFit/>
              </a:bodyPr>
              <a:lstStyle/>
              <a:p>
                <a:r>
                  <a:rPr lang="zh-CN" altLang="en-US" sz="1500" b="1" dirty="0">
                    <a:solidFill>
                      <a:schemeClr val="bg1"/>
                    </a:solidFill>
                    <a:cs typeface="+mn-ea"/>
                    <a:sym typeface="+mn-lt"/>
                  </a:rPr>
                  <a:t>请输入标题</a:t>
                </a:r>
                <a:endParaRPr lang="zh-CN" altLang="en-US" sz="1500" b="1" dirty="0">
                  <a:solidFill>
                    <a:schemeClr val="bg1"/>
                  </a:solidFill>
                  <a:cs typeface="+mn-ea"/>
                  <a:sym typeface="+mn-lt"/>
                </a:endParaRPr>
              </a:p>
            </p:txBody>
          </p:sp>
          <p:sp>
            <p:nvSpPr>
              <p:cNvPr id="61" name="文本框 60"/>
              <p:cNvSpPr txBox="1"/>
              <p:nvPr/>
            </p:nvSpPr>
            <p:spPr>
              <a:xfrm>
                <a:off x="2546239" y="1740003"/>
                <a:ext cx="1914524" cy="420230"/>
              </a:xfrm>
              <a:prstGeom prst="rect">
                <a:avLst/>
              </a:prstGeom>
              <a:noFill/>
            </p:spPr>
            <p:txBody>
              <a:bodyPr wrap="square" rtlCol="0">
                <a:spAutoFit/>
              </a:bodyPr>
              <a:lstStyle/>
              <a:p>
                <a:pPr algn="just">
                  <a:lnSpc>
                    <a:spcPct val="130000"/>
                  </a:lnSpc>
                </a:pPr>
                <a:r>
                  <a:rPr lang="zh-CN" altLang="en-US" sz="1200" dirty="0">
                    <a:solidFill>
                      <a:schemeClr val="bg1"/>
                    </a:solidFill>
                    <a:cs typeface="+mn-ea"/>
                    <a:sym typeface="+mn-lt"/>
                  </a:rPr>
                  <a:t>请在此添加相关文字内容请在此添加相关文字内容</a:t>
                </a:r>
                <a:endParaRPr lang="zh-CN" altLang="en-US" sz="1200" dirty="0">
                  <a:solidFill>
                    <a:schemeClr val="bg1"/>
                  </a:solidFill>
                  <a:cs typeface="+mn-ea"/>
                  <a:sym typeface="+mn-lt"/>
                </a:endParaRPr>
              </a:p>
            </p:txBody>
          </p:sp>
          <p:sp>
            <p:nvSpPr>
              <p:cNvPr id="63" name="文本框 62"/>
              <p:cNvSpPr txBox="1"/>
              <p:nvPr/>
            </p:nvSpPr>
            <p:spPr>
              <a:xfrm>
                <a:off x="7117235" y="1473394"/>
                <a:ext cx="1249687" cy="247338"/>
              </a:xfrm>
              <a:prstGeom prst="rect">
                <a:avLst/>
              </a:prstGeom>
              <a:noFill/>
            </p:spPr>
            <p:txBody>
              <a:bodyPr wrap="square" rtlCol="0">
                <a:spAutoFit/>
              </a:bodyPr>
              <a:lstStyle/>
              <a:p>
                <a:r>
                  <a:rPr lang="zh-CN" altLang="en-US" sz="1500" b="1" dirty="0">
                    <a:solidFill>
                      <a:schemeClr val="bg1"/>
                    </a:solidFill>
                    <a:cs typeface="+mn-ea"/>
                    <a:sym typeface="+mn-lt"/>
                  </a:rPr>
                  <a:t>请输入标题</a:t>
                </a:r>
                <a:endParaRPr lang="zh-CN" altLang="en-US" sz="1500" b="1" dirty="0">
                  <a:solidFill>
                    <a:schemeClr val="bg1"/>
                  </a:solidFill>
                  <a:cs typeface="+mn-ea"/>
                  <a:sym typeface="+mn-lt"/>
                </a:endParaRPr>
              </a:p>
            </p:txBody>
          </p:sp>
          <p:sp>
            <p:nvSpPr>
              <p:cNvPr id="64" name="文本框 63"/>
              <p:cNvSpPr txBox="1"/>
              <p:nvPr/>
            </p:nvSpPr>
            <p:spPr>
              <a:xfrm>
                <a:off x="6741948" y="1740003"/>
                <a:ext cx="1914524" cy="420230"/>
              </a:xfrm>
              <a:prstGeom prst="rect">
                <a:avLst/>
              </a:prstGeom>
              <a:noFill/>
            </p:spPr>
            <p:txBody>
              <a:bodyPr wrap="square" rtlCol="0">
                <a:spAutoFit/>
              </a:bodyPr>
              <a:lstStyle/>
              <a:p>
                <a:pPr algn="just">
                  <a:lnSpc>
                    <a:spcPct val="130000"/>
                  </a:lnSpc>
                </a:pPr>
                <a:r>
                  <a:rPr lang="zh-CN" altLang="en-US" sz="1200" dirty="0">
                    <a:solidFill>
                      <a:schemeClr val="bg1"/>
                    </a:solidFill>
                    <a:cs typeface="+mn-ea"/>
                    <a:sym typeface="+mn-lt"/>
                  </a:rPr>
                  <a:t>请在此添加相关文字内容请在此添加相关文字内容</a:t>
                </a:r>
                <a:endParaRPr lang="zh-CN" altLang="en-US" sz="1200" dirty="0">
                  <a:solidFill>
                    <a:schemeClr val="bg1"/>
                  </a:solidFill>
                  <a:cs typeface="+mn-ea"/>
                  <a:sym typeface="+mn-lt"/>
                </a:endParaRPr>
              </a:p>
            </p:txBody>
          </p:sp>
        </p:grpSp>
      </p:grpSp>
      <p:sp>
        <p:nvSpPr>
          <p:cNvPr id="67" name="文本框 38"/>
          <p:cNvSpPr txBox="1">
            <a:spLocks noChangeArrowheads="1"/>
          </p:cNvSpPr>
          <p:nvPr/>
        </p:nvSpPr>
        <p:spPr bwMode="auto">
          <a:xfrm>
            <a:off x="4919396" y="609335"/>
            <a:ext cx="2507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chemeClr val="bg1">
                    <a:lumMod val="50000"/>
                  </a:schemeClr>
                </a:solidFill>
                <a:latin typeface="+mn-lt"/>
                <a:ea typeface="+mn-ea"/>
                <a:cs typeface="+mn-ea"/>
                <a:sym typeface="+mn-lt"/>
              </a:rPr>
              <a:t>点此添加您的标题</a:t>
            </a:r>
            <a:endParaRPr lang="zh-CN" altLang="en-US" sz="2000" b="1" dirty="0">
              <a:solidFill>
                <a:schemeClr val="bg1">
                  <a:lumMod val="50000"/>
                </a:schemeClr>
              </a:solidFill>
              <a:latin typeface="+mn-lt"/>
              <a:ea typeface="+mn-ea"/>
              <a:cs typeface="+mn-ea"/>
              <a:sym typeface="+mn-lt"/>
            </a:endParaRPr>
          </a:p>
        </p:txBody>
      </p:sp>
      <p:sp>
        <p:nvSpPr>
          <p:cNvPr id="68" name="矩形 67"/>
          <p:cNvSpPr/>
          <p:nvPr/>
        </p:nvSpPr>
        <p:spPr>
          <a:xfrm>
            <a:off x="1605565" y="1000036"/>
            <a:ext cx="9174051" cy="704232"/>
          </a:xfrm>
          <a:prstGeom prst="rect">
            <a:avLst/>
          </a:prstGeom>
        </p:spPr>
        <p:txBody>
          <a:bodyPr wrap="square">
            <a:spAutoFit/>
          </a:bodyPr>
          <a:lstStyle/>
          <a:p>
            <a:pPr>
              <a:lnSpc>
                <a:spcPct val="150000"/>
              </a:lnSpc>
            </a:pPr>
            <a:r>
              <a:rPr lang="zh-CN" altLang="en-US" sz="1400" dirty="0">
                <a:solidFill>
                  <a:schemeClr val="bg1">
                    <a:lumMod val="50000"/>
                  </a:schemeClr>
                </a:solidFill>
                <a:cs typeface="+mn-ea"/>
                <a:sym typeface="+mn-lt"/>
              </a:rPr>
              <a:t>用户可以在投影仪或者计算机上进行演示也可以将演示文稿打印出来制作成胶片以便应用到更广泛的领域中用户可以在投影仪或者计算机上进行演示也可以将演示文稿打印出来制作成胶片以便用户可以在投影仪或者计算机上进行</a:t>
            </a:r>
            <a:endParaRPr lang="zh-CN" altLang="en-US" sz="1400" dirty="0">
              <a:solidFill>
                <a:schemeClr val="bg1">
                  <a:lumMod val="50000"/>
                </a:schemeClr>
              </a:solidFill>
              <a:cs typeface="+mn-ea"/>
              <a:sym typeface="+mn-lt"/>
            </a:endParaRPr>
          </a:p>
        </p:txBody>
      </p:sp>
    </p:spTree>
  </p:cSld>
  <p:clrMapOvr>
    <a:masterClrMapping/>
  </p:clrMapOvr>
  <p:transition spd="slow" advClick="0" advTm="3000">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69713" y="0"/>
            <a:ext cx="3142445" cy="2292439"/>
          </a:xfrm>
          <a:prstGeom prst="rect">
            <a:avLst/>
          </a:pr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矩形 42"/>
          <p:cNvSpPr/>
          <p:nvPr/>
        </p:nvSpPr>
        <p:spPr>
          <a:xfrm>
            <a:off x="2393324" y="4816698"/>
            <a:ext cx="3142445" cy="2041301"/>
          </a:xfrm>
          <a:prstGeom prst="rect">
            <a:avLst/>
          </a:pr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矩形 43"/>
          <p:cNvSpPr/>
          <p:nvPr/>
        </p:nvSpPr>
        <p:spPr>
          <a:xfrm>
            <a:off x="0" y="2245217"/>
            <a:ext cx="2391177" cy="2601532"/>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 name="矩形 44"/>
          <p:cNvSpPr/>
          <p:nvPr/>
        </p:nvSpPr>
        <p:spPr>
          <a:xfrm>
            <a:off x="5510011" y="2255950"/>
            <a:ext cx="6681989" cy="2601532"/>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 name="矩形 47"/>
          <p:cNvSpPr/>
          <p:nvPr/>
        </p:nvSpPr>
        <p:spPr>
          <a:xfrm>
            <a:off x="6259132" y="3036850"/>
            <a:ext cx="5434886" cy="1158459"/>
          </a:xfrm>
          <a:prstGeom prst="rect">
            <a:avLst/>
          </a:prstGeom>
          <a:noFill/>
        </p:spPr>
        <p:txBody>
          <a:bodyPr wrap="square" lIns="68580" tIns="34290" rIns="68580" bIns="34290" rtlCol="0">
            <a:spAutoFit/>
          </a:bodyPr>
          <a:lstStyle/>
          <a:p>
            <a:pPr algn="just">
              <a:lnSpc>
                <a:spcPct val="120000"/>
              </a:lnSpc>
            </a:pPr>
            <a:r>
              <a:rPr lang="zh-CN" altLang="en-US" sz="1200" dirty="0">
                <a:solidFill>
                  <a:schemeClr val="bg1"/>
                </a:solidFill>
                <a:cs typeface="+mn-ea"/>
                <a:sym typeface="+mn-lt"/>
              </a:rPr>
              <a:t>请在此添加相关文字内容请在此添加相关文字内容请在此添加相关文字内容请在此添加相关文字内容请在此添加相关文字内容请在此添加相关文字内容请在此添加相关文字内容请在此添加相关文字内容请在此添加相关文字内容请在此添加相关文字内容</a:t>
            </a:r>
            <a:endParaRPr lang="zh-CN" altLang="en-US" sz="1200" dirty="0">
              <a:solidFill>
                <a:schemeClr val="bg1"/>
              </a:solidFill>
              <a:cs typeface="+mn-ea"/>
              <a:sym typeface="+mn-lt"/>
            </a:endParaRPr>
          </a:p>
          <a:p>
            <a:pPr algn="just">
              <a:lnSpc>
                <a:spcPct val="120000"/>
              </a:lnSpc>
            </a:pPr>
            <a:endParaRPr lang="zh-CN" altLang="en-US" sz="1200" dirty="0">
              <a:solidFill>
                <a:schemeClr val="bg1"/>
              </a:solidFill>
              <a:cs typeface="+mn-ea"/>
              <a:sym typeface="+mn-lt"/>
            </a:endParaRPr>
          </a:p>
        </p:txBody>
      </p:sp>
      <p:sp>
        <p:nvSpPr>
          <p:cNvPr id="49" name="文本框 38"/>
          <p:cNvSpPr txBox="1">
            <a:spLocks noChangeArrowheads="1"/>
          </p:cNvSpPr>
          <p:nvPr/>
        </p:nvSpPr>
        <p:spPr bwMode="auto">
          <a:xfrm>
            <a:off x="8085074" y="2500383"/>
            <a:ext cx="11748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b="1" dirty="0">
                <a:solidFill>
                  <a:schemeClr val="bg1"/>
                </a:solidFill>
                <a:latin typeface="+mn-lt"/>
                <a:ea typeface="+mn-ea"/>
                <a:cs typeface="+mn-ea"/>
                <a:sym typeface="+mn-lt"/>
              </a:rPr>
              <a:t>您的标题</a:t>
            </a:r>
            <a:endParaRPr lang="zh-CN" altLang="en-US" b="1" dirty="0">
              <a:solidFill>
                <a:schemeClr val="bg1"/>
              </a:solidFill>
              <a:latin typeface="+mn-lt"/>
              <a:ea typeface="+mn-ea"/>
              <a:cs typeface="+mn-ea"/>
              <a:sym typeface="+mn-lt"/>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02359" y="288229"/>
            <a:ext cx="6096012" cy="6096012"/>
          </a:xfrm>
          <a:prstGeom prst="rect">
            <a:avLst/>
          </a:prstGeom>
        </p:spPr>
      </p:pic>
    </p:spTree>
  </p:cSld>
  <p:clrMapOvr>
    <a:masterClrMapping/>
  </p:clrMapOvr>
  <p:transition spd="slow" advClick="0" advTm="3000">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文本框 38"/>
          <p:cNvSpPr txBox="1">
            <a:spLocks noChangeArrowheads="1"/>
          </p:cNvSpPr>
          <p:nvPr/>
        </p:nvSpPr>
        <p:spPr bwMode="auto">
          <a:xfrm>
            <a:off x="763812" y="403270"/>
            <a:ext cx="2136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b="1">
                <a:solidFill>
                  <a:schemeClr val="bg1">
                    <a:lumMod val="50000"/>
                  </a:schemeClr>
                </a:solidFill>
                <a:latin typeface="+mn-lt"/>
                <a:ea typeface="+mn-ea"/>
                <a:cs typeface="+mn-ea"/>
                <a:sym typeface="+mn-lt"/>
              </a:rPr>
              <a:t>点此添加您的标题</a:t>
            </a:r>
            <a:endParaRPr lang="zh-CN" altLang="en-US" b="1">
              <a:solidFill>
                <a:schemeClr val="bg1">
                  <a:lumMod val="50000"/>
                </a:schemeClr>
              </a:solidFill>
              <a:latin typeface="+mn-lt"/>
              <a:ea typeface="+mn-ea"/>
              <a:cs typeface="+mn-ea"/>
              <a:sym typeface="+mn-lt"/>
            </a:endParaRPr>
          </a:p>
        </p:txBody>
      </p:sp>
      <p:grpSp>
        <p:nvGrpSpPr>
          <p:cNvPr id="26627" name="组合 3"/>
          <p:cNvGrpSpPr/>
          <p:nvPr/>
        </p:nvGrpSpPr>
        <p:grpSpPr bwMode="auto">
          <a:xfrm>
            <a:off x="441549" y="414383"/>
            <a:ext cx="238125" cy="347662"/>
            <a:chOff x="0" y="0"/>
            <a:chExt cx="569789" cy="829904"/>
          </a:xfrm>
        </p:grpSpPr>
        <p:sp>
          <p:nvSpPr>
            <p:cNvPr id="26628" name="菱形 39"/>
            <p:cNvSpPr>
              <a:spLocks noChangeArrowheads="1"/>
            </p:cNvSpPr>
            <p:nvPr/>
          </p:nvSpPr>
          <p:spPr bwMode="auto">
            <a:xfrm>
              <a:off x="0" y="0"/>
              <a:ext cx="569789" cy="569790"/>
            </a:xfrm>
            <a:prstGeom prst="diamond">
              <a:avLst/>
            </a:prstGeom>
            <a:noFill/>
            <a:ln w="12700">
              <a:solidFill>
                <a:schemeClr val="bg1"/>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6629" name="菱形 40"/>
            <p:cNvSpPr>
              <a:spLocks noChangeArrowheads="1"/>
            </p:cNvSpPr>
            <p:nvPr/>
          </p:nvSpPr>
          <p:spPr bwMode="auto">
            <a:xfrm>
              <a:off x="0" y="260114"/>
              <a:ext cx="569789" cy="569790"/>
            </a:xfrm>
            <a:prstGeom prst="diamond">
              <a:avLst/>
            </a:prstGeom>
            <a:noFill/>
            <a:ln w="12700">
              <a:solidFill>
                <a:schemeClr val="bg1"/>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grpSp>
      <p:grpSp>
        <p:nvGrpSpPr>
          <p:cNvPr id="26630" name="组合 6"/>
          <p:cNvGrpSpPr/>
          <p:nvPr/>
        </p:nvGrpSpPr>
        <p:grpSpPr bwMode="auto">
          <a:xfrm>
            <a:off x="-11113" y="1228725"/>
            <a:ext cx="12203113" cy="3794125"/>
            <a:chOff x="0" y="0"/>
            <a:chExt cx="11581820" cy="3604632"/>
          </a:xfrm>
        </p:grpSpPr>
        <p:pic>
          <p:nvPicPr>
            <p:cNvPr id="26631" name="图片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1581819" cy="3604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2" name="矩形 8"/>
            <p:cNvSpPr>
              <a:spLocks noChangeArrowheads="1"/>
            </p:cNvSpPr>
            <p:nvPr/>
          </p:nvSpPr>
          <p:spPr bwMode="auto">
            <a:xfrm>
              <a:off x="1" y="0"/>
              <a:ext cx="11581819" cy="3604632"/>
            </a:xfrm>
            <a:prstGeom prst="rect">
              <a:avLst/>
            </a:prstGeom>
            <a:solidFill>
              <a:srgbClr val="3C4D76">
                <a:alpha val="7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grpSp>
      <p:sp>
        <p:nvSpPr>
          <p:cNvPr id="26634" name="椭圆 10"/>
          <p:cNvSpPr>
            <a:spLocks noChangeArrowheads="1"/>
          </p:cNvSpPr>
          <p:nvPr/>
        </p:nvSpPr>
        <p:spPr bwMode="auto">
          <a:xfrm>
            <a:off x="2890838" y="1598613"/>
            <a:ext cx="928687" cy="928687"/>
          </a:xfrm>
          <a:prstGeom prst="ellipse">
            <a:avLst/>
          </a:prstGeom>
          <a:solidFill>
            <a:schemeClr val="bg1">
              <a:alpha val="39999"/>
            </a:schemeClr>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6635" name="椭圆 11"/>
          <p:cNvSpPr>
            <a:spLocks noChangeArrowheads="1"/>
          </p:cNvSpPr>
          <p:nvPr/>
        </p:nvSpPr>
        <p:spPr bwMode="auto">
          <a:xfrm>
            <a:off x="8289925" y="3406775"/>
            <a:ext cx="928688" cy="928688"/>
          </a:xfrm>
          <a:prstGeom prst="ellipse">
            <a:avLst/>
          </a:prstGeom>
          <a:solidFill>
            <a:schemeClr val="bg1">
              <a:alpha val="39999"/>
            </a:schemeClr>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6636" name="椭圆 12"/>
          <p:cNvSpPr>
            <a:spLocks noChangeArrowheads="1"/>
          </p:cNvSpPr>
          <p:nvPr/>
        </p:nvSpPr>
        <p:spPr bwMode="auto">
          <a:xfrm>
            <a:off x="2890838" y="3406775"/>
            <a:ext cx="928687" cy="928688"/>
          </a:xfrm>
          <a:prstGeom prst="ellipse">
            <a:avLst/>
          </a:prstGeom>
          <a:solidFill>
            <a:schemeClr val="bg1">
              <a:alpha val="39999"/>
            </a:schemeClr>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6637" name="椭圆 13"/>
          <p:cNvSpPr>
            <a:spLocks noChangeArrowheads="1"/>
          </p:cNvSpPr>
          <p:nvPr/>
        </p:nvSpPr>
        <p:spPr bwMode="auto">
          <a:xfrm>
            <a:off x="8289925" y="1638300"/>
            <a:ext cx="928688" cy="928688"/>
          </a:xfrm>
          <a:prstGeom prst="ellipse">
            <a:avLst/>
          </a:prstGeom>
          <a:solidFill>
            <a:schemeClr val="bg1">
              <a:alpha val="39999"/>
            </a:schemeClr>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6638" name="Freeform 120"/>
          <p:cNvSpPr>
            <a:spLocks noEditPoints="1" noChangeArrowheads="1"/>
          </p:cNvSpPr>
          <p:nvPr/>
        </p:nvSpPr>
        <p:spPr bwMode="auto">
          <a:xfrm>
            <a:off x="8551863" y="3640138"/>
            <a:ext cx="398462" cy="460375"/>
          </a:xfrm>
          <a:custGeom>
            <a:avLst/>
            <a:gdLst>
              <a:gd name="T0" fmla="*/ 62 w 80"/>
              <a:gd name="T1" fmla="*/ 22 h 92"/>
              <a:gd name="T2" fmla="*/ 37 w 80"/>
              <a:gd name="T3" fmla="*/ 43 h 92"/>
              <a:gd name="T4" fmla="*/ 37 w 80"/>
              <a:gd name="T5" fmla="*/ 33 h 92"/>
              <a:gd name="T6" fmla="*/ 5 w 80"/>
              <a:gd name="T7" fmla="*/ 58 h 92"/>
              <a:gd name="T8" fmla="*/ 0 w 80"/>
              <a:gd name="T9" fmla="*/ 58 h 92"/>
              <a:gd name="T10" fmla="*/ 37 w 80"/>
              <a:gd name="T11" fmla="*/ 10 h 92"/>
              <a:gd name="T12" fmla="*/ 37 w 80"/>
              <a:gd name="T13" fmla="*/ 0 h 92"/>
              <a:gd name="T14" fmla="*/ 62 w 80"/>
              <a:gd name="T15" fmla="*/ 22 h 92"/>
              <a:gd name="T16" fmla="*/ 44 w 80"/>
              <a:gd name="T17" fmla="*/ 59 h 92"/>
              <a:gd name="T18" fmla="*/ 44 w 80"/>
              <a:gd name="T19" fmla="*/ 49 h 92"/>
              <a:gd name="T20" fmla="*/ 16 w 80"/>
              <a:gd name="T21" fmla="*/ 71 h 92"/>
              <a:gd name="T22" fmla="*/ 44 w 80"/>
              <a:gd name="T23" fmla="*/ 92 h 92"/>
              <a:gd name="T24" fmla="*/ 44 w 80"/>
              <a:gd name="T25" fmla="*/ 82 h 92"/>
              <a:gd name="T26" fmla="*/ 80 w 80"/>
              <a:gd name="T27" fmla="*/ 37 h 92"/>
              <a:gd name="T28" fmla="*/ 75 w 80"/>
              <a:gd name="T29" fmla="*/ 37 h 92"/>
              <a:gd name="T30" fmla="*/ 44 w 80"/>
              <a:gd name="T31" fmla="*/ 59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0" h="92">
                <a:moveTo>
                  <a:pt x="62" y="22"/>
                </a:moveTo>
                <a:cubicBezTo>
                  <a:pt x="37" y="43"/>
                  <a:pt x="37" y="43"/>
                  <a:pt x="37" y="43"/>
                </a:cubicBezTo>
                <a:cubicBezTo>
                  <a:pt x="37" y="33"/>
                  <a:pt x="37" y="33"/>
                  <a:pt x="37" y="33"/>
                </a:cubicBezTo>
                <a:cubicBezTo>
                  <a:pt x="22" y="36"/>
                  <a:pt x="10" y="44"/>
                  <a:pt x="5" y="58"/>
                </a:cubicBezTo>
                <a:cubicBezTo>
                  <a:pt x="0" y="58"/>
                  <a:pt x="0" y="58"/>
                  <a:pt x="0" y="58"/>
                </a:cubicBezTo>
                <a:cubicBezTo>
                  <a:pt x="2" y="34"/>
                  <a:pt x="14" y="16"/>
                  <a:pt x="37" y="10"/>
                </a:cubicBezTo>
                <a:cubicBezTo>
                  <a:pt x="37" y="0"/>
                  <a:pt x="37" y="0"/>
                  <a:pt x="37" y="0"/>
                </a:cubicBezTo>
                <a:cubicBezTo>
                  <a:pt x="62" y="22"/>
                  <a:pt x="62" y="22"/>
                  <a:pt x="62" y="22"/>
                </a:cubicBezTo>
                <a:close/>
                <a:moveTo>
                  <a:pt x="44" y="59"/>
                </a:moveTo>
                <a:cubicBezTo>
                  <a:pt x="44" y="49"/>
                  <a:pt x="44" y="49"/>
                  <a:pt x="44" y="49"/>
                </a:cubicBezTo>
                <a:cubicBezTo>
                  <a:pt x="16" y="71"/>
                  <a:pt x="16" y="71"/>
                  <a:pt x="16" y="71"/>
                </a:cubicBezTo>
                <a:cubicBezTo>
                  <a:pt x="44" y="92"/>
                  <a:pt x="44" y="92"/>
                  <a:pt x="44" y="92"/>
                </a:cubicBezTo>
                <a:cubicBezTo>
                  <a:pt x="44" y="82"/>
                  <a:pt x="44" y="82"/>
                  <a:pt x="44" y="82"/>
                </a:cubicBezTo>
                <a:cubicBezTo>
                  <a:pt x="66" y="77"/>
                  <a:pt x="78" y="59"/>
                  <a:pt x="80" y="37"/>
                </a:cubicBezTo>
                <a:cubicBezTo>
                  <a:pt x="75" y="37"/>
                  <a:pt x="75" y="37"/>
                  <a:pt x="75" y="37"/>
                </a:cubicBezTo>
                <a:cubicBezTo>
                  <a:pt x="69" y="49"/>
                  <a:pt x="57" y="56"/>
                  <a:pt x="44" y="59"/>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80296" tIns="40148" rIns="80296" bIns="40148"/>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latin typeface="+mn-lt"/>
              <a:ea typeface="+mn-ea"/>
              <a:cs typeface="+mn-ea"/>
              <a:sym typeface="+mn-lt"/>
            </a:endParaRPr>
          </a:p>
        </p:txBody>
      </p:sp>
      <p:sp>
        <p:nvSpPr>
          <p:cNvPr id="26639" name="Freeform 123"/>
          <p:cNvSpPr>
            <a:spLocks noEditPoints="1" noChangeArrowheads="1"/>
          </p:cNvSpPr>
          <p:nvPr/>
        </p:nvSpPr>
        <p:spPr bwMode="auto">
          <a:xfrm>
            <a:off x="8559800" y="1889125"/>
            <a:ext cx="384175" cy="427038"/>
          </a:xfrm>
          <a:custGeom>
            <a:avLst/>
            <a:gdLst>
              <a:gd name="T0" fmla="*/ 13 w 77"/>
              <a:gd name="T1" fmla="*/ 8 h 86"/>
              <a:gd name="T2" fmla="*/ 38 w 77"/>
              <a:gd name="T3" fmla="*/ 1 h 86"/>
              <a:gd name="T4" fmla="*/ 59 w 77"/>
              <a:gd name="T5" fmla="*/ 13 h 86"/>
              <a:gd name="T6" fmla="*/ 66 w 77"/>
              <a:gd name="T7" fmla="*/ 38 h 86"/>
              <a:gd name="T8" fmla="*/ 58 w 77"/>
              <a:gd name="T9" fmla="*/ 55 h 86"/>
              <a:gd name="T10" fmla="*/ 64 w 77"/>
              <a:gd name="T11" fmla="*/ 59 h 86"/>
              <a:gd name="T12" fmla="*/ 74 w 77"/>
              <a:gd name="T13" fmla="*/ 72 h 86"/>
              <a:gd name="T14" fmla="*/ 73 w 77"/>
              <a:gd name="T15" fmla="*/ 84 h 86"/>
              <a:gd name="T16" fmla="*/ 73 w 77"/>
              <a:gd name="T17" fmla="*/ 84 h 86"/>
              <a:gd name="T18" fmla="*/ 62 w 77"/>
              <a:gd name="T19" fmla="*/ 82 h 86"/>
              <a:gd name="T20" fmla="*/ 51 w 77"/>
              <a:gd name="T21" fmla="*/ 68 h 86"/>
              <a:gd name="T22" fmla="*/ 49 w 77"/>
              <a:gd name="T23" fmla="*/ 63 h 86"/>
              <a:gd name="T24" fmla="*/ 30 w 77"/>
              <a:gd name="T25" fmla="*/ 66 h 86"/>
              <a:gd name="T26" fmla="*/ 8 w 77"/>
              <a:gd name="T27" fmla="*/ 54 h 86"/>
              <a:gd name="T28" fmla="*/ 1 w 77"/>
              <a:gd name="T29" fmla="*/ 30 h 86"/>
              <a:gd name="T30" fmla="*/ 13 w 77"/>
              <a:gd name="T31" fmla="*/ 8 h 86"/>
              <a:gd name="T32" fmla="*/ 30 w 77"/>
              <a:gd name="T33" fmla="*/ 49 h 86"/>
              <a:gd name="T34" fmla="*/ 38 w 77"/>
              <a:gd name="T35" fmla="*/ 49 h 86"/>
              <a:gd name="T36" fmla="*/ 38 w 77"/>
              <a:gd name="T37" fmla="*/ 40 h 86"/>
              <a:gd name="T38" fmla="*/ 47 w 77"/>
              <a:gd name="T39" fmla="*/ 40 h 86"/>
              <a:gd name="T40" fmla="*/ 47 w 77"/>
              <a:gd name="T41" fmla="*/ 32 h 86"/>
              <a:gd name="T42" fmla="*/ 38 w 77"/>
              <a:gd name="T43" fmla="*/ 32 h 86"/>
              <a:gd name="T44" fmla="*/ 38 w 77"/>
              <a:gd name="T45" fmla="*/ 23 h 86"/>
              <a:gd name="T46" fmla="*/ 30 w 77"/>
              <a:gd name="T47" fmla="*/ 23 h 86"/>
              <a:gd name="T48" fmla="*/ 30 w 77"/>
              <a:gd name="T49" fmla="*/ 32 h 86"/>
              <a:gd name="T50" fmla="*/ 21 w 77"/>
              <a:gd name="T51" fmla="*/ 32 h 86"/>
              <a:gd name="T52" fmla="*/ 21 w 77"/>
              <a:gd name="T53" fmla="*/ 40 h 86"/>
              <a:gd name="T54" fmla="*/ 30 w 77"/>
              <a:gd name="T55" fmla="*/ 40 h 86"/>
              <a:gd name="T56" fmla="*/ 30 w 77"/>
              <a:gd name="T57" fmla="*/ 49 h 86"/>
              <a:gd name="T58" fmla="*/ 18 w 77"/>
              <a:gd name="T59" fmla="*/ 36 h 86"/>
              <a:gd name="T60" fmla="*/ 43 w 77"/>
              <a:gd name="T61" fmla="*/ 19 h 86"/>
              <a:gd name="T62" fmla="*/ 18 w 77"/>
              <a:gd name="T63" fmla="*/ 36 h 86"/>
              <a:gd name="T64" fmla="*/ 36 w 77"/>
              <a:gd name="T65" fmla="*/ 12 h 86"/>
              <a:gd name="T66" fmla="*/ 20 w 77"/>
              <a:gd name="T67" fmla="*/ 16 h 86"/>
              <a:gd name="T68" fmla="*/ 12 w 77"/>
              <a:gd name="T69" fmla="*/ 31 h 86"/>
              <a:gd name="T70" fmla="*/ 16 w 77"/>
              <a:gd name="T71" fmla="*/ 47 h 86"/>
              <a:gd name="T72" fmla="*/ 31 w 77"/>
              <a:gd name="T73" fmla="*/ 55 h 86"/>
              <a:gd name="T74" fmla="*/ 47 w 77"/>
              <a:gd name="T75" fmla="*/ 51 h 86"/>
              <a:gd name="T76" fmla="*/ 55 w 77"/>
              <a:gd name="T77" fmla="*/ 36 h 86"/>
              <a:gd name="T78" fmla="*/ 51 w 77"/>
              <a:gd name="T79" fmla="*/ 20 h 86"/>
              <a:gd name="T80" fmla="*/ 36 w 77"/>
              <a:gd name="T81" fmla="*/ 1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7" h="86">
                <a:moveTo>
                  <a:pt x="13" y="8"/>
                </a:moveTo>
                <a:cubicBezTo>
                  <a:pt x="20" y="2"/>
                  <a:pt x="29" y="0"/>
                  <a:pt x="38" y="1"/>
                </a:cubicBezTo>
                <a:cubicBezTo>
                  <a:pt x="46" y="2"/>
                  <a:pt x="54" y="6"/>
                  <a:pt x="59" y="13"/>
                </a:cubicBezTo>
                <a:cubicBezTo>
                  <a:pt x="65" y="21"/>
                  <a:pt x="67" y="29"/>
                  <a:pt x="66" y="38"/>
                </a:cubicBezTo>
                <a:cubicBezTo>
                  <a:pt x="65" y="44"/>
                  <a:pt x="63" y="50"/>
                  <a:pt x="58" y="55"/>
                </a:cubicBezTo>
                <a:cubicBezTo>
                  <a:pt x="60" y="56"/>
                  <a:pt x="62" y="57"/>
                  <a:pt x="64" y="59"/>
                </a:cubicBezTo>
                <a:cubicBezTo>
                  <a:pt x="74" y="72"/>
                  <a:pt x="74" y="72"/>
                  <a:pt x="74" y="72"/>
                </a:cubicBezTo>
                <a:cubicBezTo>
                  <a:pt x="77" y="76"/>
                  <a:pt x="76" y="81"/>
                  <a:pt x="73" y="84"/>
                </a:cubicBezTo>
                <a:cubicBezTo>
                  <a:pt x="73" y="84"/>
                  <a:pt x="73" y="84"/>
                  <a:pt x="73" y="84"/>
                </a:cubicBezTo>
                <a:cubicBezTo>
                  <a:pt x="69" y="86"/>
                  <a:pt x="64" y="86"/>
                  <a:pt x="62" y="82"/>
                </a:cubicBezTo>
                <a:cubicBezTo>
                  <a:pt x="51" y="68"/>
                  <a:pt x="51" y="68"/>
                  <a:pt x="51" y="68"/>
                </a:cubicBezTo>
                <a:cubicBezTo>
                  <a:pt x="50" y="67"/>
                  <a:pt x="49" y="65"/>
                  <a:pt x="49" y="63"/>
                </a:cubicBezTo>
                <a:cubicBezTo>
                  <a:pt x="43" y="66"/>
                  <a:pt x="36" y="67"/>
                  <a:pt x="30" y="66"/>
                </a:cubicBezTo>
                <a:cubicBezTo>
                  <a:pt x="21" y="65"/>
                  <a:pt x="13" y="61"/>
                  <a:pt x="8" y="54"/>
                </a:cubicBezTo>
                <a:cubicBezTo>
                  <a:pt x="2" y="47"/>
                  <a:pt x="0" y="38"/>
                  <a:pt x="1" y="30"/>
                </a:cubicBezTo>
                <a:cubicBezTo>
                  <a:pt x="2" y="21"/>
                  <a:pt x="6" y="13"/>
                  <a:pt x="13" y="8"/>
                </a:cubicBezTo>
                <a:close/>
                <a:moveTo>
                  <a:pt x="30" y="49"/>
                </a:moveTo>
                <a:cubicBezTo>
                  <a:pt x="38" y="49"/>
                  <a:pt x="38" y="49"/>
                  <a:pt x="38" y="49"/>
                </a:cubicBezTo>
                <a:cubicBezTo>
                  <a:pt x="38" y="40"/>
                  <a:pt x="38" y="40"/>
                  <a:pt x="38" y="40"/>
                </a:cubicBezTo>
                <a:cubicBezTo>
                  <a:pt x="47" y="40"/>
                  <a:pt x="47" y="40"/>
                  <a:pt x="47" y="40"/>
                </a:cubicBezTo>
                <a:cubicBezTo>
                  <a:pt x="47" y="32"/>
                  <a:pt x="47" y="32"/>
                  <a:pt x="47" y="32"/>
                </a:cubicBezTo>
                <a:cubicBezTo>
                  <a:pt x="38" y="32"/>
                  <a:pt x="38" y="32"/>
                  <a:pt x="38" y="32"/>
                </a:cubicBezTo>
                <a:cubicBezTo>
                  <a:pt x="38" y="23"/>
                  <a:pt x="38" y="23"/>
                  <a:pt x="38" y="23"/>
                </a:cubicBezTo>
                <a:cubicBezTo>
                  <a:pt x="30" y="23"/>
                  <a:pt x="30" y="23"/>
                  <a:pt x="30" y="23"/>
                </a:cubicBezTo>
                <a:cubicBezTo>
                  <a:pt x="30" y="32"/>
                  <a:pt x="30" y="32"/>
                  <a:pt x="30" y="32"/>
                </a:cubicBezTo>
                <a:cubicBezTo>
                  <a:pt x="21" y="32"/>
                  <a:pt x="21" y="32"/>
                  <a:pt x="21" y="32"/>
                </a:cubicBezTo>
                <a:cubicBezTo>
                  <a:pt x="21" y="40"/>
                  <a:pt x="21" y="40"/>
                  <a:pt x="21" y="40"/>
                </a:cubicBezTo>
                <a:cubicBezTo>
                  <a:pt x="30" y="40"/>
                  <a:pt x="30" y="40"/>
                  <a:pt x="30" y="40"/>
                </a:cubicBezTo>
                <a:cubicBezTo>
                  <a:pt x="30" y="49"/>
                  <a:pt x="30" y="49"/>
                  <a:pt x="30" y="49"/>
                </a:cubicBezTo>
                <a:close/>
                <a:moveTo>
                  <a:pt x="18" y="36"/>
                </a:moveTo>
                <a:cubicBezTo>
                  <a:pt x="22" y="26"/>
                  <a:pt x="31" y="21"/>
                  <a:pt x="43" y="19"/>
                </a:cubicBezTo>
                <a:cubicBezTo>
                  <a:pt x="31" y="11"/>
                  <a:pt x="16" y="22"/>
                  <a:pt x="18" y="36"/>
                </a:cubicBezTo>
                <a:close/>
                <a:moveTo>
                  <a:pt x="36" y="12"/>
                </a:moveTo>
                <a:cubicBezTo>
                  <a:pt x="31" y="11"/>
                  <a:pt x="25" y="13"/>
                  <a:pt x="20" y="16"/>
                </a:cubicBezTo>
                <a:cubicBezTo>
                  <a:pt x="15" y="20"/>
                  <a:pt x="13" y="25"/>
                  <a:pt x="12" y="31"/>
                </a:cubicBezTo>
                <a:cubicBezTo>
                  <a:pt x="11" y="37"/>
                  <a:pt x="13" y="42"/>
                  <a:pt x="16" y="47"/>
                </a:cubicBezTo>
                <a:cubicBezTo>
                  <a:pt x="20" y="52"/>
                  <a:pt x="25" y="55"/>
                  <a:pt x="31" y="55"/>
                </a:cubicBezTo>
                <a:cubicBezTo>
                  <a:pt x="36" y="56"/>
                  <a:pt x="42" y="55"/>
                  <a:pt x="47" y="51"/>
                </a:cubicBezTo>
                <a:cubicBezTo>
                  <a:pt x="52" y="47"/>
                  <a:pt x="55" y="42"/>
                  <a:pt x="55" y="36"/>
                </a:cubicBezTo>
                <a:cubicBezTo>
                  <a:pt x="56" y="31"/>
                  <a:pt x="54" y="25"/>
                  <a:pt x="51" y="20"/>
                </a:cubicBezTo>
                <a:cubicBezTo>
                  <a:pt x="47" y="15"/>
                  <a:pt x="42" y="13"/>
                  <a:pt x="36" y="12"/>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80296" tIns="40148" rIns="80296" bIns="40148"/>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latin typeface="+mn-lt"/>
              <a:ea typeface="+mn-ea"/>
              <a:cs typeface="+mn-ea"/>
              <a:sym typeface="+mn-lt"/>
            </a:endParaRPr>
          </a:p>
        </p:txBody>
      </p:sp>
      <p:sp>
        <p:nvSpPr>
          <p:cNvPr id="26640" name="Freeform 204"/>
          <p:cNvSpPr>
            <a:spLocks noEditPoints="1" noChangeArrowheads="1"/>
          </p:cNvSpPr>
          <p:nvPr/>
        </p:nvSpPr>
        <p:spPr bwMode="auto">
          <a:xfrm>
            <a:off x="3162300" y="1830388"/>
            <a:ext cx="385763" cy="465137"/>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80296" tIns="40148" rIns="80296" bIns="40148"/>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latin typeface="+mn-lt"/>
              <a:ea typeface="+mn-ea"/>
              <a:cs typeface="+mn-ea"/>
              <a:sym typeface="+mn-lt"/>
            </a:endParaRPr>
          </a:p>
        </p:txBody>
      </p:sp>
      <p:sp>
        <p:nvSpPr>
          <p:cNvPr id="26641" name="Freeform 238"/>
          <p:cNvSpPr>
            <a:spLocks noEditPoints="1" noChangeArrowheads="1"/>
          </p:cNvSpPr>
          <p:nvPr/>
        </p:nvSpPr>
        <p:spPr bwMode="auto">
          <a:xfrm>
            <a:off x="3100388" y="3622675"/>
            <a:ext cx="596900" cy="490538"/>
          </a:xfrm>
          <a:custGeom>
            <a:avLst/>
            <a:gdLst>
              <a:gd name="T0" fmla="*/ 122 w 300"/>
              <a:gd name="T1" fmla="*/ 0 h 247"/>
              <a:gd name="T2" fmla="*/ 208 w 300"/>
              <a:gd name="T3" fmla="*/ 36 h 247"/>
              <a:gd name="T4" fmla="*/ 244 w 300"/>
              <a:gd name="T5" fmla="*/ 122 h 247"/>
              <a:gd name="T6" fmla="*/ 208 w 300"/>
              <a:gd name="T7" fmla="*/ 208 h 247"/>
              <a:gd name="T8" fmla="*/ 122 w 300"/>
              <a:gd name="T9" fmla="*/ 244 h 247"/>
              <a:gd name="T10" fmla="*/ 35 w 300"/>
              <a:gd name="T11" fmla="*/ 208 h 247"/>
              <a:gd name="T12" fmla="*/ 0 w 300"/>
              <a:gd name="T13" fmla="*/ 122 h 247"/>
              <a:gd name="T14" fmla="*/ 35 w 300"/>
              <a:gd name="T15" fmla="*/ 36 h 247"/>
              <a:gd name="T16" fmla="*/ 122 w 300"/>
              <a:gd name="T17" fmla="*/ 0 h 247"/>
              <a:gd name="T18" fmla="*/ 175 w 300"/>
              <a:gd name="T19" fmla="*/ 245 h 247"/>
              <a:gd name="T20" fmla="*/ 300 w 300"/>
              <a:gd name="T21" fmla="*/ 158 h 247"/>
              <a:gd name="T22" fmla="*/ 298 w 300"/>
              <a:gd name="T23" fmla="*/ 126 h 247"/>
              <a:gd name="T24" fmla="*/ 175 w 300"/>
              <a:gd name="T25" fmla="*/ 245 h 247"/>
              <a:gd name="T26" fmla="*/ 130 w 300"/>
              <a:gd name="T27" fmla="*/ 80 h 247"/>
              <a:gd name="T28" fmla="*/ 151 w 300"/>
              <a:gd name="T29" fmla="*/ 91 h 247"/>
              <a:gd name="T30" fmla="*/ 181 w 300"/>
              <a:gd name="T31" fmla="*/ 71 h 247"/>
              <a:gd name="T32" fmla="*/ 177 w 300"/>
              <a:gd name="T33" fmla="*/ 66 h 247"/>
              <a:gd name="T34" fmla="*/ 130 w 300"/>
              <a:gd name="T35" fmla="*/ 44 h 247"/>
              <a:gd name="T36" fmla="*/ 130 w 300"/>
              <a:gd name="T37" fmla="*/ 80 h 247"/>
              <a:gd name="T38" fmla="*/ 162 w 300"/>
              <a:gd name="T39" fmla="*/ 108 h 247"/>
              <a:gd name="T40" fmla="*/ 164 w 300"/>
              <a:gd name="T41" fmla="*/ 122 h 247"/>
              <a:gd name="T42" fmla="*/ 161 w 300"/>
              <a:gd name="T43" fmla="*/ 138 h 247"/>
              <a:gd name="T44" fmla="*/ 192 w 300"/>
              <a:gd name="T45" fmla="*/ 157 h 247"/>
              <a:gd name="T46" fmla="*/ 200 w 300"/>
              <a:gd name="T47" fmla="*/ 122 h 247"/>
              <a:gd name="T48" fmla="*/ 192 w 300"/>
              <a:gd name="T49" fmla="*/ 87 h 247"/>
              <a:gd name="T50" fmla="*/ 162 w 300"/>
              <a:gd name="T51" fmla="*/ 108 h 247"/>
              <a:gd name="T52" fmla="*/ 149 w 300"/>
              <a:gd name="T53" fmla="*/ 154 h 247"/>
              <a:gd name="T54" fmla="*/ 130 w 300"/>
              <a:gd name="T55" fmla="*/ 164 h 247"/>
              <a:gd name="T56" fmla="*/ 130 w 300"/>
              <a:gd name="T57" fmla="*/ 200 h 247"/>
              <a:gd name="T58" fmla="*/ 177 w 300"/>
              <a:gd name="T59" fmla="*/ 178 h 247"/>
              <a:gd name="T60" fmla="*/ 181 w 300"/>
              <a:gd name="T61" fmla="*/ 174 h 247"/>
              <a:gd name="T62" fmla="*/ 149 w 300"/>
              <a:gd name="T63" fmla="*/ 154 h 247"/>
              <a:gd name="T64" fmla="*/ 110 w 300"/>
              <a:gd name="T65" fmla="*/ 163 h 247"/>
              <a:gd name="T66" fmla="*/ 94 w 300"/>
              <a:gd name="T67" fmla="*/ 155 h 247"/>
              <a:gd name="T68" fmla="*/ 64 w 300"/>
              <a:gd name="T69" fmla="*/ 176 h 247"/>
              <a:gd name="T70" fmla="*/ 66 w 300"/>
              <a:gd name="T71" fmla="*/ 178 h 247"/>
              <a:gd name="T72" fmla="*/ 110 w 300"/>
              <a:gd name="T73" fmla="*/ 200 h 247"/>
              <a:gd name="T74" fmla="*/ 110 w 300"/>
              <a:gd name="T75" fmla="*/ 163 h 247"/>
              <a:gd name="T76" fmla="*/ 82 w 300"/>
              <a:gd name="T77" fmla="*/ 139 h 247"/>
              <a:gd name="T78" fmla="*/ 79 w 300"/>
              <a:gd name="T79" fmla="*/ 122 h 247"/>
              <a:gd name="T80" fmla="*/ 80 w 300"/>
              <a:gd name="T81" fmla="*/ 111 h 247"/>
              <a:gd name="T82" fmla="*/ 49 w 300"/>
              <a:gd name="T83" fmla="*/ 92 h 247"/>
              <a:gd name="T84" fmla="*/ 43 w 300"/>
              <a:gd name="T85" fmla="*/ 122 h 247"/>
              <a:gd name="T86" fmla="*/ 52 w 300"/>
              <a:gd name="T87" fmla="*/ 159 h 247"/>
              <a:gd name="T88" fmla="*/ 82 w 300"/>
              <a:gd name="T89" fmla="*/ 139 h 247"/>
              <a:gd name="T90" fmla="*/ 90 w 300"/>
              <a:gd name="T91" fmla="*/ 94 h 247"/>
              <a:gd name="T92" fmla="*/ 91 w 300"/>
              <a:gd name="T93" fmla="*/ 92 h 247"/>
              <a:gd name="T94" fmla="*/ 110 w 300"/>
              <a:gd name="T95" fmla="*/ 81 h 247"/>
              <a:gd name="T96" fmla="*/ 110 w 300"/>
              <a:gd name="T97" fmla="*/ 44 h 247"/>
              <a:gd name="T98" fmla="*/ 66 w 300"/>
              <a:gd name="T99" fmla="*/ 66 h 247"/>
              <a:gd name="T100" fmla="*/ 59 w 300"/>
              <a:gd name="T101" fmla="*/ 74 h 247"/>
              <a:gd name="T102" fmla="*/ 90 w 300"/>
              <a:gd name="T103" fmla="*/ 94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00" h="247">
                <a:moveTo>
                  <a:pt x="122" y="0"/>
                </a:moveTo>
                <a:cubicBezTo>
                  <a:pt x="155" y="0"/>
                  <a:pt x="186" y="14"/>
                  <a:pt x="208" y="36"/>
                </a:cubicBezTo>
                <a:cubicBezTo>
                  <a:pt x="230" y="58"/>
                  <a:pt x="244" y="88"/>
                  <a:pt x="244" y="122"/>
                </a:cubicBezTo>
                <a:cubicBezTo>
                  <a:pt x="244" y="156"/>
                  <a:pt x="230" y="186"/>
                  <a:pt x="208" y="208"/>
                </a:cubicBezTo>
                <a:cubicBezTo>
                  <a:pt x="186" y="230"/>
                  <a:pt x="155" y="244"/>
                  <a:pt x="122" y="244"/>
                </a:cubicBezTo>
                <a:cubicBezTo>
                  <a:pt x="88" y="244"/>
                  <a:pt x="57" y="230"/>
                  <a:pt x="35" y="208"/>
                </a:cubicBezTo>
                <a:cubicBezTo>
                  <a:pt x="13" y="186"/>
                  <a:pt x="0" y="156"/>
                  <a:pt x="0" y="122"/>
                </a:cubicBezTo>
                <a:cubicBezTo>
                  <a:pt x="0" y="88"/>
                  <a:pt x="13" y="58"/>
                  <a:pt x="35" y="36"/>
                </a:cubicBezTo>
                <a:cubicBezTo>
                  <a:pt x="57" y="14"/>
                  <a:pt x="88" y="0"/>
                  <a:pt x="122" y="0"/>
                </a:cubicBezTo>
                <a:close/>
                <a:moveTo>
                  <a:pt x="175" y="245"/>
                </a:moveTo>
                <a:cubicBezTo>
                  <a:pt x="292" y="247"/>
                  <a:pt x="257" y="150"/>
                  <a:pt x="300" y="158"/>
                </a:cubicBezTo>
                <a:cubicBezTo>
                  <a:pt x="298" y="126"/>
                  <a:pt x="298" y="126"/>
                  <a:pt x="298" y="126"/>
                </a:cubicBezTo>
                <a:cubicBezTo>
                  <a:pt x="230" y="122"/>
                  <a:pt x="286" y="229"/>
                  <a:pt x="175" y="245"/>
                </a:cubicBezTo>
                <a:close/>
                <a:moveTo>
                  <a:pt x="130" y="80"/>
                </a:moveTo>
                <a:cubicBezTo>
                  <a:pt x="139" y="82"/>
                  <a:pt x="146" y="86"/>
                  <a:pt x="151" y="91"/>
                </a:cubicBezTo>
                <a:cubicBezTo>
                  <a:pt x="181" y="71"/>
                  <a:pt x="181" y="71"/>
                  <a:pt x="181" y="71"/>
                </a:cubicBezTo>
                <a:cubicBezTo>
                  <a:pt x="180" y="69"/>
                  <a:pt x="179" y="68"/>
                  <a:pt x="177" y="66"/>
                </a:cubicBezTo>
                <a:cubicBezTo>
                  <a:pt x="165" y="54"/>
                  <a:pt x="149" y="46"/>
                  <a:pt x="130" y="44"/>
                </a:cubicBezTo>
                <a:cubicBezTo>
                  <a:pt x="130" y="80"/>
                  <a:pt x="130" y="80"/>
                  <a:pt x="130" y="80"/>
                </a:cubicBezTo>
                <a:close/>
                <a:moveTo>
                  <a:pt x="162" y="108"/>
                </a:moveTo>
                <a:cubicBezTo>
                  <a:pt x="164" y="112"/>
                  <a:pt x="164" y="117"/>
                  <a:pt x="164" y="122"/>
                </a:cubicBezTo>
                <a:cubicBezTo>
                  <a:pt x="164" y="128"/>
                  <a:pt x="163" y="133"/>
                  <a:pt x="161" y="138"/>
                </a:cubicBezTo>
                <a:cubicBezTo>
                  <a:pt x="192" y="157"/>
                  <a:pt x="192" y="157"/>
                  <a:pt x="192" y="157"/>
                </a:cubicBezTo>
                <a:cubicBezTo>
                  <a:pt x="197" y="147"/>
                  <a:pt x="200" y="135"/>
                  <a:pt x="200" y="122"/>
                </a:cubicBezTo>
                <a:cubicBezTo>
                  <a:pt x="200" y="110"/>
                  <a:pt x="197" y="98"/>
                  <a:pt x="192" y="87"/>
                </a:cubicBezTo>
                <a:cubicBezTo>
                  <a:pt x="162" y="108"/>
                  <a:pt x="162" y="108"/>
                  <a:pt x="162" y="108"/>
                </a:cubicBezTo>
                <a:close/>
                <a:moveTo>
                  <a:pt x="149" y="154"/>
                </a:moveTo>
                <a:cubicBezTo>
                  <a:pt x="144" y="159"/>
                  <a:pt x="138" y="162"/>
                  <a:pt x="130" y="164"/>
                </a:cubicBezTo>
                <a:cubicBezTo>
                  <a:pt x="130" y="200"/>
                  <a:pt x="130" y="200"/>
                  <a:pt x="130" y="200"/>
                </a:cubicBezTo>
                <a:cubicBezTo>
                  <a:pt x="149" y="198"/>
                  <a:pt x="165" y="190"/>
                  <a:pt x="177" y="178"/>
                </a:cubicBezTo>
                <a:cubicBezTo>
                  <a:pt x="178" y="176"/>
                  <a:pt x="180" y="175"/>
                  <a:pt x="181" y="174"/>
                </a:cubicBezTo>
                <a:cubicBezTo>
                  <a:pt x="149" y="154"/>
                  <a:pt x="149" y="154"/>
                  <a:pt x="149" y="154"/>
                </a:cubicBezTo>
                <a:close/>
                <a:moveTo>
                  <a:pt x="110" y="163"/>
                </a:moveTo>
                <a:cubicBezTo>
                  <a:pt x="104" y="162"/>
                  <a:pt x="99" y="159"/>
                  <a:pt x="94" y="155"/>
                </a:cubicBezTo>
                <a:cubicBezTo>
                  <a:pt x="64" y="176"/>
                  <a:pt x="64" y="176"/>
                  <a:pt x="64" y="176"/>
                </a:cubicBezTo>
                <a:cubicBezTo>
                  <a:pt x="65" y="176"/>
                  <a:pt x="65" y="177"/>
                  <a:pt x="66" y="178"/>
                </a:cubicBezTo>
                <a:cubicBezTo>
                  <a:pt x="78" y="189"/>
                  <a:pt x="93" y="197"/>
                  <a:pt x="110" y="200"/>
                </a:cubicBezTo>
                <a:cubicBezTo>
                  <a:pt x="110" y="163"/>
                  <a:pt x="110" y="163"/>
                  <a:pt x="110" y="163"/>
                </a:cubicBezTo>
                <a:close/>
                <a:moveTo>
                  <a:pt x="82" y="139"/>
                </a:moveTo>
                <a:cubicBezTo>
                  <a:pt x="80" y="134"/>
                  <a:pt x="79" y="128"/>
                  <a:pt x="79" y="122"/>
                </a:cubicBezTo>
                <a:cubicBezTo>
                  <a:pt x="79" y="118"/>
                  <a:pt x="79" y="115"/>
                  <a:pt x="80" y="111"/>
                </a:cubicBezTo>
                <a:cubicBezTo>
                  <a:pt x="49" y="92"/>
                  <a:pt x="49" y="92"/>
                  <a:pt x="49" y="92"/>
                </a:cubicBezTo>
                <a:cubicBezTo>
                  <a:pt x="45" y="101"/>
                  <a:pt x="43" y="111"/>
                  <a:pt x="43" y="122"/>
                </a:cubicBezTo>
                <a:cubicBezTo>
                  <a:pt x="43" y="135"/>
                  <a:pt x="46" y="148"/>
                  <a:pt x="52" y="159"/>
                </a:cubicBezTo>
                <a:cubicBezTo>
                  <a:pt x="82" y="139"/>
                  <a:pt x="82" y="139"/>
                  <a:pt x="82" y="139"/>
                </a:cubicBezTo>
                <a:close/>
                <a:moveTo>
                  <a:pt x="90" y="94"/>
                </a:moveTo>
                <a:cubicBezTo>
                  <a:pt x="90" y="93"/>
                  <a:pt x="91" y="92"/>
                  <a:pt x="91" y="92"/>
                </a:cubicBezTo>
                <a:cubicBezTo>
                  <a:pt x="97" y="86"/>
                  <a:pt x="103" y="83"/>
                  <a:pt x="110" y="81"/>
                </a:cubicBezTo>
                <a:cubicBezTo>
                  <a:pt x="110" y="44"/>
                  <a:pt x="110" y="44"/>
                  <a:pt x="110" y="44"/>
                </a:cubicBezTo>
                <a:cubicBezTo>
                  <a:pt x="93" y="46"/>
                  <a:pt x="78" y="55"/>
                  <a:pt x="66" y="66"/>
                </a:cubicBezTo>
                <a:cubicBezTo>
                  <a:pt x="63" y="69"/>
                  <a:pt x="61" y="72"/>
                  <a:pt x="59" y="74"/>
                </a:cubicBezTo>
                <a:lnTo>
                  <a:pt x="90" y="94"/>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80296" tIns="40148" rIns="80296" bIns="40148"/>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latin typeface="+mn-lt"/>
              <a:ea typeface="+mn-ea"/>
              <a:cs typeface="+mn-ea"/>
              <a:sym typeface="+mn-lt"/>
            </a:endParaRPr>
          </a:p>
        </p:txBody>
      </p:sp>
      <p:grpSp>
        <p:nvGrpSpPr>
          <p:cNvPr id="26642" name="组合 18"/>
          <p:cNvGrpSpPr/>
          <p:nvPr/>
        </p:nvGrpSpPr>
        <p:grpSpPr bwMode="auto">
          <a:xfrm>
            <a:off x="158750" y="1598613"/>
            <a:ext cx="2693988" cy="1037829"/>
            <a:chOff x="0" y="0"/>
            <a:chExt cx="2693856" cy="1038371"/>
          </a:xfrm>
        </p:grpSpPr>
        <p:sp>
          <p:nvSpPr>
            <p:cNvPr id="26643" name="文本框 19"/>
            <p:cNvSpPr txBox="1">
              <a:spLocks noChangeArrowheads="1"/>
            </p:cNvSpPr>
            <p:nvPr/>
          </p:nvSpPr>
          <p:spPr bwMode="auto">
            <a:xfrm>
              <a:off x="359384" y="412874"/>
              <a:ext cx="2334472" cy="625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30000"/>
                </a:lnSpc>
              </a:pPr>
              <a:r>
                <a:rPr lang="zh-CN" altLang="en-US" sz="1400" dirty="0">
                  <a:solidFill>
                    <a:schemeClr val="bg1"/>
                  </a:solidFill>
                  <a:latin typeface="+mn-lt"/>
                  <a:ea typeface="+mn-ea"/>
                  <a:cs typeface="+mn-ea"/>
                  <a:sym typeface="+mn-lt"/>
                </a:rPr>
                <a:t>请在此添加相关文字内容请在此添加相关文字内容</a:t>
              </a:r>
              <a:endParaRPr lang="zh-CN" altLang="en-US" sz="1400" dirty="0">
                <a:solidFill>
                  <a:schemeClr val="bg1"/>
                </a:solidFill>
                <a:latin typeface="+mn-lt"/>
                <a:ea typeface="+mn-ea"/>
                <a:cs typeface="+mn-ea"/>
                <a:sym typeface="+mn-lt"/>
              </a:endParaRPr>
            </a:p>
          </p:txBody>
        </p:sp>
        <p:sp>
          <p:nvSpPr>
            <p:cNvPr id="26644" name="文本框 20"/>
            <p:cNvSpPr txBox="1">
              <a:spLocks noChangeArrowheads="1"/>
            </p:cNvSpPr>
            <p:nvPr/>
          </p:nvSpPr>
          <p:spPr bwMode="auto">
            <a:xfrm>
              <a:off x="0" y="0"/>
              <a:ext cx="26874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r" eaLnBrk="1" hangingPunct="1"/>
              <a:r>
                <a:rPr lang="zh-CN" altLang="en-US" b="1">
                  <a:solidFill>
                    <a:srgbClr val="FFFFFF"/>
                  </a:solidFill>
                  <a:latin typeface="+mn-lt"/>
                  <a:ea typeface="+mn-ea"/>
                  <a:cs typeface="+mn-ea"/>
                  <a:sym typeface="+mn-lt"/>
                </a:rPr>
                <a:t>点此添加标题</a:t>
              </a:r>
              <a:endParaRPr lang="zh-CN" altLang="en-US" b="1">
                <a:solidFill>
                  <a:srgbClr val="FFFFFF"/>
                </a:solidFill>
                <a:latin typeface="+mn-lt"/>
                <a:ea typeface="+mn-ea"/>
                <a:cs typeface="+mn-ea"/>
                <a:sym typeface="+mn-lt"/>
              </a:endParaRPr>
            </a:p>
          </p:txBody>
        </p:sp>
      </p:grpSp>
      <p:grpSp>
        <p:nvGrpSpPr>
          <p:cNvPr id="26645" name="组合 21"/>
          <p:cNvGrpSpPr/>
          <p:nvPr/>
        </p:nvGrpSpPr>
        <p:grpSpPr bwMode="auto">
          <a:xfrm>
            <a:off x="184150" y="3224213"/>
            <a:ext cx="2693988" cy="1038399"/>
            <a:chOff x="0" y="0"/>
            <a:chExt cx="2693856" cy="1037510"/>
          </a:xfrm>
        </p:grpSpPr>
        <p:sp>
          <p:nvSpPr>
            <p:cNvPr id="26646" name="文本框 22"/>
            <p:cNvSpPr txBox="1">
              <a:spLocks noChangeArrowheads="1"/>
            </p:cNvSpPr>
            <p:nvPr/>
          </p:nvSpPr>
          <p:spPr bwMode="auto">
            <a:xfrm>
              <a:off x="359384" y="412874"/>
              <a:ext cx="2334472" cy="624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30000"/>
                </a:lnSpc>
              </a:pPr>
              <a:r>
                <a:rPr lang="zh-CN" altLang="en-US" sz="1400" dirty="0">
                  <a:solidFill>
                    <a:schemeClr val="bg1"/>
                  </a:solidFill>
                  <a:latin typeface="+mn-lt"/>
                  <a:ea typeface="+mn-ea"/>
                  <a:cs typeface="+mn-ea"/>
                  <a:sym typeface="+mn-lt"/>
                </a:rPr>
                <a:t>请在此添加相关文字内容请在此添加相关文字内容</a:t>
              </a:r>
              <a:endParaRPr lang="zh-CN" altLang="en-US" sz="1400" dirty="0">
                <a:solidFill>
                  <a:schemeClr val="bg1"/>
                </a:solidFill>
                <a:latin typeface="+mn-lt"/>
                <a:ea typeface="+mn-ea"/>
                <a:cs typeface="+mn-ea"/>
                <a:sym typeface="+mn-lt"/>
              </a:endParaRPr>
            </a:p>
          </p:txBody>
        </p:sp>
        <p:sp>
          <p:nvSpPr>
            <p:cNvPr id="26647" name="文本框 23"/>
            <p:cNvSpPr txBox="1">
              <a:spLocks noChangeArrowheads="1"/>
            </p:cNvSpPr>
            <p:nvPr/>
          </p:nvSpPr>
          <p:spPr bwMode="auto">
            <a:xfrm>
              <a:off x="0" y="0"/>
              <a:ext cx="26874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r" eaLnBrk="1" hangingPunct="1"/>
              <a:r>
                <a:rPr lang="zh-CN" altLang="en-US" b="1">
                  <a:solidFill>
                    <a:srgbClr val="FFFFFF"/>
                  </a:solidFill>
                  <a:latin typeface="+mn-lt"/>
                  <a:ea typeface="+mn-ea"/>
                  <a:cs typeface="+mn-ea"/>
                  <a:sym typeface="+mn-lt"/>
                </a:rPr>
                <a:t>点此添加标题</a:t>
              </a:r>
              <a:endParaRPr lang="zh-CN" altLang="en-US" b="1">
                <a:solidFill>
                  <a:srgbClr val="FFFFFF"/>
                </a:solidFill>
                <a:latin typeface="+mn-lt"/>
                <a:ea typeface="+mn-ea"/>
                <a:cs typeface="+mn-ea"/>
                <a:sym typeface="+mn-lt"/>
              </a:endParaRPr>
            </a:p>
          </p:txBody>
        </p:sp>
      </p:grpSp>
      <p:grpSp>
        <p:nvGrpSpPr>
          <p:cNvPr id="26648" name="组合 24"/>
          <p:cNvGrpSpPr/>
          <p:nvPr/>
        </p:nvGrpSpPr>
        <p:grpSpPr bwMode="auto">
          <a:xfrm>
            <a:off x="9296400" y="1590675"/>
            <a:ext cx="2335213" cy="1037830"/>
            <a:chOff x="0" y="0"/>
            <a:chExt cx="2334472" cy="1038371"/>
          </a:xfrm>
        </p:grpSpPr>
        <p:sp>
          <p:nvSpPr>
            <p:cNvPr id="26649" name="文本框 25"/>
            <p:cNvSpPr txBox="1">
              <a:spLocks noChangeArrowheads="1"/>
            </p:cNvSpPr>
            <p:nvPr/>
          </p:nvSpPr>
          <p:spPr bwMode="auto">
            <a:xfrm>
              <a:off x="0" y="412874"/>
              <a:ext cx="2334472" cy="625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30000"/>
                </a:lnSpc>
              </a:pPr>
              <a:r>
                <a:rPr lang="zh-CN" altLang="en-US" sz="1400" dirty="0">
                  <a:solidFill>
                    <a:schemeClr val="bg1"/>
                  </a:solidFill>
                  <a:latin typeface="+mn-lt"/>
                  <a:ea typeface="+mn-ea"/>
                  <a:cs typeface="+mn-ea"/>
                  <a:sym typeface="+mn-lt"/>
                </a:rPr>
                <a:t>请在此添加相关文字内容请在此添加相关文字内容</a:t>
              </a:r>
              <a:endParaRPr lang="zh-CN" altLang="en-US" sz="1400" dirty="0">
                <a:solidFill>
                  <a:schemeClr val="bg1"/>
                </a:solidFill>
                <a:latin typeface="+mn-lt"/>
                <a:ea typeface="+mn-ea"/>
                <a:cs typeface="+mn-ea"/>
                <a:sym typeface="+mn-lt"/>
              </a:endParaRPr>
            </a:p>
          </p:txBody>
        </p:sp>
        <p:sp>
          <p:nvSpPr>
            <p:cNvPr id="26650" name="文本框 26"/>
            <p:cNvSpPr txBox="1">
              <a:spLocks noChangeArrowheads="1"/>
            </p:cNvSpPr>
            <p:nvPr/>
          </p:nvSpPr>
          <p:spPr bwMode="auto">
            <a:xfrm>
              <a:off x="65228" y="0"/>
              <a:ext cx="20052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b="1">
                  <a:solidFill>
                    <a:srgbClr val="FFFFFF"/>
                  </a:solidFill>
                  <a:latin typeface="+mn-lt"/>
                  <a:ea typeface="+mn-ea"/>
                  <a:cs typeface="+mn-ea"/>
                  <a:sym typeface="+mn-lt"/>
                </a:rPr>
                <a:t>点此添加标题</a:t>
              </a:r>
              <a:endParaRPr lang="zh-CN" altLang="en-US" b="1">
                <a:solidFill>
                  <a:srgbClr val="FFFFFF"/>
                </a:solidFill>
                <a:latin typeface="+mn-lt"/>
                <a:ea typeface="+mn-ea"/>
                <a:cs typeface="+mn-ea"/>
                <a:sym typeface="+mn-lt"/>
              </a:endParaRPr>
            </a:p>
          </p:txBody>
        </p:sp>
      </p:grpSp>
      <p:grpSp>
        <p:nvGrpSpPr>
          <p:cNvPr id="26651" name="组合 27"/>
          <p:cNvGrpSpPr/>
          <p:nvPr/>
        </p:nvGrpSpPr>
        <p:grpSpPr bwMode="auto">
          <a:xfrm>
            <a:off x="9296400" y="3349625"/>
            <a:ext cx="2335213" cy="1037830"/>
            <a:chOff x="0" y="0"/>
            <a:chExt cx="2334472" cy="1038371"/>
          </a:xfrm>
        </p:grpSpPr>
        <p:sp>
          <p:nvSpPr>
            <p:cNvPr id="26652" name="文本框 28"/>
            <p:cNvSpPr txBox="1">
              <a:spLocks noChangeArrowheads="1"/>
            </p:cNvSpPr>
            <p:nvPr/>
          </p:nvSpPr>
          <p:spPr bwMode="auto">
            <a:xfrm>
              <a:off x="0" y="412874"/>
              <a:ext cx="2334472" cy="625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30000"/>
                </a:lnSpc>
              </a:pPr>
              <a:r>
                <a:rPr lang="zh-CN" altLang="en-US" sz="1400" dirty="0">
                  <a:solidFill>
                    <a:schemeClr val="bg1"/>
                  </a:solidFill>
                  <a:latin typeface="+mn-lt"/>
                  <a:ea typeface="+mn-ea"/>
                  <a:cs typeface="+mn-ea"/>
                  <a:sym typeface="+mn-lt"/>
                </a:rPr>
                <a:t>请在此添加相关文字内容请在此添加相关文字内容</a:t>
              </a:r>
              <a:endParaRPr lang="zh-CN" altLang="en-US" sz="1400" dirty="0">
                <a:solidFill>
                  <a:schemeClr val="bg1"/>
                </a:solidFill>
                <a:latin typeface="+mn-lt"/>
                <a:ea typeface="+mn-ea"/>
                <a:cs typeface="+mn-ea"/>
                <a:sym typeface="+mn-lt"/>
              </a:endParaRPr>
            </a:p>
          </p:txBody>
        </p:sp>
        <p:sp>
          <p:nvSpPr>
            <p:cNvPr id="26653" name="文本框 29"/>
            <p:cNvSpPr txBox="1">
              <a:spLocks noChangeArrowheads="1"/>
            </p:cNvSpPr>
            <p:nvPr/>
          </p:nvSpPr>
          <p:spPr bwMode="auto">
            <a:xfrm>
              <a:off x="65228" y="0"/>
              <a:ext cx="20052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b="1">
                  <a:solidFill>
                    <a:srgbClr val="FFFFFF"/>
                  </a:solidFill>
                  <a:latin typeface="+mn-lt"/>
                  <a:ea typeface="+mn-ea"/>
                  <a:cs typeface="+mn-ea"/>
                  <a:sym typeface="+mn-lt"/>
                </a:rPr>
                <a:t>点此添加标题</a:t>
              </a:r>
              <a:endParaRPr lang="zh-CN" altLang="en-US" b="1">
                <a:solidFill>
                  <a:srgbClr val="FFFFFF"/>
                </a:solidFill>
                <a:latin typeface="+mn-lt"/>
                <a:ea typeface="+mn-ea"/>
                <a:cs typeface="+mn-ea"/>
                <a:sym typeface="+mn-lt"/>
              </a:endParaRPr>
            </a:p>
          </p:txBody>
        </p:sp>
      </p:grpSp>
      <p:sp>
        <p:nvSpPr>
          <p:cNvPr id="26654" name="文本框 30"/>
          <p:cNvSpPr txBox="1">
            <a:spLocks noChangeArrowheads="1"/>
          </p:cNvSpPr>
          <p:nvPr/>
        </p:nvSpPr>
        <p:spPr bwMode="auto">
          <a:xfrm>
            <a:off x="1393825" y="5329238"/>
            <a:ext cx="9404350" cy="700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lnSpc>
                <a:spcPct val="150000"/>
              </a:lnSpc>
            </a:pPr>
            <a:r>
              <a:rPr lang="zh-CN" altLang="en-US" sz="1400" dirty="0">
                <a:solidFill>
                  <a:schemeClr val="bg1">
                    <a:lumMod val="50000"/>
                  </a:schemeClr>
                </a:solidFill>
                <a:latin typeface="+mn-lt"/>
                <a:ea typeface="+mn-ea"/>
                <a:cs typeface="+mn-ea"/>
                <a:sym typeface="+mn-lt"/>
              </a:rPr>
              <a:t>恼于乏味的排版？苦于单调的配色？羞于乏味的设计？急于紧迫的工期？小</a:t>
            </a:r>
            <a:r>
              <a:rPr lang="en-US" altLang="zh-CN" sz="1400" dirty="0">
                <a:solidFill>
                  <a:schemeClr val="bg1">
                    <a:lumMod val="50000"/>
                  </a:schemeClr>
                </a:solidFill>
                <a:latin typeface="+mn-lt"/>
                <a:ea typeface="+mn-ea"/>
                <a:cs typeface="+mn-ea"/>
                <a:sym typeface="+mn-lt"/>
              </a:rPr>
              <a:t>z</a:t>
            </a:r>
            <a:r>
              <a:rPr lang="zh-CN" altLang="en-US" sz="1400" dirty="0">
                <a:solidFill>
                  <a:schemeClr val="bg1">
                    <a:lumMod val="50000"/>
                  </a:schemeClr>
                </a:solidFill>
                <a:latin typeface="+mn-lt"/>
                <a:ea typeface="+mn-ea"/>
                <a:cs typeface="+mn-ea"/>
                <a:sym typeface="+mn-lt"/>
              </a:rPr>
              <a:t>素材</a:t>
            </a:r>
            <a:r>
              <a:rPr lang="en-US" altLang="zh-CN" sz="1400" dirty="0">
                <a:solidFill>
                  <a:schemeClr val="bg1">
                    <a:lumMod val="50000"/>
                  </a:schemeClr>
                </a:solidFill>
                <a:latin typeface="+mn-lt"/>
                <a:ea typeface="+mn-ea"/>
                <a:cs typeface="+mn-ea"/>
                <a:sym typeface="+mn-lt"/>
              </a:rPr>
              <a:t>PPT</a:t>
            </a:r>
            <a:r>
              <a:rPr lang="zh-CN" altLang="en-US" sz="1400" dirty="0">
                <a:solidFill>
                  <a:schemeClr val="bg1">
                    <a:lumMod val="50000"/>
                  </a:schemeClr>
                </a:solidFill>
                <a:latin typeface="+mn-lt"/>
                <a:ea typeface="+mn-ea"/>
                <a:cs typeface="+mn-ea"/>
                <a:sym typeface="+mn-lt"/>
              </a:rPr>
              <a:t>为您效劳，专业</a:t>
            </a:r>
            <a:r>
              <a:rPr lang="en-US" altLang="zh-CN" sz="1400" dirty="0">
                <a:solidFill>
                  <a:schemeClr val="bg1">
                    <a:lumMod val="50000"/>
                  </a:schemeClr>
                </a:solidFill>
                <a:latin typeface="+mn-lt"/>
                <a:ea typeface="+mn-ea"/>
                <a:cs typeface="+mn-ea"/>
                <a:sym typeface="+mn-lt"/>
              </a:rPr>
              <a:t>PPT</a:t>
            </a:r>
            <a:r>
              <a:rPr lang="zh-CN" altLang="en-US" sz="1400" dirty="0">
                <a:solidFill>
                  <a:schemeClr val="bg1">
                    <a:lumMod val="50000"/>
                  </a:schemeClr>
                </a:solidFill>
                <a:latin typeface="+mn-lt"/>
                <a:ea typeface="+mn-ea"/>
                <a:cs typeface="+mn-ea"/>
                <a:sym typeface="+mn-lt"/>
              </a:rPr>
              <a:t>模板设计、个性</a:t>
            </a:r>
            <a:r>
              <a:rPr lang="en-US" altLang="zh-CN" sz="1400" dirty="0">
                <a:solidFill>
                  <a:schemeClr val="bg1">
                    <a:lumMod val="50000"/>
                  </a:schemeClr>
                </a:solidFill>
                <a:latin typeface="+mn-lt"/>
                <a:ea typeface="+mn-ea"/>
                <a:cs typeface="+mn-ea"/>
                <a:sym typeface="+mn-lt"/>
              </a:rPr>
              <a:t>PPT</a:t>
            </a:r>
            <a:r>
              <a:rPr lang="zh-CN" altLang="en-US" sz="1400" dirty="0">
                <a:solidFill>
                  <a:schemeClr val="bg1">
                    <a:lumMod val="50000"/>
                  </a:schemeClr>
                </a:solidFill>
                <a:latin typeface="+mn-lt"/>
                <a:ea typeface="+mn-ea"/>
                <a:cs typeface="+mn-ea"/>
                <a:sym typeface="+mn-lt"/>
              </a:rPr>
              <a:t>定制美化，打造您的演示专场秀。忧你所忧，思你所思</a:t>
            </a:r>
            <a:r>
              <a:rPr lang="en-US" altLang="zh-CN" sz="1400" dirty="0">
                <a:solidFill>
                  <a:schemeClr val="bg1">
                    <a:lumMod val="50000"/>
                  </a:schemeClr>
                </a:solidFill>
                <a:latin typeface="+mn-lt"/>
                <a:ea typeface="+mn-ea"/>
                <a:cs typeface="+mn-ea"/>
                <a:sym typeface="+mn-lt"/>
              </a:rPr>
              <a:t>——</a:t>
            </a:r>
            <a:r>
              <a:rPr lang="zh-CN" altLang="en-US" sz="1400" dirty="0">
                <a:solidFill>
                  <a:schemeClr val="bg1">
                    <a:lumMod val="50000"/>
                  </a:schemeClr>
                </a:solidFill>
                <a:latin typeface="+mn-lt"/>
                <a:ea typeface="+mn-ea"/>
                <a:cs typeface="+mn-ea"/>
                <a:sym typeface="+mn-lt"/>
              </a:rPr>
              <a:t>小</a:t>
            </a:r>
            <a:r>
              <a:rPr lang="en-US" altLang="zh-CN" sz="1400" dirty="0">
                <a:solidFill>
                  <a:schemeClr val="bg1">
                    <a:lumMod val="50000"/>
                  </a:schemeClr>
                </a:solidFill>
                <a:latin typeface="+mn-lt"/>
                <a:ea typeface="+mn-ea"/>
                <a:cs typeface="+mn-ea"/>
                <a:sym typeface="+mn-lt"/>
              </a:rPr>
              <a:t>z</a:t>
            </a:r>
            <a:r>
              <a:rPr lang="zh-CN" altLang="en-US" sz="1400" dirty="0">
                <a:solidFill>
                  <a:schemeClr val="bg1">
                    <a:lumMod val="50000"/>
                  </a:schemeClr>
                </a:solidFill>
                <a:latin typeface="+mn-lt"/>
                <a:ea typeface="+mn-ea"/>
                <a:cs typeface="+mn-ea"/>
                <a:sym typeface="+mn-lt"/>
              </a:rPr>
              <a:t>素材</a:t>
            </a:r>
            <a:r>
              <a:rPr lang="en-US" altLang="zh-CN" sz="1400" dirty="0">
                <a:solidFill>
                  <a:schemeClr val="bg1">
                    <a:lumMod val="50000"/>
                  </a:schemeClr>
                </a:solidFill>
                <a:latin typeface="+mn-lt"/>
                <a:ea typeface="+mn-ea"/>
                <a:cs typeface="+mn-ea"/>
                <a:sym typeface="+mn-lt"/>
              </a:rPr>
              <a:t>PPT</a:t>
            </a:r>
            <a:r>
              <a:rPr lang="zh-CN" altLang="en-US" sz="1400" dirty="0">
                <a:solidFill>
                  <a:schemeClr val="bg1">
                    <a:lumMod val="50000"/>
                  </a:schemeClr>
                </a:solidFill>
                <a:latin typeface="+mn-lt"/>
                <a:ea typeface="+mn-ea"/>
                <a:cs typeface="+mn-ea"/>
                <a:sym typeface="+mn-lt"/>
              </a:rPr>
              <a:t>：囚心钻研，诚心小</a:t>
            </a:r>
            <a:r>
              <a:rPr lang="en-US" altLang="zh-CN" sz="1400" dirty="0">
                <a:solidFill>
                  <a:schemeClr val="bg1">
                    <a:lumMod val="50000"/>
                  </a:schemeClr>
                </a:solidFill>
                <a:latin typeface="+mn-lt"/>
                <a:ea typeface="+mn-ea"/>
                <a:cs typeface="+mn-ea"/>
                <a:sym typeface="+mn-lt"/>
              </a:rPr>
              <a:t>z</a:t>
            </a:r>
            <a:r>
              <a:rPr lang="zh-CN" altLang="en-US" sz="1400" dirty="0">
                <a:solidFill>
                  <a:schemeClr val="bg1">
                    <a:lumMod val="50000"/>
                  </a:schemeClr>
                </a:solidFill>
                <a:latin typeface="+mn-lt"/>
                <a:ea typeface="+mn-ea"/>
                <a:cs typeface="+mn-ea"/>
                <a:sym typeface="+mn-lt"/>
              </a:rPr>
              <a:t>素材！</a:t>
            </a:r>
            <a:endParaRPr lang="zh-CN" altLang="en-US" sz="1400" dirty="0">
              <a:solidFill>
                <a:schemeClr val="bg1">
                  <a:lumMod val="50000"/>
                </a:schemeClr>
              </a:solidFill>
              <a:latin typeface="+mn-lt"/>
              <a:ea typeface="+mn-ea"/>
              <a:cs typeface="+mn-ea"/>
              <a:sym typeface="+mn-lt"/>
            </a:endParaRPr>
          </a:p>
        </p:txBody>
      </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25955" y="924339"/>
            <a:ext cx="4767470" cy="4767470"/>
          </a:xfrm>
          <a:prstGeom prst="rect">
            <a:avLst/>
          </a:prstGeom>
        </p:spPr>
      </p:pic>
    </p:spTree>
  </p:cSld>
  <p:clrMapOvr>
    <a:masterClrMapping/>
  </p:clrMapOvr>
  <p:transition spd="slow" advClick="0" advTm="3000">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文本框 38"/>
          <p:cNvSpPr txBox="1">
            <a:spLocks noChangeArrowheads="1"/>
          </p:cNvSpPr>
          <p:nvPr/>
        </p:nvSpPr>
        <p:spPr bwMode="auto">
          <a:xfrm>
            <a:off x="673660" y="403269"/>
            <a:ext cx="2136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b="1" dirty="0">
                <a:solidFill>
                  <a:schemeClr val="bg1">
                    <a:lumMod val="50000"/>
                  </a:schemeClr>
                </a:solidFill>
                <a:latin typeface="+mn-lt"/>
                <a:ea typeface="+mn-ea"/>
                <a:cs typeface="+mn-ea"/>
                <a:sym typeface="+mn-lt"/>
              </a:rPr>
              <a:t>点此添加您的标题</a:t>
            </a:r>
            <a:endParaRPr lang="zh-CN" altLang="en-US" b="1" dirty="0">
              <a:solidFill>
                <a:schemeClr val="bg1">
                  <a:lumMod val="50000"/>
                </a:schemeClr>
              </a:solidFill>
              <a:latin typeface="+mn-lt"/>
              <a:ea typeface="+mn-ea"/>
              <a:cs typeface="+mn-ea"/>
              <a:sym typeface="+mn-lt"/>
            </a:endParaRPr>
          </a:p>
        </p:txBody>
      </p:sp>
      <p:grpSp>
        <p:nvGrpSpPr>
          <p:cNvPr id="27651" name="组合 3"/>
          <p:cNvGrpSpPr/>
          <p:nvPr/>
        </p:nvGrpSpPr>
        <p:grpSpPr bwMode="auto">
          <a:xfrm>
            <a:off x="351397" y="414382"/>
            <a:ext cx="238125" cy="347662"/>
            <a:chOff x="0" y="0"/>
            <a:chExt cx="569789" cy="829904"/>
          </a:xfrm>
        </p:grpSpPr>
        <p:sp>
          <p:nvSpPr>
            <p:cNvPr id="27652" name="菱形 39"/>
            <p:cNvSpPr>
              <a:spLocks noChangeArrowheads="1"/>
            </p:cNvSpPr>
            <p:nvPr/>
          </p:nvSpPr>
          <p:spPr bwMode="auto">
            <a:xfrm>
              <a:off x="0" y="0"/>
              <a:ext cx="569789" cy="569790"/>
            </a:xfrm>
            <a:prstGeom prst="diamond">
              <a:avLst/>
            </a:prstGeom>
            <a:noFill/>
            <a:ln w="12700">
              <a:solidFill>
                <a:schemeClr val="bg1"/>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7653" name="菱形 40"/>
            <p:cNvSpPr>
              <a:spLocks noChangeArrowheads="1"/>
            </p:cNvSpPr>
            <p:nvPr/>
          </p:nvSpPr>
          <p:spPr bwMode="auto">
            <a:xfrm>
              <a:off x="0" y="260114"/>
              <a:ext cx="569789" cy="569790"/>
            </a:xfrm>
            <a:prstGeom prst="diamond">
              <a:avLst/>
            </a:prstGeom>
            <a:noFill/>
            <a:ln w="12700">
              <a:solidFill>
                <a:schemeClr val="bg1"/>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grpSp>
      <p:sp>
        <p:nvSpPr>
          <p:cNvPr id="50" name="任意多边形 49"/>
          <p:cNvSpPr/>
          <p:nvPr/>
        </p:nvSpPr>
        <p:spPr>
          <a:xfrm>
            <a:off x="10994265" y="1664844"/>
            <a:ext cx="1197735" cy="4325510"/>
          </a:xfrm>
          <a:custGeom>
            <a:avLst/>
            <a:gdLst>
              <a:gd name="connsiteX0" fmla="*/ 1197735 w 1197735"/>
              <a:gd name="connsiteY0" fmla="*/ 0 h 4325510"/>
              <a:gd name="connsiteX1" fmla="*/ 1197735 w 1197735"/>
              <a:gd name="connsiteY1" fmla="*/ 4325510 h 4325510"/>
              <a:gd name="connsiteX2" fmla="*/ 1127118 w 1197735"/>
              <a:gd name="connsiteY2" fmla="*/ 4282609 h 4325510"/>
              <a:gd name="connsiteX3" fmla="*/ 0 w 1197735"/>
              <a:gd name="connsiteY3" fmla="*/ 2162755 h 4325510"/>
              <a:gd name="connsiteX4" fmla="*/ 1127118 w 1197735"/>
              <a:gd name="connsiteY4" fmla="*/ 42901 h 4325510"/>
              <a:gd name="connsiteX5" fmla="*/ 1197735 w 1197735"/>
              <a:gd name="connsiteY5" fmla="*/ 0 h 4325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735" h="4325510">
                <a:moveTo>
                  <a:pt x="1197735" y="0"/>
                </a:moveTo>
                <a:lnTo>
                  <a:pt x="1197735" y="4325510"/>
                </a:lnTo>
                <a:lnTo>
                  <a:pt x="1127118" y="4282609"/>
                </a:lnTo>
                <a:cubicBezTo>
                  <a:pt x="447096" y="3823196"/>
                  <a:pt x="0" y="3045188"/>
                  <a:pt x="0" y="2162755"/>
                </a:cubicBezTo>
                <a:cubicBezTo>
                  <a:pt x="0" y="1280323"/>
                  <a:pt x="447096" y="502315"/>
                  <a:pt x="1127118" y="42901"/>
                </a:cubicBezTo>
                <a:lnTo>
                  <a:pt x="1197735" y="0"/>
                </a:lnTo>
                <a:close/>
              </a:path>
            </a:pathLst>
          </a:cu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9" name="任意多边形 48"/>
          <p:cNvSpPr/>
          <p:nvPr/>
        </p:nvSpPr>
        <p:spPr>
          <a:xfrm>
            <a:off x="0" y="1664844"/>
            <a:ext cx="1017432" cy="4075665"/>
          </a:xfrm>
          <a:custGeom>
            <a:avLst/>
            <a:gdLst>
              <a:gd name="connsiteX0" fmla="*/ 0 w 1017432"/>
              <a:gd name="connsiteY0" fmla="*/ 0 h 4075665"/>
              <a:gd name="connsiteX1" fmla="*/ 87119 w 1017432"/>
              <a:gd name="connsiteY1" fmla="*/ 65146 h 4075665"/>
              <a:gd name="connsiteX2" fmla="*/ 1017432 w 1017432"/>
              <a:gd name="connsiteY2" fmla="*/ 2037832 h 4075665"/>
              <a:gd name="connsiteX3" fmla="*/ 87119 w 1017432"/>
              <a:gd name="connsiteY3" fmla="*/ 4010518 h 4075665"/>
              <a:gd name="connsiteX4" fmla="*/ 0 w 1017432"/>
              <a:gd name="connsiteY4" fmla="*/ 4075665 h 4075665"/>
              <a:gd name="connsiteX5" fmla="*/ 0 w 1017432"/>
              <a:gd name="connsiteY5" fmla="*/ 0 h 40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7432" h="4075665">
                <a:moveTo>
                  <a:pt x="0" y="0"/>
                </a:moveTo>
                <a:lnTo>
                  <a:pt x="87119" y="65146"/>
                </a:lnTo>
                <a:cubicBezTo>
                  <a:pt x="655285" y="534038"/>
                  <a:pt x="1017432" y="1243643"/>
                  <a:pt x="1017432" y="2037832"/>
                </a:cubicBezTo>
                <a:cubicBezTo>
                  <a:pt x="1017432" y="2832021"/>
                  <a:pt x="655285" y="3541627"/>
                  <a:pt x="87119" y="4010518"/>
                </a:cubicBezTo>
                <a:lnTo>
                  <a:pt x="0" y="4075665"/>
                </a:lnTo>
                <a:lnTo>
                  <a:pt x="0" y="0"/>
                </a:lnTo>
                <a:close/>
              </a:path>
            </a:pathLst>
          </a:cu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3" name="文本框 30"/>
          <p:cNvSpPr txBox="1">
            <a:spLocks noChangeArrowheads="1"/>
          </p:cNvSpPr>
          <p:nvPr/>
        </p:nvSpPr>
        <p:spPr bwMode="auto">
          <a:xfrm>
            <a:off x="1875196" y="5922227"/>
            <a:ext cx="9404350" cy="70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1400" dirty="0">
                <a:solidFill>
                  <a:schemeClr val="bg1">
                    <a:lumMod val="50000"/>
                  </a:schemeClr>
                </a:solidFill>
                <a:latin typeface="+mn-lt"/>
                <a:ea typeface="+mn-ea"/>
                <a:cs typeface="+mn-ea"/>
                <a:sym typeface="+mn-lt"/>
              </a:rPr>
              <a:t>恼用户可以在投影仪或者计算机上进行演示也可以将演示文稿打印出来制作成胶片以便应用到更广泛的领域中用户可以在投影仪或者计算机上进行演示也可以将演示文稿打印出来制作成胶片以便用户可以在投影仪或者计算机上进行</a:t>
            </a:r>
            <a:endParaRPr lang="zh-CN" altLang="en-US" sz="1400" dirty="0">
              <a:solidFill>
                <a:schemeClr val="bg1">
                  <a:lumMod val="50000"/>
                </a:schemeClr>
              </a:solidFill>
              <a:latin typeface="+mn-lt"/>
              <a:ea typeface="+mn-ea"/>
              <a:cs typeface="+mn-ea"/>
              <a:sym typeface="+mn-lt"/>
            </a:endParaRPr>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939209" y="553279"/>
            <a:ext cx="5403573" cy="5403573"/>
          </a:xfrm>
          <a:prstGeom prst="rect">
            <a:avLst/>
          </a:prstGeom>
        </p:spPr>
      </p:pic>
    </p:spTree>
  </p:cSld>
  <p:clrMapOvr>
    <a:masterClrMapping/>
  </p:clrMapOvr>
  <p:transition spd="slow" advClick="0" advTm="3000">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2"/>
          <p:cNvSpPr txBox="1"/>
          <p:nvPr/>
        </p:nvSpPr>
        <p:spPr>
          <a:xfrm>
            <a:off x="3554569" y="1611920"/>
            <a:ext cx="5317430" cy="1107996"/>
          </a:xfrm>
          <a:prstGeom prst="rect">
            <a:avLst/>
          </a:prstGeom>
          <a:noFill/>
        </p:spPr>
        <p:txBody>
          <a:bodyPr wrap="square" rtlCol="0">
            <a:spAutoFit/>
          </a:bodyPr>
          <a:lstStyle>
            <a:defPPr>
              <a:defRPr lang="zh-CN"/>
            </a:defPPr>
            <a:lvl1pPr algn="ctr">
              <a:lnSpc>
                <a:spcPct val="100000"/>
              </a:lnSpc>
              <a:defRPr sz="4800" b="1">
                <a:gradFill>
                  <a:gsLst>
                    <a:gs pos="0">
                      <a:srgbClr val="FFEDA1">
                        <a:lumMod val="96000"/>
                        <a:lumOff val="4000"/>
                      </a:srgbClr>
                    </a:gs>
                    <a:gs pos="100000">
                      <a:srgbClr val="7B593B">
                        <a:lumMod val="98000"/>
                      </a:srgbClr>
                    </a:gs>
                    <a:gs pos="83000">
                      <a:srgbClr val="FFCB4B"/>
                    </a:gs>
                  </a:gsLst>
                  <a:lin ang="5400000" scaled="1"/>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en-US" altLang="zh-CN" sz="6600" dirty="0">
                <a:solidFill>
                  <a:schemeClr val="bg1"/>
                </a:solidFill>
                <a:effectLst/>
                <a:latin typeface="+mn-lt"/>
                <a:ea typeface="+mn-ea"/>
                <a:cs typeface="+mn-ea"/>
                <a:sym typeface="+mn-lt"/>
              </a:rPr>
              <a:t>PART </a:t>
            </a:r>
            <a:r>
              <a:rPr lang="en-US" altLang="zh-CN" sz="6600" dirty="0">
                <a:solidFill>
                  <a:srgbClr val="3C4D76"/>
                </a:solidFill>
                <a:effectLst/>
                <a:latin typeface="+mn-lt"/>
                <a:ea typeface="+mn-ea"/>
                <a:cs typeface="+mn-ea"/>
                <a:sym typeface="+mn-lt"/>
              </a:rPr>
              <a:t>TOW</a:t>
            </a:r>
            <a:endParaRPr lang="zh-CN" altLang="en-US" sz="6600" dirty="0">
              <a:solidFill>
                <a:srgbClr val="3C4D76"/>
              </a:solidFill>
              <a:effectLst/>
              <a:latin typeface="+mn-lt"/>
              <a:ea typeface="+mn-ea"/>
              <a:cs typeface="+mn-ea"/>
              <a:sym typeface="+mn-lt"/>
            </a:endParaRPr>
          </a:p>
        </p:txBody>
      </p:sp>
      <p:sp>
        <p:nvSpPr>
          <p:cNvPr id="3" name="图文框 2"/>
          <p:cNvSpPr/>
          <p:nvPr/>
        </p:nvSpPr>
        <p:spPr>
          <a:xfrm>
            <a:off x="506174" y="348916"/>
            <a:ext cx="11136328" cy="6206430"/>
          </a:xfrm>
          <a:prstGeom prst="frame">
            <a:avLst>
              <a:gd name="adj1" fmla="val 220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5" name="文本框 4"/>
          <p:cNvSpPr txBox="1"/>
          <p:nvPr/>
        </p:nvSpPr>
        <p:spPr>
          <a:xfrm>
            <a:off x="4748436" y="3608788"/>
            <a:ext cx="4293545" cy="568810"/>
          </a:xfrm>
          <a:prstGeom prst="rect">
            <a:avLst/>
          </a:prstGeom>
          <a:noFill/>
        </p:spPr>
        <p:txBody>
          <a:bodyPr wrap="square" rtlCol="0">
            <a:spAutoFit/>
          </a:bodyPr>
          <a:lstStyle/>
          <a:p>
            <a:pPr algn="r">
              <a:lnSpc>
                <a:spcPct val="150000"/>
              </a:lnSpc>
            </a:pPr>
            <a:r>
              <a:rPr lang="en-US" altLang="zh-CN" sz="1100" spc="200" dirty="0">
                <a:solidFill>
                  <a:srgbClr val="3C4D76"/>
                </a:solidFill>
                <a:cs typeface="+mn-ea"/>
                <a:sym typeface="+mn-lt"/>
              </a:rPr>
              <a:t>Annual summary report of the personnel department PowerPoint Template</a:t>
            </a:r>
            <a:endParaRPr lang="zh-CN" altLang="en-US" sz="1100" spc="200" dirty="0">
              <a:solidFill>
                <a:srgbClr val="3C4D76"/>
              </a:solidFill>
              <a:cs typeface="+mn-ea"/>
              <a:sym typeface="+mn-lt"/>
            </a:endParaRPr>
          </a:p>
        </p:txBody>
      </p:sp>
      <p:sp>
        <p:nvSpPr>
          <p:cNvPr id="6" name="TextBox 52"/>
          <p:cNvSpPr txBox="1"/>
          <p:nvPr/>
        </p:nvSpPr>
        <p:spPr>
          <a:xfrm>
            <a:off x="4363792" y="2665842"/>
            <a:ext cx="5346879" cy="1015663"/>
          </a:xfrm>
          <a:prstGeom prst="rect">
            <a:avLst/>
          </a:prstGeom>
          <a:noFill/>
        </p:spPr>
        <p:txBody>
          <a:bodyPr wrap="square" rtlCol="0">
            <a:spAutoFit/>
          </a:bodyPr>
          <a:lstStyle>
            <a:defPPr>
              <a:defRPr lang="zh-CN"/>
            </a:defPPr>
            <a:lvl1pPr algn="ctr">
              <a:lnSpc>
                <a:spcPct val="100000"/>
              </a:lnSpc>
              <a:defRPr sz="4800" b="1">
                <a:gradFill>
                  <a:gsLst>
                    <a:gs pos="0">
                      <a:srgbClr val="FFEDA1">
                        <a:lumMod val="96000"/>
                        <a:lumOff val="4000"/>
                      </a:srgbClr>
                    </a:gs>
                    <a:gs pos="100000">
                      <a:srgbClr val="7B593B">
                        <a:lumMod val="98000"/>
                      </a:srgbClr>
                    </a:gs>
                    <a:gs pos="83000">
                      <a:srgbClr val="FFCB4B"/>
                    </a:gs>
                  </a:gsLst>
                  <a:lin ang="5400000" scaled="1"/>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sz="6000" dirty="0">
                <a:solidFill>
                  <a:schemeClr val="bg1"/>
                </a:solidFill>
                <a:effectLst/>
                <a:latin typeface="+mn-lt"/>
                <a:ea typeface="+mn-ea"/>
                <a:cs typeface="+mn-ea"/>
                <a:sym typeface="+mn-lt"/>
              </a:rPr>
              <a:t>本</a:t>
            </a:r>
            <a:r>
              <a:rPr lang="zh-CN" altLang="en-US" sz="6000" dirty="0">
                <a:solidFill>
                  <a:srgbClr val="3C4D76"/>
                </a:solidFill>
                <a:effectLst/>
                <a:latin typeface="+mn-lt"/>
                <a:ea typeface="+mn-ea"/>
                <a:cs typeface="+mn-ea"/>
                <a:sym typeface="+mn-lt"/>
              </a:rPr>
              <a:t>书</a:t>
            </a:r>
            <a:r>
              <a:rPr lang="zh-CN" altLang="en-US" sz="6000" dirty="0">
                <a:solidFill>
                  <a:schemeClr val="bg1"/>
                </a:solidFill>
                <a:effectLst/>
                <a:latin typeface="+mn-lt"/>
                <a:ea typeface="+mn-ea"/>
                <a:cs typeface="+mn-ea"/>
                <a:sym typeface="+mn-lt"/>
              </a:rPr>
              <a:t>概述</a:t>
            </a:r>
            <a:endParaRPr lang="zh-CN" altLang="en-US" sz="6000" dirty="0">
              <a:solidFill>
                <a:srgbClr val="E85A58"/>
              </a:solidFill>
              <a:effectLst/>
              <a:latin typeface="+mn-lt"/>
              <a:ea typeface="+mn-ea"/>
              <a:cs typeface="+mn-ea"/>
              <a:sym typeface="+mn-lt"/>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69196" y="1874949"/>
            <a:ext cx="4602050" cy="4602050"/>
          </a:xfrm>
          <a:prstGeom prst="rect">
            <a:avLst/>
          </a:prstGeom>
        </p:spPr>
      </p:pic>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25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nvSpPr>
        <p:spPr>
          <a:xfrm>
            <a:off x="10870" y="0"/>
            <a:ext cx="2925513" cy="6858000"/>
          </a:xfrm>
          <a:prstGeom prst="rect">
            <a:avLst/>
          </a:pr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矩形 38"/>
          <p:cNvSpPr/>
          <p:nvPr/>
        </p:nvSpPr>
        <p:spPr>
          <a:xfrm>
            <a:off x="9478851" y="721218"/>
            <a:ext cx="2704564" cy="5344732"/>
          </a:xfrm>
          <a:prstGeom prst="rect">
            <a:avLst/>
          </a:pr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1" name="矩形 40"/>
          <p:cNvSpPr/>
          <p:nvPr/>
        </p:nvSpPr>
        <p:spPr>
          <a:xfrm>
            <a:off x="3335629" y="982802"/>
            <a:ext cx="5847008" cy="1344022"/>
          </a:xfrm>
          <a:prstGeom prst="rect">
            <a:avLst/>
          </a:prstGeom>
        </p:spPr>
        <p:txBody>
          <a:bodyPr wrap="square">
            <a:spAutoFit/>
            <a:scene3d>
              <a:camera prst="orthographicFront"/>
              <a:lightRig rig="threePt" dir="t"/>
            </a:scene3d>
            <a:sp3d contourW="6350"/>
          </a:bodyPr>
          <a:lstStyle/>
          <a:p>
            <a:pPr>
              <a:lnSpc>
                <a:spcPct val="150000"/>
              </a:lnSpc>
            </a:pPr>
            <a:r>
              <a:rPr lang="zh-CN" altLang="en-US" sz="1400" dirty="0">
                <a:solidFill>
                  <a:schemeClr val="bg2">
                    <a:lumMod val="25000"/>
                  </a:schemeClr>
                </a:solidFill>
                <a:cs typeface="+mn-ea"/>
                <a:sym typeface="+mn-lt"/>
              </a:rPr>
              <a:t>用户可以在投影仪或者计算机上进行演示也可以将演示文稿打印出来制作成胶片以便应用到更广泛的领域中用户可以在投影仪或者计算机上进行演示也可以将演示文稿打印出来制作成胶片以便</a:t>
            </a:r>
            <a:endParaRPr lang="zh-CN" altLang="en-US" sz="1400" dirty="0">
              <a:solidFill>
                <a:schemeClr val="bg2">
                  <a:lumMod val="25000"/>
                </a:schemeClr>
              </a:solidFill>
              <a:cs typeface="+mn-ea"/>
              <a:sym typeface="+mn-lt"/>
            </a:endParaRPr>
          </a:p>
          <a:p>
            <a:pPr>
              <a:lnSpc>
                <a:spcPct val="150000"/>
              </a:lnSpc>
            </a:pPr>
            <a:endParaRPr lang="zh-CN" altLang="en-US" sz="1400" dirty="0">
              <a:solidFill>
                <a:schemeClr val="bg2">
                  <a:lumMod val="25000"/>
                </a:schemeClr>
              </a:solidFill>
              <a:cs typeface="+mn-ea"/>
              <a:sym typeface="+mn-lt"/>
            </a:endParaRPr>
          </a:p>
        </p:txBody>
      </p:sp>
      <p:sp>
        <p:nvSpPr>
          <p:cNvPr id="42" name="文本框 38"/>
          <p:cNvSpPr txBox="1">
            <a:spLocks noChangeArrowheads="1"/>
          </p:cNvSpPr>
          <p:nvPr/>
        </p:nvSpPr>
        <p:spPr bwMode="auto">
          <a:xfrm>
            <a:off x="4932275" y="390394"/>
            <a:ext cx="2507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chemeClr val="bg2">
                    <a:lumMod val="25000"/>
                  </a:schemeClr>
                </a:solidFill>
                <a:latin typeface="+mn-lt"/>
                <a:ea typeface="+mn-ea"/>
                <a:cs typeface="+mn-ea"/>
                <a:sym typeface="+mn-lt"/>
              </a:rPr>
              <a:t>点此添加您的标题</a:t>
            </a:r>
            <a:endParaRPr lang="zh-CN" altLang="en-US" sz="2000" b="1" dirty="0">
              <a:solidFill>
                <a:schemeClr val="bg2">
                  <a:lumMod val="25000"/>
                </a:schemeClr>
              </a:solidFill>
              <a:latin typeface="+mn-lt"/>
              <a:ea typeface="+mn-ea"/>
              <a:cs typeface="+mn-ea"/>
              <a:sym typeface="+mn-lt"/>
            </a:endParaRPr>
          </a:p>
        </p:txBody>
      </p:sp>
      <p:sp>
        <p:nvSpPr>
          <p:cNvPr id="43" name="矩形 42"/>
          <p:cNvSpPr/>
          <p:nvPr/>
        </p:nvSpPr>
        <p:spPr>
          <a:xfrm>
            <a:off x="3477295" y="3155324"/>
            <a:ext cx="7469747" cy="2704563"/>
          </a:xfrm>
          <a:prstGeom prst="rect">
            <a:avLst/>
          </a:prstGeom>
          <a:noFill/>
          <a:ln w="57150">
            <a:solidFill>
              <a:srgbClr val="3C4D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lumMod val="25000"/>
                </a:schemeClr>
              </a:solidFill>
              <a:cs typeface="+mn-ea"/>
              <a:sym typeface="+mn-lt"/>
            </a:endParaRPr>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513516"/>
            <a:ext cx="6096012" cy="6096012"/>
          </a:xfrm>
          <a:prstGeom prst="rect">
            <a:avLst/>
          </a:prstGeom>
        </p:spPr>
      </p:pic>
      <p:sp>
        <p:nvSpPr>
          <p:cNvPr id="9" name="矩形 8"/>
          <p:cNvSpPr/>
          <p:nvPr/>
        </p:nvSpPr>
        <p:spPr>
          <a:xfrm>
            <a:off x="6019194" y="3838646"/>
            <a:ext cx="5847008" cy="1344022"/>
          </a:xfrm>
          <a:prstGeom prst="rect">
            <a:avLst/>
          </a:prstGeom>
        </p:spPr>
        <p:txBody>
          <a:bodyPr wrap="square">
            <a:spAutoFit/>
            <a:scene3d>
              <a:camera prst="orthographicFront"/>
              <a:lightRig rig="threePt" dir="t"/>
            </a:scene3d>
            <a:sp3d contourW="6350"/>
          </a:bodyPr>
          <a:lstStyle/>
          <a:p>
            <a:pPr>
              <a:lnSpc>
                <a:spcPct val="150000"/>
              </a:lnSpc>
            </a:pPr>
            <a:r>
              <a:rPr lang="zh-CN" altLang="en-US" sz="1400" dirty="0">
                <a:solidFill>
                  <a:schemeClr val="bg2">
                    <a:lumMod val="25000"/>
                  </a:schemeClr>
                </a:solidFill>
                <a:cs typeface="+mn-ea"/>
                <a:sym typeface="+mn-lt"/>
              </a:rPr>
              <a:t>用户可以在投影仪或者计算机上进行演示也可以将演示文稿打印出来制作成胶片以便应用到更广泛的领域中用户可以在投影仪或者计算机上进行演示也可以将演示文稿打印出来制作成胶片以便</a:t>
            </a:r>
            <a:endParaRPr lang="zh-CN" altLang="en-US" sz="1400" dirty="0">
              <a:solidFill>
                <a:schemeClr val="bg2">
                  <a:lumMod val="25000"/>
                </a:schemeClr>
              </a:solidFill>
              <a:cs typeface="+mn-ea"/>
              <a:sym typeface="+mn-lt"/>
            </a:endParaRPr>
          </a:p>
          <a:p>
            <a:pPr>
              <a:lnSpc>
                <a:spcPct val="150000"/>
              </a:lnSpc>
            </a:pPr>
            <a:endParaRPr lang="zh-CN" altLang="en-US" sz="1400" dirty="0">
              <a:solidFill>
                <a:schemeClr val="bg2">
                  <a:lumMod val="25000"/>
                </a:schemeClr>
              </a:solidFill>
              <a:cs typeface="+mn-ea"/>
              <a:sym typeface="+mn-lt"/>
            </a:endParaRPr>
          </a:p>
        </p:txBody>
      </p:sp>
    </p:spTree>
  </p:cSld>
  <p:clrMapOvr>
    <a:masterClrMapping/>
  </p:clrMapOvr>
  <p:transition spd="slow" advClick="0" advTm="3000">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0" y="3812146"/>
            <a:ext cx="12192000" cy="3045854"/>
          </a:xfrm>
          <a:prstGeom prst="rect">
            <a:avLst/>
          </a:pr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矩形 30"/>
          <p:cNvSpPr/>
          <p:nvPr/>
        </p:nvSpPr>
        <p:spPr>
          <a:xfrm>
            <a:off x="1558344" y="4691917"/>
            <a:ext cx="9324304" cy="1667188"/>
          </a:xfrm>
          <a:prstGeom prst="rect">
            <a:avLst/>
          </a:prstGeom>
        </p:spPr>
        <p:txBody>
          <a:bodyPr wrap="square">
            <a:spAutoFit/>
            <a:scene3d>
              <a:camera prst="orthographicFront"/>
              <a:lightRig rig="threePt" dir="t"/>
            </a:scene3d>
            <a:sp3d contourW="6350"/>
          </a:bodyPr>
          <a:lstStyle/>
          <a:p>
            <a:pPr>
              <a:lnSpc>
                <a:spcPct val="150000"/>
              </a:lnSpc>
            </a:pPr>
            <a:r>
              <a:rPr lang="zh-CN" altLang="en-US" sz="1400" dirty="0">
                <a:solidFill>
                  <a:schemeClr val="bg1"/>
                </a:solidFill>
                <a:cs typeface="+mn-ea"/>
                <a:sym typeface="+mn-lt"/>
              </a:rPr>
              <a:t>用户可以在投影仪或者计算机上进行演示也可以将演示文稿打印出来制作成胶片以便应用到更广泛的领域中用户可以在投影仪或者计算机上进行演示也可以将演示文稿打印出来制作成胶片以便用户可以在投影仪或者计算机上进行演示也可以将演示文稿打印出来制作成胶片以便应用到更广泛的领域中用户可以在投影仪或者计算机上进行演示也可以将演示文稿打印出来制作成胶片以便</a:t>
            </a:r>
            <a:endParaRPr lang="zh-CN" altLang="en-US" sz="1400" dirty="0">
              <a:solidFill>
                <a:schemeClr val="bg1"/>
              </a:solidFill>
              <a:cs typeface="+mn-ea"/>
              <a:sym typeface="+mn-lt"/>
            </a:endParaRPr>
          </a:p>
          <a:p>
            <a:pPr>
              <a:lnSpc>
                <a:spcPct val="150000"/>
              </a:lnSpc>
            </a:pPr>
            <a:endParaRPr lang="zh-CN" altLang="en-US" sz="1400" dirty="0">
              <a:solidFill>
                <a:schemeClr val="bg1"/>
              </a:solidFill>
              <a:cs typeface="+mn-ea"/>
              <a:sym typeface="+mn-lt"/>
            </a:endParaRPr>
          </a:p>
        </p:txBody>
      </p:sp>
      <p:sp>
        <p:nvSpPr>
          <p:cNvPr id="32" name="文本框 38"/>
          <p:cNvSpPr txBox="1">
            <a:spLocks noChangeArrowheads="1"/>
          </p:cNvSpPr>
          <p:nvPr/>
        </p:nvSpPr>
        <p:spPr bwMode="auto">
          <a:xfrm>
            <a:off x="4648940" y="4125268"/>
            <a:ext cx="2507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chemeClr val="bg1"/>
                </a:solidFill>
                <a:latin typeface="+mn-lt"/>
                <a:ea typeface="+mn-ea"/>
                <a:cs typeface="+mn-ea"/>
                <a:sym typeface="+mn-lt"/>
              </a:rPr>
              <a:t>点此添加您的标题</a:t>
            </a:r>
            <a:endParaRPr lang="zh-CN" altLang="en-US" sz="2000" b="1" dirty="0">
              <a:solidFill>
                <a:schemeClr val="bg1"/>
              </a:solidFill>
              <a:latin typeface="+mn-lt"/>
              <a:ea typeface="+mn-ea"/>
              <a:cs typeface="+mn-ea"/>
              <a:sym typeface="+mn-lt"/>
            </a:endParaRPr>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855631" y="-1043189"/>
            <a:ext cx="6858000" cy="6858000"/>
          </a:xfrm>
          <a:prstGeom prst="rect">
            <a:avLst/>
          </a:prstGeom>
        </p:spPr>
      </p:pic>
    </p:spTree>
  </p:cSld>
  <p:clrMapOvr>
    <a:masterClrMapping/>
  </p:clrMapOvr>
  <p:transition spd="slow" advClick="0" advTm="3000">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extLst>
              <a:ext uri="{28A0092B-C50C-407E-A947-70E740481C1C}">
                <a14:useLocalDpi xmlns:a14="http://schemas.microsoft.com/office/drawing/2010/main" val="0"/>
              </a:ext>
            </a:extLst>
          </a:blip>
          <a:srcRect t="39337" b="27087"/>
          <a:stretch>
            <a:fillRect/>
          </a:stretch>
        </p:blipFill>
        <p:spPr>
          <a:xfrm>
            <a:off x="0" y="4121239"/>
            <a:ext cx="12217316" cy="2736761"/>
          </a:xfrm>
          <a:prstGeom prst="rect">
            <a:avLst/>
          </a:prstGeom>
        </p:spPr>
      </p:pic>
      <p:sp>
        <p:nvSpPr>
          <p:cNvPr id="27" name="矩形 26"/>
          <p:cNvSpPr/>
          <p:nvPr/>
        </p:nvSpPr>
        <p:spPr>
          <a:xfrm>
            <a:off x="2253801" y="1352283"/>
            <a:ext cx="8706119" cy="3992450"/>
          </a:xfrm>
          <a:prstGeom prst="rect">
            <a:avLst/>
          </a:pr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矩形标注 2"/>
          <p:cNvSpPr/>
          <p:nvPr/>
        </p:nvSpPr>
        <p:spPr>
          <a:xfrm rot="10800000">
            <a:off x="1996226" y="1558344"/>
            <a:ext cx="8345510" cy="3992450"/>
          </a:xfrm>
          <a:prstGeom prst="wedgeRectCallout">
            <a:avLst/>
          </a:prstGeom>
          <a:noFill/>
          <a:ln w="571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矩形 27"/>
          <p:cNvSpPr/>
          <p:nvPr/>
        </p:nvSpPr>
        <p:spPr>
          <a:xfrm>
            <a:off x="3052293" y="2438114"/>
            <a:ext cx="6954591" cy="2636684"/>
          </a:xfrm>
          <a:prstGeom prst="rect">
            <a:avLst/>
          </a:prstGeom>
        </p:spPr>
        <p:txBody>
          <a:bodyPr wrap="square">
            <a:spAutoFit/>
            <a:scene3d>
              <a:camera prst="orthographicFront"/>
              <a:lightRig rig="threePt" dir="t"/>
            </a:scene3d>
            <a:sp3d contourW="6350"/>
          </a:bodyPr>
          <a:lstStyle/>
          <a:p>
            <a:pPr>
              <a:lnSpc>
                <a:spcPct val="150000"/>
              </a:lnSpc>
            </a:pPr>
            <a:r>
              <a:rPr lang="zh-CN" altLang="en-US" sz="1400" dirty="0">
                <a:solidFill>
                  <a:schemeClr val="bg1"/>
                </a:solidFill>
                <a:cs typeface="+mn-ea"/>
                <a:sym typeface="+mn-lt"/>
              </a:rPr>
              <a:t>用户可以在投影仪或者计算机上进行演示也可以将演示文稿打印出来制作成胶片以便应用到更广泛的领域中用户可以在投影仪或者计算机上进行演示也可以将演示文稿打印出来制作成胶片以便用户可以在投影仪或者计算机上进行演示也可以将演示文稿打印出来制作成胶片以便应用到更广泛的领域中用户可以在投影仪或者计算机上进行演示也可以将演示文稿打印出来制作成胶片以便或者计算机上进行演示也可以将演示文稿打印出来制作成胶片以便应用到更广泛的领域中用户可以在投影仪或者计算机上进行演示也可以将演示文稿打印出来制作成胶片以便</a:t>
            </a:r>
            <a:endParaRPr lang="zh-CN" altLang="en-US" sz="1400" dirty="0">
              <a:solidFill>
                <a:schemeClr val="bg1"/>
              </a:solidFill>
              <a:cs typeface="+mn-ea"/>
              <a:sym typeface="+mn-lt"/>
            </a:endParaRPr>
          </a:p>
          <a:p>
            <a:pPr>
              <a:lnSpc>
                <a:spcPct val="150000"/>
              </a:lnSpc>
            </a:pPr>
            <a:endParaRPr lang="zh-CN" altLang="en-US" sz="1400" dirty="0">
              <a:solidFill>
                <a:schemeClr val="bg1"/>
              </a:solidFill>
              <a:cs typeface="+mn-ea"/>
              <a:sym typeface="+mn-lt"/>
            </a:endParaRPr>
          </a:p>
        </p:txBody>
      </p:sp>
      <p:sp>
        <p:nvSpPr>
          <p:cNvPr id="29" name="文本框 38"/>
          <p:cNvSpPr txBox="1">
            <a:spLocks noChangeArrowheads="1"/>
          </p:cNvSpPr>
          <p:nvPr/>
        </p:nvSpPr>
        <p:spPr bwMode="auto">
          <a:xfrm>
            <a:off x="5138337" y="1884344"/>
            <a:ext cx="2507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chemeClr val="bg1"/>
                </a:solidFill>
                <a:latin typeface="+mn-lt"/>
                <a:ea typeface="+mn-ea"/>
                <a:cs typeface="+mn-ea"/>
                <a:sym typeface="+mn-lt"/>
              </a:rPr>
              <a:t>点此添加您的标题</a:t>
            </a:r>
            <a:endParaRPr lang="zh-CN" altLang="en-US" sz="2000" b="1" dirty="0">
              <a:solidFill>
                <a:schemeClr val="bg1"/>
              </a:solidFill>
              <a:latin typeface="+mn-lt"/>
              <a:ea typeface="+mn-ea"/>
              <a:cs typeface="+mn-ea"/>
              <a:sym typeface="+mn-lt"/>
            </a:endParaRPr>
          </a:p>
        </p:txBody>
      </p:sp>
      <p:sp>
        <p:nvSpPr>
          <p:cNvPr id="30" name="文本框 38"/>
          <p:cNvSpPr txBox="1">
            <a:spLocks noChangeArrowheads="1"/>
          </p:cNvSpPr>
          <p:nvPr/>
        </p:nvSpPr>
        <p:spPr bwMode="auto">
          <a:xfrm>
            <a:off x="4932275" y="390394"/>
            <a:ext cx="2507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chemeClr val="bg2">
                    <a:lumMod val="25000"/>
                  </a:schemeClr>
                </a:solidFill>
                <a:latin typeface="+mn-lt"/>
                <a:ea typeface="+mn-ea"/>
                <a:cs typeface="+mn-ea"/>
                <a:sym typeface="+mn-lt"/>
              </a:rPr>
              <a:t>点此添加您的标题</a:t>
            </a:r>
            <a:endParaRPr lang="zh-CN" altLang="en-US" sz="2000" b="1" dirty="0">
              <a:solidFill>
                <a:schemeClr val="bg2">
                  <a:lumMod val="25000"/>
                </a:schemeClr>
              </a:solidFill>
              <a:latin typeface="+mn-lt"/>
              <a:ea typeface="+mn-ea"/>
              <a:cs typeface="+mn-ea"/>
              <a:sym typeface="+mn-lt"/>
            </a:endParaRPr>
          </a:p>
        </p:txBody>
      </p:sp>
    </p:spTree>
  </p:cSld>
  <p:clrMapOvr>
    <a:masterClrMapping/>
  </p:clrMapOvr>
  <p:transition spd="slow" advClick="0" advTm="3000">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40968" y="1893195"/>
            <a:ext cx="2627290" cy="3734873"/>
          </a:xfrm>
          <a:prstGeom prst="rect">
            <a:avLst/>
          </a:pr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3475149" y="1878170"/>
            <a:ext cx="2627290" cy="3734873"/>
          </a:xfrm>
          <a:prstGeom prst="rect">
            <a:avLst/>
          </a:pr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文本框 38"/>
          <p:cNvSpPr txBox="1">
            <a:spLocks noChangeArrowheads="1"/>
          </p:cNvSpPr>
          <p:nvPr/>
        </p:nvSpPr>
        <p:spPr bwMode="auto">
          <a:xfrm>
            <a:off x="4919396" y="609335"/>
            <a:ext cx="2507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3C4D76"/>
                </a:solidFill>
                <a:latin typeface="+mn-lt"/>
                <a:ea typeface="+mn-ea"/>
                <a:cs typeface="+mn-ea"/>
                <a:sym typeface="+mn-lt"/>
              </a:rPr>
              <a:t>点此添加您的标题</a:t>
            </a:r>
            <a:endParaRPr lang="zh-CN" altLang="en-US" sz="2000" b="1" dirty="0">
              <a:solidFill>
                <a:srgbClr val="3C4D76"/>
              </a:solidFill>
              <a:latin typeface="+mn-lt"/>
              <a:ea typeface="+mn-ea"/>
              <a:cs typeface="+mn-ea"/>
              <a:sym typeface="+mn-lt"/>
            </a:endParaRPr>
          </a:p>
        </p:txBody>
      </p:sp>
      <p:sp>
        <p:nvSpPr>
          <p:cNvPr id="7" name="矩形 6"/>
          <p:cNvSpPr/>
          <p:nvPr/>
        </p:nvSpPr>
        <p:spPr>
          <a:xfrm>
            <a:off x="1605565" y="1000036"/>
            <a:ext cx="9174051" cy="704232"/>
          </a:xfrm>
          <a:prstGeom prst="rect">
            <a:avLst/>
          </a:prstGeom>
        </p:spPr>
        <p:txBody>
          <a:bodyPr wrap="square">
            <a:spAutoFit/>
          </a:bodyPr>
          <a:lstStyle/>
          <a:p>
            <a:pPr>
              <a:lnSpc>
                <a:spcPct val="150000"/>
              </a:lnSpc>
            </a:pPr>
            <a:r>
              <a:rPr lang="zh-CN" altLang="en-US" sz="1400" dirty="0">
                <a:solidFill>
                  <a:schemeClr val="bg2">
                    <a:lumMod val="25000"/>
                  </a:schemeClr>
                </a:solidFill>
                <a:cs typeface="+mn-ea"/>
                <a:sym typeface="+mn-lt"/>
              </a:rPr>
              <a:t>用户可以在投影仪或者计算机上进行演示也可以将演示文稿打印出来制作成胶片以便应用到更广泛的领域中用户可以在投影仪或者计算机上进行演示也可以将演示文稿打印出来制作成胶片以便用户可以在投影仪或者计算机上进行</a:t>
            </a:r>
            <a:endParaRPr lang="zh-CN" altLang="en-US" sz="1400" dirty="0">
              <a:cs typeface="+mn-ea"/>
              <a:sym typeface="+mn-lt"/>
            </a:endParaRPr>
          </a:p>
        </p:txBody>
      </p:sp>
      <p:sp>
        <p:nvSpPr>
          <p:cNvPr id="8" name="矩形 7"/>
          <p:cNvSpPr/>
          <p:nvPr/>
        </p:nvSpPr>
        <p:spPr>
          <a:xfrm>
            <a:off x="3792828" y="2092593"/>
            <a:ext cx="2067060" cy="3289555"/>
          </a:xfrm>
          <a:prstGeom prst="rect">
            <a:avLst/>
          </a:prstGeom>
        </p:spPr>
        <p:txBody>
          <a:bodyPr wrap="square">
            <a:spAutoFit/>
          </a:bodyPr>
          <a:lstStyle/>
          <a:p>
            <a:pPr>
              <a:lnSpc>
                <a:spcPct val="150000"/>
              </a:lnSpc>
            </a:pPr>
            <a:r>
              <a:rPr lang="zh-CN" altLang="en-US" sz="1400" dirty="0">
                <a:solidFill>
                  <a:schemeClr val="bg1"/>
                </a:solidFill>
                <a:cs typeface="+mn-ea"/>
                <a:sym typeface="+mn-lt"/>
              </a:rPr>
              <a:t>用户可以在投影仪或者计算机上进行演示也可以将演示文稿打印出来制作成胶片以便应用到更广泛的领域中用户可以在投影仪或者计算机上进行演示也可以将演示文稿打印出来制作成胶片以便用户可以在投影仪或者计算机上进行</a:t>
            </a:r>
            <a:endParaRPr lang="zh-CN" altLang="en-US" sz="1400" dirty="0">
              <a:solidFill>
                <a:schemeClr val="bg1"/>
              </a:solidFill>
              <a:cs typeface="+mn-ea"/>
              <a:sym typeface="+mn-lt"/>
            </a:endParaRPr>
          </a:p>
        </p:txBody>
      </p:sp>
      <p:sp>
        <p:nvSpPr>
          <p:cNvPr id="9" name="矩形 8"/>
          <p:cNvSpPr/>
          <p:nvPr/>
        </p:nvSpPr>
        <p:spPr>
          <a:xfrm>
            <a:off x="9367234" y="2129084"/>
            <a:ext cx="2067060" cy="3323987"/>
          </a:xfrm>
          <a:prstGeom prst="rect">
            <a:avLst/>
          </a:prstGeom>
        </p:spPr>
        <p:txBody>
          <a:bodyPr wrap="square">
            <a:spAutoFit/>
          </a:bodyPr>
          <a:lstStyle/>
          <a:p>
            <a:pPr>
              <a:lnSpc>
                <a:spcPct val="150000"/>
              </a:lnSpc>
            </a:pPr>
            <a:r>
              <a:rPr lang="zh-CN" altLang="en-US" sz="1400" dirty="0">
                <a:solidFill>
                  <a:schemeClr val="bg1"/>
                </a:solidFill>
                <a:cs typeface="+mn-ea"/>
                <a:sym typeface="+mn-lt"/>
              </a:rPr>
              <a:t>用户可以在投影仪或者计算机上进行演示也可以将演示文稿打印出来制作成胶片以便应用到更广泛的领域中用户可以在投影仪或者计算机上进行演示也可以将演示文稿打印出来制作成胶片以便用户可以在投影仪或者计算机上进行</a:t>
            </a:r>
            <a:endParaRPr lang="zh-CN" altLang="en-US" sz="1400" dirty="0">
              <a:solidFill>
                <a:schemeClr val="bg1"/>
              </a:solidFill>
              <a:cs typeface="+mn-ea"/>
              <a:sym typeface="+mn-lt"/>
            </a:endParaRPr>
          </a:p>
        </p:txBody>
      </p:sp>
      <p:sp>
        <p:nvSpPr>
          <p:cNvPr id="10" name="矩形 9"/>
          <p:cNvSpPr/>
          <p:nvPr/>
        </p:nvSpPr>
        <p:spPr>
          <a:xfrm>
            <a:off x="751827" y="1884796"/>
            <a:ext cx="2627290" cy="3734873"/>
          </a:xfrm>
          <a:prstGeom prst="rect">
            <a:avLst/>
          </a:pr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a:off x="6224975" y="1898048"/>
            <a:ext cx="2627290" cy="3734873"/>
          </a:xfrm>
          <a:prstGeom prst="rect">
            <a:avLst/>
          </a:pr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12028" y="2173355"/>
            <a:ext cx="3654293" cy="3654293"/>
          </a:xfrm>
          <a:prstGeom prst="rect">
            <a:avLst/>
          </a:prstGeom>
        </p:spPr>
      </p:pic>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05449" y="1139687"/>
            <a:ext cx="3564789" cy="5042452"/>
          </a:xfrm>
          <a:prstGeom prst="rect">
            <a:avLst/>
          </a:prstGeom>
        </p:spPr>
      </p:pic>
    </p:spTree>
  </p:cSld>
  <p:clrMapOvr>
    <a:masterClrMapping/>
  </p:clrMapOvr>
  <p:transition spd="slow" advClick="0" advTm="3000">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44392" y="1838691"/>
            <a:ext cx="9930683" cy="4613624"/>
            <a:chOff x="1054996" y="1284900"/>
            <a:chExt cx="6869804" cy="3223744"/>
          </a:xfrm>
        </p:grpSpPr>
        <p:sp>
          <p:nvSpPr>
            <p:cNvPr id="27" name="Down Arrow Callout 55"/>
            <p:cNvSpPr/>
            <p:nvPr/>
          </p:nvSpPr>
          <p:spPr>
            <a:xfrm>
              <a:off x="1406963" y="1284901"/>
              <a:ext cx="1738848" cy="2777944"/>
            </a:xfrm>
            <a:prstGeom prst="downArrowCallout">
              <a:avLst>
                <a:gd name="adj1" fmla="val 25000"/>
                <a:gd name="adj2" fmla="val 6698"/>
                <a:gd name="adj3" fmla="val 4369"/>
                <a:gd name="adj4" fmla="val 97480"/>
              </a:avLst>
            </a:prstGeom>
            <a:solidFill>
              <a:srgbClr val="3C4D76"/>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cs typeface="+mn-ea"/>
                <a:sym typeface="+mn-lt"/>
              </a:endParaRPr>
            </a:p>
          </p:txBody>
        </p:sp>
        <p:sp>
          <p:nvSpPr>
            <p:cNvPr id="28" name="Down Arrow Callout 55"/>
            <p:cNvSpPr/>
            <p:nvPr/>
          </p:nvSpPr>
          <p:spPr>
            <a:xfrm>
              <a:off x="3522704" y="1589701"/>
              <a:ext cx="1738848" cy="2777944"/>
            </a:xfrm>
            <a:prstGeom prst="downArrowCallout">
              <a:avLst>
                <a:gd name="adj1" fmla="val 25000"/>
                <a:gd name="adj2" fmla="val 6698"/>
                <a:gd name="adj3" fmla="val 4369"/>
                <a:gd name="adj4" fmla="val 97480"/>
              </a:avLst>
            </a:prstGeom>
            <a:solidFill>
              <a:schemeClr val="bg2">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cs typeface="+mn-ea"/>
                <a:sym typeface="+mn-lt"/>
              </a:endParaRPr>
            </a:p>
          </p:txBody>
        </p:sp>
        <p:sp>
          <p:nvSpPr>
            <p:cNvPr id="29" name="Down Arrow Callout 55"/>
            <p:cNvSpPr/>
            <p:nvPr/>
          </p:nvSpPr>
          <p:spPr>
            <a:xfrm>
              <a:off x="5638445" y="1284900"/>
              <a:ext cx="1738848" cy="2777944"/>
            </a:xfrm>
            <a:prstGeom prst="downArrowCallout">
              <a:avLst>
                <a:gd name="adj1" fmla="val 25000"/>
                <a:gd name="adj2" fmla="val 6698"/>
                <a:gd name="adj3" fmla="val 4369"/>
                <a:gd name="adj4" fmla="val 97480"/>
              </a:avLst>
            </a:prstGeom>
            <a:solidFill>
              <a:srgbClr val="3C4D76"/>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cs typeface="+mn-ea"/>
                <a:sym typeface="+mn-lt"/>
              </a:endParaRPr>
            </a:p>
          </p:txBody>
        </p:sp>
        <p:sp>
          <p:nvSpPr>
            <p:cNvPr id="30" name="Freeform 116"/>
            <p:cNvSpPr>
              <a:spLocks noEditPoints="1"/>
            </p:cNvSpPr>
            <p:nvPr/>
          </p:nvSpPr>
          <p:spPr bwMode="auto">
            <a:xfrm>
              <a:off x="6344059" y="1603988"/>
              <a:ext cx="327620" cy="264209"/>
            </a:xfrm>
            <a:custGeom>
              <a:avLst/>
              <a:gdLst/>
              <a:ahLst/>
              <a:cxnLst>
                <a:cxn ang="0">
                  <a:pos x="55" y="27"/>
                </a:cxn>
                <a:cxn ang="0">
                  <a:pos x="54" y="27"/>
                </a:cxn>
                <a:cxn ang="0">
                  <a:pos x="54" y="27"/>
                </a:cxn>
                <a:cxn ang="0">
                  <a:pos x="53" y="27"/>
                </a:cxn>
                <a:cxn ang="0">
                  <a:pos x="28" y="6"/>
                </a:cxn>
                <a:cxn ang="0">
                  <a:pos x="4" y="27"/>
                </a:cxn>
                <a:cxn ang="0">
                  <a:pos x="3" y="27"/>
                </a:cxn>
                <a:cxn ang="0">
                  <a:pos x="2" y="27"/>
                </a:cxn>
                <a:cxn ang="0">
                  <a:pos x="0" y="24"/>
                </a:cxn>
                <a:cxn ang="0">
                  <a:pos x="0" y="23"/>
                </a:cxn>
                <a:cxn ang="0">
                  <a:pos x="26" y="1"/>
                </a:cxn>
                <a:cxn ang="0">
                  <a:pos x="31" y="1"/>
                </a:cxn>
                <a:cxn ang="0">
                  <a:pos x="40" y="8"/>
                </a:cxn>
                <a:cxn ang="0">
                  <a:pos x="40" y="1"/>
                </a:cxn>
                <a:cxn ang="0">
                  <a:pos x="41" y="0"/>
                </a:cxn>
                <a:cxn ang="0">
                  <a:pos x="48" y="0"/>
                </a:cxn>
                <a:cxn ang="0">
                  <a:pos x="49" y="1"/>
                </a:cxn>
                <a:cxn ang="0">
                  <a:pos x="49" y="16"/>
                </a:cxn>
                <a:cxn ang="0">
                  <a:pos x="57" y="23"/>
                </a:cxn>
                <a:cxn ang="0">
                  <a:pos x="57" y="24"/>
                </a:cxn>
                <a:cxn ang="0">
                  <a:pos x="55" y="27"/>
                </a:cxn>
                <a:cxn ang="0">
                  <a:pos x="49" y="44"/>
                </a:cxn>
                <a:cxn ang="0">
                  <a:pos x="47" y="46"/>
                </a:cxn>
                <a:cxn ang="0">
                  <a:pos x="33" y="46"/>
                </a:cxn>
                <a:cxn ang="0">
                  <a:pos x="33" y="32"/>
                </a:cxn>
                <a:cxn ang="0">
                  <a:pos x="24" y="32"/>
                </a:cxn>
                <a:cxn ang="0">
                  <a:pos x="24" y="46"/>
                </a:cxn>
                <a:cxn ang="0">
                  <a:pos x="10" y="46"/>
                </a:cxn>
                <a:cxn ang="0">
                  <a:pos x="8" y="44"/>
                </a:cxn>
                <a:cxn ang="0">
                  <a:pos x="8" y="27"/>
                </a:cxn>
                <a:cxn ang="0">
                  <a:pos x="8" y="26"/>
                </a:cxn>
                <a:cxn ang="0">
                  <a:pos x="28" y="9"/>
                </a:cxn>
                <a:cxn ang="0">
                  <a:pos x="49" y="26"/>
                </a:cxn>
                <a:cxn ang="0">
                  <a:pos x="49" y="27"/>
                </a:cxn>
                <a:cxn ang="0">
                  <a:pos x="49" y="44"/>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solidFill>
              <a:schemeClr val="bg1"/>
            </a:solidFill>
            <a:ln w="9525">
              <a:noFill/>
              <a:round/>
            </a:ln>
          </p:spPr>
          <p:txBody>
            <a:bodyPr vert="horz" wrap="square" lIns="68580" tIns="34290" rIns="68580" bIns="34290" numCol="1" anchor="t" anchorCtr="0" compatLnSpc="1"/>
            <a:lstStyle/>
            <a:p>
              <a:endParaRPr lang="en-US">
                <a:cs typeface="+mn-ea"/>
                <a:sym typeface="+mn-lt"/>
              </a:endParaRPr>
            </a:p>
          </p:txBody>
        </p:sp>
        <p:sp>
          <p:nvSpPr>
            <p:cNvPr id="31" name="Freeform 105"/>
            <p:cNvSpPr>
              <a:spLocks noEditPoints="1"/>
            </p:cNvSpPr>
            <p:nvPr/>
          </p:nvSpPr>
          <p:spPr bwMode="auto">
            <a:xfrm>
              <a:off x="2113907" y="1589700"/>
              <a:ext cx="324961" cy="320252"/>
            </a:xfrm>
            <a:custGeom>
              <a:avLst/>
              <a:gdLst/>
              <a:ahLst/>
              <a:cxnLst>
                <a:cxn ang="0">
                  <a:pos x="59" y="63"/>
                </a:cxn>
                <a:cxn ang="0">
                  <a:pos x="55" y="61"/>
                </a:cxn>
                <a:cxn ang="0">
                  <a:pos x="42" y="48"/>
                </a:cxn>
                <a:cxn ang="0">
                  <a:pos x="27" y="53"/>
                </a:cxn>
                <a:cxn ang="0">
                  <a:pos x="0" y="26"/>
                </a:cxn>
                <a:cxn ang="0">
                  <a:pos x="27" y="0"/>
                </a:cxn>
                <a:cxn ang="0">
                  <a:pos x="54" y="26"/>
                </a:cxn>
                <a:cxn ang="0">
                  <a:pos x="49" y="41"/>
                </a:cxn>
                <a:cxn ang="0">
                  <a:pos x="62" y="54"/>
                </a:cxn>
                <a:cxn ang="0">
                  <a:pos x="64" y="58"/>
                </a:cxn>
                <a:cxn ang="0">
                  <a:pos x="59" y="63"/>
                </a:cxn>
                <a:cxn ang="0">
                  <a:pos x="27" y="9"/>
                </a:cxn>
                <a:cxn ang="0">
                  <a:pos x="10" y="26"/>
                </a:cxn>
                <a:cxn ang="0">
                  <a:pos x="27" y="43"/>
                </a:cxn>
                <a:cxn ang="0">
                  <a:pos x="44" y="26"/>
                </a:cxn>
                <a:cxn ang="0">
                  <a:pos x="27" y="9"/>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solidFill>
              <a:schemeClr val="bg1"/>
            </a:solidFill>
            <a:ln w="9525">
              <a:noFill/>
              <a:round/>
            </a:ln>
          </p:spPr>
          <p:txBody>
            <a:bodyPr vert="horz" wrap="square" lIns="68580" tIns="34290" rIns="68580" bIns="34290" numCol="1" anchor="t" anchorCtr="0" compatLnSpc="1"/>
            <a:lstStyle/>
            <a:p>
              <a:endParaRPr lang="en-US" dirty="0">
                <a:solidFill>
                  <a:schemeClr val="accent3">
                    <a:lumMod val="50000"/>
                  </a:schemeClr>
                </a:solidFill>
                <a:cs typeface="+mn-ea"/>
                <a:sym typeface="+mn-lt"/>
              </a:endParaRPr>
            </a:p>
          </p:txBody>
        </p:sp>
        <p:sp>
          <p:nvSpPr>
            <p:cNvPr id="32" name="Freeform 62"/>
            <p:cNvSpPr>
              <a:spLocks noChangeAspect="1" noEditPoints="1"/>
            </p:cNvSpPr>
            <p:nvPr/>
          </p:nvSpPr>
          <p:spPr bwMode="auto">
            <a:xfrm>
              <a:off x="4233273" y="1939361"/>
              <a:ext cx="317711" cy="320252"/>
            </a:xfrm>
            <a:custGeom>
              <a:avLst/>
              <a:gdLst/>
              <a:ahLst/>
              <a:cxnLst>
                <a:cxn ang="0">
                  <a:pos x="58" y="33"/>
                </a:cxn>
                <a:cxn ang="0">
                  <a:pos x="57" y="34"/>
                </a:cxn>
                <a:cxn ang="0">
                  <a:pos x="50" y="35"/>
                </a:cxn>
                <a:cxn ang="0">
                  <a:pos x="49" y="39"/>
                </a:cxn>
                <a:cxn ang="0">
                  <a:pos x="53" y="44"/>
                </a:cxn>
                <a:cxn ang="0">
                  <a:pos x="53" y="45"/>
                </a:cxn>
                <a:cxn ang="0">
                  <a:pos x="53" y="46"/>
                </a:cxn>
                <a:cxn ang="0">
                  <a:pos x="45" y="53"/>
                </a:cxn>
                <a:cxn ang="0">
                  <a:pos x="44" y="52"/>
                </a:cxn>
                <a:cxn ang="0">
                  <a:pos x="39" y="48"/>
                </a:cxn>
                <a:cxn ang="0">
                  <a:pos x="36" y="50"/>
                </a:cxn>
                <a:cxn ang="0">
                  <a:pos x="34" y="57"/>
                </a:cxn>
                <a:cxn ang="0">
                  <a:pos x="33" y="58"/>
                </a:cxn>
                <a:cxn ang="0">
                  <a:pos x="25" y="58"/>
                </a:cxn>
                <a:cxn ang="0">
                  <a:pos x="23" y="57"/>
                </a:cxn>
                <a:cxn ang="0">
                  <a:pos x="22" y="50"/>
                </a:cxn>
                <a:cxn ang="0">
                  <a:pos x="19" y="48"/>
                </a:cxn>
                <a:cxn ang="0">
                  <a:pos x="14" y="52"/>
                </a:cxn>
                <a:cxn ang="0">
                  <a:pos x="13" y="53"/>
                </a:cxn>
                <a:cxn ang="0">
                  <a:pos x="12" y="52"/>
                </a:cxn>
                <a:cxn ang="0">
                  <a:pos x="5" y="46"/>
                </a:cxn>
                <a:cxn ang="0">
                  <a:pos x="5" y="45"/>
                </a:cxn>
                <a:cxn ang="0">
                  <a:pos x="5" y="44"/>
                </a:cxn>
                <a:cxn ang="0">
                  <a:pos x="9" y="39"/>
                </a:cxn>
                <a:cxn ang="0">
                  <a:pos x="8" y="35"/>
                </a:cxn>
                <a:cxn ang="0">
                  <a:pos x="1" y="34"/>
                </a:cxn>
                <a:cxn ang="0">
                  <a:pos x="0" y="33"/>
                </a:cxn>
                <a:cxn ang="0">
                  <a:pos x="0" y="24"/>
                </a:cxn>
                <a:cxn ang="0">
                  <a:pos x="1" y="23"/>
                </a:cxn>
                <a:cxn ang="0">
                  <a:pos x="8" y="22"/>
                </a:cxn>
                <a:cxn ang="0">
                  <a:pos x="9" y="18"/>
                </a:cxn>
                <a:cxn ang="0">
                  <a:pos x="5" y="13"/>
                </a:cxn>
                <a:cxn ang="0">
                  <a:pos x="5" y="12"/>
                </a:cxn>
                <a:cxn ang="0">
                  <a:pos x="5" y="11"/>
                </a:cxn>
                <a:cxn ang="0">
                  <a:pos x="13" y="5"/>
                </a:cxn>
                <a:cxn ang="0">
                  <a:pos x="14" y="5"/>
                </a:cxn>
                <a:cxn ang="0">
                  <a:pos x="19" y="9"/>
                </a:cxn>
                <a:cxn ang="0">
                  <a:pos x="22" y="8"/>
                </a:cxn>
                <a:cxn ang="0">
                  <a:pos x="23" y="1"/>
                </a:cxn>
                <a:cxn ang="0">
                  <a:pos x="25" y="0"/>
                </a:cxn>
                <a:cxn ang="0">
                  <a:pos x="33" y="0"/>
                </a:cxn>
                <a:cxn ang="0">
                  <a:pos x="34" y="1"/>
                </a:cxn>
                <a:cxn ang="0">
                  <a:pos x="36" y="8"/>
                </a:cxn>
                <a:cxn ang="0">
                  <a:pos x="39" y="9"/>
                </a:cxn>
                <a:cxn ang="0">
                  <a:pos x="44" y="5"/>
                </a:cxn>
                <a:cxn ang="0">
                  <a:pos x="45" y="5"/>
                </a:cxn>
                <a:cxn ang="0">
                  <a:pos x="46" y="5"/>
                </a:cxn>
                <a:cxn ang="0">
                  <a:pos x="52" y="12"/>
                </a:cxn>
                <a:cxn ang="0">
                  <a:pos x="53" y="12"/>
                </a:cxn>
                <a:cxn ang="0">
                  <a:pos x="52" y="13"/>
                </a:cxn>
                <a:cxn ang="0">
                  <a:pos x="48" y="18"/>
                </a:cxn>
                <a:cxn ang="0">
                  <a:pos x="50" y="22"/>
                </a:cxn>
                <a:cxn ang="0">
                  <a:pos x="57" y="23"/>
                </a:cxn>
                <a:cxn ang="0">
                  <a:pos x="58" y="25"/>
                </a:cxn>
                <a:cxn ang="0">
                  <a:pos x="58" y="33"/>
                </a:cxn>
                <a:cxn ang="0">
                  <a:pos x="29" y="19"/>
                </a:cxn>
                <a:cxn ang="0">
                  <a:pos x="19" y="29"/>
                </a:cxn>
                <a:cxn ang="0">
                  <a:pos x="29" y="38"/>
                </a:cxn>
                <a:cxn ang="0">
                  <a:pos x="39" y="29"/>
                </a:cxn>
                <a:cxn ang="0">
                  <a:pos x="29" y="19"/>
                </a:cxn>
              </a:cxnLst>
              <a:rect l="0" t="0" r="r" b="b"/>
              <a:pathLst>
                <a:path w="58" h="58">
                  <a:moveTo>
                    <a:pt x="58" y="33"/>
                  </a:moveTo>
                  <a:cubicBezTo>
                    <a:pt x="58" y="34"/>
                    <a:pt x="58" y="34"/>
                    <a:pt x="57" y="34"/>
                  </a:cubicBezTo>
                  <a:cubicBezTo>
                    <a:pt x="50" y="35"/>
                    <a:pt x="50" y="35"/>
                    <a:pt x="50" y="35"/>
                  </a:cubicBezTo>
                  <a:cubicBezTo>
                    <a:pt x="50" y="37"/>
                    <a:pt x="49" y="38"/>
                    <a:pt x="49" y="39"/>
                  </a:cubicBezTo>
                  <a:cubicBezTo>
                    <a:pt x="50" y="41"/>
                    <a:pt x="51" y="42"/>
                    <a:pt x="53" y="44"/>
                  </a:cubicBezTo>
                  <a:cubicBezTo>
                    <a:pt x="53" y="44"/>
                    <a:pt x="53" y="45"/>
                    <a:pt x="53" y="45"/>
                  </a:cubicBezTo>
                  <a:cubicBezTo>
                    <a:pt x="53" y="45"/>
                    <a:pt x="53" y="46"/>
                    <a:pt x="53" y="46"/>
                  </a:cubicBezTo>
                  <a:cubicBezTo>
                    <a:pt x="52" y="47"/>
                    <a:pt x="47" y="53"/>
                    <a:pt x="45" y="53"/>
                  </a:cubicBezTo>
                  <a:cubicBezTo>
                    <a:pt x="45" y="53"/>
                    <a:pt x="45" y="53"/>
                    <a:pt x="44" y="52"/>
                  </a:cubicBezTo>
                  <a:cubicBezTo>
                    <a:pt x="39" y="48"/>
                    <a:pt x="39" y="48"/>
                    <a:pt x="39" y="48"/>
                  </a:cubicBezTo>
                  <a:cubicBezTo>
                    <a:pt x="38" y="49"/>
                    <a:pt x="37" y="49"/>
                    <a:pt x="36" y="50"/>
                  </a:cubicBezTo>
                  <a:cubicBezTo>
                    <a:pt x="35" y="52"/>
                    <a:pt x="35" y="55"/>
                    <a:pt x="34" y="57"/>
                  </a:cubicBezTo>
                  <a:cubicBezTo>
                    <a:pt x="34" y="57"/>
                    <a:pt x="34" y="58"/>
                    <a:pt x="33" y="58"/>
                  </a:cubicBezTo>
                  <a:cubicBezTo>
                    <a:pt x="25" y="58"/>
                    <a:pt x="25" y="58"/>
                    <a:pt x="25" y="58"/>
                  </a:cubicBezTo>
                  <a:cubicBezTo>
                    <a:pt x="24" y="58"/>
                    <a:pt x="23" y="57"/>
                    <a:pt x="23" y="57"/>
                  </a:cubicBezTo>
                  <a:cubicBezTo>
                    <a:pt x="22" y="50"/>
                    <a:pt x="22" y="50"/>
                    <a:pt x="22" y="50"/>
                  </a:cubicBezTo>
                  <a:cubicBezTo>
                    <a:pt x="21" y="49"/>
                    <a:pt x="20" y="49"/>
                    <a:pt x="19" y="48"/>
                  </a:cubicBezTo>
                  <a:cubicBezTo>
                    <a:pt x="14" y="52"/>
                    <a:pt x="14" y="52"/>
                    <a:pt x="14" y="52"/>
                  </a:cubicBezTo>
                  <a:cubicBezTo>
                    <a:pt x="13" y="53"/>
                    <a:pt x="13" y="53"/>
                    <a:pt x="13" y="53"/>
                  </a:cubicBezTo>
                  <a:cubicBezTo>
                    <a:pt x="12" y="53"/>
                    <a:pt x="12" y="53"/>
                    <a:pt x="12" y="52"/>
                  </a:cubicBezTo>
                  <a:cubicBezTo>
                    <a:pt x="10" y="50"/>
                    <a:pt x="7" y="48"/>
                    <a:pt x="5" y="46"/>
                  </a:cubicBezTo>
                  <a:cubicBezTo>
                    <a:pt x="5" y="46"/>
                    <a:pt x="5" y="45"/>
                    <a:pt x="5" y="45"/>
                  </a:cubicBezTo>
                  <a:cubicBezTo>
                    <a:pt x="5" y="45"/>
                    <a:pt x="5" y="44"/>
                    <a:pt x="5" y="44"/>
                  </a:cubicBezTo>
                  <a:cubicBezTo>
                    <a:pt x="7" y="42"/>
                    <a:pt x="8" y="41"/>
                    <a:pt x="9" y="39"/>
                  </a:cubicBezTo>
                  <a:cubicBezTo>
                    <a:pt x="9" y="38"/>
                    <a:pt x="8" y="37"/>
                    <a:pt x="8" y="35"/>
                  </a:cubicBezTo>
                  <a:cubicBezTo>
                    <a:pt x="1" y="34"/>
                    <a:pt x="1" y="34"/>
                    <a:pt x="1" y="34"/>
                  </a:cubicBezTo>
                  <a:cubicBezTo>
                    <a:pt x="0" y="34"/>
                    <a:pt x="0" y="33"/>
                    <a:pt x="0" y="33"/>
                  </a:cubicBezTo>
                  <a:cubicBezTo>
                    <a:pt x="0" y="24"/>
                    <a:pt x="0" y="24"/>
                    <a:pt x="0" y="24"/>
                  </a:cubicBezTo>
                  <a:cubicBezTo>
                    <a:pt x="0" y="24"/>
                    <a:pt x="0" y="23"/>
                    <a:pt x="1" y="23"/>
                  </a:cubicBezTo>
                  <a:cubicBezTo>
                    <a:pt x="8" y="22"/>
                    <a:pt x="8" y="22"/>
                    <a:pt x="8" y="22"/>
                  </a:cubicBezTo>
                  <a:cubicBezTo>
                    <a:pt x="8" y="21"/>
                    <a:pt x="9" y="20"/>
                    <a:pt x="9" y="18"/>
                  </a:cubicBezTo>
                  <a:cubicBezTo>
                    <a:pt x="8" y="17"/>
                    <a:pt x="7" y="15"/>
                    <a:pt x="5" y="13"/>
                  </a:cubicBezTo>
                  <a:cubicBezTo>
                    <a:pt x="5" y="13"/>
                    <a:pt x="5" y="13"/>
                    <a:pt x="5" y="12"/>
                  </a:cubicBezTo>
                  <a:cubicBezTo>
                    <a:pt x="5" y="12"/>
                    <a:pt x="5" y="12"/>
                    <a:pt x="5" y="11"/>
                  </a:cubicBezTo>
                  <a:cubicBezTo>
                    <a:pt x="6" y="10"/>
                    <a:pt x="11" y="5"/>
                    <a:pt x="13" y="5"/>
                  </a:cubicBezTo>
                  <a:cubicBezTo>
                    <a:pt x="13" y="5"/>
                    <a:pt x="13" y="5"/>
                    <a:pt x="14" y="5"/>
                  </a:cubicBezTo>
                  <a:cubicBezTo>
                    <a:pt x="19" y="9"/>
                    <a:pt x="19" y="9"/>
                    <a:pt x="19" y="9"/>
                  </a:cubicBezTo>
                  <a:cubicBezTo>
                    <a:pt x="20" y="9"/>
                    <a:pt x="21" y="8"/>
                    <a:pt x="22" y="8"/>
                  </a:cubicBezTo>
                  <a:cubicBezTo>
                    <a:pt x="22" y="5"/>
                    <a:pt x="23" y="3"/>
                    <a:pt x="23" y="1"/>
                  </a:cubicBezTo>
                  <a:cubicBezTo>
                    <a:pt x="23" y="0"/>
                    <a:pt x="24" y="0"/>
                    <a:pt x="25" y="0"/>
                  </a:cubicBezTo>
                  <a:cubicBezTo>
                    <a:pt x="33" y="0"/>
                    <a:pt x="33" y="0"/>
                    <a:pt x="33" y="0"/>
                  </a:cubicBezTo>
                  <a:cubicBezTo>
                    <a:pt x="34" y="0"/>
                    <a:pt x="34" y="0"/>
                    <a:pt x="34" y="1"/>
                  </a:cubicBezTo>
                  <a:cubicBezTo>
                    <a:pt x="36" y="8"/>
                    <a:pt x="36" y="8"/>
                    <a:pt x="36" y="8"/>
                  </a:cubicBezTo>
                  <a:cubicBezTo>
                    <a:pt x="37" y="8"/>
                    <a:pt x="38" y="9"/>
                    <a:pt x="39" y="9"/>
                  </a:cubicBezTo>
                  <a:cubicBezTo>
                    <a:pt x="44" y="5"/>
                    <a:pt x="44" y="5"/>
                    <a:pt x="44" y="5"/>
                  </a:cubicBezTo>
                  <a:cubicBezTo>
                    <a:pt x="45" y="5"/>
                    <a:pt x="45" y="5"/>
                    <a:pt x="45" y="5"/>
                  </a:cubicBezTo>
                  <a:cubicBezTo>
                    <a:pt x="46" y="5"/>
                    <a:pt x="46" y="5"/>
                    <a:pt x="46" y="5"/>
                  </a:cubicBezTo>
                  <a:cubicBezTo>
                    <a:pt x="48" y="7"/>
                    <a:pt x="51" y="9"/>
                    <a:pt x="52" y="12"/>
                  </a:cubicBezTo>
                  <a:cubicBezTo>
                    <a:pt x="53" y="12"/>
                    <a:pt x="53" y="12"/>
                    <a:pt x="53" y="12"/>
                  </a:cubicBezTo>
                  <a:cubicBezTo>
                    <a:pt x="53" y="13"/>
                    <a:pt x="53" y="13"/>
                    <a:pt x="52" y="13"/>
                  </a:cubicBezTo>
                  <a:cubicBezTo>
                    <a:pt x="51" y="15"/>
                    <a:pt x="50" y="17"/>
                    <a:pt x="48" y="18"/>
                  </a:cubicBezTo>
                  <a:cubicBezTo>
                    <a:pt x="49" y="20"/>
                    <a:pt x="50" y="21"/>
                    <a:pt x="50" y="22"/>
                  </a:cubicBezTo>
                  <a:cubicBezTo>
                    <a:pt x="57" y="23"/>
                    <a:pt x="57" y="23"/>
                    <a:pt x="57" y="23"/>
                  </a:cubicBezTo>
                  <a:cubicBezTo>
                    <a:pt x="58" y="23"/>
                    <a:pt x="58" y="24"/>
                    <a:pt x="58" y="25"/>
                  </a:cubicBezTo>
                  <a:lnTo>
                    <a:pt x="58" y="33"/>
                  </a:lnTo>
                  <a:close/>
                  <a:moveTo>
                    <a:pt x="29" y="19"/>
                  </a:moveTo>
                  <a:cubicBezTo>
                    <a:pt x="24" y="19"/>
                    <a:pt x="19" y="23"/>
                    <a:pt x="19" y="29"/>
                  </a:cubicBezTo>
                  <a:cubicBezTo>
                    <a:pt x="19" y="34"/>
                    <a:pt x="24" y="38"/>
                    <a:pt x="29" y="38"/>
                  </a:cubicBezTo>
                  <a:cubicBezTo>
                    <a:pt x="34" y="38"/>
                    <a:pt x="39" y="34"/>
                    <a:pt x="39" y="29"/>
                  </a:cubicBezTo>
                  <a:cubicBezTo>
                    <a:pt x="39" y="23"/>
                    <a:pt x="34" y="19"/>
                    <a:pt x="29" y="19"/>
                  </a:cubicBezTo>
                  <a:close/>
                </a:path>
              </a:pathLst>
            </a:custGeom>
            <a:solidFill>
              <a:schemeClr val="bg1"/>
            </a:solidFill>
            <a:ln w="9525">
              <a:noFill/>
              <a:round/>
            </a:ln>
          </p:spPr>
          <p:txBody>
            <a:bodyPr vert="horz" wrap="square" lIns="68580" tIns="34290" rIns="68580" bIns="34290" numCol="1" anchor="t" anchorCtr="0" compatLnSpc="1"/>
            <a:lstStyle/>
            <a:p>
              <a:endParaRPr lang="en-US">
                <a:cs typeface="+mn-ea"/>
                <a:sym typeface="+mn-lt"/>
              </a:endParaRPr>
            </a:p>
          </p:txBody>
        </p:sp>
        <p:sp>
          <p:nvSpPr>
            <p:cNvPr id="33" name="矩形 32"/>
            <p:cNvSpPr/>
            <p:nvPr/>
          </p:nvSpPr>
          <p:spPr>
            <a:xfrm>
              <a:off x="1498970" y="2014119"/>
              <a:ext cx="1554833" cy="809467"/>
            </a:xfrm>
            <a:prstGeom prst="rect">
              <a:avLst/>
            </a:prstGeom>
            <a:noFill/>
          </p:spPr>
          <p:txBody>
            <a:bodyPr wrap="square" lIns="68580" tIns="34290" rIns="68580" bIns="34290" rtlCol="0">
              <a:spAutoFit/>
            </a:bodyPr>
            <a:lstStyle/>
            <a:p>
              <a:pPr algn="just">
                <a:lnSpc>
                  <a:spcPct val="120000"/>
                </a:lnSpc>
              </a:pPr>
              <a:r>
                <a:rPr lang="zh-CN" altLang="en-US" sz="1200" dirty="0">
                  <a:solidFill>
                    <a:schemeClr val="bg1"/>
                  </a:solidFill>
                  <a:cs typeface="+mn-ea"/>
                  <a:sym typeface="+mn-lt"/>
                </a:rPr>
                <a:t>请在此添加相关文字内容请在此添加相关文字内容请在此添加相关文字内容请在此添加相关文字内容请在此添加相关文字内容</a:t>
              </a:r>
              <a:endParaRPr lang="zh-CN" altLang="en-US" sz="1200" dirty="0">
                <a:solidFill>
                  <a:schemeClr val="bg1"/>
                </a:solidFill>
                <a:cs typeface="+mn-ea"/>
                <a:sym typeface="+mn-lt"/>
              </a:endParaRPr>
            </a:p>
          </p:txBody>
        </p:sp>
        <p:sp>
          <p:nvSpPr>
            <p:cNvPr id="34" name="矩形 33"/>
            <p:cNvSpPr/>
            <p:nvPr/>
          </p:nvSpPr>
          <p:spPr>
            <a:xfrm>
              <a:off x="5730452" y="2014119"/>
              <a:ext cx="1554833" cy="809467"/>
            </a:xfrm>
            <a:prstGeom prst="rect">
              <a:avLst/>
            </a:prstGeom>
            <a:noFill/>
          </p:spPr>
          <p:txBody>
            <a:bodyPr wrap="square" lIns="68580" tIns="34290" rIns="68580" bIns="34290" rtlCol="0">
              <a:spAutoFit/>
            </a:bodyPr>
            <a:lstStyle/>
            <a:p>
              <a:pPr algn="just">
                <a:lnSpc>
                  <a:spcPct val="120000"/>
                </a:lnSpc>
              </a:pPr>
              <a:r>
                <a:rPr lang="zh-CN" altLang="en-US" sz="1200" dirty="0">
                  <a:solidFill>
                    <a:schemeClr val="bg1"/>
                  </a:solidFill>
                  <a:cs typeface="+mn-ea"/>
                  <a:sym typeface="+mn-lt"/>
                </a:rPr>
                <a:t>请在此添加相关文字内容请在此添加相关文字内容请在此添加相关文字内容请在此添加相关文字内容请在此添加相关文字内容</a:t>
              </a:r>
              <a:endParaRPr lang="zh-CN" altLang="en-US" sz="1200" dirty="0">
                <a:solidFill>
                  <a:schemeClr val="bg1"/>
                </a:solidFill>
                <a:cs typeface="+mn-ea"/>
                <a:sym typeface="+mn-lt"/>
              </a:endParaRPr>
            </a:p>
          </p:txBody>
        </p:sp>
        <p:sp>
          <p:nvSpPr>
            <p:cNvPr id="35" name="矩形 34"/>
            <p:cNvSpPr/>
            <p:nvPr/>
          </p:nvSpPr>
          <p:spPr>
            <a:xfrm>
              <a:off x="3614712" y="2370757"/>
              <a:ext cx="1554833" cy="809467"/>
            </a:xfrm>
            <a:prstGeom prst="rect">
              <a:avLst/>
            </a:prstGeom>
            <a:noFill/>
          </p:spPr>
          <p:txBody>
            <a:bodyPr wrap="square" lIns="68580" tIns="34290" rIns="68580" bIns="34290" rtlCol="0">
              <a:spAutoFit/>
            </a:bodyPr>
            <a:lstStyle/>
            <a:p>
              <a:pPr algn="just">
                <a:lnSpc>
                  <a:spcPct val="120000"/>
                </a:lnSpc>
              </a:pPr>
              <a:r>
                <a:rPr lang="zh-CN" altLang="en-US" sz="1200" dirty="0">
                  <a:solidFill>
                    <a:schemeClr val="bg1"/>
                  </a:solidFill>
                  <a:cs typeface="+mn-ea"/>
                  <a:sym typeface="+mn-lt"/>
                </a:rPr>
                <a:t>请在此添加相关文字内容请在此添加相关文字内容请在此添加相关文字内容请在此添加相关文字内容请在此添加相关文字内容</a:t>
              </a:r>
              <a:endParaRPr lang="zh-CN" altLang="en-US" sz="1200" dirty="0">
                <a:solidFill>
                  <a:schemeClr val="bg1"/>
                </a:solidFill>
                <a:cs typeface="+mn-ea"/>
                <a:sym typeface="+mn-lt"/>
              </a:endParaRPr>
            </a:p>
          </p:txBody>
        </p:sp>
        <p:cxnSp>
          <p:nvCxnSpPr>
            <p:cNvPr id="36" name="Straight Connector 43"/>
            <p:cNvCxnSpPr/>
            <p:nvPr/>
          </p:nvCxnSpPr>
          <p:spPr>
            <a:xfrm>
              <a:off x="1054996" y="4508644"/>
              <a:ext cx="6869804" cy="0"/>
            </a:xfrm>
            <a:prstGeom prst="line">
              <a:avLst/>
            </a:prstGeom>
            <a:ln w="19050">
              <a:solidFill>
                <a:schemeClr val="bg1">
                  <a:lumMod val="75000"/>
                </a:schemeClr>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37" name="Straight Connector 38"/>
            <p:cNvCxnSpPr/>
            <p:nvPr/>
          </p:nvCxnSpPr>
          <p:spPr>
            <a:xfrm>
              <a:off x="2276386" y="4062844"/>
              <a:ext cx="0" cy="445800"/>
            </a:xfrm>
            <a:prstGeom prst="line">
              <a:avLst/>
            </a:prstGeom>
            <a:ln w="19050" cap="rnd">
              <a:solidFill>
                <a:srgbClr val="3C4D76"/>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38" name="Straight Connector 38"/>
            <p:cNvCxnSpPr/>
            <p:nvPr/>
          </p:nvCxnSpPr>
          <p:spPr>
            <a:xfrm>
              <a:off x="6507868" y="4062844"/>
              <a:ext cx="0" cy="445800"/>
            </a:xfrm>
            <a:prstGeom prst="line">
              <a:avLst/>
            </a:prstGeom>
            <a:ln w="19050" cap="rnd">
              <a:solidFill>
                <a:srgbClr val="3C4D76"/>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28" idx="2"/>
            </p:cNvCxnSpPr>
            <p:nvPr/>
          </p:nvCxnSpPr>
          <p:spPr>
            <a:xfrm flipH="1">
              <a:off x="4392128" y="4367645"/>
              <a:ext cx="1" cy="140999"/>
            </a:xfrm>
            <a:prstGeom prst="line">
              <a:avLst/>
            </a:prstGeom>
            <a:ln w="19050" cap="rnd">
              <a:solidFill>
                <a:srgbClr val="29B9A6"/>
              </a:solidFill>
              <a:prstDash val="solid"/>
              <a:headEnd type="oval"/>
              <a:tailEnd type="oval"/>
            </a:ln>
          </p:spPr>
          <p:style>
            <a:lnRef idx="1">
              <a:schemeClr val="accent1"/>
            </a:lnRef>
            <a:fillRef idx="0">
              <a:schemeClr val="accent1"/>
            </a:fillRef>
            <a:effectRef idx="0">
              <a:schemeClr val="accent1"/>
            </a:effectRef>
            <a:fontRef idx="minor">
              <a:schemeClr val="tx1"/>
            </a:fontRef>
          </p:style>
        </p:cxnSp>
      </p:grpSp>
      <p:sp>
        <p:nvSpPr>
          <p:cNvPr id="41" name="文本框 38"/>
          <p:cNvSpPr txBox="1">
            <a:spLocks noChangeArrowheads="1"/>
          </p:cNvSpPr>
          <p:nvPr/>
        </p:nvSpPr>
        <p:spPr bwMode="auto">
          <a:xfrm>
            <a:off x="4919396" y="609335"/>
            <a:ext cx="2507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chemeClr val="bg1"/>
                </a:solidFill>
                <a:latin typeface="+mn-lt"/>
                <a:ea typeface="+mn-ea"/>
                <a:cs typeface="+mn-ea"/>
                <a:sym typeface="+mn-lt"/>
              </a:rPr>
              <a:t>点此添加您的标题</a:t>
            </a:r>
            <a:endParaRPr lang="zh-CN" altLang="en-US" sz="2000" b="1" dirty="0">
              <a:solidFill>
                <a:schemeClr val="bg1"/>
              </a:solidFill>
              <a:latin typeface="+mn-lt"/>
              <a:ea typeface="+mn-ea"/>
              <a:cs typeface="+mn-ea"/>
              <a:sym typeface="+mn-lt"/>
            </a:endParaRPr>
          </a:p>
        </p:txBody>
      </p:sp>
      <p:sp>
        <p:nvSpPr>
          <p:cNvPr id="42" name="矩形 41"/>
          <p:cNvSpPr/>
          <p:nvPr/>
        </p:nvSpPr>
        <p:spPr>
          <a:xfrm>
            <a:off x="1605565" y="1000036"/>
            <a:ext cx="9174051" cy="704232"/>
          </a:xfrm>
          <a:prstGeom prst="rect">
            <a:avLst/>
          </a:prstGeom>
        </p:spPr>
        <p:txBody>
          <a:bodyPr wrap="square">
            <a:spAutoFit/>
          </a:bodyPr>
          <a:lstStyle/>
          <a:p>
            <a:pPr>
              <a:lnSpc>
                <a:spcPct val="150000"/>
              </a:lnSpc>
            </a:pPr>
            <a:r>
              <a:rPr lang="zh-CN" altLang="en-US" sz="1400" dirty="0">
                <a:solidFill>
                  <a:schemeClr val="bg2">
                    <a:lumMod val="25000"/>
                  </a:schemeClr>
                </a:solidFill>
                <a:cs typeface="+mn-ea"/>
                <a:sym typeface="+mn-lt"/>
              </a:rPr>
              <a:t>用户可以在投影仪或者计算机上进行演示也可以将演示文稿打印出来制作成胶片以便应用到更广泛的领域中用户可以在投影仪或者计算机上进行演示也可以将演示文稿打印出来制作成胶片以便用户可以在投影仪或者计算机上进行</a:t>
            </a:r>
            <a:endParaRPr lang="zh-CN" altLang="en-US" sz="1400" dirty="0">
              <a:cs typeface="+mn-ea"/>
              <a:sym typeface="+mn-lt"/>
            </a:endParaRPr>
          </a:p>
        </p:txBody>
      </p:sp>
    </p:spTree>
  </p:cSld>
  <p:clrMapOvr>
    <a:masterClrMapping/>
  </p:clrMapOvr>
  <p:transition spd="slow" advClick="0" advTm="3000">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2"/>
          <p:cNvSpPr txBox="1"/>
          <p:nvPr/>
        </p:nvSpPr>
        <p:spPr>
          <a:xfrm>
            <a:off x="3515933" y="1714951"/>
            <a:ext cx="6259132" cy="1107996"/>
          </a:xfrm>
          <a:prstGeom prst="rect">
            <a:avLst/>
          </a:prstGeom>
          <a:noFill/>
        </p:spPr>
        <p:txBody>
          <a:bodyPr wrap="square" rtlCol="0">
            <a:spAutoFit/>
          </a:bodyPr>
          <a:lstStyle>
            <a:defPPr>
              <a:defRPr lang="zh-CN"/>
            </a:defPPr>
            <a:lvl1pPr algn="ctr">
              <a:lnSpc>
                <a:spcPct val="100000"/>
              </a:lnSpc>
              <a:defRPr sz="4800" b="1">
                <a:gradFill>
                  <a:gsLst>
                    <a:gs pos="0">
                      <a:srgbClr val="FFEDA1">
                        <a:lumMod val="96000"/>
                        <a:lumOff val="4000"/>
                      </a:srgbClr>
                    </a:gs>
                    <a:gs pos="100000">
                      <a:srgbClr val="7B593B">
                        <a:lumMod val="98000"/>
                      </a:srgbClr>
                    </a:gs>
                    <a:gs pos="83000">
                      <a:srgbClr val="FFCB4B"/>
                    </a:gs>
                  </a:gsLst>
                  <a:lin ang="5400000" scaled="1"/>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en-US" altLang="zh-CN" sz="6600" dirty="0">
                <a:solidFill>
                  <a:schemeClr val="bg1"/>
                </a:solidFill>
                <a:effectLst/>
                <a:latin typeface="+mn-lt"/>
                <a:ea typeface="+mn-ea"/>
                <a:cs typeface="+mn-ea"/>
                <a:sym typeface="+mn-lt"/>
              </a:rPr>
              <a:t>PART </a:t>
            </a:r>
            <a:r>
              <a:rPr lang="en-US" altLang="zh-CN" sz="6600" dirty="0">
                <a:solidFill>
                  <a:srgbClr val="3C4D76"/>
                </a:solidFill>
                <a:effectLst/>
                <a:latin typeface="+mn-lt"/>
                <a:ea typeface="+mn-ea"/>
                <a:cs typeface="+mn-ea"/>
                <a:sym typeface="+mn-lt"/>
              </a:rPr>
              <a:t>THREE</a:t>
            </a:r>
            <a:endParaRPr lang="zh-CN" altLang="en-US" sz="6600" dirty="0">
              <a:solidFill>
                <a:srgbClr val="3C4D76"/>
              </a:solidFill>
              <a:effectLst/>
              <a:latin typeface="+mn-lt"/>
              <a:ea typeface="+mn-ea"/>
              <a:cs typeface="+mn-ea"/>
              <a:sym typeface="+mn-lt"/>
            </a:endParaRPr>
          </a:p>
        </p:txBody>
      </p:sp>
      <p:sp>
        <p:nvSpPr>
          <p:cNvPr id="3" name="图文框 2"/>
          <p:cNvSpPr/>
          <p:nvPr/>
        </p:nvSpPr>
        <p:spPr>
          <a:xfrm>
            <a:off x="506174" y="348916"/>
            <a:ext cx="11136328" cy="6206430"/>
          </a:xfrm>
          <a:prstGeom prst="frame">
            <a:avLst>
              <a:gd name="adj1" fmla="val 220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5" name="文本框 4"/>
          <p:cNvSpPr txBox="1"/>
          <p:nvPr/>
        </p:nvSpPr>
        <p:spPr>
          <a:xfrm>
            <a:off x="4645406" y="3789094"/>
            <a:ext cx="4293545" cy="568810"/>
          </a:xfrm>
          <a:prstGeom prst="rect">
            <a:avLst/>
          </a:prstGeom>
          <a:noFill/>
        </p:spPr>
        <p:txBody>
          <a:bodyPr wrap="square" rtlCol="0">
            <a:spAutoFit/>
          </a:bodyPr>
          <a:lstStyle/>
          <a:p>
            <a:pPr algn="r">
              <a:lnSpc>
                <a:spcPct val="150000"/>
              </a:lnSpc>
            </a:pPr>
            <a:r>
              <a:rPr lang="en-US" altLang="zh-CN" sz="1100" spc="200" dirty="0">
                <a:solidFill>
                  <a:srgbClr val="3C4D76"/>
                </a:solidFill>
                <a:cs typeface="+mn-ea"/>
                <a:sym typeface="+mn-lt"/>
              </a:rPr>
              <a:t>Annual summary report of the personnel department PowerPoint Template</a:t>
            </a:r>
            <a:endParaRPr lang="zh-CN" altLang="en-US" sz="1100" spc="200" dirty="0">
              <a:solidFill>
                <a:srgbClr val="3C4D76"/>
              </a:solidFill>
              <a:cs typeface="+mn-ea"/>
              <a:sym typeface="+mn-lt"/>
            </a:endParaRPr>
          </a:p>
        </p:txBody>
      </p:sp>
      <p:sp>
        <p:nvSpPr>
          <p:cNvPr id="6" name="TextBox 52"/>
          <p:cNvSpPr txBox="1"/>
          <p:nvPr/>
        </p:nvSpPr>
        <p:spPr>
          <a:xfrm>
            <a:off x="4247882" y="2794630"/>
            <a:ext cx="5346879" cy="1015663"/>
          </a:xfrm>
          <a:prstGeom prst="rect">
            <a:avLst/>
          </a:prstGeom>
          <a:noFill/>
        </p:spPr>
        <p:txBody>
          <a:bodyPr wrap="square" rtlCol="0">
            <a:spAutoFit/>
          </a:bodyPr>
          <a:lstStyle>
            <a:defPPr>
              <a:defRPr lang="zh-CN"/>
            </a:defPPr>
            <a:lvl1pPr algn="ctr">
              <a:lnSpc>
                <a:spcPct val="100000"/>
              </a:lnSpc>
              <a:defRPr sz="4800" b="1">
                <a:gradFill>
                  <a:gsLst>
                    <a:gs pos="0">
                      <a:srgbClr val="FFEDA1">
                        <a:lumMod val="96000"/>
                        <a:lumOff val="4000"/>
                      </a:srgbClr>
                    </a:gs>
                    <a:gs pos="100000">
                      <a:srgbClr val="7B593B">
                        <a:lumMod val="98000"/>
                      </a:srgbClr>
                    </a:gs>
                    <a:gs pos="83000">
                      <a:srgbClr val="FFCB4B"/>
                    </a:gs>
                  </a:gsLst>
                  <a:lin ang="5400000" scaled="1"/>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sz="6000" dirty="0">
                <a:solidFill>
                  <a:schemeClr val="bg1"/>
                </a:solidFill>
                <a:effectLst/>
                <a:latin typeface="+mn-lt"/>
                <a:ea typeface="+mn-ea"/>
                <a:cs typeface="+mn-ea"/>
                <a:sym typeface="+mn-lt"/>
              </a:rPr>
              <a:t>本书有</a:t>
            </a:r>
            <a:r>
              <a:rPr lang="zh-CN" altLang="en-US" sz="6000" dirty="0">
                <a:solidFill>
                  <a:srgbClr val="3C4D76"/>
                </a:solidFill>
                <a:effectLst/>
                <a:latin typeface="+mn-lt"/>
                <a:ea typeface="+mn-ea"/>
                <a:cs typeface="+mn-ea"/>
                <a:sym typeface="+mn-lt"/>
              </a:rPr>
              <a:t>感</a:t>
            </a:r>
            <a:endParaRPr lang="zh-CN" altLang="en-US" sz="6000" dirty="0">
              <a:solidFill>
                <a:srgbClr val="3C4D76"/>
              </a:solidFill>
              <a:effectLst/>
              <a:latin typeface="+mn-lt"/>
              <a:ea typeface="+mn-ea"/>
              <a:cs typeface="+mn-ea"/>
              <a:sym typeface="+mn-lt"/>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1618" y="1823434"/>
            <a:ext cx="4602050" cy="4602050"/>
          </a:xfrm>
          <a:prstGeom prst="rect">
            <a:avLst/>
          </a:prstGeom>
        </p:spPr>
      </p:pic>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25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115910" y="2292439"/>
            <a:ext cx="11539470" cy="0"/>
          </a:xfrm>
          <a:prstGeom prst="line">
            <a:avLst/>
          </a:prstGeom>
          <a:ln>
            <a:solidFill>
              <a:srgbClr val="3C4D76"/>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609859" y="2060620"/>
            <a:ext cx="463640" cy="463640"/>
          </a:xfrm>
          <a:prstGeom prst="rect">
            <a:avLst/>
          </a:prstGeom>
          <a:solidFill>
            <a:srgbClr val="3C4D76"/>
          </a:solidFill>
          <a:ln>
            <a:solidFill>
              <a:srgbClr val="3C4D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a:off x="4270777" y="2032716"/>
            <a:ext cx="463640" cy="463640"/>
          </a:xfrm>
          <a:prstGeom prst="rect">
            <a:avLst/>
          </a:prstGeom>
          <a:solidFill>
            <a:srgbClr val="3C4D76"/>
          </a:solidFill>
          <a:ln>
            <a:solidFill>
              <a:srgbClr val="3C4D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6931695" y="2045594"/>
            <a:ext cx="463640" cy="463640"/>
          </a:xfrm>
          <a:prstGeom prst="rect">
            <a:avLst/>
          </a:prstGeom>
          <a:solidFill>
            <a:srgbClr val="3C4D76"/>
          </a:solidFill>
          <a:ln>
            <a:solidFill>
              <a:srgbClr val="3C4D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矩形 37"/>
          <p:cNvSpPr/>
          <p:nvPr/>
        </p:nvSpPr>
        <p:spPr>
          <a:xfrm>
            <a:off x="9592614" y="2032716"/>
            <a:ext cx="463640" cy="463640"/>
          </a:xfrm>
          <a:prstGeom prst="rect">
            <a:avLst/>
          </a:prstGeom>
          <a:solidFill>
            <a:srgbClr val="3C4D76"/>
          </a:solidFill>
          <a:ln>
            <a:solidFill>
              <a:srgbClr val="3C4D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734095" y="2859109"/>
            <a:ext cx="2305318" cy="3168203"/>
          </a:xfrm>
          <a:prstGeom prst="rect">
            <a:avLst/>
          </a:prstGeom>
          <a:solidFill>
            <a:srgbClr val="3C4D76"/>
          </a:solidFill>
          <a:ln>
            <a:solidFill>
              <a:srgbClr val="3C4D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矩形 39"/>
          <p:cNvSpPr/>
          <p:nvPr/>
        </p:nvSpPr>
        <p:spPr>
          <a:xfrm>
            <a:off x="3369256" y="2869842"/>
            <a:ext cx="2305318" cy="3168203"/>
          </a:xfrm>
          <a:prstGeom prst="rect">
            <a:avLst/>
          </a:prstGeom>
          <a:solidFill>
            <a:srgbClr val="3C4D76"/>
          </a:solidFill>
          <a:ln>
            <a:solidFill>
              <a:srgbClr val="3C4D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1" name="矩形 40"/>
          <p:cNvSpPr/>
          <p:nvPr/>
        </p:nvSpPr>
        <p:spPr>
          <a:xfrm>
            <a:off x="6004417" y="2869841"/>
            <a:ext cx="2305318" cy="3168203"/>
          </a:xfrm>
          <a:prstGeom prst="rect">
            <a:avLst/>
          </a:prstGeom>
          <a:solidFill>
            <a:srgbClr val="3C4D76"/>
          </a:solidFill>
          <a:ln>
            <a:solidFill>
              <a:srgbClr val="3C4D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矩形 41"/>
          <p:cNvSpPr/>
          <p:nvPr/>
        </p:nvSpPr>
        <p:spPr>
          <a:xfrm>
            <a:off x="8639577" y="2856962"/>
            <a:ext cx="2305318" cy="3168203"/>
          </a:xfrm>
          <a:prstGeom prst="rect">
            <a:avLst/>
          </a:prstGeom>
          <a:solidFill>
            <a:srgbClr val="3C4D76"/>
          </a:solidFill>
          <a:ln>
            <a:solidFill>
              <a:srgbClr val="3C4D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文本框 38"/>
          <p:cNvSpPr txBox="1">
            <a:spLocks noChangeArrowheads="1"/>
          </p:cNvSpPr>
          <p:nvPr/>
        </p:nvSpPr>
        <p:spPr bwMode="auto">
          <a:xfrm>
            <a:off x="1019242" y="3182961"/>
            <a:ext cx="21367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1600" b="1" dirty="0">
                <a:solidFill>
                  <a:schemeClr val="bg1"/>
                </a:solidFill>
                <a:latin typeface="+mn-lt"/>
                <a:ea typeface="+mn-ea"/>
                <a:cs typeface="+mn-ea"/>
                <a:sym typeface="+mn-lt"/>
              </a:rPr>
              <a:t>点此添加您的标题</a:t>
            </a:r>
            <a:endParaRPr lang="zh-CN" altLang="en-US" sz="1600" b="1" dirty="0">
              <a:solidFill>
                <a:schemeClr val="bg1"/>
              </a:solidFill>
              <a:latin typeface="+mn-lt"/>
              <a:ea typeface="+mn-ea"/>
              <a:cs typeface="+mn-ea"/>
              <a:sym typeface="+mn-lt"/>
            </a:endParaRPr>
          </a:p>
        </p:txBody>
      </p:sp>
      <p:sp>
        <p:nvSpPr>
          <p:cNvPr id="44" name="文本框 38"/>
          <p:cNvSpPr txBox="1">
            <a:spLocks noChangeArrowheads="1"/>
          </p:cNvSpPr>
          <p:nvPr/>
        </p:nvSpPr>
        <p:spPr bwMode="auto">
          <a:xfrm>
            <a:off x="3644385" y="3182961"/>
            <a:ext cx="21367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1600" b="1" dirty="0">
                <a:solidFill>
                  <a:schemeClr val="bg1"/>
                </a:solidFill>
                <a:latin typeface="+mn-lt"/>
                <a:ea typeface="+mn-ea"/>
                <a:cs typeface="+mn-ea"/>
                <a:sym typeface="+mn-lt"/>
              </a:rPr>
              <a:t>点此添加您的标题</a:t>
            </a:r>
            <a:endParaRPr lang="zh-CN" altLang="en-US" sz="1600" b="1" dirty="0">
              <a:solidFill>
                <a:schemeClr val="bg1"/>
              </a:solidFill>
              <a:latin typeface="+mn-lt"/>
              <a:ea typeface="+mn-ea"/>
              <a:cs typeface="+mn-ea"/>
              <a:sym typeface="+mn-lt"/>
            </a:endParaRPr>
          </a:p>
        </p:txBody>
      </p:sp>
      <p:sp>
        <p:nvSpPr>
          <p:cNvPr id="45" name="文本框 38"/>
          <p:cNvSpPr txBox="1">
            <a:spLocks noChangeArrowheads="1"/>
          </p:cNvSpPr>
          <p:nvPr/>
        </p:nvSpPr>
        <p:spPr bwMode="auto">
          <a:xfrm>
            <a:off x="6233039" y="3182961"/>
            <a:ext cx="21367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1600" b="1" dirty="0">
                <a:solidFill>
                  <a:schemeClr val="bg1"/>
                </a:solidFill>
                <a:latin typeface="+mn-lt"/>
                <a:ea typeface="+mn-ea"/>
                <a:cs typeface="+mn-ea"/>
                <a:sym typeface="+mn-lt"/>
              </a:rPr>
              <a:t>点此添加您的标题</a:t>
            </a:r>
            <a:endParaRPr lang="zh-CN" altLang="en-US" sz="1600" b="1" dirty="0">
              <a:solidFill>
                <a:schemeClr val="bg1"/>
              </a:solidFill>
              <a:latin typeface="+mn-lt"/>
              <a:ea typeface="+mn-ea"/>
              <a:cs typeface="+mn-ea"/>
              <a:sym typeface="+mn-lt"/>
            </a:endParaRPr>
          </a:p>
        </p:txBody>
      </p:sp>
      <p:sp>
        <p:nvSpPr>
          <p:cNvPr id="46" name="文本框 38"/>
          <p:cNvSpPr txBox="1">
            <a:spLocks noChangeArrowheads="1"/>
          </p:cNvSpPr>
          <p:nvPr/>
        </p:nvSpPr>
        <p:spPr bwMode="auto">
          <a:xfrm>
            <a:off x="8937602" y="3182961"/>
            <a:ext cx="21367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1600" b="1" dirty="0">
                <a:solidFill>
                  <a:schemeClr val="bg1"/>
                </a:solidFill>
                <a:latin typeface="+mn-lt"/>
                <a:ea typeface="+mn-ea"/>
                <a:cs typeface="+mn-ea"/>
                <a:sym typeface="+mn-lt"/>
              </a:rPr>
              <a:t>点此添加您的标题</a:t>
            </a:r>
            <a:endParaRPr lang="zh-CN" altLang="en-US" sz="1600" b="1" dirty="0">
              <a:solidFill>
                <a:schemeClr val="bg1"/>
              </a:solidFill>
              <a:latin typeface="+mn-lt"/>
              <a:ea typeface="+mn-ea"/>
              <a:cs typeface="+mn-ea"/>
              <a:sym typeface="+mn-lt"/>
            </a:endParaRPr>
          </a:p>
        </p:txBody>
      </p:sp>
      <p:sp>
        <p:nvSpPr>
          <p:cNvPr id="47" name="矩形 46"/>
          <p:cNvSpPr/>
          <p:nvPr/>
        </p:nvSpPr>
        <p:spPr>
          <a:xfrm>
            <a:off x="990772" y="4169818"/>
            <a:ext cx="1932732" cy="1721240"/>
          </a:xfrm>
          <a:prstGeom prst="rect">
            <a:avLst/>
          </a:prstGeom>
        </p:spPr>
        <p:txBody>
          <a:bodyPr wrap="square">
            <a:spAutoFit/>
            <a:scene3d>
              <a:camera prst="orthographicFront"/>
              <a:lightRig rig="threePt" dir="t"/>
            </a:scene3d>
            <a:sp3d contourW="6350"/>
          </a:bodyPr>
          <a:lstStyle/>
          <a:p>
            <a:pPr>
              <a:lnSpc>
                <a:spcPct val="150000"/>
              </a:lnSpc>
            </a:pPr>
            <a:r>
              <a:rPr lang="zh-CN" altLang="en-US" sz="1200" dirty="0">
                <a:solidFill>
                  <a:schemeClr val="bg1"/>
                </a:solidFill>
                <a:cs typeface="+mn-ea"/>
                <a:sym typeface="+mn-lt"/>
              </a:rPr>
              <a:t>用户可以在投影仪或者计算机上进行演示也可以将演示文稿打印出来制作成胶片以便应用到更广泛的领域中用户可以在投影仪或者计算机上进行</a:t>
            </a:r>
            <a:endParaRPr lang="zh-CN" altLang="en-US" sz="1200" dirty="0">
              <a:solidFill>
                <a:schemeClr val="bg1"/>
              </a:solidFill>
              <a:cs typeface="+mn-ea"/>
              <a:sym typeface="+mn-lt"/>
            </a:endParaRPr>
          </a:p>
        </p:txBody>
      </p:sp>
      <p:sp>
        <p:nvSpPr>
          <p:cNvPr id="48" name="矩形 47"/>
          <p:cNvSpPr/>
          <p:nvPr/>
        </p:nvSpPr>
        <p:spPr>
          <a:xfrm>
            <a:off x="3654553" y="4169818"/>
            <a:ext cx="1932732" cy="1721240"/>
          </a:xfrm>
          <a:prstGeom prst="rect">
            <a:avLst/>
          </a:prstGeom>
        </p:spPr>
        <p:txBody>
          <a:bodyPr wrap="square">
            <a:spAutoFit/>
            <a:scene3d>
              <a:camera prst="orthographicFront"/>
              <a:lightRig rig="threePt" dir="t"/>
            </a:scene3d>
            <a:sp3d contourW="6350"/>
          </a:bodyPr>
          <a:lstStyle/>
          <a:p>
            <a:pPr>
              <a:lnSpc>
                <a:spcPct val="150000"/>
              </a:lnSpc>
            </a:pPr>
            <a:r>
              <a:rPr lang="zh-CN" altLang="en-US" sz="1200" dirty="0">
                <a:solidFill>
                  <a:schemeClr val="bg1"/>
                </a:solidFill>
                <a:cs typeface="+mn-ea"/>
                <a:sym typeface="+mn-lt"/>
              </a:rPr>
              <a:t>用户可以在投影仪或者计算机上进行演示也可以将演示文稿打印出来制作成胶片以便应用到更广泛的领域中用户可以在投影仪或者计算机上进行</a:t>
            </a:r>
            <a:endParaRPr lang="zh-CN" altLang="en-US" sz="1200" dirty="0">
              <a:solidFill>
                <a:schemeClr val="bg1"/>
              </a:solidFill>
              <a:cs typeface="+mn-ea"/>
              <a:sym typeface="+mn-lt"/>
            </a:endParaRPr>
          </a:p>
        </p:txBody>
      </p:sp>
      <p:sp>
        <p:nvSpPr>
          <p:cNvPr id="49" name="矩形 48"/>
          <p:cNvSpPr/>
          <p:nvPr/>
        </p:nvSpPr>
        <p:spPr>
          <a:xfrm>
            <a:off x="6307600" y="4169818"/>
            <a:ext cx="1932732" cy="1721240"/>
          </a:xfrm>
          <a:prstGeom prst="rect">
            <a:avLst/>
          </a:prstGeom>
        </p:spPr>
        <p:txBody>
          <a:bodyPr wrap="square">
            <a:spAutoFit/>
            <a:scene3d>
              <a:camera prst="orthographicFront"/>
              <a:lightRig rig="threePt" dir="t"/>
            </a:scene3d>
            <a:sp3d contourW="6350"/>
          </a:bodyPr>
          <a:lstStyle/>
          <a:p>
            <a:pPr>
              <a:lnSpc>
                <a:spcPct val="150000"/>
              </a:lnSpc>
            </a:pPr>
            <a:r>
              <a:rPr lang="zh-CN" altLang="en-US" sz="1200" dirty="0">
                <a:solidFill>
                  <a:schemeClr val="bg1"/>
                </a:solidFill>
                <a:cs typeface="+mn-ea"/>
                <a:sym typeface="+mn-lt"/>
              </a:rPr>
              <a:t>用户可以在投影仪或者计算机上进行演示也可以将演示文稿打印出来制作成胶片以便应用到更广泛的领域中用户可以在投影仪或者计算机上进行</a:t>
            </a:r>
            <a:endParaRPr lang="zh-CN" altLang="en-US" sz="1200" dirty="0">
              <a:solidFill>
                <a:schemeClr val="bg1"/>
              </a:solidFill>
              <a:cs typeface="+mn-ea"/>
              <a:sym typeface="+mn-lt"/>
            </a:endParaRPr>
          </a:p>
        </p:txBody>
      </p:sp>
      <p:sp>
        <p:nvSpPr>
          <p:cNvPr id="50" name="矩形 49"/>
          <p:cNvSpPr/>
          <p:nvPr/>
        </p:nvSpPr>
        <p:spPr>
          <a:xfrm>
            <a:off x="8844738" y="4169818"/>
            <a:ext cx="1932732" cy="1721240"/>
          </a:xfrm>
          <a:prstGeom prst="rect">
            <a:avLst/>
          </a:prstGeom>
        </p:spPr>
        <p:txBody>
          <a:bodyPr wrap="square">
            <a:spAutoFit/>
            <a:scene3d>
              <a:camera prst="orthographicFront"/>
              <a:lightRig rig="threePt" dir="t"/>
            </a:scene3d>
            <a:sp3d contourW="6350"/>
          </a:bodyPr>
          <a:lstStyle/>
          <a:p>
            <a:pPr>
              <a:lnSpc>
                <a:spcPct val="150000"/>
              </a:lnSpc>
            </a:pPr>
            <a:r>
              <a:rPr lang="zh-CN" altLang="en-US" sz="1200" dirty="0">
                <a:solidFill>
                  <a:schemeClr val="bg1"/>
                </a:solidFill>
                <a:cs typeface="+mn-ea"/>
                <a:sym typeface="+mn-lt"/>
              </a:rPr>
              <a:t>用户可以在投影仪或者计算机上进行演示也可以将演示文稿打印出来制作成胶片以便应用到更广泛的领域中用户可以在投影仪或者计算机上进行</a:t>
            </a:r>
            <a:endParaRPr lang="zh-CN" altLang="en-US" sz="1200" dirty="0">
              <a:solidFill>
                <a:schemeClr val="bg1"/>
              </a:solidFill>
              <a:cs typeface="+mn-ea"/>
              <a:sym typeface="+mn-lt"/>
            </a:endParaRPr>
          </a:p>
        </p:txBody>
      </p:sp>
      <p:sp>
        <p:nvSpPr>
          <p:cNvPr id="51" name="文本框 38"/>
          <p:cNvSpPr txBox="1">
            <a:spLocks noChangeArrowheads="1"/>
          </p:cNvSpPr>
          <p:nvPr/>
        </p:nvSpPr>
        <p:spPr bwMode="auto">
          <a:xfrm>
            <a:off x="4769142" y="313119"/>
            <a:ext cx="2507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3C4D76"/>
                </a:solidFill>
                <a:latin typeface="+mn-lt"/>
                <a:ea typeface="+mn-ea"/>
                <a:cs typeface="+mn-ea"/>
                <a:sym typeface="+mn-lt"/>
              </a:rPr>
              <a:t>点此添加您的标题</a:t>
            </a:r>
            <a:endParaRPr lang="zh-CN" altLang="en-US" sz="2000" b="1" dirty="0">
              <a:solidFill>
                <a:srgbClr val="3C4D76"/>
              </a:solidFill>
              <a:latin typeface="+mn-lt"/>
              <a:ea typeface="+mn-ea"/>
              <a:cs typeface="+mn-ea"/>
              <a:sym typeface="+mn-lt"/>
            </a:endParaRPr>
          </a:p>
        </p:txBody>
      </p:sp>
      <p:sp>
        <p:nvSpPr>
          <p:cNvPr id="52" name="矩形 51"/>
          <p:cNvSpPr/>
          <p:nvPr/>
        </p:nvSpPr>
        <p:spPr>
          <a:xfrm>
            <a:off x="1158195" y="898585"/>
            <a:ext cx="9273691" cy="867930"/>
          </a:xfrm>
          <a:prstGeom prst="rect">
            <a:avLst/>
          </a:prstGeom>
        </p:spPr>
        <p:txBody>
          <a:bodyPr wrap="square">
            <a:spAutoFit/>
            <a:scene3d>
              <a:camera prst="orthographicFront"/>
              <a:lightRig rig="threePt" dir="t"/>
            </a:scene3d>
            <a:sp3d contourW="6350"/>
          </a:bodyPr>
          <a:lstStyle/>
          <a:p>
            <a:pPr>
              <a:lnSpc>
                <a:spcPct val="120000"/>
              </a:lnSpc>
            </a:pPr>
            <a:r>
              <a:rPr lang="zh-CN" altLang="en-US" sz="1400" dirty="0">
                <a:solidFill>
                  <a:schemeClr val="bg2">
                    <a:lumMod val="25000"/>
                  </a:schemeClr>
                </a:solidFill>
                <a:cs typeface="+mn-ea"/>
                <a:sym typeface="+mn-lt"/>
              </a:rPr>
              <a:t>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a:t>
            </a:r>
            <a:endParaRPr lang="zh-CN" altLang="en-US" sz="1400" dirty="0">
              <a:solidFill>
                <a:schemeClr val="bg2">
                  <a:lumMod val="25000"/>
                </a:schemeClr>
              </a:solidFill>
              <a:cs typeface="+mn-ea"/>
              <a:sym typeface="+mn-lt"/>
            </a:endParaRPr>
          </a:p>
          <a:p>
            <a:pPr>
              <a:lnSpc>
                <a:spcPct val="120000"/>
              </a:lnSpc>
            </a:pPr>
            <a:endParaRPr lang="zh-CN" altLang="en-US" sz="1400" dirty="0">
              <a:solidFill>
                <a:schemeClr val="bg2">
                  <a:lumMod val="25000"/>
                </a:schemeClr>
              </a:solidFill>
              <a:cs typeface="+mn-ea"/>
              <a:sym typeface="+mn-lt"/>
            </a:endParaRPr>
          </a:p>
        </p:txBody>
      </p:sp>
    </p:spTree>
  </p:cSld>
  <p:clrMapOvr>
    <a:masterClrMapping/>
  </p:clrMapOvr>
  <p:transition spd="slow" advClick="0" advTm="3000">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3031" y="2768958"/>
            <a:ext cx="6267718" cy="360608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矩形 37"/>
          <p:cNvSpPr/>
          <p:nvPr/>
        </p:nvSpPr>
        <p:spPr>
          <a:xfrm>
            <a:off x="7662929" y="0"/>
            <a:ext cx="3245477" cy="6858000"/>
          </a:xfrm>
          <a:prstGeom prst="rect">
            <a:avLst/>
          </a:pr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314" name="文本框 38"/>
          <p:cNvSpPr txBox="1">
            <a:spLocks noChangeArrowheads="1"/>
          </p:cNvSpPr>
          <p:nvPr/>
        </p:nvSpPr>
        <p:spPr bwMode="auto">
          <a:xfrm>
            <a:off x="839220" y="365381"/>
            <a:ext cx="2507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3C4D76"/>
                </a:solidFill>
                <a:latin typeface="+mn-lt"/>
                <a:ea typeface="+mn-ea"/>
                <a:cs typeface="+mn-ea"/>
                <a:sym typeface="+mn-lt"/>
              </a:rPr>
              <a:t>点此添加您的标题</a:t>
            </a:r>
            <a:endParaRPr lang="zh-CN" altLang="en-US" sz="2000" b="1" dirty="0">
              <a:solidFill>
                <a:srgbClr val="3C4D76"/>
              </a:solidFill>
              <a:latin typeface="+mn-lt"/>
              <a:ea typeface="+mn-ea"/>
              <a:cs typeface="+mn-ea"/>
              <a:sym typeface="+mn-lt"/>
            </a:endParaRPr>
          </a:p>
        </p:txBody>
      </p:sp>
      <p:grpSp>
        <p:nvGrpSpPr>
          <p:cNvPr id="13315" name="组合 3"/>
          <p:cNvGrpSpPr/>
          <p:nvPr/>
        </p:nvGrpSpPr>
        <p:grpSpPr bwMode="auto">
          <a:xfrm>
            <a:off x="377155" y="427262"/>
            <a:ext cx="238125" cy="347662"/>
            <a:chOff x="0" y="0"/>
            <a:chExt cx="569789" cy="829904"/>
          </a:xfrm>
        </p:grpSpPr>
        <p:sp>
          <p:nvSpPr>
            <p:cNvPr id="13316" name="菱形 39"/>
            <p:cNvSpPr>
              <a:spLocks noChangeArrowheads="1"/>
            </p:cNvSpPr>
            <p:nvPr/>
          </p:nvSpPr>
          <p:spPr bwMode="auto">
            <a:xfrm>
              <a:off x="0" y="0"/>
              <a:ext cx="569789" cy="569790"/>
            </a:xfrm>
            <a:prstGeom prst="diamond">
              <a:avLst/>
            </a:prstGeom>
            <a:noFill/>
            <a:ln w="12700">
              <a:solidFill>
                <a:schemeClr val="bg1"/>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3317" name="菱形 40"/>
            <p:cNvSpPr>
              <a:spLocks noChangeArrowheads="1"/>
            </p:cNvSpPr>
            <p:nvPr/>
          </p:nvSpPr>
          <p:spPr bwMode="auto">
            <a:xfrm>
              <a:off x="0" y="260114"/>
              <a:ext cx="569789" cy="569790"/>
            </a:xfrm>
            <a:prstGeom prst="diamond">
              <a:avLst/>
            </a:prstGeom>
            <a:noFill/>
            <a:ln w="12700">
              <a:solidFill>
                <a:schemeClr val="bg1"/>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gr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233375" y="553790"/>
            <a:ext cx="5673145" cy="5673145"/>
          </a:xfrm>
          <a:prstGeom prst="rect">
            <a:avLst/>
          </a:prstGeom>
        </p:spPr>
      </p:pic>
      <p:sp>
        <p:nvSpPr>
          <p:cNvPr id="5" name="矩形标注 4"/>
          <p:cNvSpPr/>
          <p:nvPr/>
        </p:nvSpPr>
        <p:spPr>
          <a:xfrm rot="10800000">
            <a:off x="317679" y="2704562"/>
            <a:ext cx="6237667" cy="3425780"/>
          </a:xfrm>
          <a:prstGeom prst="wedgeRectCallout">
            <a:avLst>
              <a:gd name="adj1" fmla="val -32465"/>
              <a:gd name="adj2" fmla="val 62500"/>
            </a:avLst>
          </a:prstGeom>
          <a:noFill/>
          <a:ln w="57150">
            <a:solidFill>
              <a:srgbClr val="3C4D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文本框 38"/>
          <p:cNvSpPr txBox="1">
            <a:spLocks noChangeArrowheads="1"/>
          </p:cNvSpPr>
          <p:nvPr/>
        </p:nvSpPr>
        <p:spPr bwMode="auto">
          <a:xfrm>
            <a:off x="4161688" y="1830678"/>
            <a:ext cx="2136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b="1" dirty="0">
                <a:solidFill>
                  <a:srgbClr val="3C4D76"/>
                </a:solidFill>
                <a:latin typeface="+mn-lt"/>
                <a:ea typeface="+mn-ea"/>
                <a:cs typeface="+mn-ea"/>
                <a:sym typeface="+mn-lt"/>
              </a:rPr>
              <a:t>点此添加您的标题</a:t>
            </a:r>
            <a:endParaRPr lang="zh-CN" altLang="en-US" b="1" dirty="0">
              <a:solidFill>
                <a:srgbClr val="3C4D76"/>
              </a:solidFill>
              <a:latin typeface="+mn-lt"/>
              <a:ea typeface="+mn-ea"/>
              <a:cs typeface="+mn-ea"/>
              <a:sym typeface="+mn-lt"/>
            </a:endParaRPr>
          </a:p>
        </p:txBody>
      </p:sp>
      <p:sp>
        <p:nvSpPr>
          <p:cNvPr id="44" name="文本框 38"/>
          <p:cNvSpPr txBox="1">
            <a:spLocks noChangeArrowheads="1"/>
          </p:cNvSpPr>
          <p:nvPr/>
        </p:nvSpPr>
        <p:spPr bwMode="auto">
          <a:xfrm>
            <a:off x="4174567" y="1405676"/>
            <a:ext cx="2136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b="1" dirty="0">
                <a:solidFill>
                  <a:srgbClr val="3C4D76"/>
                </a:solidFill>
                <a:latin typeface="+mn-lt"/>
                <a:ea typeface="+mn-ea"/>
                <a:cs typeface="+mn-ea"/>
                <a:sym typeface="+mn-lt"/>
              </a:rPr>
              <a:t>点此添加您的标题</a:t>
            </a:r>
            <a:endParaRPr lang="zh-CN" altLang="en-US" b="1" dirty="0">
              <a:solidFill>
                <a:srgbClr val="3C4D76"/>
              </a:solidFill>
              <a:latin typeface="+mn-lt"/>
              <a:ea typeface="+mn-ea"/>
              <a:cs typeface="+mn-ea"/>
              <a:sym typeface="+mn-lt"/>
            </a:endParaRPr>
          </a:p>
        </p:txBody>
      </p:sp>
      <p:sp>
        <p:nvSpPr>
          <p:cNvPr id="45" name="矩形 44"/>
          <p:cNvSpPr/>
          <p:nvPr/>
        </p:nvSpPr>
        <p:spPr>
          <a:xfrm>
            <a:off x="913497" y="3087992"/>
            <a:ext cx="5358513" cy="3000821"/>
          </a:xfrm>
          <a:prstGeom prst="rect">
            <a:avLst/>
          </a:prstGeom>
        </p:spPr>
        <p:txBody>
          <a:bodyPr wrap="square">
            <a:spAutoFit/>
            <a:scene3d>
              <a:camera prst="orthographicFront"/>
              <a:lightRig rig="threePt" dir="t"/>
            </a:scene3d>
            <a:sp3d contourW="6350"/>
          </a:bodyPr>
          <a:lstStyle/>
          <a:p>
            <a:pPr>
              <a:lnSpc>
                <a:spcPct val="150000"/>
              </a:lnSpc>
            </a:pPr>
            <a:r>
              <a:rPr lang="zh-CN" altLang="en-US" sz="1400" dirty="0">
                <a:solidFill>
                  <a:schemeClr val="bg1"/>
                </a:solidFill>
                <a:cs typeface="+mn-ea"/>
                <a:sym typeface="+mn-lt"/>
              </a:rPr>
              <a:t>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a:t>
            </a:r>
            <a:endParaRPr lang="zh-CN" altLang="en-US" sz="1400" dirty="0">
              <a:solidFill>
                <a:schemeClr val="bg1"/>
              </a:solidFill>
              <a:cs typeface="+mn-ea"/>
              <a:sym typeface="+mn-lt"/>
            </a:endParaRPr>
          </a:p>
          <a:p>
            <a:pPr>
              <a:lnSpc>
                <a:spcPct val="150000"/>
              </a:lnSpc>
            </a:pPr>
            <a:endParaRPr lang="zh-CN" altLang="en-US" sz="1400" dirty="0">
              <a:solidFill>
                <a:schemeClr val="bg1"/>
              </a:solidFill>
              <a:cs typeface="+mn-ea"/>
              <a:sym typeface="+mn-lt"/>
            </a:endParaRPr>
          </a:p>
          <a:p>
            <a:pPr>
              <a:lnSpc>
                <a:spcPct val="150000"/>
              </a:lnSpc>
            </a:pPr>
            <a:endParaRPr lang="zh-CN" altLang="en-US" sz="1400" dirty="0">
              <a:solidFill>
                <a:schemeClr val="bg1"/>
              </a:solidFill>
              <a:cs typeface="+mn-ea"/>
              <a:sym typeface="+mn-lt"/>
            </a:endParaRPr>
          </a:p>
        </p:txBody>
      </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55974" y="-331304"/>
            <a:ext cx="6858000" cy="6858000"/>
          </a:xfrm>
          <a:prstGeom prst="rect">
            <a:avLst/>
          </a:prstGeom>
        </p:spPr>
      </p:pic>
    </p:spTree>
  </p:cSld>
  <p:clrMapOvr>
    <a:masterClrMapping/>
  </p:clrMapOvr>
  <p:transition spd="slow" advClick="0" advTm="3000">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矩形 74"/>
          <p:cNvSpPr/>
          <p:nvPr/>
        </p:nvSpPr>
        <p:spPr>
          <a:xfrm>
            <a:off x="811369" y="502276"/>
            <a:ext cx="10509161" cy="5563673"/>
          </a:xfrm>
          <a:prstGeom prst="rect">
            <a:avLst/>
          </a:pr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心形 1"/>
          <p:cNvSpPr/>
          <p:nvPr/>
        </p:nvSpPr>
        <p:spPr>
          <a:xfrm>
            <a:off x="1287887" y="321972"/>
            <a:ext cx="721217" cy="695459"/>
          </a:xfrm>
          <a:prstGeom prst="hear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7" name="任意多边形 96"/>
          <p:cNvSpPr/>
          <p:nvPr/>
        </p:nvSpPr>
        <p:spPr>
          <a:xfrm>
            <a:off x="5864180" y="1362610"/>
            <a:ext cx="4683617" cy="3743862"/>
          </a:xfrm>
          <a:custGeom>
            <a:avLst/>
            <a:gdLst>
              <a:gd name="connsiteX0" fmla="*/ 1454370 w 4683617"/>
              <a:gd name="connsiteY0" fmla="*/ 3600008 h 3743862"/>
              <a:gd name="connsiteX1" fmla="*/ 1524348 w 4683617"/>
              <a:gd name="connsiteY1" fmla="*/ 3671935 h 3743862"/>
              <a:gd name="connsiteX2" fmla="*/ 1454370 w 4683617"/>
              <a:gd name="connsiteY2" fmla="*/ 3743862 h 3743862"/>
              <a:gd name="connsiteX3" fmla="*/ 1384391 w 4683617"/>
              <a:gd name="connsiteY3" fmla="*/ 3671935 h 3743862"/>
              <a:gd name="connsiteX4" fmla="*/ 1454370 w 4683617"/>
              <a:gd name="connsiteY4" fmla="*/ 3600008 h 3743862"/>
              <a:gd name="connsiteX5" fmla="*/ 1264029 w 4683617"/>
              <a:gd name="connsiteY5" fmla="*/ 3600008 h 3743862"/>
              <a:gd name="connsiteX6" fmla="*/ 1334007 w 4683617"/>
              <a:gd name="connsiteY6" fmla="*/ 3671935 h 3743862"/>
              <a:gd name="connsiteX7" fmla="*/ 1264029 w 4683617"/>
              <a:gd name="connsiteY7" fmla="*/ 3743862 h 3743862"/>
              <a:gd name="connsiteX8" fmla="*/ 1194051 w 4683617"/>
              <a:gd name="connsiteY8" fmla="*/ 3671935 h 3743862"/>
              <a:gd name="connsiteX9" fmla="*/ 1264029 w 4683617"/>
              <a:gd name="connsiteY9" fmla="*/ 3600008 h 3743862"/>
              <a:gd name="connsiteX10" fmla="*/ 1056893 w 4683617"/>
              <a:gd name="connsiteY10" fmla="*/ 3600008 h 3743862"/>
              <a:gd name="connsiteX11" fmla="*/ 1126872 w 4683617"/>
              <a:gd name="connsiteY11" fmla="*/ 3671935 h 3743862"/>
              <a:gd name="connsiteX12" fmla="*/ 1056893 w 4683617"/>
              <a:gd name="connsiteY12" fmla="*/ 3743862 h 3743862"/>
              <a:gd name="connsiteX13" fmla="*/ 986915 w 4683617"/>
              <a:gd name="connsiteY13" fmla="*/ 3671935 h 3743862"/>
              <a:gd name="connsiteX14" fmla="*/ 1056893 w 4683617"/>
              <a:gd name="connsiteY14" fmla="*/ 3600008 h 3743862"/>
              <a:gd name="connsiteX15" fmla="*/ 867485 w 4683617"/>
              <a:gd name="connsiteY15" fmla="*/ 3600008 h 3743862"/>
              <a:gd name="connsiteX16" fmla="*/ 937463 w 4683617"/>
              <a:gd name="connsiteY16" fmla="*/ 3671935 h 3743862"/>
              <a:gd name="connsiteX17" fmla="*/ 867485 w 4683617"/>
              <a:gd name="connsiteY17" fmla="*/ 3743862 h 3743862"/>
              <a:gd name="connsiteX18" fmla="*/ 797507 w 4683617"/>
              <a:gd name="connsiteY18" fmla="*/ 3671935 h 3743862"/>
              <a:gd name="connsiteX19" fmla="*/ 867485 w 4683617"/>
              <a:gd name="connsiteY19" fmla="*/ 3600008 h 3743862"/>
              <a:gd name="connsiteX20" fmla="*/ 658125 w 4683617"/>
              <a:gd name="connsiteY20" fmla="*/ 3598746 h 3743862"/>
              <a:gd name="connsiteX21" fmla="*/ 728103 w 4683617"/>
              <a:gd name="connsiteY21" fmla="*/ 3670673 h 3743862"/>
              <a:gd name="connsiteX22" fmla="*/ 658125 w 4683617"/>
              <a:gd name="connsiteY22" fmla="*/ 3742600 h 3743862"/>
              <a:gd name="connsiteX23" fmla="*/ 588146 w 4683617"/>
              <a:gd name="connsiteY23" fmla="*/ 3670673 h 3743862"/>
              <a:gd name="connsiteX24" fmla="*/ 658125 w 4683617"/>
              <a:gd name="connsiteY24" fmla="*/ 3598746 h 3743862"/>
              <a:gd name="connsiteX25" fmla="*/ 467784 w 4683617"/>
              <a:gd name="connsiteY25" fmla="*/ 3598746 h 3743862"/>
              <a:gd name="connsiteX26" fmla="*/ 537763 w 4683617"/>
              <a:gd name="connsiteY26" fmla="*/ 3670673 h 3743862"/>
              <a:gd name="connsiteX27" fmla="*/ 467784 w 4683617"/>
              <a:gd name="connsiteY27" fmla="*/ 3742600 h 3743862"/>
              <a:gd name="connsiteX28" fmla="*/ 397806 w 4683617"/>
              <a:gd name="connsiteY28" fmla="*/ 3670673 h 3743862"/>
              <a:gd name="connsiteX29" fmla="*/ 467784 w 4683617"/>
              <a:gd name="connsiteY29" fmla="*/ 3598746 h 3743862"/>
              <a:gd name="connsiteX30" fmla="*/ 260648 w 4683617"/>
              <a:gd name="connsiteY30" fmla="*/ 3598746 h 3743862"/>
              <a:gd name="connsiteX31" fmla="*/ 330627 w 4683617"/>
              <a:gd name="connsiteY31" fmla="*/ 3670673 h 3743862"/>
              <a:gd name="connsiteX32" fmla="*/ 260648 w 4683617"/>
              <a:gd name="connsiteY32" fmla="*/ 3742600 h 3743862"/>
              <a:gd name="connsiteX33" fmla="*/ 190670 w 4683617"/>
              <a:gd name="connsiteY33" fmla="*/ 3670673 h 3743862"/>
              <a:gd name="connsiteX34" fmla="*/ 260648 w 4683617"/>
              <a:gd name="connsiteY34" fmla="*/ 3598746 h 3743862"/>
              <a:gd name="connsiteX35" fmla="*/ 71240 w 4683617"/>
              <a:gd name="connsiteY35" fmla="*/ 3598746 h 3743862"/>
              <a:gd name="connsiteX36" fmla="*/ 141218 w 4683617"/>
              <a:gd name="connsiteY36" fmla="*/ 3670673 h 3743862"/>
              <a:gd name="connsiteX37" fmla="*/ 71240 w 4683617"/>
              <a:gd name="connsiteY37" fmla="*/ 3742600 h 3743862"/>
              <a:gd name="connsiteX38" fmla="*/ 1262 w 4683617"/>
              <a:gd name="connsiteY38" fmla="*/ 3670673 h 3743862"/>
              <a:gd name="connsiteX39" fmla="*/ 71240 w 4683617"/>
              <a:gd name="connsiteY39" fmla="*/ 3598746 h 3743862"/>
              <a:gd name="connsiteX40" fmla="*/ 2241780 w 4683617"/>
              <a:gd name="connsiteY40" fmla="*/ 3592436 h 3743862"/>
              <a:gd name="connsiteX41" fmla="*/ 2311758 w 4683617"/>
              <a:gd name="connsiteY41" fmla="*/ 3664363 h 3743862"/>
              <a:gd name="connsiteX42" fmla="*/ 2241780 w 4683617"/>
              <a:gd name="connsiteY42" fmla="*/ 3736290 h 3743862"/>
              <a:gd name="connsiteX43" fmla="*/ 2171802 w 4683617"/>
              <a:gd name="connsiteY43" fmla="*/ 3664363 h 3743862"/>
              <a:gd name="connsiteX44" fmla="*/ 2241780 w 4683617"/>
              <a:gd name="connsiteY44" fmla="*/ 3592436 h 3743862"/>
              <a:gd name="connsiteX45" fmla="*/ 2051439 w 4683617"/>
              <a:gd name="connsiteY45" fmla="*/ 3592436 h 3743862"/>
              <a:gd name="connsiteX46" fmla="*/ 2121418 w 4683617"/>
              <a:gd name="connsiteY46" fmla="*/ 3664363 h 3743862"/>
              <a:gd name="connsiteX47" fmla="*/ 2051439 w 4683617"/>
              <a:gd name="connsiteY47" fmla="*/ 3736290 h 3743862"/>
              <a:gd name="connsiteX48" fmla="*/ 1981461 w 4683617"/>
              <a:gd name="connsiteY48" fmla="*/ 3664363 h 3743862"/>
              <a:gd name="connsiteX49" fmla="*/ 2051439 w 4683617"/>
              <a:gd name="connsiteY49" fmla="*/ 3592436 h 3743862"/>
              <a:gd name="connsiteX50" fmla="*/ 1844304 w 4683617"/>
              <a:gd name="connsiteY50" fmla="*/ 3592436 h 3743862"/>
              <a:gd name="connsiteX51" fmla="*/ 1914282 w 4683617"/>
              <a:gd name="connsiteY51" fmla="*/ 3664363 h 3743862"/>
              <a:gd name="connsiteX52" fmla="*/ 1844304 w 4683617"/>
              <a:gd name="connsiteY52" fmla="*/ 3736290 h 3743862"/>
              <a:gd name="connsiteX53" fmla="*/ 1774326 w 4683617"/>
              <a:gd name="connsiteY53" fmla="*/ 3664363 h 3743862"/>
              <a:gd name="connsiteX54" fmla="*/ 1844304 w 4683617"/>
              <a:gd name="connsiteY54" fmla="*/ 3592436 h 3743862"/>
              <a:gd name="connsiteX55" fmla="*/ 1654896 w 4683617"/>
              <a:gd name="connsiteY55" fmla="*/ 3592436 h 3743862"/>
              <a:gd name="connsiteX56" fmla="*/ 1724874 w 4683617"/>
              <a:gd name="connsiteY56" fmla="*/ 3664363 h 3743862"/>
              <a:gd name="connsiteX57" fmla="*/ 1654896 w 4683617"/>
              <a:gd name="connsiteY57" fmla="*/ 3736290 h 3743862"/>
              <a:gd name="connsiteX58" fmla="*/ 1584917 w 4683617"/>
              <a:gd name="connsiteY58" fmla="*/ 3664363 h 3743862"/>
              <a:gd name="connsiteX59" fmla="*/ 1654896 w 4683617"/>
              <a:gd name="connsiteY59" fmla="*/ 3592436 h 3743862"/>
              <a:gd name="connsiteX60" fmla="*/ 3826228 w 4683617"/>
              <a:gd name="connsiteY60" fmla="*/ 3589275 h 3743862"/>
              <a:gd name="connsiteX61" fmla="*/ 3896206 w 4683617"/>
              <a:gd name="connsiteY61" fmla="*/ 3661202 h 3743862"/>
              <a:gd name="connsiteX62" fmla="*/ 3826228 w 4683617"/>
              <a:gd name="connsiteY62" fmla="*/ 3733129 h 3743862"/>
              <a:gd name="connsiteX63" fmla="*/ 3756250 w 4683617"/>
              <a:gd name="connsiteY63" fmla="*/ 3661202 h 3743862"/>
              <a:gd name="connsiteX64" fmla="*/ 3826228 w 4683617"/>
              <a:gd name="connsiteY64" fmla="*/ 3589275 h 3743862"/>
              <a:gd name="connsiteX65" fmla="*/ 3635888 w 4683617"/>
              <a:gd name="connsiteY65" fmla="*/ 3589275 h 3743862"/>
              <a:gd name="connsiteX66" fmla="*/ 3705866 w 4683617"/>
              <a:gd name="connsiteY66" fmla="*/ 3661202 h 3743862"/>
              <a:gd name="connsiteX67" fmla="*/ 3635888 w 4683617"/>
              <a:gd name="connsiteY67" fmla="*/ 3733129 h 3743862"/>
              <a:gd name="connsiteX68" fmla="*/ 3565910 w 4683617"/>
              <a:gd name="connsiteY68" fmla="*/ 3661202 h 3743862"/>
              <a:gd name="connsiteX69" fmla="*/ 3635888 w 4683617"/>
              <a:gd name="connsiteY69" fmla="*/ 3589275 h 3743862"/>
              <a:gd name="connsiteX70" fmla="*/ 3428752 w 4683617"/>
              <a:gd name="connsiteY70" fmla="*/ 3589275 h 3743862"/>
              <a:gd name="connsiteX71" fmla="*/ 3498730 w 4683617"/>
              <a:gd name="connsiteY71" fmla="*/ 3661202 h 3743862"/>
              <a:gd name="connsiteX72" fmla="*/ 3428752 w 4683617"/>
              <a:gd name="connsiteY72" fmla="*/ 3733129 h 3743862"/>
              <a:gd name="connsiteX73" fmla="*/ 3358774 w 4683617"/>
              <a:gd name="connsiteY73" fmla="*/ 3661202 h 3743862"/>
              <a:gd name="connsiteX74" fmla="*/ 3428752 w 4683617"/>
              <a:gd name="connsiteY74" fmla="*/ 3589275 h 3743862"/>
              <a:gd name="connsiteX75" fmla="*/ 3239344 w 4683617"/>
              <a:gd name="connsiteY75" fmla="*/ 3589275 h 3743862"/>
              <a:gd name="connsiteX76" fmla="*/ 3309322 w 4683617"/>
              <a:gd name="connsiteY76" fmla="*/ 3661202 h 3743862"/>
              <a:gd name="connsiteX77" fmla="*/ 3239344 w 4683617"/>
              <a:gd name="connsiteY77" fmla="*/ 3733129 h 3743862"/>
              <a:gd name="connsiteX78" fmla="*/ 3169365 w 4683617"/>
              <a:gd name="connsiteY78" fmla="*/ 3661202 h 3743862"/>
              <a:gd name="connsiteX79" fmla="*/ 3239344 w 4683617"/>
              <a:gd name="connsiteY79" fmla="*/ 3589275 h 3743862"/>
              <a:gd name="connsiteX80" fmla="*/ 3029984 w 4683617"/>
              <a:gd name="connsiteY80" fmla="*/ 3588013 h 3743862"/>
              <a:gd name="connsiteX81" fmla="*/ 3099962 w 4683617"/>
              <a:gd name="connsiteY81" fmla="*/ 3659940 h 3743862"/>
              <a:gd name="connsiteX82" fmla="*/ 3029984 w 4683617"/>
              <a:gd name="connsiteY82" fmla="*/ 3731867 h 3743862"/>
              <a:gd name="connsiteX83" fmla="*/ 2960005 w 4683617"/>
              <a:gd name="connsiteY83" fmla="*/ 3659940 h 3743862"/>
              <a:gd name="connsiteX84" fmla="*/ 3029984 w 4683617"/>
              <a:gd name="connsiteY84" fmla="*/ 3588013 h 3743862"/>
              <a:gd name="connsiteX85" fmla="*/ 2839643 w 4683617"/>
              <a:gd name="connsiteY85" fmla="*/ 3588013 h 3743862"/>
              <a:gd name="connsiteX86" fmla="*/ 2909621 w 4683617"/>
              <a:gd name="connsiteY86" fmla="*/ 3659940 h 3743862"/>
              <a:gd name="connsiteX87" fmla="*/ 2839643 w 4683617"/>
              <a:gd name="connsiteY87" fmla="*/ 3731867 h 3743862"/>
              <a:gd name="connsiteX88" fmla="*/ 2769665 w 4683617"/>
              <a:gd name="connsiteY88" fmla="*/ 3659940 h 3743862"/>
              <a:gd name="connsiteX89" fmla="*/ 2839643 w 4683617"/>
              <a:gd name="connsiteY89" fmla="*/ 3588013 h 3743862"/>
              <a:gd name="connsiteX90" fmla="*/ 2632507 w 4683617"/>
              <a:gd name="connsiteY90" fmla="*/ 3588013 h 3743862"/>
              <a:gd name="connsiteX91" fmla="*/ 2702486 w 4683617"/>
              <a:gd name="connsiteY91" fmla="*/ 3659940 h 3743862"/>
              <a:gd name="connsiteX92" fmla="*/ 2632507 w 4683617"/>
              <a:gd name="connsiteY92" fmla="*/ 3731867 h 3743862"/>
              <a:gd name="connsiteX93" fmla="*/ 2562529 w 4683617"/>
              <a:gd name="connsiteY93" fmla="*/ 3659940 h 3743862"/>
              <a:gd name="connsiteX94" fmla="*/ 2632507 w 4683617"/>
              <a:gd name="connsiteY94" fmla="*/ 3588013 h 3743862"/>
              <a:gd name="connsiteX95" fmla="*/ 2443099 w 4683617"/>
              <a:gd name="connsiteY95" fmla="*/ 3588013 h 3743862"/>
              <a:gd name="connsiteX96" fmla="*/ 2513077 w 4683617"/>
              <a:gd name="connsiteY96" fmla="*/ 3659940 h 3743862"/>
              <a:gd name="connsiteX97" fmla="*/ 2443099 w 4683617"/>
              <a:gd name="connsiteY97" fmla="*/ 3731867 h 3743862"/>
              <a:gd name="connsiteX98" fmla="*/ 2373121 w 4683617"/>
              <a:gd name="connsiteY98" fmla="*/ 3659940 h 3743862"/>
              <a:gd name="connsiteX99" fmla="*/ 2443099 w 4683617"/>
              <a:gd name="connsiteY99" fmla="*/ 3588013 h 3743862"/>
              <a:gd name="connsiteX100" fmla="*/ 4613639 w 4683617"/>
              <a:gd name="connsiteY100" fmla="*/ 3581703 h 3743862"/>
              <a:gd name="connsiteX101" fmla="*/ 4683617 w 4683617"/>
              <a:gd name="connsiteY101" fmla="*/ 3653630 h 3743862"/>
              <a:gd name="connsiteX102" fmla="*/ 4613639 w 4683617"/>
              <a:gd name="connsiteY102" fmla="*/ 3725557 h 3743862"/>
              <a:gd name="connsiteX103" fmla="*/ 4543660 w 4683617"/>
              <a:gd name="connsiteY103" fmla="*/ 3653630 h 3743862"/>
              <a:gd name="connsiteX104" fmla="*/ 4613639 w 4683617"/>
              <a:gd name="connsiteY104" fmla="*/ 3581703 h 3743862"/>
              <a:gd name="connsiteX105" fmla="*/ 4423298 w 4683617"/>
              <a:gd name="connsiteY105" fmla="*/ 3581703 h 3743862"/>
              <a:gd name="connsiteX106" fmla="*/ 4493276 w 4683617"/>
              <a:gd name="connsiteY106" fmla="*/ 3653630 h 3743862"/>
              <a:gd name="connsiteX107" fmla="*/ 4423298 w 4683617"/>
              <a:gd name="connsiteY107" fmla="*/ 3725557 h 3743862"/>
              <a:gd name="connsiteX108" fmla="*/ 4353320 w 4683617"/>
              <a:gd name="connsiteY108" fmla="*/ 3653630 h 3743862"/>
              <a:gd name="connsiteX109" fmla="*/ 4423298 w 4683617"/>
              <a:gd name="connsiteY109" fmla="*/ 3581703 h 3743862"/>
              <a:gd name="connsiteX110" fmla="*/ 4216162 w 4683617"/>
              <a:gd name="connsiteY110" fmla="*/ 3581703 h 3743862"/>
              <a:gd name="connsiteX111" fmla="*/ 4286141 w 4683617"/>
              <a:gd name="connsiteY111" fmla="*/ 3653630 h 3743862"/>
              <a:gd name="connsiteX112" fmla="*/ 4216162 w 4683617"/>
              <a:gd name="connsiteY112" fmla="*/ 3725557 h 3743862"/>
              <a:gd name="connsiteX113" fmla="*/ 4146184 w 4683617"/>
              <a:gd name="connsiteY113" fmla="*/ 3653630 h 3743862"/>
              <a:gd name="connsiteX114" fmla="*/ 4216162 w 4683617"/>
              <a:gd name="connsiteY114" fmla="*/ 3581703 h 3743862"/>
              <a:gd name="connsiteX115" fmla="*/ 4026754 w 4683617"/>
              <a:gd name="connsiteY115" fmla="*/ 3581703 h 3743862"/>
              <a:gd name="connsiteX116" fmla="*/ 4096732 w 4683617"/>
              <a:gd name="connsiteY116" fmla="*/ 3653630 h 3743862"/>
              <a:gd name="connsiteX117" fmla="*/ 4026754 w 4683617"/>
              <a:gd name="connsiteY117" fmla="*/ 3725557 h 3743862"/>
              <a:gd name="connsiteX118" fmla="*/ 3956776 w 4683617"/>
              <a:gd name="connsiteY118" fmla="*/ 3653630 h 3743862"/>
              <a:gd name="connsiteX119" fmla="*/ 4026754 w 4683617"/>
              <a:gd name="connsiteY119" fmla="*/ 3581703 h 3743862"/>
              <a:gd name="connsiteX120" fmla="*/ 1454370 w 4683617"/>
              <a:gd name="connsiteY120" fmla="*/ 3410726 h 3743862"/>
              <a:gd name="connsiteX121" fmla="*/ 1524348 w 4683617"/>
              <a:gd name="connsiteY121" fmla="*/ 3482653 h 3743862"/>
              <a:gd name="connsiteX122" fmla="*/ 1454370 w 4683617"/>
              <a:gd name="connsiteY122" fmla="*/ 3554581 h 3743862"/>
              <a:gd name="connsiteX123" fmla="*/ 1384391 w 4683617"/>
              <a:gd name="connsiteY123" fmla="*/ 3482653 h 3743862"/>
              <a:gd name="connsiteX124" fmla="*/ 1454370 w 4683617"/>
              <a:gd name="connsiteY124" fmla="*/ 3410726 h 3743862"/>
              <a:gd name="connsiteX125" fmla="*/ 1264029 w 4683617"/>
              <a:gd name="connsiteY125" fmla="*/ 3410726 h 3743862"/>
              <a:gd name="connsiteX126" fmla="*/ 1334007 w 4683617"/>
              <a:gd name="connsiteY126" fmla="*/ 3482653 h 3743862"/>
              <a:gd name="connsiteX127" fmla="*/ 1264029 w 4683617"/>
              <a:gd name="connsiteY127" fmla="*/ 3554581 h 3743862"/>
              <a:gd name="connsiteX128" fmla="*/ 1194051 w 4683617"/>
              <a:gd name="connsiteY128" fmla="*/ 3482653 h 3743862"/>
              <a:gd name="connsiteX129" fmla="*/ 1264029 w 4683617"/>
              <a:gd name="connsiteY129" fmla="*/ 3410726 h 3743862"/>
              <a:gd name="connsiteX130" fmla="*/ 1056893 w 4683617"/>
              <a:gd name="connsiteY130" fmla="*/ 3410726 h 3743862"/>
              <a:gd name="connsiteX131" fmla="*/ 1126872 w 4683617"/>
              <a:gd name="connsiteY131" fmla="*/ 3482653 h 3743862"/>
              <a:gd name="connsiteX132" fmla="*/ 1056893 w 4683617"/>
              <a:gd name="connsiteY132" fmla="*/ 3554581 h 3743862"/>
              <a:gd name="connsiteX133" fmla="*/ 986915 w 4683617"/>
              <a:gd name="connsiteY133" fmla="*/ 3482653 h 3743862"/>
              <a:gd name="connsiteX134" fmla="*/ 1056893 w 4683617"/>
              <a:gd name="connsiteY134" fmla="*/ 3410726 h 3743862"/>
              <a:gd name="connsiteX135" fmla="*/ 867485 w 4683617"/>
              <a:gd name="connsiteY135" fmla="*/ 3410726 h 3743862"/>
              <a:gd name="connsiteX136" fmla="*/ 937463 w 4683617"/>
              <a:gd name="connsiteY136" fmla="*/ 3482653 h 3743862"/>
              <a:gd name="connsiteX137" fmla="*/ 867485 w 4683617"/>
              <a:gd name="connsiteY137" fmla="*/ 3554581 h 3743862"/>
              <a:gd name="connsiteX138" fmla="*/ 797507 w 4683617"/>
              <a:gd name="connsiteY138" fmla="*/ 3482653 h 3743862"/>
              <a:gd name="connsiteX139" fmla="*/ 867485 w 4683617"/>
              <a:gd name="connsiteY139" fmla="*/ 3410726 h 3743862"/>
              <a:gd name="connsiteX140" fmla="*/ 658125 w 4683617"/>
              <a:gd name="connsiteY140" fmla="*/ 3409464 h 3743862"/>
              <a:gd name="connsiteX141" fmla="*/ 728103 w 4683617"/>
              <a:gd name="connsiteY141" fmla="*/ 3481391 h 3743862"/>
              <a:gd name="connsiteX142" fmla="*/ 658125 w 4683617"/>
              <a:gd name="connsiteY142" fmla="*/ 3553318 h 3743862"/>
              <a:gd name="connsiteX143" fmla="*/ 588146 w 4683617"/>
              <a:gd name="connsiteY143" fmla="*/ 3481391 h 3743862"/>
              <a:gd name="connsiteX144" fmla="*/ 658125 w 4683617"/>
              <a:gd name="connsiteY144" fmla="*/ 3409464 h 3743862"/>
              <a:gd name="connsiteX145" fmla="*/ 467784 w 4683617"/>
              <a:gd name="connsiteY145" fmla="*/ 3409464 h 3743862"/>
              <a:gd name="connsiteX146" fmla="*/ 537763 w 4683617"/>
              <a:gd name="connsiteY146" fmla="*/ 3481391 h 3743862"/>
              <a:gd name="connsiteX147" fmla="*/ 467784 w 4683617"/>
              <a:gd name="connsiteY147" fmla="*/ 3553318 h 3743862"/>
              <a:gd name="connsiteX148" fmla="*/ 397806 w 4683617"/>
              <a:gd name="connsiteY148" fmla="*/ 3481391 h 3743862"/>
              <a:gd name="connsiteX149" fmla="*/ 467784 w 4683617"/>
              <a:gd name="connsiteY149" fmla="*/ 3409464 h 3743862"/>
              <a:gd name="connsiteX150" fmla="*/ 260648 w 4683617"/>
              <a:gd name="connsiteY150" fmla="*/ 3409464 h 3743862"/>
              <a:gd name="connsiteX151" fmla="*/ 330627 w 4683617"/>
              <a:gd name="connsiteY151" fmla="*/ 3481391 h 3743862"/>
              <a:gd name="connsiteX152" fmla="*/ 260648 w 4683617"/>
              <a:gd name="connsiteY152" fmla="*/ 3553318 h 3743862"/>
              <a:gd name="connsiteX153" fmla="*/ 190670 w 4683617"/>
              <a:gd name="connsiteY153" fmla="*/ 3481391 h 3743862"/>
              <a:gd name="connsiteX154" fmla="*/ 260648 w 4683617"/>
              <a:gd name="connsiteY154" fmla="*/ 3409464 h 3743862"/>
              <a:gd name="connsiteX155" fmla="*/ 71240 w 4683617"/>
              <a:gd name="connsiteY155" fmla="*/ 3409464 h 3743862"/>
              <a:gd name="connsiteX156" fmla="*/ 141218 w 4683617"/>
              <a:gd name="connsiteY156" fmla="*/ 3481391 h 3743862"/>
              <a:gd name="connsiteX157" fmla="*/ 71240 w 4683617"/>
              <a:gd name="connsiteY157" fmla="*/ 3553318 h 3743862"/>
              <a:gd name="connsiteX158" fmla="*/ 1262 w 4683617"/>
              <a:gd name="connsiteY158" fmla="*/ 3481391 h 3743862"/>
              <a:gd name="connsiteX159" fmla="*/ 71240 w 4683617"/>
              <a:gd name="connsiteY159" fmla="*/ 3409464 h 3743862"/>
              <a:gd name="connsiteX160" fmla="*/ 2241780 w 4683617"/>
              <a:gd name="connsiteY160" fmla="*/ 3403154 h 3743862"/>
              <a:gd name="connsiteX161" fmla="*/ 2311758 w 4683617"/>
              <a:gd name="connsiteY161" fmla="*/ 3475081 h 3743862"/>
              <a:gd name="connsiteX162" fmla="*/ 2241780 w 4683617"/>
              <a:gd name="connsiteY162" fmla="*/ 3547009 h 3743862"/>
              <a:gd name="connsiteX163" fmla="*/ 2171802 w 4683617"/>
              <a:gd name="connsiteY163" fmla="*/ 3475081 h 3743862"/>
              <a:gd name="connsiteX164" fmla="*/ 2241780 w 4683617"/>
              <a:gd name="connsiteY164" fmla="*/ 3403154 h 3743862"/>
              <a:gd name="connsiteX165" fmla="*/ 2051439 w 4683617"/>
              <a:gd name="connsiteY165" fmla="*/ 3403154 h 3743862"/>
              <a:gd name="connsiteX166" fmla="*/ 2121418 w 4683617"/>
              <a:gd name="connsiteY166" fmla="*/ 3475081 h 3743862"/>
              <a:gd name="connsiteX167" fmla="*/ 2051439 w 4683617"/>
              <a:gd name="connsiteY167" fmla="*/ 3547009 h 3743862"/>
              <a:gd name="connsiteX168" fmla="*/ 1981461 w 4683617"/>
              <a:gd name="connsiteY168" fmla="*/ 3475081 h 3743862"/>
              <a:gd name="connsiteX169" fmla="*/ 2051439 w 4683617"/>
              <a:gd name="connsiteY169" fmla="*/ 3403154 h 3743862"/>
              <a:gd name="connsiteX170" fmla="*/ 1844304 w 4683617"/>
              <a:gd name="connsiteY170" fmla="*/ 3403154 h 3743862"/>
              <a:gd name="connsiteX171" fmla="*/ 1914282 w 4683617"/>
              <a:gd name="connsiteY171" fmla="*/ 3475081 h 3743862"/>
              <a:gd name="connsiteX172" fmla="*/ 1844304 w 4683617"/>
              <a:gd name="connsiteY172" fmla="*/ 3547009 h 3743862"/>
              <a:gd name="connsiteX173" fmla="*/ 1774326 w 4683617"/>
              <a:gd name="connsiteY173" fmla="*/ 3475081 h 3743862"/>
              <a:gd name="connsiteX174" fmla="*/ 1844304 w 4683617"/>
              <a:gd name="connsiteY174" fmla="*/ 3403154 h 3743862"/>
              <a:gd name="connsiteX175" fmla="*/ 1654896 w 4683617"/>
              <a:gd name="connsiteY175" fmla="*/ 3403154 h 3743862"/>
              <a:gd name="connsiteX176" fmla="*/ 1724874 w 4683617"/>
              <a:gd name="connsiteY176" fmla="*/ 3475081 h 3743862"/>
              <a:gd name="connsiteX177" fmla="*/ 1654896 w 4683617"/>
              <a:gd name="connsiteY177" fmla="*/ 3547009 h 3743862"/>
              <a:gd name="connsiteX178" fmla="*/ 1584917 w 4683617"/>
              <a:gd name="connsiteY178" fmla="*/ 3475081 h 3743862"/>
              <a:gd name="connsiteX179" fmla="*/ 1654896 w 4683617"/>
              <a:gd name="connsiteY179" fmla="*/ 3403154 h 3743862"/>
              <a:gd name="connsiteX180" fmla="*/ 3826228 w 4683617"/>
              <a:gd name="connsiteY180" fmla="*/ 3399993 h 3743862"/>
              <a:gd name="connsiteX181" fmla="*/ 3896206 w 4683617"/>
              <a:gd name="connsiteY181" fmla="*/ 3471920 h 3743862"/>
              <a:gd name="connsiteX182" fmla="*/ 3826228 w 4683617"/>
              <a:gd name="connsiteY182" fmla="*/ 3543848 h 3743862"/>
              <a:gd name="connsiteX183" fmla="*/ 3756250 w 4683617"/>
              <a:gd name="connsiteY183" fmla="*/ 3471920 h 3743862"/>
              <a:gd name="connsiteX184" fmla="*/ 3826228 w 4683617"/>
              <a:gd name="connsiteY184" fmla="*/ 3399993 h 3743862"/>
              <a:gd name="connsiteX185" fmla="*/ 3635888 w 4683617"/>
              <a:gd name="connsiteY185" fmla="*/ 3399993 h 3743862"/>
              <a:gd name="connsiteX186" fmla="*/ 3705866 w 4683617"/>
              <a:gd name="connsiteY186" fmla="*/ 3471920 h 3743862"/>
              <a:gd name="connsiteX187" fmla="*/ 3635888 w 4683617"/>
              <a:gd name="connsiteY187" fmla="*/ 3543848 h 3743862"/>
              <a:gd name="connsiteX188" fmla="*/ 3565910 w 4683617"/>
              <a:gd name="connsiteY188" fmla="*/ 3471920 h 3743862"/>
              <a:gd name="connsiteX189" fmla="*/ 3635888 w 4683617"/>
              <a:gd name="connsiteY189" fmla="*/ 3399993 h 3743862"/>
              <a:gd name="connsiteX190" fmla="*/ 3428752 w 4683617"/>
              <a:gd name="connsiteY190" fmla="*/ 3399993 h 3743862"/>
              <a:gd name="connsiteX191" fmla="*/ 3498730 w 4683617"/>
              <a:gd name="connsiteY191" fmla="*/ 3471920 h 3743862"/>
              <a:gd name="connsiteX192" fmla="*/ 3428752 w 4683617"/>
              <a:gd name="connsiteY192" fmla="*/ 3543848 h 3743862"/>
              <a:gd name="connsiteX193" fmla="*/ 3358774 w 4683617"/>
              <a:gd name="connsiteY193" fmla="*/ 3471920 h 3743862"/>
              <a:gd name="connsiteX194" fmla="*/ 3428752 w 4683617"/>
              <a:gd name="connsiteY194" fmla="*/ 3399993 h 3743862"/>
              <a:gd name="connsiteX195" fmla="*/ 3239344 w 4683617"/>
              <a:gd name="connsiteY195" fmla="*/ 3399993 h 3743862"/>
              <a:gd name="connsiteX196" fmla="*/ 3309322 w 4683617"/>
              <a:gd name="connsiteY196" fmla="*/ 3471920 h 3743862"/>
              <a:gd name="connsiteX197" fmla="*/ 3239344 w 4683617"/>
              <a:gd name="connsiteY197" fmla="*/ 3543848 h 3743862"/>
              <a:gd name="connsiteX198" fmla="*/ 3169365 w 4683617"/>
              <a:gd name="connsiteY198" fmla="*/ 3471920 h 3743862"/>
              <a:gd name="connsiteX199" fmla="*/ 3239344 w 4683617"/>
              <a:gd name="connsiteY199" fmla="*/ 3399993 h 3743862"/>
              <a:gd name="connsiteX200" fmla="*/ 3029984 w 4683617"/>
              <a:gd name="connsiteY200" fmla="*/ 3398731 h 3743862"/>
              <a:gd name="connsiteX201" fmla="*/ 3099962 w 4683617"/>
              <a:gd name="connsiteY201" fmla="*/ 3470658 h 3743862"/>
              <a:gd name="connsiteX202" fmla="*/ 3029984 w 4683617"/>
              <a:gd name="connsiteY202" fmla="*/ 3542585 h 3743862"/>
              <a:gd name="connsiteX203" fmla="*/ 2960005 w 4683617"/>
              <a:gd name="connsiteY203" fmla="*/ 3470658 h 3743862"/>
              <a:gd name="connsiteX204" fmla="*/ 3029984 w 4683617"/>
              <a:gd name="connsiteY204" fmla="*/ 3398731 h 3743862"/>
              <a:gd name="connsiteX205" fmla="*/ 2839643 w 4683617"/>
              <a:gd name="connsiteY205" fmla="*/ 3398731 h 3743862"/>
              <a:gd name="connsiteX206" fmla="*/ 2909621 w 4683617"/>
              <a:gd name="connsiteY206" fmla="*/ 3470658 h 3743862"/>
              <a:gd name="connsiteX207" fmla="*/ 2839643 w 4683617"/>
              <a:gd name="connsiteY207" fmla="*/ 3542585 h 3743862"/>
              <a:gd name="connsiteX208" fmla="*/ 2769665 w 4683617"/>
              <a:gd name="connsiteY208" fmla="*/ 3470658 h 3743862"/>
              <a:gd name="connsiteX209" fmla="*/ 2839643 w 4683617"/>
              <a:gd name="connsiteY209" fmla="*/ 3398731 h 3743862"/>
              <a:gd name="connsiteX210" fmla="*/ 2632507 w 4683617"/>
              <a:gd name="connsiteY210" fmla="*/ 3398731 h 3743862"/>
              <a:gd name="connsiteX211" fmla="*/ 2702486 w 4683617"/>
              <a:gd name="connsiteY211" fmla="*/ 3470658 h 3743862"/>
              <a:gd name="connsiteX212" fmla="*/ 2632507 w 4683617"/>
              <a:gd name="connsiteY212" fmla="*/ 3542585 h 3743862"/>
              <a:gd name="connsiteX213" fmla="*/ 2562529 w 4683617"/>
              <a:gd name="connsiteY213" fmla="*/ 3470658 h 3743862"/>
              <a:gd name="connsiteX214" fmla="*/ 2632507 w 4683617"/>
              <a:gd name="connsiteY214" fmla="*/ 3398731 h 3743862"/>
              <a:gd name="connsiteX215" fmla="*/ 2443099 w 4683617"/>
              <a:gd name="connsiteY215" fmla="*/ 3398731 h 3743862"/>
              <a:gd name="connsiteX216" fmla="*/ 2513077 w 4683617"/>
              <a:gd name="connsiteY216" fmla="*/ 3470658 h 3743862"/>
              <a:gd name="connsiteX217" fmla="*/ 2443099 w 4683617"/>
              <a:gd name="connsiteY217" fmla="*/ 3542585 h 3743862"/>
              <a:gd name="connsiteX218" fmla="*/ 2373121 w 4683617"/>
              <a:gd name="connsiteY218" fmla="*/ 3470658 h 3743862"/>
              <a:gd name="connsiteX219" fmla="*/ 2443099 w 4683617"/>
              <a:gd name="connsiteY219" fmla="*/ 3398731 h 3743862"/>
              <a:gd name="connsiteX220" fmla="*/ 4613639 w 4683617"/>
              <a:gd name="connsiteY220" fmla="*/ 3392421 h 3743862"/>
              <a:gd name="connsiteX221" fmla="*/ 4683617 w 4683617"/>
              <a:gd name="connsiteY221" fmla="*/ 3464348 h 3743862"/>
              <a:gd name="connsiteX222" fmla="*/ 4613639 w 4683617"/>
              <a:gd name="connsiteY222" fmla="*/ 3536276 h 3743862"/>
              <a:gd name="connsiteX223" fmla="*/ 4543660 w 4683617"/>
              <a:gd name="connsiteY223" fmla="*/ 3464348 h 3743862"/>
              <a:gd name="connsiteX224" fmla="*/ 4613639 w 4683617"/>
              <a:gd name="connsiteY224" fmla="*/ 3392421 h 3743862"/>
              <a:gd name="connsiteX225" fmla="*/ 4423298 w 4683617"/>
              <a:gd name="connsiteY225" fmla="*/ 3392421 h 3743862"/>
              <a:gd name="connsiteX226" fmla="*/ 4493276 w 4683617"/>
              <a:gd name="connsiteY226" fmla="*/ 3464348 h 3743862"/>
              <a:gd name="connsiteX227" fmla="*/ 4423298 w 4683617"/>
              <a:gd name="connsiteY227" fmla="*/ 3536276 h 3743862"/>
              <a:gd name="connsiteX228" fmla="*/ 4353320 w 4683617"/>
              <a:gd name="connsiteY228" fmla="*/ 3464348 h 3743862"/>
              <a:gd name="connsiteX229" fmla="*/ 4423298 w 4683617"/>
              <a:gd name="connsiteY229" fmla="*/ 3392421 h 3743862"/>
              <a:gd name="connsiteX230" fmla="*/ 4216162 w 4683617"/>
              <a:gd name="connsiteY230" fmla="*/ 3392421 h 3743862"/>
              <a:gd name="connsiteX231" fmla="*/ 4286141 w 4683617"/>
              <a:gd name="connsiteY231" fmla="*/ 3464348 h 3743862"/>
              <a:gd name="connsiteX232" fmla="*/ 4216162 w 4683617"/>
              <a:gd name="connsiteY232" fmla="*/ 3536276 h 3743862"/>
              <a:gd name="connsiteX233" fmla="*/ 4146184 w 4683617"/>
              <a:gd name="connsiteY233" fmla="*/ 3464348 h 3743862"/>
              <a:gd name="connsiteX234" fmla="*/ 4216162 w 4683617"/>
              <a:gd name="connsiteY234" fmla="*/ 3392421 h 3743862"/>
              <a:gd name="connsiteX235" fmla="*/ 4026754 w 4683617"/>
              <a:gd name="connsiteY235" fmla="*/ 3392421 h 3743862"/>
              <a:gd name="connsiteX236" fmla="*/ 4096732 w 4683617"/>
              <a:gd name="connsiteY236" fmla="*/ 3464348 h 3743862"/>
              <a:gd name="connsiteX237" fmla="*/ 4026754 w 4683617"/>
              <a:gd name="connsiteY237" fmla="*/ 3536276 h 3743862"/>
              <a:gd name="connsiteX238" fmla="*/ 3956776 w 4683617"/>
              <a:gd name="connsiteY238" fmla="*/ 3464348 h 3743862"/>
              <a:gd name="connsiteX239" fmla="*/ 4026754 w 4683617"/>
              <a:gd name="connsiteY239" fmla="*/ 3392421 h 3743862"/>
              <a:gd name="connsiteX240" fmla="*/ 1454370 w 4683617"/>
              <a:gd name="connsiteY240" fmla="*/ 3229016 h 3743862"/>
              <a:gd name="connsiteX241" fmla="*/ 1524348 w 4683617"/>
              <a:gd name="connsiteY241" fmla="*/ 3300943 h 3743862"/>
              <a:gd name="connsiteX242" fmla="*/ 1454370 w 4683617"/>
              <a:gd name="connsiteY242" fmla="*/ 3372870 h 3743862"/>
              <a:gd name="connsiteX243" fmla="*/ 1384391 w 4683617"/>
              <a:gd name="connsiteY243" fmla="*/ 3300943 h 3743862"/>
              <a:gd name="connsiteX244" fmla="*/ 1454370 w 4683617"/>
              <a:gd name="connsiteY244" fmla="*/ 3229016 h 3743862"/>
              <a:gd name="connsiteX245" fmla="*/ 1264029 w 4683617"/>
              <a:gd name="connsiteY245" fmla="*/ 3229016 h 3743862"/>
              <a:gd name="connsiteX246" fmla="*/ 1334007 w 4683617"/>
              <a:gd name="connsiteY246" fmla="*/ 3300943 h 3743862"/>
              <a:gd name="connsiteX247" fmla="*/ 1264029 w 4683617"/>
              <a:gd name="connsiteY247" fmla="*/ 3372870 h 3743862"/>
              <a:gd name="connsiteX248" fmla="*/ 1194051 w 4683617"/>
              <a:gd name="connsiteY248" fmla="*/ 3300943 h 3743862"/>
              <a:gd name="connsiteX249" fmla="*/ 1264029 w 4683617"/>
              <a:gd name="connsiteY249" fmla="*/ 3229016 h 3743862"/>
              <a:gd name="connsiteX250" fmla="*/ 1056893 w 4683617"/>
              <a:gd name="connsiteY250" fmla="*/ 3229016 h 3743862"/>
              <a:gd name="connsiteX251" fmla="*/ 1126872 w 4683617"/>
              <a:gd name="connsiteY251" fmla="*/ 3300943 h 3743862"/>
              <a:gd name="connsiteX252" fmla="*/ 1056893 w 4683617"/>
              <a:gd name="connsiteY252" fmla="*/ 3372870 h 3743862"/>
              <a:gd name="connsiteX253" fmla="*/ 986915 w 4683617"/>
              <a:gd name="connsiteY253" fmla="*/ 3300943 h 3743862"/>
              <a:gd name="connsiteX254" fmla="*/ 1056893 w 4683617"/>
              <a:gd name="connsiteY254" fmla="*/ 3229016 h 3743862"/>
              <a:gd name="connsiteX255" fmla="*/ 867485 w 4683617"/>
              <a:gd name="connsiteY255" fmla="*/ 3229016 h 3743862"/>
              <a:gd name="connsiteX256" fmla="*/ 937463 w 4683617"/>
              <a:gd name="connsiteY256" fmla="*/ 3300943 h 3743862"/>
              <a:gd name="connsiteX257" fmla="*/ 867485 w 4683617"/>
              <a:gd name="connsiteY257" fmla="*/ 3372870 h 3743862"/>
              <a:gd name="connsiteX258" fmla="*/ 797507 w 4683617"/>
              <a:gd name="connsiteY258" fmla="*/ 3300943 h 3743862"/>
              <a:gd name="connsiteX259" fmla="*/ 867485 w 4683617"/>
              <a:gd name="connsiteY259" fmla="*/ 3229016 h 3743862"/>
              <a:gd name="connsiteX260" fmla="*/ 658125 w 4683617"/>
              <a:gd name="connsiteY260" fmla="*/ 3227754 h 3743862"/>
              <a:gd name="connsiteX261" fmla="*/ 728103 w 4683617"/>
              <a:gd name="connsiteY261" fmla="*/ 3299681 h 3743862"/>
              <a:gd name="connsiteX262" fmla="*/ 658125 w 4683617"/>
              <a:gd name="connsiteY262" fmla="*/ 3371608 h 3743862"/>
              <a:gd name="connsiteX263" fmla="*/ 588146 w 4683617"/>
              <a:gd name="connsiteY263" fmla="*/ 3299681 h 3743862"/>
              <a:gd name="connsiteX264" fmla="*/ 658125 w 4683617"/>
              <a:gd name="connsiteY264" fmla="*/ 3227754 h 3743862"/>
              <a:gd name="connsiteX265" fmla="*/ 467784 w 4683617"/>
              <a:gd name="connsiteY265" fmla="*/ 3227754 h 3743862"/>
              <a:gd name="connsiteX266" fmla="*/ 537763 w 4683617"/>
              <a:gd name="connsiteY266" fmla="*/ 3299681 h 3743862"/>
              <a:gd name="connsiteX267" fmla="*/ 467784 w 4683617"/>
              <a:gd name="connsiteY267" fmla="*/ 3371608 h 3743862"/>
              <a:gd name="connsiteX268" fmla="*/ 397806 w 4683617"/>
              <a:gd name="connsiteY268" fmla="*/ 3299681 h 3743862"/>
              <a:gd name="connsiteX269" fmla="*/ 467784 w 4683617"/>
              <a:gd name="connsiteY269" fmla="*/ 3227754 h 3743862"/>
              <a:gd name="connsiteX270" fmla="*/ 260648 w 4683617"/>
              <a:gd name="connsiteY270" fmla="*/ 3227754 h 3743862"/>
              <a:gd name="connsiteX271" fmla="*/ 330627 w 4683617"/>
              <a:gd name="connsiteY271" fmla="*/ 3299681 h 3743862"/>
              <a:gd name="connsiteX272" fmla="*/ 260648 w 4683617"/>
              <a:gd name="connsiteY272" fmla="*/ 3371608 h 3743862"/>
              <a:gd name="connsiteX273" fmla="*/ 190670 w 4683617"/>
              <a:gd name="connsiteY273" fmla="*/ 3299681 h 3743862"/>
              <a:gd name="connsiteX274" fmla="*/ 260648 w 4683617"/>
              <a:gd name="connsiteY274" fmla="*/ 3227754 h 3743862"/>
              <a:gd name="connsiteX275" fmla="*/ 71240 w 4683617"/>
              <a:gd name="connsiteY275" fmla="*/ 3227754 h 3743862"/>
              <a:gd name="connsiteX276" fmla="*/ 141218 w 4683617"/>
              <a:gd name="connsiteY276" fmla="*/ 3299681 h 3743862"/>
              <a:gd name="connsiteX277" fmla="*/ 71240 w 4683617"/>
              <a:gd name="connsiteY277" fmla="*/ 3371608 h 3743862"/>
              <a:gd name="connsiteX278" fmla="*/ 1262 w 4683617"/>
              <a:gd name="connsiteY278" fmla="*/ 3299681 h 3743862"/>
              <a:gd name="connsiteX279" fmla="*/ 71240 w 4683617"/>
              <a:gd name="connsiteY279" fmla="*/ 3227754 h 3743862"/>
              <a:gd name="connsiteX280" fmla="*/ 2241780 w 4683617"/>
              <a:gd name="connsiteY280" fmla="*/ 3221444 h 3743862"/>
              <a:gd name="connsiteX281" fmla="*/ 2311758 w 4683617"/>
              <a:gd name="connsiteY281" fmla="*/ 3293371 h 3743862"/>
              <a:gd name="connsiteX282" fmla="*/ 2241780 w 4683617"/>
              <a:gd name="connsiteY282" fmla="*/ 3365298 h 3743862"/>
              <a:gd name="connsiteX283" fmla="*/ 2171802 w 4683617"/>
              <a:gd name="connsiteY283" fmla="*/ 3293371 h 3743862"/>
              <a:gd name="connsiteX284" fmla="*/ 2241780 w 4683617"/>
              <a:gd name="connsiteY284" fmla="*/ 3221444 h 3743862"/>
              <a:gd name="connsiteX285" fmla="*/ 2051439 w 4683617"/>
              <a:gd name="connsiteY285" fmla="*/ 3221444 h 3743862"/>
              <a:gd name="connsiteX286" fmla="*/ 2121418 w 4683617"/>
              <a:gd name="connsiteY286" fmla="*/ 3293371 h 3743862"/>
              <a:gd name="connsiteX287" fmla="*/ 2051439 w 4683617"/>
              <a:gd name="connsiteY287" fmla="*/ 3365298 h 3743862"/>
              <a:gd name="connsiteX288" fmla="*/ 1981461 w 4683617"/>
              <a:gd name="connsiteY288" fmla="*/ 3293371 h 3743862"/>
              <a:gd name="connsiteX289" fmla="*/ 2051439 w 4683617"/>
              <a:gd name="connsiteY289" fmla="*/ 3221444 h 3743862"/>
              <a:gd name="connsiteX290" fmla="*/ 1844304 w 4683617"/>
              <a:gd name="connsiteY290" fmla="*/ 3221444 h 3743862"/>
              <a:gd name="connsiteX291" fmla="*/ 1914282 w 4683617"/>
              <a:gd name="connsiteY291" fmla="*/ 3293371 h 3743862"/>
              <a:gd name="connsiteX292" fmla="*/ 1844304 w 4683617"/>
              <a:gd name="connsiteY292" fmla="*/ 3365298 h 3743862"/>
              <a:gd name="connsiteX293" fmla="*/ 1774326 w 4683617"/>
              <a:gd name="connsiteY293" fmla="*/ 3293371 h 3743862"/>
              <a:gd name="connsiteX294" fmla="*/ 1844304 w 4683617"/>
              <a:gd name="connsiteY294" fmla="*/ 3221444 h 3743862"/>
              <a:gd name="connsiteX295" fmla="*/ 1654896 w 4683617"/>
              <a:gd name="connsiteY295" fmla="*/ 3221444 h 3743862"/>
              <a:gd name="connsiteX296" fmla="*/ 1724874 w 4683617"/>
              <a:gd name="connsiteY296" fmla="*/ 3293371 h 3743862"/>
              <a:gd name="connsiteX297" fmla="*/ 1654896 w 4683617"/>
              <a:gd name="connsiteY297" fmla="*/ 3365298 h 3743862"/>
              <a:gd name="connsiteX298" fmla="*/ 1584917 w 4683617"/>
              <a:gd name="connsiteY298" fmla="*/ 3293371 h 3743862"/>
              <a:gd name="connsiteX299" fmla="*/ 1654896 w 4683617"/>
              <a:gd name="connsiteY299" fmla="*/ 3221444 h 3743862"/>
              <a:gd name="connsiteX300" fmla="*/ 3826228 w 4683617"/>
              <a:gd name="connsiteY300" fmla="*/ 3218283 h 3743862"/>
              <a:gd name="connsiteX301" fmla="*/ 3896206 w 4683617"/>
              <a:gd name="connsiteY301" fmla="*/ 3290210 h 3743862"/>
              <a:gd name="connsiteX302" fmla="*/ 3826228 w 4683617"/>
              <a:gd name="connsiteY302" fmla="*/ 3362137 h 3743862"/>
              <a:gd name="connsiteX303" fmla="*/ 3756250 w 4683617"/>
              <a:gd name="connsiteY303" fmla="*/ 3290210 h 3743862"/>
              <a:gd name="connsiteX304" fmla="*/ 3826228 w 4683617"/>
              <a:gd name="connsiteY304" fmla="*/ 3218283 h 3743862"/>
              <a:gd name="connsiteX305" fmla="*/ 3635888 w 4683617"/>
              <a:gd name="connsiteY305" fmla="*/ 3218283 h 3743862"/>
              <a:gd name="connsiteX306" fmla="*/ 3705866 w 4683617"/>
              <a:gd name="connsiteY306" fmla="*/ 3290210 h 3743862"/>
              <a:gd name="connsiteX307" fmla="*/ 3635888 w 4683617"/>
              <a:gd name="connsiteY307" fmla="*/ 3362137 h 3743862"/>
              <a:gd name="connsiteX308" fmla="*/ 3565910 w 4683617"/>
              <a:gd name="connsiteY308" fmla="*/ 3290210 h 3743862"/>
              <a:gd name="connsiteX309" fmla="*/ 3635888 w 4683617"/>
              <a:gd name="connsiteY309" fmla="*/ 3218283 h 3743862"/>
              <a:gd name="connsiteX310" fmla="*/ 3428752 w 4683617"/>
              <a:gd name="connsiteY310" fmla="*/ 3218283 h 3743862"/>
              <a:gd name="connsiteX311" fmla="*/ 3498730 w 4683617"/>
              <a:gd name="connsiteY311" fmla="*/ 3290210 h 3743862"/>
              <a:gd name="connsiteX312" fmla="*/ 3428752 w 4683617"/>
              <a:gd name="connsiteY312" fmla="*/ 3362137 h 3743862"/>
              <a:gd name="connsiteX313" fmla="*/ 3358774 w 4683617"/>
              <a:gd name="connsiteY313" fmla="*/ 3290210 h 3743862"/>
              <a:gd name="connsiteX314" fmla="*/ 3428752 w 4683617"/>
              <a:gd name="connsiteY314" fmla="*/ 3218283 h 3743862"/>
              <a:gd name="connsiteX315" fmla="*/ 3239344 w 4683617"/>
              <a:gd name="connsiteY315" fmla="*/ 3218283 h 3743862"/>
              <a:gd name="connsiteX316" fmla="*/ 3309322 w 4683617"/>
              <a:gd name="connsiteY316" fmla="*/ 3290210 h 3743862"/>
              <a:gd name="connsiteX317" fmla="*/ 3239344 w 4683617"/>
              <a:gd name="connsiteY317" fmla="*/ 3362137 h 3743862"/>
              <a:gd name="connsiteX318" fmla="*/ 3169365 w 4683617"/>
              <a:gd name="connsiteY318" fmla="*/ 3290210 h 3743862"/>
              <a:gd name="connsiteX319" fmla="*/ 3239344 w 4683617"/>
              <a:gd name="connsiteY319" fmla="*/ 3218283 h 3743862"/>
              <a:gd name="connsiteX320" fmla="*/ 3029984 w 4683617"/>
              <a:gd name="connsiteY320" fmla="*/ 3217021 h 3743862"/>
              <a:gd name="connsiteX321" fmla="*/ 3099962 w 4683617"/>
              <a:gd name="connsiteY321" fmla="*/ 3288948 h 3743862"/>
              <a:gd name="connsiteX322" fmla="*/ 3029984 w 4683617"/>
              <a:gd name="connsiteY322" fmla="*/ 3360875 h 3743862"/>
              <a:gd name="connsiteX323" fmla="*/ 2960005 w 4683617"/>
              <a:gd name="connsiteY323" fmla="*/ 3288948 h 3743862"/>
              <a:gd name="connsiteX324" fmla="*/ 3029984 w 4683617"/>
              <a:gd name="connsiteY324" fmla="*/ 3217021 h 3743862"/>
              <a:gd name="connsiteX325" fmla="*/ 2839643 w 4683617"/>
              <a:gd name="connsiteY325" fmla="*/ 3217021 h 3743862"/>
              <a:gd name="connsiteX326" fmla="*/ 2909621 w 4683617"/>
              <a:gd name="connsiteY326" fmla="*/ 3288948 h 3743862"/>
              <a:gd name="connsiteX327" fmla="*/ 2839643 w 4683617"/>
              <a:gd name="connsiteY327" fmla="*/ 3360875 h 3743862"/>
              <a:gd name="connsiteX328" fmla="*/ 2769665 w 4683617"/>
              <a:gd name="connsiteY328" fmla="*/ 3288948 h 3743862"/>
              <a:gd name="connsiteX329" fmla="*/ 2839643 w 4683617"/>
              <a:gd name="connsiteY329" fmla="*/ 3217021 h 3743862"/>
              <a:gd name="connsiteX330" fmla="*/ 2632507 w 4683617"/>
              <a:gd name="connsiteY330" fmla="*/ 3217021 h 3743862"/>
              <a:gd name="connsiteX331" fmla="*/ 2702486 w 4683617"/>
              <a:gd name="connsiteY331" fmla="*/ 3288948 h 3743862"/>
              <a:gd name="connsiteX332" fmla="*/ 2632507 w 4683617"/>
              <a:gd name="connsiteY332" fmla="*/ 3360875 h 3743862"/>
              <a:gd name="connsiteX333" fmla="*/ 2562529 w 4683617"/>
              <a:gd name="connsiteY333" fmla="*/ 3288948 h 3743862"/>
              <a:gd name="connsiteX334" fmla="*/ 2632507 w 4683617"/>
              <a:gd name="connsiteY334" fmla="*/ 3217021 h 3743862"/>
              <a:gd name="connsiteX335" fmla="*/ 2443099 w 4683617"/>
              <a:gd name="connsiteY335" fmla="*/ 3217021 h 3743862"/>
              <a:gd name="connsiteX336" fmla="*/ 2513077 w 4683617"/>
              <a:gd name="connsiteY336" fmla="*/ 3288948 h 3743862"/>
              <a:gd name="connsiteX337" fmla="*/ 2443099 w 4683617"/>
              <a:gd name="connsiteY337" fmla="*/ 3360875 h 3743862"/>
              <a:gd name="connsiteX338" fmla="*/ 2373121 w 4683617"/>
              <a:gd name="connsiteY338" fmla="*/ 3288948 h 3743862"/>
              <a:gd name="connsiteX339" fmla="*/ 2443099 w 4683617"/>
              <a:gd name="connsiteY339" fmla="*/ 3217021 h 3743862"/>
              <a:gd name="connsiteX340" fmla="*/ 4613639 w 4683617"/>
              <a:gd name="connsiteY340" fmla="*/ 3210711 h 3743862"/>
              <a:gd name="connsiteX341" fmla="*/ 4683617 w 4683617"/>
              <a:gd name="connsiteY341" fmla="*/ 3282638 h 3743862"/>
              <a:gd name="connsiteX342" fmla="*/ 4613639 w 4683617"/>
              <a:gd name="connsiteY342" fmla="*/ 3354565 h 3743862"/>
              <a:gd name="connsiteX343" fmla="*/ 4543660 w 4683617"/>
              <a:gd name="connsiteY343" fmla="*/ 3282638 h 3743862"/>
              <a:gd name="connsiteX344" fmla="*/ 4613639 w 4683617"/>
              <a:gd name="connsiteY344" fmla="*/ 3210711 h 3743862"/>
              <a:gd name="connsiteX345" fmla="*/ 4423298 w 4683617"/>
              <a:gd name="connsiteY345" fmla="*/ 3210711 h 3743862"/>
              <a:gd name="connsiteX346" fmla="*/ 4493276 w 4683617"/>
              <a:gd name="connsiteY346" fmla="*/ 3282638 h 3743862"/>
              <a:gd name="connsiteX347" fmla="*/ 4423298 w 4683617"/>
              <a:gd name="connsiteY347" fmla="*/ 3354565 h 3743862"/>
              <a:gd name="connsiteX348" fmla="*/ 4353320 w 4683617"/>
              <a:gd name="connsiteY348" fmla="*/ 3282638 h 3743862"/>
              <a:gd name="connsiteX349" fmla="*/ 4423298 w 4683617"/>
              <a:gd name="connsiteY349" fmla="*/ 3210711 h 3743862"/>
              <a:gd name="connsiteX350" fmla="*/ 4216162 w 4683617"/>
              <a:gd name="connsiteY350" fmla="*/ 3210711 h 3743862"/>
              <a:gd name="connsiteX351" fmla="*/ 4286141 w 4683617"/>
              <a:gd name="connsiteY351" fmla="*/ 3282638 h 3743862"/>
              <a:gd name="connsiteX352" fmla="*/ 4216162 w 4683617"/>
              <a:gd name="connsiteY352" fmla="*/ 3354565 h 3743862"/>
              <a:gd name="connsiteX353" fmla="*/ 4146184 w 4683617"/>
              <a:gd name="connsiteY353" fmla="*/ 3282638 h 3743862"/>
              <a:gd name="connsiteX354" fmla="*/ 4216162 w 4683617"/>
              <a:gd name="connsiteY354" fmla="*/ 3210711 h 3743862"/>
              <a:gd name="connsiteX355" fmla="*/ 4026754 w 4683617"/>
              <a:gd name="connsiteY355" fmla="*/ 3210711 h 3743862"/>
              <a:gd name="connsiteX356" fmla="*/ 4096732 w 4683617"/>
              <a:gd name="connsiteY356" fmla="*/ 3282638 h 3743862"/>
              <a:gd name="connsiteX357" fmla="*/ 4026754 w 4683617"/>
              <a:gd name="connsiteY357" fmla="*/ 3354565 h 3743862"/>
              <a:gd name="connsiteX358" fmla="*/ 3956776 w 4683617"/>
              <a:gd name="connsiteY358" fmla="*/ 3282638 h 3743862"/>
              <a:gd name="connsiteX359" fmla="*/ 4026754 w 4683617"/>
              <a:gd name="connsiteY359" fmla="*/ 3210711 h 3743862"/>
              <a:gd name="connsiteX360" fmla="*/ 1454370 w 4683617"/>
              <a:gd name="connsiteY360" fmla="*/ 3039735 h 3743862"/>
              <a:gd name="connsiteX361" fmla="*/ 1524348 w 4683617"/>
              <a:gd name="connsiteY361" fmla="*/ 3111661 h 3743862"/>
              <a:gd name="connsiteX362" fmla="*/ 1454370 w 4683617"/>
              <a:gd name="connsiteY362" fmla="*/ 3183589 h 3743862"/>
              <a:gd name="connsiteX363" fmla="*/ 1384391 w 4683617"/>
              <a:gd name="connsiteY363" fmla="*/ 3111661 h 3743862"/>
              <a:gd name="connsiteX364" fmla="*/ 1454370 w 4683617"/>
              <a:gd name="connsiteY364" fmla="*/ 3039735 h 3743862"/>
              <a:gd name="connsiteX365" fmla="*/ 1264029 w 4683617"/>
              <a:gd name="connsiteY365" fmla="*/ 3039735 h 3743862"/>
              <a:gd name="connsiteX366" fmla="*/ 1334007 w 4683617"/>
              <a:gd name="connsiteY366" fmla="*/ 3111661 h 3743862"/>
              <a:gd name="connsiteX367" fmla="*/ 1264029 w 4683617"/>
              <a:gd name="connsiteY367" fmla="*/ 3183589 h 3743862"/>
              <a:gd name="connsiteX368" fmla="*/ 1194051 w 4683617"/>
              <a:gd name="connsiteY368" fmla="*/ 3111661 h 3743862"/>
              <a:gd name="connsiteX369" fmla="*/ 1264029 w 4683617"/>
              <a:gd name="connsiteY369" fmla="*/ 3039735 h 3743862"/>
              <a:gd name="connsiteX370" fmla="*/ 1056893 w 4683617"/>
              <a:gd name="connsiteY370" fmla="*/ 3039735 h 3743862"/>
              <a:gd name="connsiteX371" fmla="*/ 1126872 w 4683617"/>
              <a:gd name="connsiteY371" fmla="*/ 3111661 h 3743862"/>
              <a:gd name="connsiteX372" fmla="*/ 1056893 w 4683617"/>
              <a:gd name="connsiteY372" fmla="*/ 3183589 h 3743862"/>
              <a:gd name="connsiteX373" fmla="*/ 986915 w 4683617"/>
              <a:gd name="connsiteY373" fmla="*/ 3111661 h 3743862"/>
              <a:gd name="connsiteX374" fmla="*/ 1056893 w 4683617"/>
              <a:gd name="connsiteY374" fmla="*/ 3039735 h 3743862"/>
              <a:gd name="connsiteX375" fmla="*/ 867485 w 4683617"/>
              <a:gd name="connsiteY375" fmla="*/ 3039735 h 3743862"/>
              <a:gd name="connsiteX376" fmla="*/ 937463 w 4683617"/>
              <a:gd name="connsiteY376" fmla="*/ 3111661 h 3743862"/>
              <a:gd name="connsiteX377" fmla="*/ 867485 w 4683617"/>
              <a:gd name="connsiteY377" fmla="*/ 3183589 h 3743862"/>
              <a:gd name="connsiteX378" fmla="*/ 797507 w 4683617"/>
              <a:gd name="connsiteY378" fmla="*/ 3111661 h 3743862"/>
              <a:gd name="connsiteX379" fmla="*/ 867485 w 4683617"/>
              <a:gd name="connsiteY379" fmla="*/ 3039735 h 3743862"/>
              <a:gd name="connsiteX380" fmla="*/ 658125 w 4683617"/>
              <a:gd name="connsiteY380" fmla="*/ 3038472 h 3743862"/>
              <a:gd name="connsiteX381" fmla="*/ 728103 w 4683617"/>
              <a:gd name="connsiteY381" fmla="*/ 3110399 h 3743862"/>
              <a:gd name="connsiteX382" fmla="*/ 658125 w 4683617"/>
              <a:gd name="connsiteY382" fmla="*/ 3182327 h 3743862"/>
              <a:gd name="connsiteX383" fmla="*/ 588146 w 4683617"/>
              <a:gd name="connsiteY383" fmla="*/ 3110399 h 3743862"/>
              <a:gd name="connsiteX384" fmla="*/ 658125 w 4683617"/>
              <a:gd name="connsiteY384" fmla="*/ 3038472 h 3743862"/>
              <a:gd name="connsiteX385" fmla="*/ 467784 w 4683617"/>
              <a:gd name="connsiteY385" fmla="*/ 3038472 h 3743862"/>
              <a:gd name="connsiteX386" fmla="*/ 537763 w 4683617"/>
              <a:gd name="connsiteY386" fmla="*/ 3110399 h 3743862"/>
              <a:gd name="connsiteX387" fmla="*/ 467784 w 4683617"/>
              <a:gd name="connsiteY387" fmla="*/ 3182327 h 3743862"/>
              <a:gd name="connsiteX388" fmla="*/ 397806 w 4683617"/>
              <a:gd name="connsiteY388" fmla="*/ 3110399 h 3743862"/>
              <a:gd name="connsiteX389" fmla="*/ 467784 w 4683617"/>
              <a:gd name="connsiteY389" fmla="*/ 3038472 h 3743862"/>
              <a:gd name="connsiteX390" fmla="*/ 260648 w 4683617"/>
              <a:gd name="connsiteY390" fmla="*/ 3038472 h 3743862"/>
              <a:gd name="connsiteX391" fmla="*/ 330627 w 4683617"/>
              <a:gd name="connsiteY391" fmla="*/ 3110399 h 3743862"/>
              <a:gd name="connsiteX392" fmla="*/ 260648 w 4683617"/>
              <a:gd name="connsiteY392" fmla="*/ 3182327 h 3743862"/>
              <a:gd name="connsiteX393" fmla="*/ 190670 w 4683617"/>
              <a:gd name="connsiteY393" fmla="*/ 3110399 h 3743862"/>
              <a:gd name="connsiteX394" fmla="*/ 260648 w 4683617"/>
              <a:gd name="connsiteY394" fmla="*/ 3038472 h 3743862"/>
              <a:gd name="connsiteX395" fmla="*/ 71240 w 4683617"/>
              <a:gd name="connsiteY395" fmla="*/ 3038472 h 3743862"/>
              <a:gd name="connsiteX396" fmla="*/ 141218 w 4683617"/>
              <a:gd name="connsiteY396" fmla="*/ 3110399 h 3743862"/>
              <a:gd name="connsiteX397" fmla="*/ 71240 w 4683617"/>
              <a:gd name="connsiteY397" fmla="*/ 3182327 h 3743862"/>
              <a:gd name="connsiteX398" fmla="*/ 1262 w 4683617"/>
              <a:gd name="connsiteY398" fmla="*/ 3110399 h 3743862"/>
              <a:gd name="connsiteX399" fmla="*/ 71240 w 4683617"/>
              <a:gd name="connsiteY399" fmla="*/ 3038472 h 3743862"/>
              <a:gd name="connsiteX400" fmla="*/ 2241780 w 4683617"/>
              <a:gd name="connsiteY400" fmla="*/ 3032163 h 3743862"/>
              <a:gd name="connsiteX401" fmla="*/ 2311758 w 4683617"/>
              <a:gd name="connsiteY401" fmla="*/ 3104089 h 3743862"/>
              <a:gd name="connsiteX402" fmla="*/ 2241780 w 4683617"/>
              <a:gd name="connsiteY402" fmla="*/ 3176017 h 3743862"/>
              <a:gd name="connsiteX403" fmla="*/ 2171802 w 4683617"/>
              <a:gd name="connsiteY403" fmla="*/ 3104089 h 3743862"/>
              <a:gd name="connsiteX404" fmla="*/ 2241780 w 4683617"/>
              <a:gd name="connsiteY404" fmla="*/ 3032163 h 3743862"/>
              <a:gd name="connsiteX405" fmla="*/ 2051439 w 4683617"/>
              <a:gd name="connsiteY405" fmla="*/ 3032163 h 3743862"/>
              <a:gd name="connsiteX406" fmla="*/ 2121418 w 4683617"/>
              <a:gd name="connsiteY406" fmla="*/ 3104089 h 3743862"/>
              <a:gd name="connsiteX407" fmla="*/ 2051439 w 4683617"/>
              <a:gd name="connsiteY407" fmla="*/ 3176017 h 3743862"/>
              <a:gd name="connsiteX408" fmla="*/ 1981461 w 4683617"/>
              <a:gd name="connsiteY408" fmla="*/ 3104089 h 3743862"/>
              <a:gd name="connsiteX409" fmla="*/ 2051439 w 4683617"/>
              <a:gd name="connsiteY409" fmla="*/ 3032163 h 3743862"/>
              <a:gd name="connsiteX410" fmla="*/ 1844304 w 4683617"/>
              <a:gd name="connsiteY410" fmla="*/ 3032163 h 3743862"/>
              <a:gd name="connsiteX411" fmla="*/ 1914282 w 4683617"/>
              <a:gd name="connsiteY411" fmla="*/ 3104089 h 3743862"/>
              <a:gd name="connsiteX412" fmla="*/ 1844304 w 4683617"/>
              <a:gd name="connsiteY412" fmla="*/ 3176017 h 3743862"/>
              <a:gd name="connsiteX413" fmla="*/ 1774326 w 4683617"/>
              <a:gd name="connsiteY413" fmla="*/ 3104089 h 3743862"/>
              <a:gd name="connsiteX414" fmla="*/ 1844304 w 4683617"/>
              <a:gd name="connsiteY414" fmla="*/ 3032163 h 3743862"/>
              <a:gd name="connsiteX415" fmla="*/ 1654896 w 4683617"/>
              <a:gd name="connsiteY415" fmla="*/ 3032163 h 3743862"/>
              <a:gd name="connsiteX416" fmla="*/ 1724874 w 4683617"/>
              <a:gd name="connsiteY416" fmla="*/ 3104089 h 3743862"/>
              <a:gd name="connsiteX417" fmla="*/ 1654896 w 4683617"/>
              <a:gd name="connsiteY417" fmla="*/ 3176017 h 3743862"/>
              <a:gd name="connsiteX418" fmla="*/ 1584917 w 4683617"/>
              <a:gd name="connsiteY418" fmla="*/ 3104089 h 3743862"/>
              <a:gd name="connsiteX419" fmla="*/ 1654896 w 4683617"/>
              <a:gd name="connsiteY419" fmla="*/ 3032163 h 3743862"/>
              <a:gd name="connsiteX420" fmla="*/ 3826228 w 4683617"/>
              <a:gd name="connsiteY420" fmla="*/ 3029002 h 3743862"/>
              <a:gd name="connsiteX421" fmla="*/ 3896206 w 4683617"/>
              <a:gd name="connsiteY421" fmla="*/ 3100928 h 3743862"/>
              <a:gd name="connsiteX422" fmla="*/ 3826228 w 4683617"/>
              <a:gd name="connsiteY422" fmla="*/ 3172856 h 3743862"/>
              <a:gd name="connsiteX423" fmla="*/ 3756250 w 4683617"/>
              <a:gd name="connsiteY423" fmla="*/ 3100928 h 3743862"/>
              <a:gd name="connsiteX424" fmla="*/ 3826228 w 4683617"/>
              <a:gd name="connsiteY424" fmla="*/ 3029002 h 3743862"/>
              <a:gd name="connsiteX425" fmla="*/ 3635888 w 4683617"/>
              <a:gd name="connsiteY425" fmla="*/ 3029002 h 3743862"/>
              <a:gd name="connsiteX426" fmla="*/ 3705866 w 4683617"/>
              <a:gd name="connsiteY426" fmla="*/ 3100928 h 3743862"/>
              <a:gd name="connsiteX427" fmla="*/ 3635888 w 4683617"/>
              <a:gd name="connsiteY427" fmla="*/ 3172856 h 3743862"/>
              <a:gd name="connsiteX428" fmla="*/ 3565910 w 4683617"/>
              <a:gd name="connsiteY428" fmla="*/ 3100928 h 3743862"/>
              <a:gd name="connsiteX429" fmla="*/ 3635888 w 4683617"/>
              <a:gd name="connsiteY429" fmla="*/ 3029002 h 3743862"/>
              <a:gd name="connsiteX430" fmla="*/ 3428752 w 4683617"/>
              <a:gd name="connsiteY430" fmla="*/ 3029002 h 3743862"/>
              <a:gd name="connsiteX431" fmla="*/ 3498730 w 4683617"/>
              <a:gd name="connsiteY431" fmla="*/ 3100928 h 3743862"/>
              <a:gd name="connsiteX432" fmla="*/ 3428752 w 4683617"/>
              <a:gd name="connsiteY432" fmla="*/ 3172856 h 3743862"/>
              <a:gd name="connsiteX433" fmla="*/ 3358774 w 4683617"/>
              <a:gd name="connsiteY433" fmla="*/ 3100928 h 3743862"/>
              <a:gd name="connsiteX434" fmla="*/ 3428752 w 4683617"/>
              <a:gd name="connsiteY434" fmla="*/ 3029002 h 3743862"/>
              <a:gd name="connsiteX435" fmla="*/ 3239344 w 4683617"/>
              <a:gd name="connsiteY435" fmla="*/ 3029002 h 3743862"/>
              <a:gd name="connsiteX436" fmla="*/ 3309322 w 4683617"/>
              <a:gd name="connsiteY436" fmla="*/ 3100928 h 3743862"/>
              <a:gd name="connsiteX437" fmla="*/ 3239344 w 4683617"/>
              <a:gd name="connsiteY437" fmla="*/ 3172856 h 3743862"/>
              <a:gd name="connsiteX438" fmla="*/ 3169365 w 4683617"/>
              <a:gd name="connsiteY438" fmla="*/ 3100928 h 3743862"/>
              <a:gd name="connsiteX439" fmla="*/ 3239344 w 4683617"/>
              <a:gd name="connsiteY439" fmla="*/ 3029002 h 3743862"/>
              <a:gd name="connsiteX440" fmla="*/ 3029984 w 4683617"/>
              <a:gd name="connsiteY440" fmla="*/ 3027739 h 3743862"/>
              <a:gd name="connsiteX441" fmla="*/ 3099962 w 4683617"/>
              <a:gd name="connsiteY441" fmla="*/ 3099666 h 3743862"/>
              <a:gd name="connsiteX442" fmla="*/ 3029984 w 4683617"/>
              <a:gd name="connsiteY442" fmla="*/ 3171594 h 3743862"/>
              <a:gd name="connsiteX443" fmla="*/ 2960005 w 4683617"/>
              <a:gd name="connsiteY443" fmla="*/ 3099666 h 3743862"/>
              <a:gd name="connsiteX444" fmla="*/ 3029984 w 4683617"/>
              <a:gd name="connsiteY444" fmla="*/ 3027739 h 3743862"/>
              <a:gd name="connsiteX445" fmla="*/ 2839643 w 4683617"/>
              <a:gd name="connsiteY445" fmla="*/ 3027739 h 3743862"/>
              <a:gd name="connsiteX446" fmla="*/ 2909621 w 4683617"/>
              <a:gd name="connsiteY446" fmla="*/ 3099666 h 3743862"/>
              <a:gd name="connsiteX447" fmla="*/ 2839643 w 4683617"/>
              <a:gd name="connsiteY447" fmla="*/ 3171594 h 3743862"/>
              <a:gd name="connsiteX448" fmla="*/ 2769665 w 4683617"/>
              <a:gd name="connsiteY448" fmla="*/ 3099666 h 3743862"/>
              <a:gd name="connsiteX449" fmla="*/ 2839643 w 4683617"/>
              <a:gd name="connsiteY449" fmla="*/ 3027739 h 3743862"/>
              <a:gd name="connsiteX450" fmla="*/ 2632507 w 4683617"/>
              <a:gd name="connsiteY450" fmla="*/ 3027739 h 3743862"/>
              <a:gd name="connsiteX451" fmla="*/ 2702486 w 4683617"/>
              <a:gd name="connsiteY451" fmla="*/ 3099666 h 3743862"/>
              <a:gd name="connsiteX452" fmla="*/ 2632507 w 4683617"/>
              <a:gd name="connsiteY452" fmla="*/ 3171594 h 3743862"/>
              <a:gd name="connsiteX453" fmla="*/ 2562529 w 4683617"/>
              <a:gd name="connsiteY453" fmla="*/ 3099666 h 3743862"/>
              <a:gd name="connsiteX454" fmla="*/ 2632507 w 4683617"/>
              <a:gd name="connsiteY454" fmla="*/ 3027739 h 3743862"/>
              <a:gd name="connsiteX455" fmla="*/ 2443099 w 4683617"/>
              <a:gd name="connsiteY455" fmla="*/ 3027739 h 3743862"/>
              <a:gd name="connsiteX456" fmla="*/ 2513077 w 4683617"/>
              <a:gd name="connsiteY456" fmla="*/ 3099666 h 3743862"/>
              <a:gd name="connsiteX457" fmla="*/ 2443099 w 4683617"/>
              <a:gd name="connsiteY457" fmla="*/ 3171594 h 3743862"/>
              <a:gd name="connsiteX458" fmla="*/ 2373121 w 4683617"/>
              <a:gd name="connsiteY458" fmla="*/ 3099666 h 3743862"/>
              <a:gd name="connsiteX459" fmla="*/ 2443099 w 4683617"/>
              <a:gd name="connsiteY459" fmla="*/ 3027739 h 3743862"/>
              <a:gd name="connsiteX460" fmla="*/ 4613639 w 4683617"/>
              <a:gd name="connsiteY460" fmla="*/ 3021430 h 3743862"/>
              <a:gd name="connsiteX461" fmla="*/ 4683617 w 4683617"/>
              <a:gd name="connsiteY461" fmla="*/ 3093356 h 3743862"/>
              <a:gd name="connsiteX462" fmla="*/ 4613639 w 4683617"/>
              <a:gd name="connsiteY462" fmla="*/ 3165284 h 3743862"/>
              <a:gd name="connsiteX463" fmla="*/ 4543660 w 4683617"/>
              <a:gd name="connsiteY463" fmla="*/ 3093356 h 3743862"/>
              <a:gd name="connsiteX464" fmla="*/ 4613639 w 4683617"/>
              <a:gd name="connsiteY464" fmla="*/ 3021430 h 3743862"/>
              <a:gd name="connsiteX465" fmla="*/ 4423298 w 4683617"/>
              <a:gd name="connsiteY465" fmla="*/ 3021430 h 3743862"/>
              <a:gd name="connsiteX466" fmla="*/ 4493276 w 4683617"/>
              <a:gd name="connsiteY466" fmla="*/ 3093356 h 3743862"/>
              <a:gd name="connsiteX467" fmla="*/ 4423298 w 4683617"/>
              <a:gd name="connsiteY467" fmla="*/ 3165284 h 3743862"/>
              <a:gd name="connsiteX468" fmla="*/ 4353320 w 4683617"/>
              <a:gd name="connsiteY468" fmla="*/ 3093356 h 3743862"/>
              <a:gd name="connsiteX469" fmla="*/ 4423298 w 4683617"/>
              <a:gd name="connsiteY469" fmla="*/ 3021430 h 3743862"/>
              <a:gd name="connsiteX470" fmla="*/ 4216162 w 4683617"/>
              <a:gd name="connsiteY470" fmla="*/ 3021430 h 3743862"/>
              <a:gd name="connsiteX471" fmla="*/ 4286141 w 4683617"/>
              <a:gd name="connsiteY471" fmla="*/ 3093356 h 3743862"/>
              <a:gd name="connsiteX472" fmla="*/ 4216162 w 4683617"/>
              <a:gd name="connsiteY472" fmla="*/ 3165284 h 3743862"/>
              <a:gd name="connsiteX473" fmla="*/ 4146184 w 4683617"/>
              <a:gd name="connsiteY473" fmla="*/ 3093356 h 3743862"/>
              <a:gd name="connsiteX474" fmla="*/ 4216162 w 4683617"/>
              <a:gd name="connsiteY474" fmla="*/ 3021430 h 3743862"/>
              <a:gd name="connsiteX475" fmla="*/ 4026754 w 4683617"/>
              <a:gd name="connsiteY475" fmla="*/ 3021430 h 3743862"/>
              <a:gd name="connsiteX476" fmla="*/ 4096732 w 4683617"/>
              <a:gd name="connsiteY476" fmla="*/ 3093356 h 3743862"/>
              <a:gd name="connsiteX477" fmla="*/ 4026754 w 4683617"/>
              <a:gd name="connsiteY477" fmla="*/ 3165284 h 3743862"/>
              <a:gd name="connsiteX478" fmla="*/ 3956776 w 4683617"/>
              <a:gd name="connsiteY478" fmla="*/ 3093356 h 3743862"/>
              <a:gd name="connsiteX479" fmla="*/ 4026754 w 4683617"/>
              <a:gd name="connsiteY479" fmla="*/ 3021430 h 3743862"/>
              <a:gd name="connsiteX480" fmla="*/ 1454370 w 4683617"/>
              <a:gd name="connsiteY480" fmla="*/ 2844144 h 3743862"/>
              <a:gd name="connsiteX481" fmla="*/ 1524348 w 4683617"/>
              <a:gd name="connsiteY481" fmla="*/ 2916071 h 3743862"/>
              <a:gd name="connsiteX482" fmla="*/ 1454370 w 4683617"/>
              <a:gd name="connsiteY482" fmla="*/ 2987998 h 3743862"/>
              <a:gd name="connsiteX483" fmla="*/ 1384391 w 4683617"/>
              <a:gd name="connsiteY483" fmla="*/ 2916071 h 3743862"/>
              <a:gd name="connsiteX484" fmla="*/ 1454370 w 4683617"/>
              <a:gd name="connsiteY484" fmla="*/ 2844144 h 3743862"/>
              <a:gd name="connsiteX485" fmla="*/ 1264029 w 4683617"/>
              <a:gd name="connsiteY485" fmla="*/ 2844144 h 3743862"/>
              <a:gd name="connsiteX486" fmla="*/ 1334007 w 4683617"/>
              <a:gd name="connsiteY486" fmla="*/ 2916071 h 3743862"/>
              <a:gd name="connsiteX487" fmla="*/ 1264029 w 4683617"/>
              <a:gd name="connsiteY487" fmla="*/ 2987998 h 3743862"/>
              <a:gd name="connsiteX488" fmla="*/ 1194051 w 4683617"/>
              <a:gd name="connsiteY488" fmla="*/ 2916071 h 3743862"/>
              <a:gd name="connsiteX489" fmla="*/ 1264029 w 4683617"/>
              <a:gd name="connsiteY489" fmla="*/ 2844144 h 3743862"/>
              <a:gd name="connsiteX490" fmla="*/ 1056893 w 4683617"/>
              <a:gd name="connsiteY490" fmla="*/ 2844144 h 3743862"/>
              <a:gd name="connsiteX491" fmla="*/ 1126872 w 4683617"/>
              <a:gd name="connsiteY491" fmla="*/ 2916071 h 3743862"/>
              <a:gd name="connsiteX492" fmla="*/ 1056893 w 4683617"/>
              <a:gd name="connsiteY492" fmla="*/ 2987998 h 3743862"/>
              <a:gd name="connsiteX493" fmla="*/ 986915 w 4683617"/>
              <a:gd name="connsiteY493" fmla="*/ 2916071 h 3743862"/>
              <a:gd name="connsiteX494" fmla="*/ 1056893 w 4683617"/>
              <a:gd name="connsiteY494" fmla="*/ 2844144 h 3743862"/>
              <a:gd name="connsiteX495" fmla="*/ 867485 w 4683617"/>
              <a:gd name="connsiteY495" fmla="*/ 2844144 h 3743862"/>
              <a:gd name="connsiteX496" fmla="*/ 937463 w 4683617"/>
              <a:gd name="connsiteY496" fmla="*/ 2916071 h 3743862"/>
              <a:gd name="connsiteX497" fmla="*/ 867485 w 4683617"/>
              <a:gd name="connsiteY497" fmla="*/ 2987998 h 3743862"/>
              <a:gd name="connsiteX498" fmla="*/ 797507 w 4683617"/>
              <a:gd name="connsiteY498" fmla="*/ 2916071 h 3743862"/>
              <a:gd name="connsiteX499" fmla="*/ 867485 w 4683617"/>
              <a:gd name="connsiteY499" fmla="*/ 2844144 h 3743862"/>
              <a:gd name="connsiteX500" fmla="*/ 658125 w 4683617"/>
              <a:gd name="connsiteY500" fmla="*/ 2842882 h 3743862"/>
              <a:gd name="connsiteX501" fmla="*/ 728103 w 4683617"/>
              <a:gd name="connsiteY501" fmla="*/ 2914808 h 3743862"/>
              <a:gd name="connsiteX502" fmla="*/ 658125 w 4683617"/>
              <a:gd name="connsiteY502" fmla="*/ 2986736 h 3743862"/>
              <a:gd name="connsiteX503" fmla="*/ 588146 w 4683617"/>
              <a:gd name="connsiteY503" fmla="*/ 2914808 h 3743862"/>
              <a:gd name="connsiteX504" fmla="*/ 658125 w 4683617"/>
              <a:gd name="connsiteY504" fmla="*/ 2842882 h 3743862"/>
              <a:gd name="connsiteX505" fmla="*/ 467784 w 4683617"/>
              <a:gd name="connsiteY505" fmla="*/ 2842882 h 3743862"/>
              <a:gd name="connsiteX506" fmla="*/ 537763 w 4683617"/>
              <a:gd name="connsiteY506" fmla="*/ 2914808 h 3743862"/>
              <a:gd name="connsiteX507" fmla="*/ 467784 w 4683617"/>
              <a:gd name="connsiteY507" fmla="*/ 2986736 h 3743862"/>
              <a:gd name="connsiteX508" fmla="*/ 397806 w 4683617"/>
              <a:gd name="connsiteY508" fmla="*/ 2914808 h 3743862"/>
              <a:gd name="connsiteX509" fmla="*/ 467784 w 4683617"/>
              <a:gd name="connsiteY509" fmla="*/ 2842882 h 3743862"/>
              <a:gd name="connsiteX510" fmla="*/ 260648 w 4683617"/>
              <a:gd name="connsiteY510" fmla="*/ 2842882 h 3743862"/>
              <a:gd name="connsiteX511" fmla="*/ 330627 w 4683617"/>
              <a:gd name="connsiteY511" fmla="*/ 2914808 h 3743862"/>
              <a:gd name="connsiteX512" fmla="*/ 260648 w 4683617"/>
              <a:gd name="connsiteY512" fmla="*/ 2986736 h 3743862"/>
              <a:gd name="connsiteX513" fmla="*/ 190670 w 4683617"/>
              <a:gd name="connsiteY513" fmla="*/ 2914808 h 3743862"/>
              <a:gd name="connsiteX514" fmla="*/ 260648 w 4683617"/>
              <a:gd name="connsiteY514" fmla="*/ 2842882 h 3743862"/>
              <a:gd name="connsiteX515" fmla="*/ 71240 w 4683617"/>
              <a:gd name="connsiteY515" fmla="*/ 2842882 h 3743862"/>
              <a:gd name="connsiteX516" fmla="*/ 141218 w 4683617"/>
              <a:gd name="connsiteY516" fmla="*/ 2914808 h 3743862"/>
              <a:gd name="connsiteX517" fmla="*/ 71240 w 4683617"/>
              <a:gd name="connsiteY517" fmla="*/ 2986736 h 3743862"/>
              <a:gd name="connsiteX518" fmla="*/ 1262 w 4683617"/>
              <a:gd name="connsiteY518" fmla="*/ 2914808 h 3743862"/>
              <a:gd name="connsiteX519" fmla="*/ 71240 w 4683617"/>
              <a:gd name="connsiteY519" fmla="*/ 2842882 h 3743862"/>
              <a:gd name="connsiteX520" fmla="*/ 2241780 w 4683617"/>
              <a:gd name="connsiteY520" fmla="*/ 2836572 h 3743862"/>
              <a:gd name="connsiteX521" fmla="*/ 2311758 w 4683617"/>
              <a:gd name="connsiteY521" fmla="*/ 2908499 h 3743862"/>
              <a:gd name="connsiteX522" fmla="*/ 2241780 w 4683617"/>
              <a:gd name="connsiteY522" fmla="*/ 2980426 h 3743862"/>
              <a:gd name="connsiteX523" fmla="*/ 2171802 w 4683617"/>
              <a:gd name="connsiteY523" fmla="*/ 2908499 h 3743862"/>
              <a:gd name="connsiteX524" fmla="*/ 2241780 w 4683617"/>
              <a:gd name="connsiteY524" fmla="*/ 2836572 h 3743862"/>
              <a:gd name="connsiteX525" fmla="*/ 2051439 w 4683617"/>
              <a:gd name="connsiteY525" fmla="*/ 2836572 h 3743862"/>
              <a:gd name="connsiteX526" fmla="*/ 2121418 w 4683617"/>
              <a:gd name="connsiteY526" fmla="*/ 2908499 h 3743862"/>
              <a:gd name="connsiteX527" fmla="*/ 2051439 w 4683617"/>
              <a:gd name="connsiteY527" fmla="*/ 2980426 h 3743862"/>
              <a:gd name="connsiteX528" fmla="*/ 1981461 w 4683617"/>
              <a:gd name="connsiteY528" fmla="*/ 2908499 h 3743862"/>
              <a:gd name="connsiteX529" fmla="*/ 2051439 w 4683617"/>
              <a:gd name="connsiteY529" fmla="*/ 2836572 h 3743862"/>
              <a:gd name="connsiteX530" fmla="*/ 1844304 w 4683617"/>
              <a:gd name="connsiteY530" fmla="*/ 2836572 h 3743862"/>
              <a:gd name="connsiteX531" fmla="*/ 1914282 w 4683617"/>
              <a:gd name="connsiteY531" fmla="*/ 2908499 h 3743862"/>
              <a:gd name="connsiteX532" fmla="*/ 1844304 w 4683617"/>
              <a:gd name="connsiteY532" fmla="*/ 2980426 h 3743862"/>
              <a:gd name="connsiteX533" fmla="*/ 1774326 w 4683617"/>
              <a:gd name="connsiteY533" fmla="*/ 2908499 h 3743862"/>
              <a:gd name="connsiteX534" fmla="*/ 1844304 w 4683617"/>
              <a:gd name="connsiteY534" fmla="*/ 2836572 h 3743862"/>
              <a:gd name="connsiteX535" fmla="*/ 1654896 w 4683617"/>
              <a:gd name="connsiteY535" fmla="*/ 2836572 h 3743862"/>
              <a:gd name="connsiteX536" fmla="*/ 1724874 w 4683617"/>
              <a:gd name="connsiteY536" fmla="*/ 2908499 h 3743862"/>
              <a:gd name="connsiteX537" fmla="*/ 1654896 w 4683617"/>
              <a:gd name="connsiteY537" fmla="*/ 2980426 h 3743862"/>
              <a:gd name="connsiteX538" fmla="*/ 1584917 w 4683617"/>
              <a:gd name="connsiteY538" fmla="*/ 2908499 h 3743862"/>
              <a:gd name="connsiteX539" fmla="*/ 1654896 w 4683617"/>
              <a:gd name="connsiteY539" fmla="*/ 2836572 h 3743862"/>
              <a:gd name="connsiteX540" fmla="*/ 3826228 w 4683617"/>
              <a:gd name="connsiteY540" fmla="*/ 2833411 h 3743862"/>
              <a:gd name="connsiteX541" fmla="*/ 3896206 w 4683617"/>
              <a:gd name="connsiteY541" fmla="*/ 2905338 h 3743862"/>
              <a:gd name="connsiteX542" fmla="*/ 3826228 w 4683617"/>
              <a:gd name="connsiteY542" fmla="*/ 2977265 h 3743862"/>
              <a:gd name="connsiteX543" fmla="*/ 3756250 w 4683617"/>
              <a:gd name="connsiteY543" fmla="*/ 2905338 h 3743862"/>
              <a:gd name="connsiteX544" fmla="*/ 3826228 w 4683617"/>
              <a:gd name="connsiteY544" fmla="*/ 2833411 h 3743862"/>
              <a:gd name="connsiteX545" fmla="*/ 3635888 w 4683617"/>
              <a:gd name="connsiteY545" fmla="*/ 2833411 h 3743862"/>
              <a:gd name="connsiteX546" fmla="*/ 3705866 w 4683617"/>
              <a:gd name="connsiteY546" fmla="*/ 2905338 h 3743862"/>
              <a:gd name="connsiteX547" fmla="*/ 3635888 w 4683617"/>
              <a:gd name="connsiteY547" fmla="*/ 2977265 h 3743862"/>
              <a:gd name="connsiteX548" fmla="*/ 3565910 w 4683617"/>
              <a:gd name="connsiteY548" fmla="*/ 2905338 h 3743862"/>
              <a:gd name="connsiteX549" fmla="*/ 3635888 w 4683617"/>
              <a:gd name="connsiteY549" fmla="*/ 2833411 h 3743862"/>
              <a:gd name="connsiteX550" fmla="*/ 3428752 w 4683617"/>
              <a:gd name="connsiteY550" fmla="*/ 2833411 h 3743862"/>
              <a:gd name="connsiteX551" fmla="*/ 3498730 w 4683617"/>
              <a:gd name="connsiteY551" fmla="*/ 2905338 h 3743862"/>
              <a:gd name="connsiteX552" fmla="*/ 3428752 w 4683617"/>
              <a:gd name="connsiteY552" fmla="*/ 2977265 h 3743862"/>
              <a:gd name="connsiteX553" fmla="*/ 3358774 w 4683617"/>
              <a:gd name="connsiteY553" fmla="*/ 2905338 h 3743862"/>
              <a:gd name="connsiteX554" fmla="*/ 3428752 w 4683617"/>
              <a:gd name="connsiteY554" fmla="*/ 2833411 h 3743862"/>
              <a:gd name="connsiteX555" fmla="*/ 3239344 w 4683617"/>
              <a:gd name="connsiteY555" fmla="*/ 2833411 h 3743862"/>
              <a:gd name="connsiteX556" fmla="*/ 3309322 w 4683617"/>
              <a:gd name="connsiteY556" fmla="*/ 2905338 h 3743862"/>
              <a:gd name="connsiteX557" fmla="*/ 3239344 w 4683617"/>
              <a:gd name="connsiteY557" fmla="*/ 2977265 h 3743862"/>
              <a:gd name="connsiteX558" fmla="*/ 3169365 w 4683617"/>
              <a:gd name="connsiteY558" fmla="*/ 2905338 h 3743862"/>
              <a:gd name="connsiteX559" fmla="*/ 3239344 w 4683617"/>
              <a:gd name="connsiteY559" fmla="*/ 2833411 h 3743862"/>
              <a:gd name="connsiteX560" fmla="*/ 3029984 w 4683617"/>
              <a:gd name="connsiteY560" fmla="*/ 2832149 h 3743862"/>
              <a:gd name="connsiteX561" fmla="*/ 3099962 w 4683617"/>
              <a:gd name="connsiteY561" fmla="*/ 2904075 h 3743862"/>
              <a:gd name="connsiteX562" fmla="*/ 3029984 w 4683617"/>
              <a:gd name="connsiteY562" fmla="*/ 2976003 h 3743862"/>
              <a:gd name="connsiteX563" fmla="*/ 2960005 w 4683617"/>
              <a:gd name="connsiteY563" fmla="*/ 2904075 h 3743862"/>
              <a:gd name="connsiteX564" fmla="*/ 3029984 w 4683617"/>
              <a:gd name="connsiteY564" fmla="*/ 2832149 h 3743862"/>
              <a:gd name="connsiteX565" fmla="*/ 2839643 w 4683617"/>
              <a:gd name="connsiteY565" fmla="*/ 2832149 h 3743862"/>
              <a:gd name="connsiteX566" fmla="*/ 2909621 w 4683617"/>
              <a:gd name="connsiteY566" fmla="*/ 2904075 h 3743862"/>
              <a:gd name="connsiteX567" fmla="*/ 2839643 w 4683617"/>
              <a:gd name="connsiteY567" fmla="*/ 2976003 h 3743862"/>
              <a:gd name="connsiteX568" fmla="*/ 2769665 w 4683617"/>
              <a:gd name="connsiteY568" fmla="*/ 2904075 h 3743862"/>
              <a:gd name="connsiteX569" fmla="*/ 2839643 w 4683617"/>
              <a:gd name="connsiteY569" fmla="*/ 2832149 h 3743862"/>
              <a:gd name="connsiteX570" fmla="*/ 2632507 w 4683617"/>
              <a:gd name="connsiteY570" fmla="*/ 2832149 h 3743862"/>
              <a:gd name="connsiteX571" fmla="*/ 2702486 w 4683617"/>
              <a:gd name="connsiteY571" fmla="*/ 2904075 h 3743862"/>
              <a:gd name="connsiteX572" fmla="*/ 2632507 w 4683617"/>
              <a:gd name="connsiteY572" fmla="*/ 2976003 h 3743862"/>
              <a:gd name="connsiteX573" fmla="*/ 2562529 w 4683617"/>
              <a:gd name="connsiteY573" fmla="*/ 2904075 h 3743862"/>
              <a:gd name="connsiteX574" fmla="*/ 2632507 w 4683617"/>
              <a:gd name="connsiteY574" fmla="*/ 2832149 h 3743862"/>
              <a:gd name="connsiteX575" fmla="*/ 2443099 w 4683617"/>
              <a:gd name="connsiteY575" fmla="*/ 2832149 h 3743862"/>
              <a:gd name="connsiteX576" fmla="*/ 2513077 w 4683617"/>
              <a:gd name="connsiteY576" fmla="*/ 2904075 h 3743862"/>
              <a:gd name="connsiteX577" fmla="*/ 2443099 w 4683617"/>
              <a:gd name="connsiteY577" fmla="*/ 2976003 h 3743862"/>
              <a:gd name="connsiteX578" fmla="*/ 2373121 w 4683617"/>
              <a:gd name="connsiteY578" fmla="*/ 2904075 h 3743862"/>
              <a:gd name="connsiteX579" fmla="*/ 2443099 w 4683617"/>
              <a:gd name="connsiteY579" fmla="*/ 2832149 h 3743862"/>
              <a:gd name="connsiteX580" fmla="*/ 4613639 w 4683617"/>
              <a:gd name="connsiteY580" fmla="*/ 2825839 h 3743862"/>
              <a:gd name="connsiteX581" fmla="*/ 4683617 w 4683617"/>
              <a:gd name="connsiteY581" fmla="*/ 2897766 h 3743862"/>
              <a:gd name="connsiteX582" fmla="*/ 4613639 w 4683617"/>
              <a:gd name="connsiteY582" fmla="*/ 2969693 h 3743862"/>
              <a:gd name="connsiteX583" fmla="*/ 4543660 w 4683617"/>
              <a:gd name="connsiteY583" fmla="*/ 2897766 h 3743862"/>
              <a:gd name="connsiteX584" fmla="*/ 4613639 w 4683617"/>
              <a:gd name="connsiteY584" fmla="*/ 2825839 h 3743862"/>
              <a:gd name="connsiteX585" fmla="*/ 4423298 w 4683617"/>
              <a:gd name="connsiteY585" fmla="*/ 2825839 h 3743862"/>
              <a:gd name="connsiteX586" fmla="*/ 4493276 w 4683617"/>
              <a:gd name="connsiteY586" fmla="*/ 2897766 h 3743862"/>
              <a:gd name="connsiteX587" fmla="*/ 4423298 w 4683617"/>
              <a:gd name="connsiteY587" fmla="*/ 2969693 h 3743862"/>
              <a:gd name="connsiteX588" fmla="*/ 4353320 w 4683617"/>
              <a:gd name="connsiteY588" fmla="*/ 2897766 h 3743862"/>
              <a:gd name="connsiteX589" fmla="*/ 4423298 w 4683617"/>
              <a:gd name="connsiteY589" fmla="*/ 2825839 h 3743862"/>
              <a:gd name="connsiteX590" fmla="*/ 4216162 w 4683617"/>
              <a:gd name="connsiteY590" fmla="*/ 2825839 h 3743862"/>
              <a:gd name="connsiteX591" fmla="*/ 4286141 w 4683617"/>
              <a:gd name="connsiteY591" fmla="*/ 2897766 h 3743862"/>
              <a:gd name="connsiteX592" fmla="*/ 4216162 w 4683617"/>
              <a:gd name="connsiteY592" fmla="*/ 2969693 h 3743862"/>
              <a:gd name="connsiteX593" fmla="*/ 4146184 w 4683617"/>
              <a:gd name="connsiteY593" fmla="*/ 2897766 h 3743862"/>
              <a:gd name="connsiteX594" fmla="*/ 4216162 w 4683617"/>
              <a:gd name="connsiteY594" fmla="*/ 2825839 h 3743862"/>
              <a:gd name="connsiteX595" fmla="*/ 4026754 w 4683617"/>
              <a:gd name="connsiteY595" fmla="*/ 2825839 h 3743862"/>
              <a:gd name="connsiteX596" fmla="*/ 4096732 w 4683617"/>
              <a:gd name="connsiteY596" fmla="*/ 2897766 h 3743862"/>
              <a:gd name="connsiteX597" fmla="*/ 4026754 w 4683617"/>
              <a:gd name="connsiteY597" fmla="*/ 2969693 h 3743862"/>
              <a:gd name="connsiteX598" fmla="*/ 3956776 w 4683617"/>
              <a:gd name="connsiteY598" fmla="*/ 2897766 h 3743862"/>
              <a:gd name="connsiteX599" fmla="*/ 4026754 w 4683617"/>
              <a:gd name="connsiteY599" fmla="*/ 2825839 h 3743862"/>
              <a:gd name="connsiteX600" fmla="*/ 1453108 w 4683617"/>
              <a:gd name="connsiteY600" fmla="*/ 2652338 h 3743862"/>
              <a:gd name="connsiteX601" fmla="*/ 1523086 w 4683617"/>
              <a:gd name="connsiteY601" fmla="*/ 2724266 h 3743862"/>
              <a:gd name="connsiteX602" fmla="*/ 1453108 w 4683617"/>
              <a:gd name="connsiteY602" fmla="*/ 2796193 h 3743862"/>
              <a:gd name="connsiteX603" fmla="*/ 1383129 w 4683617"/>
              <a:gd name="connsiteY603" fmla="*/ 2724266 h 3743862"/>
              <a:gd name="connsiteX604" fmla="*/ 1453108 w 4683617"/>
              <a:gd name="connsiteY604" fmla="*/ 2652338 h 3743862"/>
              <a:gd name="connsiteX605" fmla="*/ 1262767 w 4683617"/>
              <a:gd name="connsiteY605" fmla="*/ 2652338 h 3743862"/>
              <a:gd name="connsiteX606" fmla="*/ 1332746 w 4683617"/>
              <a:gd name="connsiteY606" fmla="*/ 2724266 h 3743862"/>
              <a:gd name="connsiteX607" fmla="*/ 1262767 w 4683617"/>
              <a:gd name="connsiteY607" fmla="*/ 2796193 h 3743862"/>
              <a:gd name="connsiteX608" fmla="*/ 1192789 w 4683617"/>
              <a:gd name="connsiteY608" fmla="*/ 2724266 h 3743862"/>
              <a:gd name="connsiteX609" fmla="*/ 1262767 w 4683617"/>
              <a:gd name="connsiteY609" fmla="*/ 2652338 h 3743862"/>
              <a:gd name="connsiteX610" fmla="*/ 1055631 w 4683617"/>
              <a:gd name="connsiteY610" fmla="*/ 2652338 h 3743862"/>
              <a:gd name="connsiteX611" fmla="*/ 1125610 w 4683617"/>
              <a:gd name="connsiteY611" fmla="*/ 2724266 h 3743862"/>
              <a:gd name="connsiteX612" fmla="*/ 1055631 w 4683617"/>
              <a:gd name="connsiteY612" fmla="*/ 2796193 h 3743862"/>
              <a:gd name="connsiteX613" fmla="*/ 985654 w 4683617"/>
              <a:gd name="connsiteY613" fmla="*/ 2724266 h 3743862"/>
              <a:gd name="connsiteX614" fmla="*/ 1055631 w 4683617"/>
              <a:gd name="connsiteY614" fmla="*/ 2652338 h 3743862"/>
              <a:gd name="connsiteX615" fmla="*/ 866223 w 4683617"/>
              <a:gd name="connsiteY615" fmla="*/ 2652338 h 3743862"/>
              <a:gd name="connsiteX616" fmla="*/ 936201 w 4683617"/>
              <a:gd name="connsiteY616" fmla="*/ 2724266 h 3743862"/>
              <a:gd name="connsiteX617" fmla="*/ 866223 w 4683617"/>
              <a:gd name="connsiteY617" fmla="*/ 2796193 h 3743862"/>
              <a:gd name="connsiteX618" fmla="*/ 796245 w 4683617"/>
              <a:gd name="connsiteY618" fmla="*/ 2724266 h 3743862"/>
              <a:gd name="connsiteX619" fmla="*/ 866223 w 4683617"/>
              <a:gd name="connsiteY619" fmla="*/ 2652338 h 3743862"/>
              <a:gd name="connsiteX620" fmla="*/ 656863 w 4683617"/>
              <a:gd name="connsiteY620" fmla="*/ 2651076 h 3743862"/>
              <a:gd name="connsiteX621" fmla="*/ 726841 w 4683617"/>
              <a:gd name="connsiteY621" fmla="*/ 2723004 h 3743862"/>
              <a:gd name="connsiteX622" fmla="*/ 656863 w 4683617"/>
              <a:gd name="connsiteY622" fmla="*/ 2794930 h 3743862"/>
              <a:gd name="connsiteX623" fmla="*/ 586885 w 4683617"/>
              <a:gd name="connsiteY623" fmla="*/ 2723004 h 3743862"/>
              <a:gd name="connsiteX624" fmla="*/ 656863 w 4683617"/>
              <a:gd name="connsiteY624" fmla="*/ 2651076 h 3743862"/>
              <a:gd name="connsiteX625" fmla="*/ 466522 w 4683617"/>
              <a:gd name="connsiteY625" fmla="*/ 2651076 h 3743862"/>
              <a:gd name="connsiteX626" fmla="*/ 536501 w 4683617"/>
              <a:gd name="connsiteY626" fmla="*/ 2723004 h 3743862"/>
              <a:gd name="connsiteX627" fmla="*/ 466522 w 4683617"/>
              <a:gd name="connsiteY627" fmla="*/ 2794930 h 3743862"/>
              <a:gd name="connsiteX628" fmla="*/ 396544 w 4683617"/>
              <a:gd name="connsiteY628" fmla="*/ 2723004 h 3743862"/>
              <a:gd name="connsiteX629" fmla="*/ 466522 w 4683617"/>
              <a:gd name="connsiteY629" fmla="*/ 2651076 h 3743862"/>
              <a:gd name="connsiteX630" fmla="*/ 259387 w 4683617"/>
              <a:gd name="connsiteY630" fmla="*/ 2651076 h 3743862"/>
              <a:gd name="connsiteX631" fmla="*/ 329365 w 4683617"/>
              <a:gd name="connsiteY631" fmla="*/ 2723004 h 3743862"/>
              <a:gd name="connsiteX632" fmla="*/ 259387 w 4683617"/>
              <a:gd name="connsiteY632" fmla="*/ 2794930 h 3743862"/>
              <a:gd name="connsiteX633" fmla="*/ 189409 w 4683617"/>
              <a:gd name="connsiteY633" fmla="*/ 2723004 h 3743862"/>
              <a:gd name="connsiteX634" fmla="*/ 259387 w 4683617"/>
              <a:gd name="connsiteY634" fmla="*/ 2651076 h 3743862"/>
              <a:gd name="connsiteX635" fmla="*/ 69979 w 4683617"/>
              <a:gd name="connsiteY635" fmla="*/ 2651076 h 3743862"/>
              <a:gd name="connsiteX636" fmla="*/ 139957 w 4683617"/>
              <a:gd name="connsiteY636" fmla="*/ 2723004 h 3743862"/>
              <a:gd name="connsiteX637" fmla="*/ 69979 w 4683617"/>
              <a:gd name="connsiteY637" fmla="*/ 2794930 h 3743862"/>
              <a:gd name="connsiteX638" fmla="*/ 0 w 4683617"/>
              <a:gd name="connsiteY638" fmla="*/ 2723004 h 3743862"/>
              <a:gd name="connsiteX639" fmla="*/ 69979 w 4683617"/>
              <a:gd name="connsiteY639" fmla="*/ 2651076 h 3743862"/>
              <a:gd name="connsiteX640" fmla="*/ 2240519 w 4683617"/>
              <a:gd name="connsiteY640" fmla="*/ 2644766 h 3743862"/>
              <a:gd name="connsiteX641" fmla="*/ 2310497 w 4683617"/>
              <a:gd name="connsiteY641" fmla="*/ 2716694 h 3743862"/>
              <a:gd name="connsiteX642" fmla="*/ 2240519 w 4683617"/>
              <a:gd name="connsiteY642" fmla="*/ 2788621 h 3743862"/>
              <a:gd name="connsiteX643" fmla="*/ 2170540 w 4683617"/>
              <a:gd name="connsiteY643" fmla="*/ 2716694 h 3743862"/>
              <a:gd name="connsiteX644" fmla="*/ 2240519 w 4683617"/>
              <a:gd name="connsiteY644" fmla="*/ 2644766 h 3743862"/>
              <a:gd name="connsiteX645" fmla="*/ 2050178 w 4683617"/>
              <a:gd name="connsiteY645" fmla="*/ 2644766 h 3743862"/>
              <a:gd name="connsiteX646" fmla="*/ 2120156 w 4683617"/>
              <a:gd name="connsiteY646" fmla="*/ 2716694 h 3743862"/>
              <a:gd name="connsiteX647" fmla="*/ 2050178 w 4683617"/>
              <a:gd name="connsiteY647" fmla="*/ 2788621 h 3743862"/>
              <a:gd name="connsiteX648" fmla="*/ 1980200 w 4683617"/>
              <a:gd name="connsiteY648" fmla="*/ 2716694 h 3743862"/>
              <a:gd name="connsiteX649" fmla="*/ 2050178 w 4683617"/>
              <a:gd name="connsiteY649" fmla="*/ 2644766 h 3743862"/>
              <a:gd name="connsiteX650" fmla="*/ 1843042 w 4683617"/>
              <a:gd name="connsiteY650" fmla="*/ 2644766 h 3743862"/>
              <a:gd name="connsiteX651" fmla="*/ 1913021 w 4683617"/>
              <a:gd name="connsiteY651" fmla="*/ 2716694 h 3743862"/>
              <a:gd name="connsiteX652" fmla="*/ 1843042 w 4683617"/>
              <a:gd name="connsiteY652" fmla="*/ 2788621 h 3743862"/>
              <a:gd name="connsiteX653" fmla="*/ 1773064 w 4683617"/>
              <a:gd name="connsiteY653" fmla="*/ 2716694 h 3743862"/>
              <a:gd name="connsiteX654" fmla="*/ 1843042 w 4683617"/>
              <a:gd name="connsiteY654" fmla="*/ 2644766 h 3743862"/>
              <a:gd name="connsiteX655" fmla="*/ 1653634 w 4683617"/>
              <a:gd name="connsiteY655" fmla="*/ 2644766 h 3743862"/>
              <a:gd name="connsiteX656" fmla="*/ 1723612 w 4683617"/>
              <a:gd name="connsiteY656" fmla="*/ 2716694 h 3743862"/>
              <a:gd name="connsiteX657" fmla="*/ 1653634 w 4683617"/>
              <a:gd name="connsiteY657" fmla="*/ 2788621 h 3743862"/>
              <a:gd name="connsiteX658" fmla="*/ 1583655 w 4683617"/>
              <a:gd name="connsiteY658" fmla="*/ 2716694 h 3743862"/>
              <a:gd name="connsiteX659" fmla="*/ 1653634 w 4683617"/>
              <a:gd name="connsiteY659" fmla="*/ 2644766 h 3743862"/>
              <a:gd name="connsiteX660" fmla="*/ 3824967 w 4683617"/>
              <a:gd name="connsiteY660" fmla="*/ 2641605 h 3743862"/>
              <a:gd name="connsiteX661" fmla="*/ 3894945 w 4683617"/>
              <a:gd name="connsiteY661" fmla="*/ 2713533 h 3743862"/>
              <a:gd name="connsiteX662" fmla="*/ 3824967 w 4683617"/>
              <a:gd name="connsiteY662" fmla="*/ 2785460 h 3743862"/>
              <a:gd name="connsiteX663" fmla="*/ 3754988 w 4683617"/>
              <a:gd name="connsiteY663" fmla="*/ 2713533 h 3743862"/>
              <a:gd name="connsiteX664" fmla="*/ 3824967 w 4683617"/>
              <a:gd name="connsiteY664" fmla="*/ 2641605 h 3743862"/>
              <a:gd name="connsiteX665" fmla="*/ 3634626 w 4683617"/>
              <a:gd name="connsiteY665" fmla="*/ 2641605 h 3743862"/>
              <a:gd name="connsiteX666" fmla="*/ 3704604 w 4683617"/>
              <a:gd name="connsiteY666" fmla="*/ 2713533 h 3743862"/>
              <a:gd name="connsiteX667" fmla="*/ 3634626 w 4683617"/>
              <a:gd name="connsiteY667" fmla="*/ 2785460 h 3743862"/>
              <a:gd name="connsiteX668" fmla="*/ 3564648 w 4683617"/>
              <a:gd name="connsiteY668" fmla="*/ 2713533 h 3743862"/>
              <a:gd name="connsiteX669" fmla="*/ 3634626 w 4683617"/>
              <a:gd name="connsiteY669" fmla="*/ 2641605 h 3743862"/>
              <a:gd name="connsiteX670" fmla="*/ 3427490 w 4683617"/>
              <a:gd name="connsiteY670" fmla="*/ 2641605 h 3743862"/>
              <a:gd name="connsiteX671" fmla="*/ 3497469 w 4683617"/>
              <a:gd name="connsiteY671" fmla="*/ 2713533 h 3743862"/>
              <a:gd name="connsiteX672" fmla="*/ 3427490 w 4683617"/>
              <a:gd name="connsiteY672" fmla="*/ 2785460 h 3743862"/>
              <a:gd name="connsiteX673" fmla="*/ 3357512 w 4683617"/>
              <a:gd name="connsiteY673" fmla="*/ 2713533 h 3743862"/>
              <a:gd name="connsiteX674" fmla="*/ 3427490 w 4683617"/>
              <a:gd name="connsiteY674" fmla="*/ 2641605 h 3743862"/>
              <a:gd name="connsiteX675" fmla="*/ 3238082 w 4683617"/>
              <a:gd name="connsiteY675" fmla="*/ 2641605 h 3743862"/>
              <a:gd name="connsiteX676" fmla="*/ 3308060 w 4683617"/>
              <a:gd name="connsiteY676" fmla="*/ 2713533 h 3743862"/>
              <a:gd name="connsiteX677" fmla="*/ 3238082 w 4683617"/>
              <a:gd name="connsiteY677" fmla="*/ 2785460 h 3743862"/>
              <a:gd name="connsiteX678" fmla="*/ 3168104 w 4683617"/>
              <a:gd name="connsiteY678" fmla="*/ 2713533 h 3743862"/>
              <a:gd name="connsiteX679" fmla="*/ 3238082 w 4683617"/>
              <a:gd name="connsiteY679" fmla="*/ 2641605 h 3743862"/>
              <a:gd name="connsiteX680" fmla="*/ 3028722 w 4683617"/>
              <a:gd name="connsiteY680" fmla="*/ 2640343 h 3743862"/>
              <a:gd name="connsiteX681" fmla="*/ 3098700 w 4683617"/>
              <a:gd name="connsiteY681" fmla="*/ 2712271 h 3743862"/>
              <a:gd name="connsiteX682" fmla="*/ 3028722 w 4683617"/>
              <a:gd name="connsiteY682" fmla="*/ 2784197 h 3743862"/>
              <a:gd name="connsiteX683" fmla="*/ 2958744 w 4683617"/>
              <a:gd name="connsiteY683" fmla="*/ 2712271 h 3743862"/>
              <a:gd name="connsiteX684" fmla="*/ 3028722 w 4683617"/>
              <a:gd name="connsiteY684" fmla="*/ 2640343 h 3743862"/>
              <a:gd name="connsiteX685" fmla="*/ 2838381 w 4683617"/>
              <a:gd name="connsiteY685" fmla="*/ 2640343 h 3743862"/>
              <a:gd name="connsiteX686" fmla="*/ 2908360 w 4683617"/>
              <a:gd name="connsiteY686" fmla="*/ 2712271 h 3743862"/>
              <a:gd name="connsiteX687" fmla="*/ 2838381 w 4683617"/>
              <a:gd name="connsiteY687" fmla="*/ 2784197 h 3743862"/>
              <a:gd name="connsiteX688" fmla="*/ 2768403 w 4683617"/>
              <a:gd name="connsiteY688" fmla="*/ 2712271 h 3743862"/>
              <a:gd name="connsiteX689" fmla="*/ 2838381 w 4683617"/>
              <a:gd name="connsiteY689" fmla="*/ 2640343 h 3743862"/>
              <a:gd name="connsiteX690" fmla="*/ 2631246 w 4683617"/>
              <a:gd name="connsiteY690" fmla="*/ 2640343 h 3743862"/>
              <a:gd name="connsiteX691" fmla="*/ 2701224 w 4683617"/>
              <a:gd name="connsiteY691" fmla="*/ 2712271 h 3743862"/>
              <a:gd name="connsiteX692" fmla="*/ 2631246 w 4683617"/>
              <a:gd name="connsiteY692" fmla="*/ 2784197 h 3743862"/>
              <a:gd name="connsiteX693" fmla="*/ 2561268 w 4683617"/>
              <a:gd name="connsiteY693" fmla="*/ 2712271 h 3743862"/>
              <a:gd name="connsiteX694" fmla="*/ 2631246 w 4683617"/>
              <a:gd name="connsiteY694" fmla="*/ 2640343 h 3743862"/>
              <a:gd name="connsiteX695" fmla="*/ 2441838 w 4683617"/>
              <a:gd name="connsiteY695" fmla="*/ 2640343 h 3743862"/>
              <a:gd name="connsiteX696" fmla="*/ 2511816 w 4683617"/>
              <a:gd name="connsiteY696" fmla="*/ 2712271 h 3743862"/>
              <a:gd name="connsiteX697" fmla="*/ 2441838 w 4683617"/>
              <a:gd name="connsiteY697" fmla="*/ 2784197 h 3743862"/>
              <a:gd name="connsiteX698" fmla="*/ 2371859 w 4683617"/>
              <a:gd name="connsiteY698" fmla="*/ 2712271 h 3743862"/>
              <a:gd name="connsiteX699" fmla="*/ 2441838 w 4683617"/>
              <a:gd name="connsiteY699" fmla="*/ 2640343 h 3743862"/>
              <a:gd name="connsiteX700" fmla="*/ 4612378 w 4683617"/>
              <a:gd name="connsiteY700" fmla="*/ 2634033 h 3743862"/>
              <a:gd name="connsiteX701" fmla="*/ 4682356 w 4683617"/>
              <a:gd name="connsiteY701" fmla="*/ 2705961 h 3743862"/>
              <a:gd name="connsiteX702" fmla="*/ 4612378 w 4683617"/>
              <a:gd name="connsiteY702" fmla="*/ 2777888 h 3743862"/>
              <a:gd name="connsiteX703" fmla="*/ 4542399 w 4683617"/>
              <a:gd name="connsiteY703" fmla="*/ 2705961 h 3743862"/>
              <a:gd name="connsiteX704" fmla="*/ 4612378 w 4683617"/>
              <a:gd name="connsiteY704" fmla="*/ 2634033 h 3743862"/>
              <a:gd name="connsiteX705" fmla="*/ 4422036 w 4683617"/>
              <a:gd name="connsiteY705" fmla="*/ 2634033 h 3743862"/>
              <a:gd name="connsiteX706" fmla="*/ 4492015 w 4683617"/>
              <a:gd name="connsiteY706" fmla="*/ 2705961 h 3743862"/>
              <a:gd name="connsiteX707" fmla="*/ 4422036 w 4683617"/>
              <a:gd name="connsiteY707" fmla="*/ 2777888 h 3743862"/>
              <a:gd name="connsiteX708" fmla="*/ 4352058 w 4683617"/>
              <a:gd name="connsiteY708" fmla="*/ 2705961 h 3743862"/>
              <a:gd name="connsiteX709" fmla="*/ 4422036 w 4683617"/>
              <a:gd name="connsiteY709" fmla="*/ 2634033 h 3743862"/>
              <a:gd name="connsiteX710" fmla="*/ 4214901 w 4683617"/>
              <a:gd name="connsiteY710" fmla="*/ 2634033 h 3743862"/>
              <a:gd name="connsiteX711" fmla="*/ 4284879 w 4683617"/>
              <a:gd name="connsiteY711" fmla="*/ 2705961 h 3743862"/>
              <a:gd name="connsiteX712" fmla="*/ 4214901 w 4683617"/>
              <a:gd name="connsiteY712" fmla="*/ 2777888 h 3743862"/>
              <a:gd name="connsiteX713" fmla="*/ 4144923 w 4683617"/>
              <a:gd name="connsiteY713" fmla="*/ 2705961 h 3743862"/>
              <a:gd name="connsiteX714" fmla="*/ 4214901 w 4683617"/>
              <a:gd name="connsiteY714" fmla="*/ 2634033 h 3743862"/>
              <a:gd name="connsiteX715" fmla="*/ 4025493 w 4683617"/>
              <a:gd name="connsiteY715" fmla="*/ 2634033 h 3743862"/>
              <a:gd name="connsiteX716" fmla="*/ 4095471 w 4683617"/>
              <a:gd name="connsiteY716" fmla="*/ 2705961 h 3743862"/>
              <a:gd name="connsiteX717" fmla="*/ 4025493 w 4683617"/>
              <a:gd name="connsiteY717" fmla="*/ 2777888 h 3743862"/>
              <a:gd name="connsiteX718" fmla="*/ 3955514 w 4683617"/>
              <a:gd name="connsiteY718" fmla="*/ 2705961 h 3743862"/>
              <a:gd name="connsiteX719" fmla="*/ 4025493 w 4683617"/>
              <a:gd name="connsiteY719" fmla="*/ 2634033 h 3743862"/>
              <a:gd name="connsiteX720" fmla="*/ 1453108 w 4683617"/>
              <a:gd name="connsiteY720" fmla="*/ 2463057 h 3743862"/>
              <a:gd name="connsiteX721" fmla="*/ 1523086 w 4683617"/>
              <a:gd name="connsiteY721" fmla="*/ 2534984 h 3743862"/>
              <a:gd name="connsiteX722" fmla="*/ 1453108 w 4683617"/>
              <a:gd name="connsiteY722" fmla="*/ 2606911 h 3743862"/>
              <a:gd name="connsiteX723" fmla="*/ 1383129 w 4683617"/>
              <a:gd name="connsiteY723" fmla="*/ 2534984 h 3743862"/>
              <a:gd name="connsiteX724" fmla="*/ 1453108 w 4683617"/>
              <a:gd name="connsiteY724" fmla="*/ 2463057 h 3743862"/>
              <a:gd name="connsiteX725" fmla="*/ 1262767 w 4683617"/>
              <a:gd name="connsiteY725" fmla="*/ 2463057 h 3743862"/>
              <a:gd name="connsiteX726" fmla="*/ 1332746 w 4683617"/>
              <a:gd name="connsiteY726" fmla="*/ 2534984 h 3743862"/>
              <a:gd name="connsiteX727" fmla="*/ 1262767 w 4683617"/>
              <a:gd name="connsiteY727" fmla="*/ 2606911 h 3743862"/>
              <a:gd name="connsiteX728" fmla="*/ 1192789 w 4683617"/>
              <a:gd name="connsiteY728" fmla="*/ 2534984 h 3743862"/>
              <a:gd name="connsiteX729" fmla="*/ 1262767 w 4683617"/>
              <a:gd name="connsiteY729" fmla="*/ 2463057 h 3743862"/>
              <a:gd name="connsiteX730" fmla="*/ 1055631 w 4683617"/>
              <a:gd name="connsiteY730" fmla="*/ 2463057 h 3743862"/>
              <a:gd name="connsiteX731" fmla="*/ 1125610 w 4683617"/>
              <a:gd name="connsiteY731" fmla="*/ 2534984 h 3743862"/>
              <a:gd name="connsiteX732" fmla="*/ 1055631 w 4683617"/>
              <a:gd name="connsiteY732" fmla="*/ 2606911 h 3743862"/>
              <a:gd name="connsiteX733" fmla="*/ 985654 w 4683617"/>
              <a:gd name="connsiteY733" fmla="*/ 2534984 h 3743862"/>
              <a:gd name="connsiteX734" fmla="*/ 1055631 w 4683617"/>
              <a:gd name="connsiteY734" fmla="*/ 2463057 h 3743862"/>
              <a:gd name="connsiteX735" fmla="*/ 866223 w 4683617"/>
              <a:gd name="connsiteY735" fmla="*/ 2463057 h 3743862"/>
              <a:gd name="connsiteX736" fmla="*/ 936201 w 4683617"/>
              <a:gd name="connsiteY736" fmla="*/ 2534984 h 3743862"/>
              <a:gd name="connsiteX737" fmla="*/ 866223 w 4683617"/>
              <a:gd name="connsiteY737" fmla="*/ 2606911 h 3743862"/>
              <a:gd name="connsiteX738" fmla="*/ 796245 w 4683617"/>
              <a:gd name="connsiteY738" fmla="*/ 2534984 h 3743862"/>
              <a:gd name="connsiteX739" fmla="*/ 866223 w 4683617"/>
              <a:gd name="connsiteY739" fmla="*/ 2463057 h 3743862"/>
              <a:gd name="connsiteX740" fmla="*/ 656863 w 4683617"/>
              <a:gd name="connsiteY740" fmla="*/ 2461795 h 3743862"/>
              <a:gd name="connsiteX741" fmla="*/ 726841 w 4683617"/>
              <a:gd name="connsiteY741" fmla="*/ 2533721 h 3743862"/>
              <a:gd name="connsiteX742" fmla="*/ 656863 w 4683617"/>
              <a:gd name="connsiteY742" fmla="*/ 2605649 h 3743862"/>
              <a:gd name="connsiteX743" fmla="*/ 586885 w 4683617"/>
              <a:gd name="connsiteY743" fmla="*/ 2533721 h 3743862"/>
              <a:gd name="connsiteX744" fmla="*/ 656863 w 4683617"/>
              <a:gd name="connsiteY744" fmla="*/ 2461795 h 3743862"/>
              <a:gd name="connsiteX745" fmla="*/ 466522 w 4683617"/>
              <a:gd name="connsiteY745" fmla="*/ 2461795 h 3743862"/>
              <a:gd name="connsiteX746" fmla="*/ 536501 w 4683617"/>
              <a:gd name="connsiteY746" fmla="*/ 2533721 h 3743862"/>
              <a:gd name="connsiteX747" fmla="*/ 466522 w 4683617"/>
              <a:gd name="connsiteY747" fmla="*/ 2605649 h 3743862"/>
              <a:gd name="connsiteX748" fmla="*/ 396544 w 4683617"/>
              <a:gd name="connsiteY748" fmla="*/ 2533721 h 3743862"/>
              <a:gd name="connsiteX749" fmla="*/ 466522 w 4683617"/>
              <a:gd name="connsiteY749" fmla="*/ 2461795 h 3743862"/>
              <a:gd name="connsiteX750" fmla="*/ 259387 w 4683617"/>
              <a:gd name="connsiteY750" fmla="*/ 2461795 h 3743862"/>
              <a:gd name="connsiteX751" fmla="*/ 329365 w 4683617"/>
              <a:gd name="connsiteY751" fmla="*/ 2533721 h 3743862"/>
              <a:gd name="connsiteX752" fmla="*/ 259387 w 4683617"/>
              <a:gd name="connsiteY752" fmla="*/ 2605649 h 3743862"/>
              <a:gd name="connsiteX753" fmla="*/ 189409 w 4683617"/>
              <a:gd name="connsiteY753" fmla="*/ 2533721 h 3743862"/>
              <a:gd name="connsiteX754" fmla="*/ 259387 w 4683617"/>
              <a:gd name="connsiteY754" fmla="*/ 2461795 h 3743862"/>
              <a:gd name="connsiteX755" fmla="*/ 69979 w 4683617"/>
              <a:gd name="connsiteY755" fmla="*/ 2461795 h 3743862"/>
              <a:gd name="connsiteX756" fmla="*/ 139957 w 4683617"/>
              <a:gd name="connsiteY756" fmla="*/ 2533721 h 3743862"/>
              <a:gd name="connsiteX757" fmla="*/ 69979 w 4683617"/>
              <a:gd name="connsiteY757" fmla="*/ 2605649 h 3743862"/>
              <a:gd name="connsiteX758" fmla="*/ 0 w 4683617"/>
              <a:gd name="connsiteY758" fmla="*/ 2533721 h 3743862"/>
              <a:gd name="connsiteX759" fmla="*/ 69979 w 4683617"/>
              <a:gd name="connsiteY759" fmla="*/ 2461795 h 3743862"/>
              <a:gd name="connsiteX760" fmla="*/ 2240519 w 4683617"/>
              <a:gd name="connsiteY760" fmla="*/ 2455485 h 3743862"/>
              <a:gd name="connsiteX761" fmla="*/ 2310497 w 4683617"/>
              <a:gd name="connsiteY761" fmla="*/ 2527412 h 3743862"/>
              <a:gd name="connsiteX762" fmla="*/ 2240519 w 4683617"/>
              <a:gd name="connsiteY762" fmla="*/ 2599339 h 3743862"/>
              <a:gd name="connsiteX763" fmla="*/ 2170540 w 4683617"/>
              <a:gd name="connsiteY763" fmla="*/ 2527412 h 3743862"/>
              <a:gd name="connsiteX764" fmla="*/ 2240519 w 4683617"/>
              <a:gd name="connsiteY764" fmla="*/ 2455485 h 3743862"/>
              <a:gd name="connsiteX765" fmla="*/ 2050178 w 4683617"/>
              <a:gd name="connsiteY765" fmla="*/ 2455485 h 3743862"/>
              <a:gd name="connsiteX766" fmla="*/ 2120156 w 4683617"/>
              <a:gd name="connsiteY766" fmla="*/ 2527412 h 3743862"/>
              <a:gd name="connsiteX767" fmla="*/ 2050178 w 4683617"/>
              <a:gd name="connsiteY767" fmla="*/ 2599339 h 3743862"/>
              <a:gd name="connsiteX768" fmla="*/ 1980200 w 4683617"/>
              <a:gd name="connsiteY768" fmla="*/ 2527412 h 3743862"/>
              <a:gd name="connsiteX769" fmla="*/ 2050178 w 4683617"/>
              <a:gd name="connsiteY769" fmla="*/ 2455485 h 3743862"/>
              <a:gd name="connsiteX770" fmla="*/ 1843042 w 4683617"/>
              <a:gd name="connsiteY770" fmla="*/ 2455485 h 3743862"/>
              <a:gd name="connsiteX771" fmla="*/ 1913021 w 4683617"/>
              <a:gd name="connsiteY771" fmla="*/ 2527412 h 3743862"/>
              <a:gd name="connsiteX772" fmla="*/ 1843042 w 4683617"/>
              <a:gd name="connsiteY772" fmla="*/ 2599339 h 3743862"/>
              <a:gd name="connsiteX773" fmla="*/ 1773064 w 4683617"/>
              <a:gd name="connsiteY773" fmla="*/ 2527412 h 3743862"/>
              <a:gd name="connsiteX774" fmla="*/ 1843042 w 4683617"/>
              <a:gd name="connsiteY774" fmla="*/ 2455485 h 3743862"/>
              <a:gd name="connsiteX775" fmla="*/ 1653634 w 4683617"/>
              <a:gd name="connsiteY775" fmla="*/ 2455485 h 3743862"/>
              <a:gd name="connsiteX776" fmla="*/ 1723612 w 4683617"/>
              <a:gd name="connsiteY776" fmla="*/ 2527412 h 3743862"/>
              <a:gd name="connsiteX777" fmla="*/ 1653634 w 4683617"/>
              <a:gd name="connsiteY777" fmla="*/ 2599339 h 3743862"/>
              <a:gd name="connsiteX778" fmla="*/ 1583655 w 4683617"/>
              <a:gd name="connsiteY778" fmla="*/ 2527412 h 3743862"/>
              <a:gd name="connsiteX779" fmla="*/ 1653634 w 4683617"/>
              <a:gd name="connsiteY779" fmla="*/ 2455485 h 3743862"/>
              <a:gd name="connsiteX780" fmla="*/ 3824967 w 4683617"/>
              <a:gd name="connsiteY780" fmla="*/ 2452324 h 3743862"/>
              <a:gd name="connsiteX781" fmla="*/ 3894945 w 4683617"/>
              <a:gd name="connsiteY781" fmla="*/ 2524251 h 3743862"/>
              <a:gd name="connsiteX782" fmla="*/ 3824967 w 4683617"/>
              <a:gd name="connsiteY782" fmla="*/ 2596178 h 3743862"/>
              <a:gd name="connsiteX783" fmla="*/ 3754988 w 4683617"/>
              <a:gd name="connsiteY783" fmla="*/ 2524251 h 3743862"/>
              <a:gd name="connsiteX784" fmla="*/ 3824967 w 4683617"/>
              <a:gd name="connsiteY784" fmla="*/ 2452324 h 3743862"/>
              <a:gd name="connsiteX785" fmla="*/ 3634626 w 4683617"/>
              <a:gd name="connsiteY785" fmla="*/ 2452324 h 3743862"/>
              <a:gd name="connsiteX786" fmla="*/ 3704604 w 4683617"/>
              <a:gd name="connsiteY786" fmla="*/ 2524251 h 3743862"/>
              <a:gd name="connsiteX787" fmla="*/ 3634626 w 4683617"/>
              <a:gd name="connsiteY787" fmla="*/ 2596178 h 3743862"/>
              <a:gd name="connsiteX788" fmla="*/ 3564648 w 4683617"/>
              <a:gd name="connsiteY788" fmla="*/ 2524251 h 3743862"/>
              <a:gd name="connsiteX789" fmla="*/ 3634626 w 4683617"/>
              <a:gd name="connsiteY789" fmla="*/ 2452324 h 3743862"/>
              <a:gd name="connsiteX790" fmla="*/ 3427490 w 4683617"/>
              <a:gd name="connsiteY790" fmla="*/ 2452324 h 3743862"/>
              <a:gd name="connsiteX791" fmla="*/ 3497469 w 4683617"/>
              <a:gd name="connsiteY791" fmla="*/ 2524251 h 3743862"/>
              <a:gd name="connsiteX792" fmla="*/ 3427490 w 4683617"/>
              <a:gd name="connsiteY792" fmla="*/ 2596178 h 3743862"/>
              <a:gd name="connsiteX793" fmla="*/ 3357512 w 4683617"/>
              <a:gd name="connsiteY793" fmla="*/ 2524251 h 3743862"/>
              <a:gd name="connsiteX794" fmla="*/ 3427490 w 4683617"/>
              <a:gd name="connsiteY794" fmla="*/ 2452324 h 3743862"/>
              <a:gd name="connsiteX795" fmla="*/ 3238082 w 4683617"/>
              <a:gd name="connsiteY795" fmla="*/ 2452324 h 3743862"/>
              <a:gd name="connsiteX796" fmla="*/ 3308060 w 4683617"/>
              <a:gd name="connsiteY796" fmla="*/ 2524251 h 3743862"/>
              <a:gd name="connsiteX797" fmla="*/ 3238082 w 4683617"/>
              <a:gd name="connsiteY797" fmla="*/ 2596178 h 3743862"/>
              <a:gd name="connsiteX798" fmla="*/ 3168104 w 4683617"/>
              <a:gd name="connsiteY798" fmla="*/ 2524251 h 3743862"/>
              <a:gd name="connsiteX799" fmla="*/ 3238082 w 4683617"/>
              <a:gd name="connsiteY799" fmla="*/ 2452324 h 3743862"/>
              <a:gd name="connsiteX800" fmla="*/ 3028722 w 4683617"/>
              <a:gd name="connsiteY800" fmla="*/ 2451062 h 3743862"/>
              <a:gd name="connsiteX801" fmla="*/ 3098700 w 4683617"/>
              <a:gd name="connsiteY801" fmla="*/ 2522988 h 3743862"/>
              <a:gd name="connsiteX802" fmla="*/ 3028722 w 4683617"/>
              <a:gd name="connsiteY802" fmla="*/ 2594916 h 3743862"/>
              <a:gd name="connsiteX803" fmla="*/ 2958744 w 4683617"/>
              <a:gd name="connsiteY803" fmla="*/ 2522988 h 3743862"/>
              <a:gd name="connsiteX804" fmla="*/ 3028722 w 4683617"/>
              <a:gd name="connsiteY804" fmla="*/ 2451062 h 3743862"/>
              <a:gd name="connsiteX805" fmla="*/ 2838381 w 4683617"/>
              <a:gd name="connsiteY805" fmla="*/ 2451062 h 3743862"/>
              <a:gd name="connsiteX806" fmla="*/ 2908360 w 4683617"/>
              <a:gd name="connsiteY806" fmla="*/ 2522988 h 3743862"/>
              <a:gd name="connsiteX807" fmla="*/ 2838381 w 4683617"/>
              <a:gd name="connsiteY807" fmla="*/ 2594916 h 3743862"/>
              <a:gd name="connsiteX808" fmla="*/ 2768403 w 4683617"/>
              <a:gd name="connsiteY808" fmla="*/ 2522988 h 3743862"/>
              <a:gd name="connsiteX809" fmla="*/ 2838381 w 4683617"/>
              <a:gd name="connsiteY809" fmla="*/ 2451062 h 3743862"/>
              <a:gd name="connsiteX810" fmla="*/ 2631246 w 4683617"/>
              <a:gd name="connsiteY810" fmla="*/ 2451062 h 3743862"/>
              <a:gd name="connsiteX811" fmla="*/ 2701224 w 4683617"/>
              <a:gd name="connsiteY811" fmla="*/ 2522988 h 3743862"/>
              <a:gd name="connsiteX812" fmla="*/ 2631246 w 4683617"/>
              <a:gd name="connsiteY812" fmla="*/ 2594916 h 3743862"/>
              <a:gd name="connsiteX813" fmla="*/ 2561268 w 4683617"/>
              <a:gd name="connsiteY813" fmla="*/ 2522988 h 3743862"/>
              <a:gd name="connsiteX814" fmla="*/ 2631246 w 4683617"/>
              <a:gd name="connsiteY814" fmla="*/ 2451062 h 3743862"/>
              <a:gd name="connsiteX815" fmla="*/ 2441838 w 4683617"/>
              <a:gd name="connsiteY815" fmla="*/ 2451062 h 3743862"/>
              <a:gd name="connsiteX816" fmla="*/ 2511816 w 4683617"/>
              <a:gd name="connsiteY816" fmla="*/ 2522988 h 3743862"/>
              <a:gd name="connsiteX817" fmla="*/ 2441838 w 4683617"/>
              <a:gd name="connsiteY817" fmla="*/ 2594916 h 3743862"/>
              <a:gd name="connsiteX818" fmla="*/ 2371859 w 4683617"/>
              <a:gd name="connsiteY818" fmla="*/ 2522988 h 3743862"/>
              <a:gd name="connsiteX819" fmla="*/ 2441838 w 4683617"/>
              <a:gd name="connsiteY819" fmla="*/ 2451062 h 3743862"/>
              <a:gd name="connsiteX820" fmla="*/ 4612378 w 4683617"/>
              <a:gd name="connsiteY820" fmla="*/ 2444752 h 3743862"/>
              <a:gd name="connsiteX821" fmla="*/ 4682356 w 4683617"/>
              <a:gd name="connsiteY821" fmla="*/ 2516679 h 3743862"/>
              <a:gd name="connsiteX822" fmla="*/ 4612378 w 4683617"/>
              <a:gd name="connsiteY822" fmla="*/ 2588606 h 3743862"/>
              <a:gd name="connsiteX823" fmla="*/ 4542399 w 4683617"/>
              <a:gd name="connsiteY823" fmla="*/ 2516679 h 3743862"/>
              <a:gd name="connsiteX824" fmla="*/ 4612378 w 4683617"/>
              <a:gd name="connsiteY824" fmla="*/ 2444752 h 3743862"/>
              <a:gd name="connsiteX825" fmla="*/ 4422036 w 4683617"/>
              <a:gd name="connsiteY825" fmla="*/ 2444752 h 3743862"/>
              <a:gd name="connsiteX826" fmla="*/ 4492015 w 4683617"/>
              <a:gd name="connsiteY826" fmla="*/ 2516679 h 3743862"/>
              <a:gd name="connsiteX827" fmla="*/ 4422036 w 4683617"/>
              <a:gd name="connsiteY827" fmla="*/ 2588606 h 3743862"/>
              <a:gd name="connsiteX828" fmla="*/ 4352058 w 4683617"/>
              <a:gd name="connsiteY828" fmla="*/ 2516679 h 3743862"/>
              <a:gd name="connsiteX829" fmla="*/ 4422036 w 4683617"/>
              <a:gd name="connsiteY829" fmla="*/ 2444752 h 3743862"/>
              <a:gd name="connsiteX830" fmla="*/ 4214901 w 4683617"/>
              <a:gd name="connsiteY830" fmla="*/ 2444752 h 3743862"/>
              <a:gd name="connsiteX831" fmla="*/ 4284879 w 4683617"/>
              <a:gd name="connsiteY831" fmla="*/ 2516679 h 3743862"/>
              <a:gd name="connsiteX832" fmla="*/ 4214901 w 4683617"/>
              <a:gd name="connsiteY832" fmla="*/ 2588606 h 3743862"/>
              <a:gd name="connsiteX833" fmla="*/ 4144923 w 4683617"/>
              <a:gd name="connsiteY833" fmla="*/ 2516679 h 3743862"/>
              <a:gd name="connsiteX834" fmla="*/ 4214901 w 4683617"/>
              <a:gd name="connsiteY834" fmla="*/ 2444752 h 3743862"/>
              <a:gd name="connsiteX835" fmla="*/ 4025493 w 4683617"/>
              <a:gd name="connsiteY835" fmla="*/ 2444752 h 3743862"/>
              <a:gd name="connsiteX836" fmla="*/ 4095471 w 4683617"/>
              <a:gd name="connsiteY836" fmla="*/ 2516679 h 3743862"/>
              <a:gd name="connsiteX837" fmla="*/ 4025493 w 4683617"/>
              <a:gd name="connsiteY837" fmla="*/ 2588606 h 3743862"/>
              <a:gd name="connsiteX838" fmla="*/ 3955514 w 4683617"/>
              <a:gd name="connsiteY838" fmla="*/ 2516679 h 3743862"/>
              <a:gd name="connsiteX839" fmla="*/ 4025493 w 4683617"/>
              <a:gd name="connsiteY839" fmla="*/ 2444752 h 3743862"/>
              <a:gd name="connsiteX840" fmla="*/ 1453108 w 4683617"/>
              <a:gd name="connsiteY840" fmla="*/ 2281346 h 3743862"/>
              <a:gd name="connsiteX841" fmla="*/ 1523086 w 4683617"/>
              <a:gd name="connsiteY841" fmla="*/ 2353273 h 3743862"/>
              <a:gd name="connsiteX842" fmla="*/ 1453108 w 4683617"/>
              <a:gd name="connsiteY842" fmla="*/ 2425201 h 3743862"/>
              <a:gd name="connsiteX843" fmla="*/ 1383129 w 4683617"/>
              <a:gd name="connsiteY843" fmla="*/ 2353273 h 3743862"/>
              <a:gd name="connsiteX844" fmla="*/ 1453108 w 4683617"/>
              <a:gd name="connsiteY844" fmla="*/ 2281346 h 3743862"/>
              <a:gd name="connsiteX845" fmla="*/ 1262767 w 4683617"/>
              <a:gd name="connsiteY845" fmla="*/ 2281346 h 3743862"/>
              <a:gd name="connsiteX846" fmla="*/ 1332746 w 4683617"/>
              <a:gd name="connsiteY846" fmla="*/ 2353273 h 3743862"/>
              <a:gd name="connsiteX847" fmla="*/ 1262767 w 4683617"/>
              <a:gd name="connsiteY847" fmla="*/ 2425201 h 3743862"/>
              <a:gd name="connsiteX848" fmla="*/ 1192789 w 4683617"/>
              <a:gd name="connsiteY848" fmla="*/ 2353273 h 3743862"/>
              <a:gd name="connsiteX849" fmla="*/ 1262767 w 4683617"/>
              <a:gd name="connsiteY849" fmla="*/ 2281346 h 3743862"/>
              <a:gd name="connsiteX850" fmla="*/ 1055631 w 4683617"/>
              <a:gd name="connsiteY850" fmla="*/ 2281346 h 3743862"/>
              <a:gd name="connsiteX851" fmla="*/ 1125610 w 4683617"/>
              <a:gd name="connsiteY851" fmla="*/ 2353273 h 3743862"/>
              <a:gd name="connsiteX852" fmla="*/ 1055631 w 4683617"/>
              <a:gd name="connsiteY852" fmla="*/ 2425201 h 3743862"/>
              <a:gd name="connsiteX853" fmla="*/ 985654 w 4683617"/>
              <a:gd name="connsiteY853" fmla="*/ 2353273 h 3743862"/>
              <a:gd name="connsiteX854" fmla="*/ 1055631 w 4683617"/>
              <a:gd name="connsiteY854" fmla="*/ 2281346 h 3743862"/>
              <a:gd name="connsiteX855" fmla="*/ 866223 w 4683617"/>
              <a:gd name="connsiteY855" fmla="*/ 2281346 h 3743862"/>
              <a:gd name="connsiteX856" fmla="*/ 936201 w 4683617"/>
              <a:gd name="connsiteY856" fmla="*/ 2353273 h 3743862"/>
              <a:gd name="connsiteX857" fmla="*/ 866223 w 4683617"/>
              <a:gd name="connsiteY857" fmla="*/ 2425201 h 3743862"/>
              <a:gd name="connsiteX858" fmla="*/ 796245 w 4683617"/>
              <a:gd name="connsiteY858" fmla="*/ 2353273 h 3743862"/>
              <a:gd name="connsiteX859" fmla="*/ 866223 w 4683617"/>
              <a:gd name="connsiteY859" fmla="*/ 2281346 h 3743862"/>
              <a:gd name="connsiteX860" fmla="*/ 656863 w 4683617"/>
              <a:gd name="connsiteY860" fmla="*/ 2280084 h 3743862"/>
              <a:gd name="connsiteX861" fmla="*/ 726841 w 4683617"/>
              <a:gd name="connsiteY861" fmla="*/ 2352011 h 3743862"/>
              <a:gd name="connsiteX862" fmla="*/ 656863 w 4683617"/>
              <a:gd name="connsiteY862" fmla="*/ 2423938 h 3743862"/>
              <a:gd name="connsiteX863" fmla="*/ 586885 w 4683617"/>
              <a:gd name="connsiteY863" fmla="*/ 2352011 h 3743862"/>
              <a:gd name="connsiteX864" fmla="*/ 656863 w 4683617"/>
              <a:gd name="connsiteY864" fmla="*/ 2280084 h 3743862"/>
              <a:gd name="connsiteX865" fmla="*/ 466522 w 4683617"/>
              <a:gd name="connsiteY865" fmla="*/ 2280084 h 3743862"/>
              <a:gd name="connsiteX866" fmla="*/ 536501 w 4683617"/>
              <a:gd name="connsiteY866" fmla="*/ 2352011 h 3743862"/>
              <a:gd name="connsiteX867" fmla="*/ 466522 w 4683617"/>
              <a:gd name="connsiteY867" fmla="*/ 2423938 h 3743862"/>
              <a:gd name="connsiteX868" fmla="*/ 396544 w 4683617"/>
              <a:gd name="connsiteY868" fmla="*/ 2352011 h 3743862"/>
              <a:gd name="connsiteX869" fmla="*/ 466522 w 4683617"/>
              <a:gd name="connsiteY869" fmla="*/ 2280084 h 3743862"/>
              <a:gd name="connsiteX870" fmla="*/ 259387 w 4683617"/>
              <a:gd name="connsiteY870" fmla="*/ 2280084 h 3743862"/>
              <a:gd name="connsiteX871" fmla="*/ 329365 w 4683617"/>
              <a:gd name="connsiteY871" fmla="*/ 2352011 h 3743862"/>
              <a:gd name="connsiteX872" fmla="*/ 259387 w 4683617"/>
              <a:gd name="connsiteY872" fmla="*/ 2423938 h 3743862"/>
              <a:gd name="connsiteX873" fmla="*/ 189409 w 4683617"/>
              <a:gd name="connsiteY873" fmla="*/ 2352011 h 3743862"/>
              <a:gd name="connsiteX874" fmla="*/ 259387 w 4683617"/>
              <a:gd name="connsiteY874" fmla="*/ 2280084 h 3743862"/>
              <a:gd name="connsiteX875" fmla="*/ 69979 w 4683617"/>
              <a:gd name="connsiteY875" fmla="*/ 2280084 h 3743862"/>
              <a:gd name="connsiteX876" fmla="*/ 139957 w 4683617"/>
              <a:gd name="connsiteY876" fmla="*/ 2352011 h 3743862"/>
              <a:gd name="connsiteX877" fmla="*/ 69979 w 4683617"/>
              <a:gd name="connsiteY877" fmla="*/ 2423938 h 3743862"/>
              <a:gd name="connsiteX878" fmla="*/ 0 w 4683617"/>
              <a:gd name="connsiteY878" fmla="*/ 2352011 h 3743862"/>
              <a:gd name="connsiteX879" fmla="*/ 69979 w 4683617"/>
              <a:gd name="connsiteY879" fmla="*/ 2280084 h 3743862"/>
              <a:gd name="connsiteX880" fmla="*/ 2240519 w 4683617"/>
              <a:gd name="connsiteY880" fmla="*/ 2273775 h 3743862"/>
              <a:gd name="connsiteX881" fmla="*/ 2310497 w 4683617"/>
              <a:gd name="connsiteY881" fmla="*/ 2345701 h 3743862"/>
              <a:gd name="connsiteX882" fmla="*/ 2240519 w 4683617"/>
              <a:gd name="connsiteY882" fmla="*/ 2417629 h 3743862"/>
              <a:gd name="connsiteX883" fmla="*/ 2170540 w 4683617"/>
              <a:gd name="connsiteY883" fmla="*/ 2345701 h 3743862"/>
              <a:gd name="connsiteX884" fmla="*/ 2240519 w 4683617"/>
              <a:gd name="connsiteY884" fmla="*/ 2273775 h 3743862"/>
              <a:gd name="connsiteX885" fmla="*/ 2050178 w 4683617"/>
              <a:gd name="connsiteY885" fmla="*/ 2273775 h 3743862"/>
              <a:gd name="connsiteX886" fmla="*/ 2120156 w 4683617"/>
              <a:gd name="connsiteY886" fmla="*/ 2345701 h 3743862"/>
              <a:gd name="connsiteX887" fmla="*/ 2050178 w 4683617"/>
              <a:gd name="connsiteY887" fmla="*/ 2417629 h 3743862"/>
              <a:gd name="connsiteX888" fmla="*/ 1980200 w 4683617"/>
              <a:gd name="connsiteY888" fmla="*/ 2345701 h 3743862"/>
              <a:gd name="connsiteX889" fmla="*/ 2050178 w 4683617"/>
              <a:gd name="connsiteY889" fmla="*/ 2273775 h 3743862"/>
              <a:gd name="connsiteX890" fmla="*/ 1843042 w 4683617"/>
              <a:gd name="connsiteY890" fmla="*/ 2273775 h 3743862"/>
              <a:gd name="connsiteX891" fmla="*/ 1913021 w 4683617"/>
              <a:gd name="connsiteY891" fmla="*/ 2345701 h 3743862"/>
              <a:gd name="connsiteX892" fmla="*/ 1843042 w 4683617"/>
              <a:gd name="connsiteY892" fmla="*/ 2417629 h 3743862"/>
              <a:gd name="connsiteX893" fmla="*/ 1773064 w 4683617"/>
              <a:gd name="connsiteY893" fmla="*/ 2345701 h 3743862"/>
              <a:gd name="connsiteX894" fmla="*/ 1843042 w 4683617"/>
              <a:gd name="connsiteY894" fmla="*/ 2273775 h 3743862"/>
              <a:gd name="connsiteX895" fmla="*/ 1653634 w 4683617"/>
              <a:gd name="connsiteY895" fmla="*/ 2273775 h 3743862"/>
              <a:gd name="connsiteX896" fmla="*/ 1723612 w 4683617"/>
              <a:gd name="connsiteY896" fmla="*/ 2345701 h 3743862"/>
              <a:gd name="connsiteX897" fmla="*/ 1653634 w 4683617"/>
              <a:gd name="connsiteY897" fmla="*/ 2417629 h 3743862"/>
              <a:gd name="connsiteX898" fmla="*/ 1583655 w 4683617"/>
              <a:gd name="connsiteY898" fmla="*/ 2345701 h 3743862"/>
              <a:gd name="connsiteX899" fmla="*/ 1653634 w 4683617"/>
              <a:gd name="connsiteY899" fmla="*/ 2273775 h 3743862"/>
              <a:gd name="connsiteX900" fmla="*/ 3824967 w 4683617"/>
              <a:gd name="connsiteY900" fmla="*/ 2270613 h 3743862"/>
              <a:gd name="connsiteX901" fmla="*/ 3894945 w 4683617"/>
              <a:gd name="connsiteY901" fmla="*/ 2342540 h 3743862"/>
              <a:gd name="connsiteX902" fmla="*/ 3824967 w 4683617"/>
              <a:gd name="connsiteY902" fmla="*/ 2414468 h 3743862"/>
              <a:gd name="connsiteX903" fmla="*/ 3754988 w 4683617"/>
              <a:gd name="connsiteY903" fmla="*/ 2342540 h 3743862"/>
              <a:gd name="connsiteX904" fmla="*/ 3824967 w 4683617"/>
              <a:gd name="connsiteY904" fmla="*/ 2270613 h 3743862"/>
              <a:gd name="connsiteX905" fmla="*/ 3634626 w 4683617"/>
              <a:gd name="connsiteY905" fmla="*/ 2270613 h 3743862"/>
              <a:gd name="connsiteX906" fmla="*/ 3704604 w 4683617"/>
              <a:gd name="connsiteY906" fmla="*/ 2342540 h 3743862"/>
              <a:gd name="connsiteX907" fmla="*/ 3634626 w 4683617"/>
              <a:gd name="connsiteY907" fmla="*/ 2414468 h 3743862"/>
              <a:gd name="connsiteX908" fmla="*/ 3564648 w 4683617"/>
              <a:gd name="connsiteY908" fmla="*/ 2342540 h 3743862"/>
              <a:gd name="connsiteX909" fmla="*/ 3634626 w 4683617"/>
              <a:gd name="connsiteY909" fmla="*/ 2270613 h 3743862"/>
              <a:gd name="connsiteX910" fmla="*/ 3427490 w 4683617"/>
              <a:gd name="connsiteY910" fmla="*/ 2270613 h 3743862"/>
              <a:gd name="connsiteX911" fmla="*/ 3497469 w 4683617"/>
              <a:gd name="connsiteY911" fmla="*/ 2342540 h 3743862"/>
              <a:gd name="connsiteX912" fmla="*/ 3427490 w 4683617"/>
              <a:gd name="connsiteY912" fmla="*/ 2414468 h 3743862"/>
              <a:gd name="connsiteX913" fmla="*/ 3357512 w 4683617"/>
              <a:gd name="connsiteY913" fmla="*/ 2342540 h 3743862"/>
              <a:gd name="connsiteX914" fmla="*/ 3427490 w 4683617"/>
              <a:gd name="connsiteY914" fmla="*/ 2270613 h 3743862"/>
              <a:gd name="connsiteX915" fmla="*/ 3238082 w 4683617"/>
              <a:gd name="connsiteY915" fmla="*/ 2270613 h 3743862"/>
              <a:gd name="connsiteX916" fmla="*/ 3308060 w 4683617"/>
              <a:gd name="connsiteY916" fmla="*/ 2342540 h 3743862"/>
              <a:gd name="connsiteX917" fmla="*/ 3238082 w 4683617"/>
              <a:gd name="connsiteY917" fmla="*/ 2414468 h 3743862"/>
              <a:gd name="connsiteX918" fmla="*/ 3168104 w 4683617"/>
              <a:gd name="connsiteY918" fmla="*/ 2342540 h 3743862"/>
              <a:gd name="connsiteX919" fmla="*/ 3238082 w 4683617"/>
              <a:gd name="connsiteY919" fmla="*/ 2270613 h 3743862"/>
              <a:gd name="connsiteX920" fmla="*/ 3028722 w 4683617"/>
              <a:gd name="connsiteY920" fmla="*/ 2269351 h 3743862"/>
              <a:gd name="connsiteX921" fmla="*/ 3098700 w 4683617"/>
              <a:gd name="connsiteY921" fmla="*/ 2341278 h 3743862"/>
              <a:gd name="connsiteX922" fmla="*/ 3028722 w 4683617"/>
              <a:gd name="connsiteY922" fmla="*/ 2413205 h 3743862"/>
              <a:gd name="connsiteX923" fmla="*/ 2958744 w 4683617"/>
              <a:gd name="connsiteY923" fmla="*/ 2341278 h 3743862"/>
              <a:gd name="connsiteX924" fmla="*/ 3028722 w 4683617"/>
              <a:gd name="connsiteY924" fmla="*/ 2269351 h 3743862"/>
              <a:gd name="connsiteX925" fmla="*/ 2838381 w 4683617"/>
              <a:gd name="connsiteY925" fmla="*/ 2269351 h 3743862"/>
              <a:gd name="connsiteX926" fmla="*/ 2908360 w 4683617"/>
              <a:gd name="connsiteY926" fmla="*/ 2341278 h 3743862"/>
              <a:gd name="connsiteX927" fmla="*/ 2838381 w 4683617"/>
              <a:gd name="connsiteY927" fmla="*/ 2413205 h 3743862"/>
              <a:gd name="connsiteX928" fmla="*/ 2768403 w 4683617"/>
              <a:gd name="connsiteY928" fmla="*/ 2341278 h 3743862"/>
              <a:gd name="connsiteX929" fmla="*/ 2838381 w 4683617"/>
              <a:gd name="connsiteY929" fmla="*/ 2269351 h 3743862"/>
              <a:gd name="connsiteX930" fmla="*/ 2631246 w 4683617"/>
              <a:gd name="connsiteY930" fmla="*/ 2269351 h 3743862"/>
              <a:gd name="connsiteX931" fmla="*/ 2701224 w 4683617"/>
              <a:gd name="connsiteY931" fmla="*/ 2341278 h 3743862"/>
              <a:gd name="connsiteX932" fmla="*/ 2631246 w 4683617"/>
              <a:gd name="connsiteY932" fmla="*/ 2413205 h 3743862"/>
              <a:gd name="connsiteX933" fmla="*/ 2561268 w 4683617"/>
              <a:gd name="connsiteY933" fmla="*/ 2341278 h 3743862"/>
              <a:gd name="connsiteX934" fmla="*/ 2631246 w 4683617"/>
              <a:gd name="connsiteY934" fmla="*/ 2269351 h 3743862"/>
              <a:gd name="connsiteX935" fmla="*/ 2441838 w 4683617"/>
              <a:gd name="connsiteY935" fmla="*/ 2269351 h 3743862"/>
              <a:gd name="connsiteX936" fmla="*/ 2511816 w 4683617"/>
              <a:gd name="connsiteY936" fmla="*/ 2341278 h 3743862"/>
              <a:gd name="connsiteX937" fmla="*/ 2441838 w 4683617"/>
              <a:gd name="connsiteY937" fmla="*/ 2413205 h 3743862"/>
              <a:gd name="connsiteX938" fmla="*/ 2371859 w 4683617"/>
              <a:gd name="connsiteY938" fmla="*/ 2341278 h 3743862"/>
              <a:gd name="connsiteX939" fmla="*/ 2441838 w 4683617"/>
              <a:gd name="connsiteY939" fmla="*/ 2269351 h 3743862"/>
              <a:gd name="connsiteX940" fmla="*/ 4612378 w 4683617"/>
              <a:gd name="connsiteY940" fmla="*/ 2263042 h 3743862"/>
              <a:gd name="connsiteX941" fmla="*/ 4682356 w 4683617"/>
              <a:gd name="connsiteY941" fmla="*/ 2334968 h 3743862"/>
              <a:gd name="connsiteX942" fmla="*/ 4612378 w 4683617"/>
              <a:gd name="connsiteY942" fmla="*/ 2406896 h 3743862"/>
              <a:gd name="connsiteX943" fmla="*/ 4542399 w 4683617"/>
              <a:gd name="connsiteY943" fmla="*/ 2334968 h 3743862"/>
              <a:gd name="connsiteX944" fmla="*/ 4612378 w 4683617"/>
              <a:gd name="connsiteY944" fmla="*/ 2263042 h 3743862"/>
              <a:gd name="connsiteX945" fmla="*/ 4422036 w 4683617"/>
              <a:gd name="connsiteY945" fmla="*/ 2263042 h 3743862"/>
              <a:gd name="connsiteX946" fmla="*/ 4492015 w 4683617"/>
              <a:gd name="connsiteY946" fmla="*/ 2334968 h 3743862"/>
              <a:gd name="connsiteX947" fmla="*/ 4422036 w 4683617"/>
              <a:gd name="connsiteY947" fmla="*/ 2406896 h 3743862"/>
              <a:gd name="connsiteX948" fmla="*/ 4352058 w 4683617"/>
              <a:gd name="connsiteY948" fmla="*/ 2334968 h 3743862"/>
              <a:gd name="connsiteX949" fmla="*/ 4422036 w 4683617"/>
              <a:gd name="connsiteY949" fmla="*/ 2263042 h 3743862"/>
              <a:gd name="connsiteX950" fmla="*/ 4214901 w 4683617"/>
              <a:gd name="connsiteY950" fmla="*/ 2263042 h 3743862"/>
              <a:gd name="connsiteX951" fmla="*/ 4284879 w 4683617"/>
              <a:gd name="connsiteY951" fmla="*/ 2334968 h 3743862"/>
              <a:gd name="connsiteX952" fmla="*/ 4214901 w 4683617"/>
              <a:gd name="connsiteY952" fmla="*/ 2406896 h 3743862"/>
              <a:gd name="connsiteX953" fmla="*/ 4144923 w 4683617"/>
              <a:gd name="connsiteY953" fmla="*/ 2334968 h 3743862"/>
              <a:gd name="connsiteX954" fmla="*/ 4214901 w 4683617"/>
              <a:gd name="connsiteY954" fmla="*/ 2263042 h 3743862"/>
              <a:gd name="connsiteX955" fmla="*/ 4025493 w 4683617"/>
              <a:gd name="connsiteY955" fmla="*/ 2263042 h 3743862"/>
              <a:gd name="connsiteX956" fmla="*/ 4095471 w 4683617"/>
              <a:gd name="connsiteY956" fmla="*/ 2334968 h 3743862"/>
              <a:gd name="connsiteX957" fmla="*/ 4025493 w 4683617"/>
              <a:gd name="connsiteY957" fmla="*/ 2406896 h 3743862"/>
              <a:gd name="connsiteX958" fmla="*/ 3955514 w 4683617"/>
              <a:gd name="connsiteY958" fmla="*/ 2334968 h 3743862"/>
              <a:gd name="connsiteX959" fmla="*/ 4025493 w 4683617"/>
              <a:gd name="connsiteY959" fmla="*/ 2263042 h 3743862"/>
              <a:gd name="connsiteX960" fmla="*/ 1453108 w 4683617"/>
              <a:gd name="connsiteY960" fmla="*/ 2092065 h 3743862"/>
              <a:gd name="connsiteX961" fmla="*/ 1523086 w 4683617"/>
              <a:gd name="connsiteY961" fmla="*/ 2163992 h 3743862"/>
              <a:gd name="connsiteX962" fmla="*/ 1453108 w 4683617"/>
              <a:gd name="connsiteY962" fmla="*/ 2235919 h 3743862"/>
              <a:gd name="connsiteX963" fmla="*/ 1383129 w 4683617"/>
              <a:gd name="connsiteY963" fmla="*/ 2163992 h 3743862"/>
              <a:gd name="connsiteX964" fmla="*/ 1453108 w 4683617"/>
              <a:gd name="connsiteY964" fmla="*/ 2092065 h 3743862"/>
              <a:gd name="connsiteX965" fmla="*/ 1262767 w 4683617"/>
              <a:gd name="connsiteY965" fmla="*/ 2092065 h 3743862"/>
              <a:gd name="connsiteX966" fmla="*/ 1332746 w 4683617"/>
              <a:gd name="connsiteY966" fmla="*/ 2163992 h 3743862"/>
              <a:gd name="connsiteX967" fmla="*/ 1262767 w 4683617"/>
              <a:gd name="connsiteY967" fmla="*/ 2235919 h 3743862"/>
              <a:gd name="connsiteX968" fmla="*/ 1192789 w 4683617"/>
              <a:gd name="connsiteY968" fmla="*/ 2163992 h 3743862"/>
              <a:gd name="connsiteX969" fmla="*/ 1262767 w 4683617"/>
              <a:gd name="connsiteY969" fmla="*/ 2092065 h 3743862"/>
              <a:gd name="connsiteX970" fmla="*/ 1055631 w 4683617"/>
              <a:gd name="connsiteY970" fmla="*/ 2092065 h 3743862"/>
              <a:gd name="connsiteX971" fmla="*/ 1125610 w 4683617"/>
              <a:gd name="connsiteY971" fmla="*/ 2163992 h 3743862"/>
              <a:gd name="connsiteX972" fmla="*/ 1055631 w 4683617"/>
              <a:gd name="connsiteY972" fmla="*/ 2235919 h 3743862"/>
              <a:gd name="connsiteX973" fmla="*/ 985654 w 4683617"/>
              <a:gd name="connsiteY973" fmla="*/ 2163992 h 3743862"/>
              <a:gd name="connsiteX974" fmla="*/ 1055631 w 4683617"/>
              <a:gd name="connsiteY974" fmla="*/ 2092065 h 3743862"/>
              <a:gd name="connsiteX975" fmla="*/ 866223 w 4683617"/>
              <a:gd name="connsiteY975" fmla="*/ 2092065 h 3743862"/>
              <a:gd name="connsiteX976" fmla="*/ 936201 w 4683617"/>
              <a:gd name="connsiteY976" fmla="*/ 2163992 h 3743862"/>
              <a:gd name="connsiteX977" fmla="*/ 866223 w 4683617"/>
              <a:gd name="connsiteY977" fmla="*/ 2235919 h 3743862"/>
              <a:gd name="connsiteX978" fmla="*/ 796245 w 4683617"/>
              <a:gd name="connsiteY978" fmla="*/ 2163992 h 3743862"/>
              <a:gd name="connsiteX979" fmla="*/ 866223 w 4683617"/>
              <a:gd name="connsiteY979" fmla="*/ 2092065 h 3743862"/>
              <a:gd name="connsiteX980" fmla="*/ 656863 w 4683617"/>
              <a:gd name="connsiteY980" fmla="*/ 2090803 h 3743862"/>
              <a:gd name="connsiteX981" fmla="*/ 726841 w 4683617"/>
              <a:gd name="connsiteY981" fmla="*/ 2162729 h 3743862"/>
              <a:gd name="connsiteX982" fmla="*/ 656863 w 4683617"/>
              <a:gd name="connsiteY982" fmla="*/ 2234657 h 3743862"/>
              <a:gd name="connsiteX983" fmla="*/ 586885 w 4683617"/>
              <a:gd name="connsiteY983" fmla="*/ 2162729 h 3743862"/>
              <a:gd name="connsiteX984" fmla="*/ 656863 w 4683617"/>
              <a:gd name="connsiteY984" fmla="*/ 2090803 h 3743862"/>
              <a:gd name="connsiteX985" fmla="*/ 466522 w 4683617"/>
              <a:gd name="connsiteY985" fmla="*/ 2090803 h 3743862"/>
              <a:gd name="connsiteX986" fmla="*/ 536501 w 4683617"/>
              <a:gd name="connsiteY986" fmla="*/ 2162729 h 3743862"/>
              <a:gd name="connsiteX987" fmla="*/ 466522 w 4683617"/>
              <a:gd name="connsiteY987" fmla="*/ 2234657 h 3743862"/>
              <a:gd name="connsiteX988" fmla="*/ 396544 w 4683617"/>
              <a:gd name="connsiteY988" fmla="*/ 2162729 h 3743862"/>
              <a:gd name="connsiteX989" fmla="*/ 466522 w 4683617"/>
              <a:gd name="connsiteY989" fmla="*/ 2090803 h 3743862"/>
              <a:gd name="connsiteX990" fmla="*/ 259387 w 4683617"/>
              <a:gd name="connsiteY990" fmla="*/ 2090803 h 3743862"/>
              <a:gd name="connsiteX991" fmla="*/ 329365 w 4683617"/>
              <a:gd name="connsiteY991" fmla="*/ 2162729 h 3743862"/>
              <a:gd name="connsiteX992" fmla="*/ 259387 w 4683617"/>
              <a:gd name="connsiteY992" fmla="*/ 2234657 h 3743862"/>
              <a:gd name="connsiteX993" fmla="*/ 189409 w 4683617"/>
              <a:gd name="connsiteY993" fmla="*/ 2162729 h 3743862"/>
              <a:gd name="connsiteX994" fmla="*/ 259387 w 4683617"/>
              <a:gd name="connsiteY994" fmla="*/ 2090803 h 3743862"/>
              <a:gd name="connsiteX995" fmla="*/ 69979 w 4683617"/>
              <a:gd name="connsiteY995" fmla="*/ 2090803 h 3743862"/>
              <a:gd name="connsiteX996" fmla="*/ 139957 w 4683617"/>
              <a:gd name="connsiteY996" fmla="*/ 2162729 h 3743862"/>
              <a:gd name="connsiteX997" fmla="*/ 69979 w 4683617"/>
              <a:gd name="connsiteY997" fmla="*/ 2234657 h 3743862"/>
              <a:gd name="connsiteX998" fmla="*/ 0 w 4683617"/>
              <a:gd name="connsiteY998" fmla="*/ 2162729 h 3743862"/>
              <a:gd name="connsiteX999" fmla="*/ 69979 w 4683617"/>
              <a:gd name="connsiteY999" fmla="*/ 2090803 h 3743862"/>
              <a:gd name="connsiteX1000" fmla="*/ 2240519 w 4683617"/>
              <a:gd name="connsiteY1000" fmla="*/ 2084493 h 3743862"/>
              <a:gd name="connsiteX1001" fmla="*/ 2310497 w 4683617"/>
              <a:gd name="connsiteY1001" fmla="*/ 2156420 h 3743862"/>
              <a:gd name="connsiteX1002" fmla="*/ 2240519 w 4683617"/>
              <a:gd name="connsiteY1002" fmla="*/ 2228347 h 3743862"/>
              <a:gd name="connsiteX1003" fmla="*/ 2170540 w 4683617"/>
              <a:gd name="connsiteY1003" fmla="*/ 2156420 h 3743862"/>
              <a:gd name="connsiteX1004" fmla="*/ 2240519 w 4683617"/>
              <a:gd name="connsiteY1004" fmla="*/ 2084493 h 3743862"/>
              <a:gd name="connsiteX1005" fmla="*/ 2050178 w 4683617"/>
              <a:gd name="connsiteY1005" fmla="*/ 2084493 h 3743862"/>
              <a:gd name="connsiteX1006" fmla="*/ 2120156 w 4683617"/>
              <a:gd name="connsiteY1006" fmla="*/ 2156420 h 3743862"/>
              <a:gd name="connsiteX1007" fmla="*/ 2050178 w 4683617"/>
              <a:gd name="connsiteY1007" fmla="*/ 2228347 h 3743862"/>
              <a:gd name="connsiteX1008" fmla="*/ 1980200 w 4683617"/>
              <a:gd name="connsiteY1008" fmla="*/ 2156420 h 3743862"/>
              <a:gd name="connsiteX1009" fmla="*/ 2050178 w 4683617"/>
              <a:gd name="connsiteY1009" fmla="*/ 2084493 h 3743862"/>
              <a:gd name="connsiteX1010" fmla="*/ 1843042 w 4683617"/>
              <a:gd name="connsiteY1010" fmla="*/ 2084493 h 3743862"/>
              <a:gd name="connsiteX1011" fmla="*/ 1913021 w 4683617"/>
              <a:gd name="connsiteY1011" fmla="*/ 2156420 h 3743862"/>
              <a:gd name="connsiteX1012" fmla="*/ 1843042 w 4683617"/>
              <a:gd name="connsiteY1012" fmla="*/ 2228347 h 3743862"/>
              <a:gd name="connsiteX1013" fmla="*/ 1773064 w 4683617"/>
              <a:gd name="connsiteY1013" fmla="*/ 2156420 h 3743862"/>
              <a:gd name="connsiteX1014" fmla="*/ 1843042 w 4683617"/>
              <a:gd name="connsiteY1014" fmla="*/ 2084493 h 3743862"/>
              <a:gd name="connsiteX1015" fmla="*/ 1653634 w 4683617"/>
              <a:gd name="connsiteY1015" fmla="*/ 2084493 h 3743862"/>
              <a:gd name="connsiteX1016" fmla="*/ 1723612 w 4683617"/>
              <a:gd name="connsiteY1016" fmla="*/ 2156420 h 3743862"/>
              <a:gd name="connsiteX1017" fmla="*/ 1653634 w 4683617"/>
              <a:gd name="connsiteY1017" fmla="*/ 2228347 h 3743862"/>
              <a:gd name="connsiteX1018" fmla="*/ 1583655 w 4683617"/>
              <a:gd name="connsiteY1018" fmla="*/ 2156420 h 3743862"/>
              <a:gd name="connsiteX1019" fmla="*/ 1653634 w 4683617"/>
              <a:gd name="connsiteY1019" fmla="*/ 2084493 h 3743862"/>
              <a:gd name="connsiteX1020" fmla="*/ 3824967 w 4683617"/>
              <a:gd name="connsiteY1020" fmla="*/ 2081332 h 3743862"/>
              <a:gd name="connsiteX1021" fmla="*/ 3894945 w 4683617"/>
              <a:gd name="connsiteY1021" fmla="*/ 2153259 h 3743862"/>
              <a:gd name="connsiteX1022" fmla="*/ 3824967 w 4683617"/>
              <a:gd name="connsiteY1022" fmla="*/ 2225186 h 3743862"/>
              <a:gd name="connsiteX1023" fmla="*/ 3754988 w 4683617"/>
              <a:gd name="connsiteY1023" fmla="*/ 2153259 h 3743862"/>
              <a:gd name="connsiteX1024" fmla="*/ 3824967 w 4683617"/>
              <a:gd name="connsiteY1024" fmla="*/ 2081332 h 3743862"/>
              <a:gd name="connsiteX1025" fmla="*/ 3634626 w 4683617"/>
              <a:gd name="connsiteY1025" fmla="*/ 2081332 h 3743862"/>
              <a:gd name="connsiteX1026" fmla="*/ 3704604 w 4683617"/>
              <a:gd name="connsiteY1026" fmla="*/ 2153259 h 3743862"/>
              <a:gd name="connsiteX1027" fmla="*/ 3634626 w 4683617"/>
              <a:gd name="connsiteY1027" fmla="*/ 2225186 h 3743862"/>
              <a:gd name="connsiteX1028" fmla="*/ 3564648 w 4683617"/>
              <a:gd name="connsiteY1028" fmla="*/ 2153259 h 3743862"/>
              <a:gd name="connsiteX1029" fmla="*/ 3634626 w 4683617"/>
              <a:gd name="connsiteY1029" fmla="*/ 2081332 h 3743862"/>
              <a:gd name="connsiteX1030" fmla="*/ 3427490 w 4683617"/>
              <a:gd name="connsiteY1030" fmla="*/ 2081332 h 3743862"/>
              <a:gd name="connsiteX1031" fmla="*/ 3497469 w 4683617"/>
              <a:gd name="connsiteY1031" fmla="*/ 2153259 h 3743862"/>
              <a:gd name="connsiteX1032" fmla="*/ 3427490 w 4683617"/>
              <a:gd name="connsiteY1032" fmla="*/ 2225186 h 3743862"/>
              <a:gd name="connsiteX1033" fmla="*/ 3357512 w 4683617"/>
              <a:gd name="connsiteY1033" fmla="*/ 2153259 h 3743862"/>
              <a:gd name="connsiteX1034" fmla="*/ 3427490 w 4683617"/>
              <a:gd name="connsiteY1034" fmla="*/ 2081332 h 3743862"/>
              <a:gd name="connsiteX1035" fmla="*/ 3238082 w 4683617"/>
              <a:gd name="connsiteY1035" fmla="*/ 2081332 h 3743862"/>
              <a:gd name="connsiteX1036" fmla="*/ 3308060 w 4683617"/>
              <a:gd name="connsiteY1036" fmla="*/ 2153259 h 3743862"/>
              <a:gd name="connsiteX1037" fmla="*/ 3238082 w 4683617"/>
              <a:gd name="connsiteY1037" fmla="*/ 2225186 h 3743862"/>
              <a:gd name="connsiteX1038" fmla="*/ 3168104 w 4683617"/>
              <a:gd name="connsiteY1038" fmla="*/ 2153259 h 3743862"/>
              <a:gd name="connsiteX1039" fmla="*/ 3238082 w 4683617"/>
              <a:gd name="connsiteY1039" fmla="*/ 2081332 h 3743862"/>
              <a:gd name="connsiteX1040" fmla="*/ 3028722 w 4683617"/>
              <a:gd name="connsiteY1040" fmla="*/ 2080070 h 3743862"/>
              <a:gd name="connsiteX1041" fmla="*/ 3098700 w 4683617"/>
              <a:gd name="connsiteY1041" fmla="*/ 2151996 h 3743862"/>
              <a:gd name="connsiteX1042" fmla="*/ 3028722 w 4683617"/>
              <a:gd name="connsiteY1042" fmla="*/ 2223924 h 3743862"/>
              <a:gd name="connsiteX1043" fmla="*/ 2958744 w 4683617"/>
              <a:gd name="connsiteY1043" fmla="*/ 2151996 h 3743862"/>
              <a:gd name="connsiteX1044" fmla="*/ 3028722 w 4683617"/>
              <a:gd name="connsiteY1044" fmla="*/ 2080070 h 3743862"/>
              <a:gd name="connsiteX1045" fmla="*/ 2838381 w 4683617"/>
              <a:gd name="connsiteY1045" fmla="*/ 2080070 h 3743862"/>
              <a:gd name="connsiteX1046" fmla="*/ 2908360 w 4683617"/>
              <a:gd name="connsiteY1046" fmla="*/ 2151996 h 3743862"/>
              <a:gd name="connsiteX1047" fmla="*/ 2838381 w 4683617"/>
              <a:gd name="connsiteY1047" fmla="*/ 2223924 h 3743862"/>
              <a:gd name="connsiteX1048" fmla="*/ 2768403 w 4683617"/>
              <a:gd name="connsiteY1048" fmla="*/ 2151996 h 3743862"/>
              <a:gd name="connsiteX1049" fmla="*/ 2838381 w 4683617"/>
              <a:gd name="connsiteY1049" fmla="*/ 2080070 h 3743862"/>
              <a:gd name="connsiteX1050" fmla="*/ 2631246 w 4683617"/>
              <a:gd name="connsiteY1050" fmla="*/ 2080070 h 3743862"/>
              <a:gd name="connsiteX1051" fmla="*/ 2701224 w 4683617"/>
              <a:gd name="connsiteY1051" fmla="*/ 2151996 h 3743862"/>
              <a:gd name="connsiteX1052" fmla="*/ 2631246 w 4683617"/>
              <a:gd name="connsiteY1052" fmla="*/ 2223924 h 3743862"/>
              <a:gd name="connsiteX1053" fmla="*/ 2561268 w 4683617"/>
              <a:gd name="connsiteY1053" fmla="*/ 2151996 h 3743862"/>
              <a:gd name="connsiteX1054" fmla="*/ 2631246 w 4683617"/>
              <a:gd name="connsiteY1054" fmla="*/ 2080070 h 3743862"/>
              <a:gd name="connsiteX1055" fmla="*/ 2441838 w 4683617"/>
              <a:gd name="connsiteY1055" fmla="*/ 2080070 h 3743862"/>
              <a:gd name="connsiteX1056" fmla="*/ 2511816 w 4683617"/>
              <a:gd name="connsiteY1056" fmla="*/ 2151996 h 3743862"/>
              <a:gd name="connsiteX1057" fmla="*/ 2441838 w 4683617"/>
              <a:gd name="connsiteY1057" fmla="*/ 2223924 h 3743862"/>
              <a:gd name="connsiteX1058" fmla="*/ 2371859 w 4683617"/>
              <a:gd name="connsiteY1058" fmla="*/ 2151996 h 3743862"/>
              <a:gd name="connsiteX1059" fmla="*/ 2441838 w 4683617"/>
              <a:gd name="connsiteY1059" fmla="*/ 2080070 h 3743862"/>
              <a:gd name="connsiteX1060" fmla="*/ 4612378 w 4683617"/>
              <a:gd name="connsiteY1060" fmla="*/ 2073760 h 3743862"/>
              <a:gd name="connsiteX1061" fmla="*/ 4682356 w 4683617"/>
              <a:gd name="connsiteY1061" fmla="*/ 2145687 h 3743862"/>
              <a:gd name="connsiteX1062" fmla="*/ 4612378 w 4683617"/>
              <a:gd name="connsiteY1062" fmla="*/ 2217614 h 3743862"/>
              <a:gd name="connsiteX1063" fmla="*/ 4542399 w 4683617"/>
              <a:gd name="connsiteY1063" fmla="*/ 2145687 h 3743862"/>
              <a:gd name="connsiteX1064" fmla="*/ 4612378 w 4683617"/>
              <a:gd name="connsiteY1064" fmla="*/ 2073760 h 3743862"/>
              <a:gd name="connsiteX1065" fmla="*/ 4422036 w 4683617"/>
              <a:gd name="connsiteY1065" fmla="*/ 2073760 h 3743862"/>
              <a:gd name="connsiteX1066" fmla="*/ 4492015 w 4683617"/>
              <a:gd name="connsiteY1066" fmla="*/ 2145687 h 3743862"/>
              <a:gd name="connsiteX1067" fmla="*/ 4422036 w 4683617"/>
              <a:gd name="connsiteY1067" fmla="*/ 2217614 h 3743862"/>
              <a:gd name="connsiteX1068" fmla="*/ 4352058 w 4683617"/>
              <a:gd name="connsiteY1068" fmla="*/ 2145687 h 3743862"/>
              <a:gd name="connsiteX1069" fmla="*/ 4422036 w 4683617"/>
              <a:gd name="connsiteY1069" fmla="*/ 2073760 h 3743862"/>
              <a:gd name="connsiteX1070" fmla="*/ 4214901 w 4683617"/>
              <a:gd name="connsiteY1070" fmla="*/ 2073760 h 3743862"/>
              <a:gd name="connsiteX1071" fmla="*/ 4284879 w 4683617"/>
              <a:gd name="connsiteY1071" fmla="*/ 2145687 h 3743862"/>
              <a:gd name="connsiteX1072" fmla="*/ 4214901 w 4683617"/>
              <a:gd name="connsiteY1072" fmla="*/ 2217614 h 3743862"/>
              <a:gd name="connsiteX1073" fmla="*/ 4144923 w 4683617"/>
              <a:gd name="connsiteY1073" fmla="*/ 2145687 h 3743862"/>
              <a:gd name="connsiteX1074" fmla="*/ 4214901 w 4683617"/>
              <a:gd name="connsiteY1074" fmla="*/ 2073760 h 3743862"/>
              <a:gd name="connsiteX1075" fmla="*/ 4025493 w 4683617"/>
              <a:gd name="connsiteY1075" fmla="*/ 2073760 h 3743862"/>
              <a:gd name="connsiteX1076" fmla="*/ 4095471 w 4683617"/>
              <a:gd name="connsiteY1076" fmla="*/ 2145687 h 3743862"/>
              <a:gd name="connsiteX1077" fmla="*/ 4025493 w 4683617"/>
              <a:gd name="connsiteY1077" fmla="*/ 2217614 h 3743862"/>
              <a:gd name="connsiteX1078" fmla="*/ 3955514 w 4683617"/>
              <a:gd name="connsiteY1078" fmla="*/ 2145687 h 3743862"/>
              <a:gd name="connsiteX1079" fmla="*/ 4025493 w 4683617"/>
              <a:gd name="connsiteY1079" fmla="*/ 2073760 h 3743862"/>
              <a:gd name="connsiteX1080" fmla="*/ 1453108 w 4683617"/>
              <a:gd name="connsiteY1080" fmla="*/ 1896474 h 3743862"/>
              <a:gd name="connsiteX1081" fmla="*/ 1523086 w 4683617"/>
              <a:gd name="connsiteY1081" fmla="*/ 1968401 h 3743862"/>
              <a:gd name="connsiteX1082" fmla="*/ 1453108 w 4683617"/>
              <a:gd name="connsiteY1082" fmla="*/ 2040328 h 3743862"/>
              <a:gd name="connsiteX1083" fmla="*/ 1383129 w 4683617"/>
              <a:gd name="connsiteY1083" fmla="*/ 1968401 h 3743862"/>
              <a:gd name="connsiteX1084" fmla="*/ 1453108 w 4683617"/>
              <a:gd name="connsiteY1084" fmla="*/ 1896474 h 3743862"/>
              <a:gd name="connsiteX1085" fmla="*/ 1262767 w 4683617"/>
              <a:gd name="connsiteY1085" fmla="*/ 1896474 h 3743862"/>
              <a:gd name="connsiteX1086" fmla="*/ 1332746 w 4683617"/>
              <a:gd name="connsiteY1086" fmla="*/ 1968401 h 3743862"/>
              <a:gd name="connsiteX1087" fmla="*/ 1262767 w 4683617"/>
              <a:gd name="connsiteY1087" fmla="*/ 2040328 h 3743862"/>
              <a:gd name="connsiteX1088" fmla="*/ 1192789 w 4683617"/>
              <a:gd name="connsiteY1088" fmla="*/ 1968401 h 3743862"/>
              <a:gd name="connsiteX1089" fmla="*/ 1262767 w 4683617"/>
              <a:gd name="connsiteY1089" fmla="*/ 1896474 h 3743862"/>
              <a:gd name="connsiteX1090" fmla="*/ 1055631 w 4683617"/>
              <a:gd name="connsiteY1090" fmla="*/ 1896474 h 3743862"/>
              <a:gd name="connsiteX1091" fmla="*/ 1125610 w 4683617"/>
              <a:gd name="connsiteY1091" fmla="*/ 1968401 h 3743862"/>
              <a:gd name="connsiteX1092" fmla="*/ 1055631 w 4683617"/>
              <a:gd name="connsiteY1092" fmla="*/ 2040328 h 3743862"/>
              <a:gd name="connsiteX1093" fmla="*/ 985654 w 4683617"/>
              <a:gd name="connsiteY1093" fmla="*/ 1968401 h 3743862"/>
              <a:gd name="connsiteX1094" fmla="*/ 1055631 w 4683617"/>
              <a:gd name="connsiteY1094" fmla="*/ 1896474 h 3743862"/>
              <a:gd name="connsiteX1095" fmla="*/ 866223 w 4683617"/>
              <a:gd name="connsiteY1095" fmla="*/ 1896474 h 3743862"/>
              <a:gd name="connsiteX1096" fmla="*/ 936201 w 4683617"/>
              <a:gd name="connsiteY1096" fmla="*/ 1968401 h 3743862"/>
              <a:gd name="connsiteX1097" fmla="*/ 866223 w 4683617"/>
              <a:gd name="connsiteY1097" fmla="*/ 2040328 h 3743862"/>
              <a:gd name="connsiteX1098" fmla="*/ 796245 w 4683617"/>
              <a:gd name="connsiteY1098" fmla="*/ 1968401 h 3743862"/>
              <a:gd name="connsiteX1099" fmla="*/ 866223 w 4683617"/>
              <a:gd name="connsiteY1099" fmla="*/ 1896474 h 3743862"/>
              <a:gd name="connsiteX1100" fmla="*/ 656863 w 4683617"/>
              <a:gd name="connsiteY1100" fmla="*/ 1895212 h 3743862"/>
              <a:gd name="connsiteX1101" fmla="*/ 726841 w 4683617"/>
              <a:gd name="connsiteY1101" fmla="*/ 1967139 h 3743862"/>
              <a:gd name="connsiteX1102" fmla="*/ 656863 w 4683617"/>
              <a:gd name="connsiteY1102" fmla="*/ 2039066 h 3743862"/>
              <a:gd name="connsiteX1103" fmla="*/ 586885 w 4683617"/>
              <a:gd name="connsiteY1103" fmla="*/ 1967139 h 3743862"/>
              <a:gd name="connsiteX1104" fmla="*/ 656863 w 4683617"/>
              <a:gd name="connsiteY1104" fmla="*/ 1895212 h 3743862"/>
              <a:gd name="connsiteX1105" fmla="*/ 466522 w 4683617"/>
              <a:gd name="connsiteY1105" fmla="*/ 1895212 h 3743862"/>
              <a:gd name="connsiteX1106" fmla="*/ 536501 w 4683617"/>
              <a:gd name="connsiteY1106" fmla="*/ 1967139 h 3743862"/>
              <a:gd name="connsiteX1107" fmla="*/ 466522 w 4683617"/>
              <a:gd name="connsiteY1107" fmla="*/ 2039066 h 3743862"/>
              <a:gd name="connsiteX1108" fmla="*/ 396544 w 4683617"/>
              <a:gd name="connsiteY1108" fmla="*/ 1967139 h 3743862"/>
              <a:gd name="connsiteX1109" fmla="*/ 466522 w 4683617"/>
              <a:gd name="connsiteY1109" fmla="*/ 1895212 h 3743862"/>
              <a:gd name="connsiteX1110" fmla="*/ 259387 w 4683617"/>
              <a:gd name="connsiteY1110" fmla="*/ 1895212 h 3743862"/>
              <a:gd name="connsiteX1111" fmla="*/ 329365 w 4683617"/>
              <a:gd name="connsiteY1111" fmla="*/ 1967139 h 3743862"/>
              <a:gd name="connsiteX1112" fmla="*/ 259387 w 4683617"/>
              <a:gd name="connsiteY1112" fmla="*/ 2039066 h 3743862"/>
              <a:gd name="connsiteX1113" fmla="*/ 189409 w 4683617"/>
              <a:gd name="connsiteY1113" fmla="*/ 1967139 h 3743862"/>
              <a:gd name="connsiteX1114" fmla="*/ 259387 w 4683617"/>
              <a:gd name="connsiteY1114" fmla="*/ 1895212 h 3743862"/>
              <a:gd name="connsiteX1115" fmla="*/ 69979 w 4683617"/>
              <a:gd name="connsiteY1115" fmla="*/ 1895212 h 3743862"/>
              <a:gd name="connsiteX1116" fmla="*/ 139957 w 4683617"/>
              <a:gd name="connsiteY1116" fmla="*/ 1967139 h 3743862"/>
              <a:gd name="connsiteX1117" fmla="*/ 69979 w 4683617"/>
              <a:gd name="connsiteY1117" fmla="*/ 2039066 h 3743862"/>
              <a:gd name="connsiteX1118" fmla="*/ 0 w 4683617"/>
              <a:gd name="connsiteY1118" fmla="*/ 1967139 h 3743862"/>
              <a:gd name="connsiteX1119" fmla="*/ 69979 w 4683617"/>
              <a:gd name="connsiteY1119" fmla="*/ 1895212 h 3743862"/>
              <a:gd name="connsiteX1120" fmla="*/ 2240519 w 4683617"/>
              <a:gd name="connsiteY1120" fmla="*/ 1888902 h 3743862"/>
              <a:gd name="connsiteX1121" fmla="*/ 2310497 w 4683617"/>
              <a:gd name="connsiteY1121" fmla="*/ 1960829 h 3743862"/>
              <a:gd name="connsiteX1122" fmla="*/ 2240519 w 4683617"/>
              <a:gd name="connsiteY1122" fmla="*/ 2032756 h 3743862"/>
              <a:gd name="connsiteX1123" fmla="*/ 2170540 w 4683617"/>
              <a:gd name="connsiteY1123" fmla="*/ 1960829 h 3743862"/>
              <a:gd name="connsiteX1124" fmla="*/ 2240519 w 4683617"/>
              <a:gd name="connsiteY1124" fmla="*/ 1888902 h 3743862"/>
              <a:gd name="connsiteX1125" fmla="*/ 2050178 w 4683617"/>
              <a:gd name="connsiteY1125" fmla="*/ 1888902 h 3743862"/>
              <a:gd name="connsiteX1126" fmla="*/ 2120156 w 4683617"/>
              <a:gd name="connsiteY1126" fmla="*/ 1960829 h 3743862"/>
              <a:gd name="connsiteX1127" fmla="*/ 2050178 w 4683617"/>
              <a:gd name="connsiteY1127" fmla="*/ 2032756 h 3743862"/>
              <a:gd name="connsiteX1128" fmla="*/ 1980200 w 4683617"/>
              <a:gd name="connsiteY1128" fmla="*/ 1960829 h 3743862"/>
              <a:gd name="connsiteX1129" fmla="*/ 2050178 w 4683617"/>
              <a:gd name="connsiteY1129" fmla="*/ 1888902 h 3743862"/>
              <a:gd name="connsiteX1130" fmla="*/ 1843042 w 4683617"/>
              <a:gd name="connsiteY1130" fmla="*/ 1888902 h 3743862"/>
              <a:gd name="connsiteX1131" fmla="*/ 1913021 w 4683617"/>
              <a:gd name="connsiteY1131" fmla="*/ 1960829 h 3743862"/>
              <a:gd name="connsiteX1132" fmla="*/ 1843042 w 4683617"/>
              <a:gd name="connsiteY1132" fmla="*/ 2032756 h 3743862"/>
              <a:gd name="connsiteX1133" fmla="*/ 1773064 w 4683617"/>
              <a:gd name="connsiteY1133" fmla="*/ 1960829 h 3743862"/>
              <a:gd name="connsiteX1134" fmla="*/ 1843042 w 4683617"/>
              <a:gd name="connsiteY1134" fmla="*/ 1888902 h 3743862"/>
              <a:gd name="connsiteX1135" fmla="*/ 1653634 w 4683617"/>
              <a:gd name="connsiteY1135" fmla="*/ 1888902 h 3743862"/>
              <a:gd name="connsiteX1136" fmla="*/ 1723612 w 4683617"/>
              <a:gd name="connsiteY1136" fmla="*/ 1960829 h 3743862"/>
              <a:gd name="connsiteX1137" fmla="*/ 1653634 w 4683617"/>
              <a:gd name="connsiteY1137" fmla="*/ 2032756 h 3743862"/>
              <a:gd name="connsiteX1138" fmla="*/ 1583655 w 4683617"/>
              <a:gd name="connsiteY1138" fmla="*/ 1960829 h 3743862"/>
              <a:gd name="connsiteX1139" fmla="*/ 1653634 w 4683617"/>
              <a:gd name="connsiteY1139" fmla="*/ 1888902 h 3743862"/>
              <a:gd name="connsiteX1140" fmla="*/ 3824967 w 4683617"/>
              <a:gd name="connsiteY1140" fmla="*/ 1885741 h 3743862"/>
              <a:gd name="connsiteX1141" fmla="*/ 3894945 w 4683617"/>
              <a:gd name="connsiteY1141" fmla="*/ 1957668 h 3743862"/>
              <a:gd name="connsiteX1142" fmla="*/ 3824967 w 4683617"/>
              <a:gd name="connsiteY1142" fmla="*/ 2029595 h 3743862"/>
              <a:gd name="connsiteX1143" fmla="*/ 3754988 w 4683617"/>
              <a:gd name="connsiteY1143" fmla="*/ 1957668 h 3743862"/>
              <a:gd name="connsiteX1144" fmla="*/ 3824967 w 4683617"/>
              <a:gd name="connsiteY1144" fmla="*/ 1885741 h 3743862"/>
              <a:gd name="connsiteX1145" fmla="*/ 3634626 w 4683617"/>
              <a:gd name="connsiteY1145" fmla="*/ 1885741 h 3743862"/>
              <a:gd name="connsiteX1146" fmla="*/ 3704604 w 4683617"/>
              <a:gd name="connsiteY1146" fmla="*/ 1957668 h 3743862"/>
              <a:gd name="connsiteX1147" fmla="*/ 3634626 w 4683617"/>
              <a:gd name="connsiteY1147" fmla="*/ 2029595 h 3743862"/>
              <a:gd name="connsiteX1148" fmla="*/ 3564648 w 4683617"/>
              <a:gd name="connsiteY1148" fmla="*/ 1957668 h 3743862"/>
              <a:gd name="connsiteX1149" fmla="*/ 3634626 w 4683617"/>
              <a:gd name="connsiteY1149" fmla="*/ 1885741 h 3743862"/>
              <a:gd name="connsiteX1150" fmla="*/ 3427490 w 4683617"/>
              <a:gd name="connsiteY1150" fmla="*/ 1885741 h 3743862"/>
              <a:gd name="connsiteX1151" fmla="*/ 3497469 w 4683617"/>
              <a:gd name="connsiteY1151" fmla="*/ 1957668 h 3743862"/>
              <a:gd name="connsiteX1152" fmla="*/ 3427490 w 4683617"/>
              <a:gd name="connsiteY1152" fmla="*/ 2029595 h 3743862"/>
              <a:gd name="connsiteX1153" fmla="*/ 3357512 w 4683617"/>
              <a:gd name="connsiteY1153" fmla="*/ 1957668 h 3743862"/>
              <a:gd name="connsiteX1154" fmla="*/ 3427490 w 4683617"/>
              <a:gd name="connsiteY1154" fmla="*/ 1885741 h 3743862"/>
              <a:gd name="connsiteX1155" fmla="*/ 3238082 w 4683617"/>
              <a:gd name="connsiteY1155" fmla="*/ 1885741 h 3743862"/>
              <a:gd name="connsiteX1156" fmla="*/ 3308060 w 4683617"/>
              <a:gd name="connsiteY1156" fmla="*/ 1957668 h 3743862"/>
              <a:gd name="connsiteX1157" fmla="*/ 3238082 w 4683617"/>
              <a:gd name="connsiteY1157" fmla="*/ 2029595 h 3743862"/>
              <a:gd name="connsiteX1158" fmla="*/ 3168104 w 4683617"/>
              <a:gd name="connsiteY1158" fmla="*/ 1957668 h 3743862"/>
              <a:gd name="connsiteX1159" fmla="*/ 3238082 w 4683617"/>
              <a:gd name="connsiteY1159" fmla="*/ 1885741 h 3743862"/>
              <a:gd name="connsiteX1160" fmla="*/ 3028722 w 4683617"/>
              <a:gd name="connsiteY1160" fmla="*/ 1884479 h 3743862"/>
              <a:gd name="connsiteX1161" fmla="*/ 3098700 w 4683617"/>
              <a:gd name="connsiteY1161" fmla="*/ 1956406 h 3743862"/>
              <a:gd name="connsiteX1162" fmla="*/ 3028722 w 4683617"/>
              <a:gd name="connsiteY1162" fmla="*/ 2028333 h 3743862"/>
              <a:gd name="connsiteX1163" fmla="*/ 2958744 w 4683617"/>
              <a:gd name="connsiteY1163" fmla="*/ 1956406 h 3743862"/>
              <a:gd name="connsiteX1164" fmla="*/ 3028722 w 4683617"/>
              <a:gd name="connsiteY1164" fmla="*/ 1884479 h 3743862"/>
              <a:gd name="connsiteX1165" fmla="*/ 2838381 w 4683617"/>
              <a:gd name="connsiteY1165" fmla="*/ 1884479 h 3743862"/>
              <a:gd name="connsiteX1166" fmla="*/ 2908360 w 4683617"/>
              <a:gd name="connsiteY1166" fmla="*/ 1956406 h 3743862"/>
              <a:gd name="connsiteX1167" fmla="*/ 2838381 w 4683617"/>
              <a:gd name="connsiteY1167" fmla="*/ 2028333 h 3743862"/>
              <a:gd name="connsiteX1168" fmla="*/ 2768403 w 4683617"/>
              <a:gd name="connsiteY1168" fmla="*/ 1956406 h 3743862"/>
              <a:gd name="connsiteX1169" fmla="*/ 2838381 w 4683617"/>
              <a:gd name="connsiteY1169" fmla="*/ 1884479 h 3743862"/>
              <a:gd name="connsiteX1170" fmla="*/ 2631246 w 4683617"/>
              <a:gd name="connsiteY1170" fmla="*/ 1884479 h 3743862"/>
              <a:gd name="connsiteX1171" fmla="*/ 2701224 w 4683617"/>
              <a:gd name="connsiteY1171" fmla="*/ 1956406 h 3743862"/>
              <a:gd name="connsiteX1172" fmla="*/ 2631246 w 4683617"/>
              <a:gd name="connsiteY1172" fmla="*/ 2028333 h 3743862"/>
              <a:gd name="connsiteX1173" fmla="*/ 2561268 w 4683617"/>
              <a:gd name="connsiteY1173" fmla="*/ 1956406 h 3743862"/>
              <a:gd name="connsiteX1174" fmla="*/ 2631246 w 4683617"/>
              <a:gd name="connsiteY1174" fmla="*/ 1884479 h 3743862"/>
              <a:gd name="connsiteX1175" fmla="*/ 2441838 w 4683617"/>
              <a:gd name="connsiteY1175" fmla="*/ 1884479 h 3743862"/>
              <a:gd name="connsiteX1176" fmla="*/ 2511816 w 4683617"/>
              <a:gd name="connsiteY1176" fmla="*/ 1956406 h 3743862"/>
              <a:gd name="connsiteX1177" fmla="*/ 2441838 w 4683617"/>
              <a:gd name="connsiteY1177" fmla="*/ 2028333 h 3743862"/>
              <a:gd name="connsiteX1178" fmla="*/ 2371859 w 4683617"/>
              <a:gd name="connsiteY1178" fmla="*/ 1956406 h 3743862"/>
              <a:gd name="connsiteX1179" fmla="*/ 2441838 w 4683617"/>
              <a:gd name="connsiteY1179" fmla="*/ 1884479 h 3743862"/>
              <a:gd name="connsiteX1180" fmla="*/ 4612378 w 4683617"/>
              <a:gd name="connsiteY1180" fmla="*/ 1878169 h 3743862"/>
              <a:gd name="connsiteX1181" fmla="*/ 4682356 w 4683617"/>
              <a:gd name="connsiteY1181" fmla="*/ 1950096 h 3743862"/>
              <a:gd name="connsiteX1182" fmla="*/ 4612378 w 4683617"/>
              <a:gd name="connsiteY1182" fmla="*/ 2022023 h 3743862"/>
              <a:gd name="connsiteX1183" fmla="*/ 4542399 w 4683617"/>
              <a:gd name="connsiteY1183" fmla="*/ 1950096 h 3743862"/>
              <a:gd name="connsiteX1184" fmla="*/ 4612378 w 4683617"/>
              <a:gd name="connsiteY1184" fmla="*/ 1878169 h 3743862"/>
              <a:gd name="connsiteX1185" fmla="*/ 4422036 w 4683617"/>
              <a:gd name="connsiteY1185" fmla="*/ 1878169 h 3743862"/>
              <a:gd name="connsiteX1186" fmla="*/ 4492015 w 4683617"/>
              <a:gd name="connsiteY1186" fmla="*/ 1950096 h 3743862"/>
              <a:gd name="connsiteX1187" fmla="*/ 4422036 w 4683617"/>
              <a:gd name="connsiteY1187" fmla="*/ 2022023 h 3743862"/>
              <a:gd name="connsiteX1188" fmla="*/ 4352058 w 4683617"/>
              <a:gd name="connsiteY1188" fmla="*/ 1950096 h 3743862"/>
              <a:gd name="connsiteX1189" fmla="*/ 4422036 w 4683617"/>
              <a:gd name="connsiteY1189" fmla="*/ 1878169 h 3743862"/>
              <a:gd name="connsiteX1190" fmla="*/ 4214901 w 4683617"/>
              <a:gd name="connsiteY1190" fmla="*/ 1878169 h 3743862"/>
              <a:gd name="connsiteX1191" fmla="*/ 4284879 w 4683617"/>
              <a:gd name="connsiteY1191" fmla="*/ 1950096 h 3743862"/>
              <a:gd name="connsiteX1192" fmla="*/ 4214901 w 4683617"/>
              <a:gd name="connsiteY1192" fmla="*/ 2022023 h 3743862"/>
              <a:gd name="connsiteX1193" fmla="*/ 4144923 w 4683617"/>
              <a:gd name="connsiteY1193" fmla="*/ 1950096 h 3743862"/>
              <a:gd name="connsiteX1194" fmla="*/ 4214901 w 4683617"/>
              <a:gd name="connsiteY1194" fmla="*/ 1878169 h 3743862"/>
              <a:gd name="connsiteX1195" fmla="*/ 4025493 w 4683617"/>
              <a:gd name="connsiteY1195" fmla="*/ 1878169 h 3743862"/>
              <a:gd name="connsiteX1196" fmla="*/ 4095471 w 4683617"/>
              <a:gd name="connsiteY1196" fmla="*/ 1950096 h 3743862"/>
              <a:gd name="connsiteX1197" fmla="*/ 4025493 w 4683617"/>
              <a:gd name="connsiteY1197" fmla="*/ 2022023 h 3743862"/>
              <a:gd name="connsiteX1198" fmla="*/ 3955514 w 4683617"/>
              <a:gd name="connsiteY1198" fmla="*/ 1950096 h 3743862"/>
              <a:gd name="connsiteX1199" fmla="*/ 4025493 w 4683617"/>
              <a:gd name="connsiteY1199" fmla="*/ 1878169 h 3743862"/>
              <a:gd name="connsiteX1200" fmla="*/ 1454370 w 4683617"/>
              <a:gd name="connsiteY1200" fmla="*/ 1721839 h 3743862"/>
              <a:gd name="connsiteX1201" fmla="*/ 1524348 w 4683617"/>
              <a:gd name="connsiteY1201" fmla="*/ 1793766 h 3743862"/>
              <a:gd name="connsiteX1202" fmla="*/ 1454370 w 4683617"/>
              <a:gd name="connsiteY1202" fmla="*/ 1865693 h 3743862"/>
              <a:gd name="connsiteX1203" fmla="*/ 1384391 w 4683617"/>
              <a:gd name="connsiteY1203" fmla="*/ 1793766 h 3743862"/>
              <a:gd name="connsiteX1204" fmla="*/ 1454370 w 4683617"/>
              <a:gd name="connsiteY1204" fmla="*/ 1721839 h 3743862"/>
              <a:gd name="connsiteX1205" fmla="*/ 1264029 w 4683617"/>
              <a:gd name="connsiteY1205" fmla="*/ 1721839 h 3743862"/>
              <a:gd name="connsiteX1206" fmla="*/ 1334007 w 4683617"/>
              <a:gd name="connsiteY1206" fmla="*/ 1793766 h 3743862"/>
              <a:gd name="connsiteX1207" fmla="*/ 1264029 w 4683617"/>
              <a:gd name="connsiteY1207" fmla="*/ 1865693 h 3743862"/>
              <a:gd name="connsiteX1208" fmla="*/ 1194051 w 4683617"/>
              <a:gd name="connsiteY1208" fmla="*/ 1793766 h 3743862"/>
              <a:gd name="connsiteX1209" fmla="*/ 1264029 w 4683617"/>
              <a:gd name="connsiteY1209" fmla="*/ 1721839 h 3743862"/>
              <a:gd name="connsiteX1210" fmla="*/ 1056893 w 4683617"/>
              <a:gd name="connsiteY1210" fmla="*/ 1721839 h 3743862"/>
              <a:gd name="connsiteX1211" fmla="*/ 1126872 w 4683617"/>
              <a:gd name="connsiteY1211" fmla="*/ 1793766 h 3743862"/>
              <a:gd name="connsiteX1212" fmla="*/ 1056893 w 4683617"/>
              <a:gd name="connsiteY1212" fmla="*/ 1865693 h 3743862"/>
              <a:gd name="connsiteX1213" fmla="*/ 986915 w 4683617"/>
              <a:gd name="connsiteY1213" fmla="*/ 1793766 h 3743862"/>
              <a:gd name="connsiteX1214" fmla="*/ 1056893 w 4683617"/>
              <a:gd name="connsiteY1214" fmla="*/ 1721839 h 3743862"/>
              <a:gd name="connsiteX1215" fmla="*/ 867485 w 4683617"/>
              <a:gd name="connsiteY1215" fmla="*/ 1721839 h 3743862"/>
              <a:gd name="connsiteX1216" fmla="*/ 937463 w 4683617"/>
              <a:gd name="connsiteY1216" fmla="*/ 1793766 h 3743862"/>
              <a:gd name="connsiteX1217" fmla="*/ 867485 w 4683617"/>
              <a:gd name="connsiteY1217" fmla="*/ 1865693 h 3743862"/>
              <a:gd name="connsiteX1218" fmla="*/ 797507 w 4683617"/>
              <a:gd name="connsiteY1218" fmla="*/ 1793766 h 3743862"/>
              <a:gd name="connsiteX1219" fmla="*/ 867485 w 4683617"/>
              <a:gd name="connsiteY1219" fmla="*/ 1721839 h 3743862"/>
              <a:gd name="connsiteX1220" fmla="*/ 658125 w 4683617"/>
              <a:gd name="connsiteY1220" fmla="*/ 1720576 h 3743862"/>
              <a:gd name="connsiteX1221" fmla="*/ 728103 w 4683617"/>
              <a:gd name="connsiteY1221" fmla="*/ 1792504 h 3743862"/>
              <a:gd name="connsiteX1222" fmla="*/ 658125 w 4683617"/>
              <a:gd name="connsiteY1222" fmla="*/ 1864431 h 3743862"/>
              <a:gd name="connsiteX1223" fmla="*/ 588146 w 4683617"/>
              <a:gd name="connsiteY1223" fmla="*/ 1792504 h 3743862"/>
              <a:gd name="connsiteX1224" fmla="*/ 658125 w 4683617"/>
              <a:gd name="connsiteY1224" fmla="*/ 1720576 h 3743862"/>
              <a:gd name="connsiteX1225" fmla="*/ 467784 w 4683617"/>
              <a:gd name="connsiteY1225" fmla="*/ 1720576 h 3743862"/>
              <a:gd name="connsiteX1226" fmla="*/ 537763 w 4683617"/>
              <a:gd name="connsiteY1226" fmla="*/ 1792504 h 3743862"/>
              <a:gd name="connsiteX1227" fmla="*/ 467784 w 4683617"/>
              <a:gd name="connsiteY1227" fmla="*/ 1864431 h 3743862"/>
              <a:gd name="connsiteX1228" fmla="*/ 397806 w 4683617"/>
              <a:gd name="connsiteY1228" fmla="*/ 1792504 h 3743862"/>
              <a:gd name="connsiteX1229" fmla="*/ 467784 w 4683617"/>
              <a:gd name="connsiteY1229" fmla="*/ 1720576 h 3743862"/>
              <a:gd name="connsiteX1230" fmla="*/ 260648 w 4683617"/>
              <a:gd name="connsiteY1230" fmla="*/ 1720576 h 3743862"/>
              <a:gd name="connsiteX1231" fmla="*/ 330627 w 4683617"/>
              <a:gd name="connsiteY1231" fmla="*/ 1792504 h 3743862"/>
              <a:gd name="connsiteX1232" fmla="*/ 260648 w 4683617"/>
              <a:gd name="connsiteY1232" fmla="*/ 1864431 h 3743862"/>
              <a:gd name="connsiteX1233" fmla="*/ 190670 w 4683617"/>
              <a:gd name="connsiteY1233" fmla="*/ 1792504 h 3743862"/>
              <a:gd name="connsiteX1234" fmla="*/ 260648 w 4683617"/>
              <a:gd name="connsiteY1234" fmla="*/ 1720576 h 3743862"/>
              <a:gd name="connsiteX1235" fmla="*/ 71240 w 4683617"/>
              <a:gd name="connsiteY1235" fmla="*/ 1720576 h 3743862"/>
              <a:gd name="connsiteX1236" fmla="*/ 141218 w 4683617"/>
              <a:gd name="connsiteY1236" fmla="*/ 1792504 h 3743862"/>
              <a:gd name="connsiteX1237" fmla="*/ 71240 w 4683617"/>
              <a:gd name="connsiteY1237" fmla="*/ 1864431 h 3743862"/>
              <a:gd name="connsiteX1238" fmla="*/ 1262 w 4683617"/>
              <a:gd name="connsiteY1238" fmla="*/ 1792504 h 3743862"/>
              <a:gd name="connsiteX1239" fmla="*/ 71240 w 4683617"/>
              <a:gd name="connsiteY1239" fmla="*/ 1720576 h 3743862"/>
              <a:gd name="connsiteX1240" fmla="*/ 2241780 w 4683617"/>
              <a:gd name="connsiteY1240" fmla="*/ 1714267 h 3743862"/>
              <a:gd name="connsiteX1241" fmla="*/ 2311758 w 4683617"/>
              <a:gd name="connsiteY1241" fmla="*/ 1786194 h 3743862"/>
              <a:gd name="connsiteX1242" fmla="*/ 2241780 w 4683617"/>
              <a:gd name="connsiteY1242" fmla="*/ 1858121 h 3743862"/>
              <a:gd name="connsiteX1243" fmla="*/ 2171802 w 4683617"/>
              <a:gd name="connsiteY1243" fmla="*/ 1786194 h 3743862"/>
              <a:gd name="connsiteX1244" fmla="*/ 2241780 w 4683617"/>
              <a:gd name="connsiteY1244" fmla="*/ 1714267 h 3743862"/>
              <a:gd name="connsiteX1245" fmla="*/ 2051439 w 4683617"/>
              <a:gd name="connsiteY1245" fmla="*/ 1714267 h 3743862"/>
              <a:gd name="connsiteX1246" fmla="*/ 2121418 w 4683617"/>
              <a:gd name="connsiteY1246" fmla="*/ 1786194 h 3743862"/>
              <a:gd name="connsiteX1247" fmla="*/ 2051439 w 4683617"/>
              <a:gd name="connsiteY1247" fmla="*/ 1858121 h 3743862"/>
              <a:gd name="connsiteX1248" fmla="*/ 1981461 w 4683617"/>
              <a:gd name="connsiteY1248" fmla="*/ 1786194 h 3743862"/>
              <a:gd name="connsiteX1249" fmla="*/ 2051439 w 4683617"/>
              <a:gd name="connsiteY1249" fmla="*/ 1714267 h 3743862"/>
              <a:gd name="connsiteX1250" fmla="*/ 1844304 w 4683617"/>
              <a:gd name="connsiteY1250" fmla="*/ 1714267 h 3743862"/>
              <a:gd name="connsiteX1251" fmla="*/ 1914282 w 4683617"/>
              <a:gd name="connsiteY1251" fmla="*/ 1786194 h 3743862"/>
              <a:gd name="connsiteX1252" fmla="*/ 1844304 w 4683617"/>
              <a:gd name="connsiteY1252" fmla="*/ 1858121 h 3743862"/>
              <a:gd name="connsiteX1253" fmla="*/ 1774326 w 4683617"/>
              <a:gd name="connsiteY1253" fmla="*/ 1786194 h 3743862"/>
              <a:gd name="connsiteX1254" fmla="*/ 1844304 w 4683617"/>
              <a:gd name="connsiteY1254" fmla="*/ 1714267 h 3743862"/>
              <a:gd name="connsiteX1255" fmla="*/ 1654896 w 4683617"/>
              <a:gd name="connsiteY1255" fmla="*/ 1714267 h 3743862"/>
              <a:gd name="connsiteX1256" fmla="*/ 1724874 w 4683617"/>
              <a:gd name="connsiteY1256" fmla="*/ 1786194 h 3743862"/>
              <a:gd name="connsiteX1257" fmla="*/ 1654896 w 4683617"/>
              <a:gd name="connsiteY1257" fmla="*/ 1858121 h 3743862"/>
              <a:gd name="connsiteX1258" fmla="*/ 1584917 w 4683617"/>
              <a:gd name="connsiteY1258" fmla="*/ 1786194 h 3743862"/>
              <a:gd name="connsiteX1259" fmla="*/ 1654896 w 4683617"/>
              <a:gd name="connsiteY1259" fmla="*/ 1714267 h 3743862"/>
              <a:gd name="connsiteX1260" fmla="*/ 3826228 w 4683617"/>
              <a:gd name="connsiteY1260" fmla="*/ 1711106 h 3743862"/>
              <a:gd name="connsiteX1261" fmla="*/ 3896206 w 4683617"/>
              <a:gd name="connsiteY1261" fmla="*/ 1783033 h 3743862"/>
              <a:gd name="connsiteX1262" fmla="*/ 3826228 w 4683617"/>
              <a:gd name="connsiteY1262" fmla="*/ 1854960 h 3743862"/>
              <a:gd name="connsiteX1263" fmla="*/ 3756250 w 4683617"/>
              <a:gd name="connsiteY1263" fmla="*/ 1783033 h 3743862"/>
              <a:gd name="connsiteX1264" fmla="*/ 3826228 w 4683617"/>
              <a:gd name="connsiteY1264" fmla="*/ 1711106 h 3743862"/>
              <a:gd name="connsiteX1265" fmla="*/ 3635888 w 4683617"/>
              <a:gd name="connsiteY1265" fmla="*/ 1711106 h 3743862"/>
              <a:gd name="connsiteX1266" fmla="*/ 3705866 w 4683617"/>
              <a:gd name="connsiteY1266" fmla="*/ 1783033 h 3743862"/>
              <a:gd name="connsiteX1267" fmla="*/ 3635888 w 4683617"/>
              <a:gd name="connsiteY1267" fmla="*/ 1854960 h 3743862"/>
              <a:gd name="connsiteX1268" fmla="*/ 3565910 w 4683617"/>
              <a:gd name="connsiteY1268" fmla="*/ 1783033 h 3743862"/>
              <a:gd name="connsiteX1269" fmla="*/ 3635888 w 4683617"/>
              <a:gd name="connsiteY1269" fmla="*/ 1711106 h 3743862"/>
              <a:gd name="connsiteX1270" fmla="*/ 3428752 w 4683617"/>
              <a:gd name="connsiteY1270" fmla="*/ 1711106 h 3743862"/>
              <a:gd name="connsiteX1271" fmla="*/ 3498730 w 4683617"/>
              <a:gd name="connsiteY1271" fmla="*/ 1783033 h 3743862"/>
              <a:gd name="connsiteX1272" fmla="*/ 3428752 w 4683617"/>
              <a:gd name="connsiteY1272" fmla="*/ 1854960 h 3743862"/>
              <a:gd name="connsiteX1273" fmla="*/ 3358774 w 4683617"/>
              <a:gd name="connsiteY1273" fmla="*/ 1783033 h 3743862"/>
              <a:gd name="connsiteX1274" fmla="*/ 3428752 w 4683617"/>
              <a:gd name="connsiteY1274" fmla="*/ 1711106 h 3743862"/>
              <a:gd name="connsiteX1275" fmla="*/ 3239344 w 4683617"/>
              <a:gd name="connsiteY1275" fmla="*/ 1711106 h 3743862"/>
              <a:gd name="connsiteX1276" fmla="*/ 3309322 w 4683617"/>
              <a:gd name="connsiteY1276" fmla="*/ 1783033 h 3743862"/>
              <a:gd name="connsiteX1277" fmla="*/ 3239344 w 4683617"/>
              <a:gd name="connsiteY1277" fmla="*/ 1854960 h 3743862"/>
              <a:gd name="connsiteX1278" fmla="*/ 3169365 w 4683617"/>
              <a:gd name="connsiteY1278" fmla="*/ 1783033 h 3743862"/>
              <a:gd name="connsiteX1279" fmla="*/ 3239344 w 4683617"/>
              <a:gd name="connsiteY1279" fmla="*/ 1711106 h 3743862"/>
              <a:gd name="connsiteX1280" fmla="*/ 3029984 w 4683617"/>
              <a:gd name="connsiteY1280" fmla="*/ 1709843 h 3743862"/>
              <a:gd name="connsiteX1281" fmla="*/ 3099962 w 4683617"/>
              <a:gd name="connsiteY1281" fmla="*/ 1781771 h 3743862"/>
              <a:gd name="connsiteX1282" fmla="*/ 3029984 w 4683617"/>
              <a:gd name="connsiteY1282" fmla="*/ 1853698 h 3743862"/>
              <a:gd name="connsiteX1283" fmla="*/ 2960005 w 4683617"/>
              <a:gd name="connsiteY1283" fmla="*/ 1781771 h 3743862"/>
              <a:gd name="connsiteX1284" fmla="*/ 3029984 w 4683617"/>
              <a:gd name="connsiteY1284" fmla="*/ 1709843 h 3743862"/>
              <a:gd name="connsiteX1285" fmla="*/ 2839643 w 4683617"/>
              <a:gd name="connsiteY1285" fmla="*/ 1709843 h 3743862"/>
              <a:gd name="connsiteX1286" fmla="*/ 2909621 w 4683617"/>
              <a:gd name="connsiteY1286" fmla="*/ 1781771 h 3743862"/>
              <a:gd name="connsiteX1287" fmla="*/ 2839643 w 4683617"/>
              <a:gd name="connsiteY1287" fmla="*/ 1853698 h 3743862"/>
              <a:gd name="connsiteX1288" fmla="*/ 2769665 w 4683617"/>
              <a:gd name="connsiteY1288" fmla="*/ 1781771 h 3743862"/>
              <a:gd name="connsiteX1289" fmla="*/ 2839643 w 4683617"/>
              <a:gd name="connsiteY1289" fmla="*/ 1709843 h 3743862"/>
              <a:gd name="connsiteX1290" fmla="*/ 2632507 w 4683617"/>
              <a:gd name="connsiteY1290" fmla="*/ 1709843 h 3743862"/>
              <a:gd name="connsiteX1291" fmla="*/ 2702486 w 4683617"/>
              <a:gd name="connsiteY1291" fmla="*/ 1781771 h 3743862"/>
              <a:gd name="connsiteX1292" fmla="*/ 2632507 w 4683617"/>
              <a:gd name="connsiteY1292" fmla="*/ 1853698 h 3743862"/>
              <a:gd name="connsiteX1293" fmla="*/ 2562529 w 4683617"/>
              <a:gd name="connsiteY1293" fmla="*/ 1781771 h 3743862"/>
              <a:gd name="connsiteX1294" fmla="*/ 2632507 w 4683617"/>
              <a:gd name="connsiteY1294" fmla="*/ 1709843 h 3743862"/>
              <a:gd name="connsiteX1295" fmla="*/ 2443099 w 4683617"/>
              <a:gd name="connsiteY1295" fmla="*/ 1709843 h 3743862"/>
              <a:gd name="connsiteX1296" fmla="*/ 2513077 w 4683617"/>
              <a:gd name="connsiteY1296" fmla="*/ 1781771 h 3743862"/>
              <a:gd name="connsiteX1297" fmla="*/ 2443099 w 4683617"/>
              <a:gd name="connsiteY1297" fmla="*/ 1853698 h 3743862"/>
              <a:gd name="connsiteX1298" fmla="*/ 2373121 w 4683617"/>
              <a:gd name="connsiteY1298" fmla="*/ 1781771 h 3743862"/>
              <a:gd name="connsiteX1299" fmla="*/ 2443099 w 4683617"/>
              <a:gd name="connsiteY1299" fmla="*/ 1709843 h 3743862"/>
              <a:gd name="connsiteX1300" fmla="*/ 4613639 w 4683617"/>
              <a:gd name="connsiteY1300" fmla="*/ 1703534 h 3743862"/>
              <a:gd name="connsiteX1301" fmla="*/ 4683617 w 4683617"/>
              <a:gd name="connsiteY1301" fmla="*/ 1775461 h 3743862"/>
              <a:gd name="connsiteX1302" fmla="*/ 4613639 w 4683617"/>
              <a:gd name="connsiteY1302" fmla="*/ 1847388 h 3743862"/>
              <a:gd name="connsiteX1303" fmla="*/ 4543660 w 4683617"/>
              <a:gd name="connsiteY1303" fmla="*/ 1775461 h 3743862"/>
              <a:gd name="connsiteX1304" fmla="*/ 4613639 w 4683617"/>
              <a:gd name="connsiteY1304" fmla="*/ 1703534 h 3743862"/>
              <a:gd name="connsiteX1305" fmla="*/ 4423298 w 4683617"/>
              <a:gd name="connsiteY1305" fmla="*/ 1703534 h 3743862"/>
              <a:gd name="connsiteX1306" fmla="*/ 4493276 w 4683617"/>
              <a:gd name="connsiteY1306" fmla="*/ 1775461 h 3743862"/>
              <a:gd name="connsiteX1307" fmla="*/ 4423298 w 4683617"/>
              <a:gd name="connsiteY1307" fmla="*/ 1847388 h 3743862"/>
              <a:gd name="connsiteX1308" fmla="*/ 4353320 w 4683617"/>
              <a:gd name="connsiteY1308" fmla="*/ 1775461 h 3743862"/>
              <a:gd name="connsiteX1309" fmla="*/ 4423298 w 4683617"/>
              <a:gd name="connsiteY1309" fmla="*/ 1703534 h 3743862"/>
              <a:gd name="connsiteX1310" fmla="*/ 4216162 w 4683617"/>
              <a:gd name="connsiteY1310" fmla="*/ 1703534 h 3743862"/>
              <a:gd name="connsiteX1311" fmla="*/ 4286141 w 4683617"/>
              <a:gd name="connsiteY1311" fmla="*/ 1775461 h 3743862"/>
              <a:gd name="connsiteX1312" fmla="*/ 4216162 w 4683617"/>
              <a:gd name="connsiteY1312" fmla="*/ 1847388 h 3743862"/>
              <a:gd name="connsiteX1313" fmla="*/ 4146184 w 4683617"/>
              <a:gd name="connsiteY1313" fmla="*/ 1775461 h 3743862"/>
              <a:gd name="connsiteX1314" fmla="*/ 4216162 w 4683617"/>
              <a:gd name="connsiteY1314" fmla="*/ 1703534 h 3743862"/>
              <a:gd name="connsiteX1315" fmla="*/ 4026754 w 4683617"/>
              <a:gd name="connsiteY1315" fmla="*/ 1703534 h 3743862"/>
              <a:gd name="connsiteX1316" fmla="*/ 4096732 w 4683617"/>
              <a:gd name="connsiteY1316" fmla="*/ 1775461 h 3743862"/>
              <a:gd name="connsiteX1317" fmla="*/ 4026754 w 4683617"/>
              <a:gd name="connsiteY1317" fmla="*/ 1847388 h 3743862"/>
              <a:gd name="connsiteX1318" fmla="*/ 3956776 w 4683617"/>
              <a:gd name="connsiteY1318" fmla="*/ 1775461 h 3743862"/>
              <a:gd name="connsiteX1319" fmla="*/ 4026754 w 4683617"/>
              <a:gd name="connsiteY1319" fmla="*/ 1703534 h 3743862"/>
              <a:gd name="connsiteX1320" fmla="*/ 1454370 w 4683617"/>
              <a:gd name="connsiteY1320" fmla="*/ 1532557 h 3743862"/>
              <a:gd name="connsiteX1321" fmla="*/ 1524348 w 4683617"/>
              <a:gd name="connsiteY1321" fmla="*/ 1604484 h 3743862"/>
              <a:gd name="connsiteX1322" fmla="*/ 1454370 w 4683617"/>
              <a:gd name="connsiteY1322" fmla="*/ 1676411 h 3743862"/>
              <a:gd name="connsiteX1323" fmla="*/ 1384391 w 4683617"/>
              <a:gd name="connsiteY1323" fmla="*/ 1604484 h 3743862"/>
              <a:gd name="connsiteX1324" fmla="*/ 1454370 w 4683617"/>
              <a:gd name="connsiteY1324" fmla="*/ 1532557 h 3743862"/>
              <a:gd name="connsiteX1325" fmla="*/ 1264029 w 4683617"/>
              <a:gd name="connsiteY1325" fmla="*/ 1532557 h 3743862"/>
              <a:gd name="connsiteX1326" fmla="*/ 1334007 w 4683617"/>
              <a:gd name="connsiteY1326" fmla="*/ 1604484 h 3743862"/>
              <a:gd name="connsiteX1327" fmla="*/ 1264029 w 4683617"/>
              <a:gd name="connsiteY1327" fmla="*/ 1676411 h 3743862"/>
              <a:gd name="connsiteX1328" fmla="*/ 1194051 w 4683617"/>
              <a:gd name="connsiteY1328" fmla="*/ 1604484 h 3743862"/>
              <a:gd name="connsiteX1329" fmla="*/ 1264029 w 4683617"/>
              <a:gd name="connsiteY1329" fmla="*/ 1532557 h 3743862"/>
              <a:gd name="connsiteX1330" fmla="*/ 1056893 w 4683617"/>
              <a:gd name="connsiteY1330" fmla="*/ 1532557 h 3743862"/>
              <a:gd name="connsiteX1331" fmla="*/ 1126872 w 4683617"/>
              <a:gd name="connsiteY1331" fmla="*/ 1604484 h 3743862"/>
              <a:gd name="connsiteX1332" fmla="*/ 1056893 w 4683617"/>
              <a:gd name="connsiteY1332" fmla="*/ 1676411 h 3743862"/>
              <a:gd name="connsiteX1333" fmla="*/ 986915 w 4683617"/>
              <a:gd name="connsiteY1333" fmla="*/ 1604484 h 3743862"/>
              <a:gd name="connsiteX1334" fmla="*/ 1056893 w 4683617"/>
              <a:gd name="connsiteY1334" fmla="*/ 1532557 h 3743862"/>
              <a:gd name="connsiteX1335" fmla="*/ 867485 w 4683617"/>
              <a:gd name="connsiteY1335" fmla="*/ 1532557 h 3743862"/>
              <a:gd name="connsiteX1336" fmla="*/ 937463 w 4683617"/>
              <a:gd name="connsiteY1336" fmla="*/ 1604484 h 3743862"/>
              <a:gd name="connsiteX1337" fmla="*/ 867485 w 4683617"/>
              <a:gd name="connsiteY1337" fmla="*/ 1676411 h 3743862"/>
              <a:gd name="connsiteX1338" fmla="*/ 797507 w 4683617"/>
              <a:gd name="connsiteY1338" fmla="*/ 1604484 h 3743862"/>
              <a:gd name="connsiteX1339" fmla="*/ 867485 w 4683617"/>
              <a:gd name="connsiteY1339" fmla="*/ 1532557 h 3743862"/>
              <a:gd name="connsiteX1340" fmla="*/ 658125 w 4683617"/>
              <a:gd name="connsiteY1340" fmla="*/ 1531295 h 3743862"/>
              <a:gd name="connsiteX1341" fmla="*/ 728103 w 4683617"/>
              <a:gd name="connsiteY1341" fmla="*/ 1603222 h 3743862"/>
              <a:gd name="connsiteX1342" fmla="*/ 658125 w 4683617"/>
              <a:gd name="connsiteY1342" fmla="*/ 1675149 h 3743862"/>
              <a:gd name="connsiteX1343" fmla="*/ 588146 w 4683617"/>
              <a:gd name="connsiteY1343" fmla="*/ 1603222 h 3743862"/>
              <a:gd name="connsiteX1344" fmla="*/ 658125 w 4683617"/>
              <a:gd name="connsiteY1344" fmla="*/ 1531295 h 3743862"/>
              <a:gd name="connsiteX1345" fmla="*/ 467784 w 4683617"/>
              <a:gd name="connsiteY1345" fmla="*/ 1531295 h 3743862"/>
              <a:gd name="connsiteX1346" fmla="*/ 537763 w 4683617"/>
              <a:gd name="connsiteY1346" fmla="*/ 1603222 h 3743862"/>
              <a:gd name="connsiteX1347" fmla="*/ 467784 w 4683617"/>
              <a:gd name="connsiteY1347" fmla="*/ 1675149 h 3743862"/>
              <a:gd name="connsiteX1348" fmla="*/ 397806 w 4683617"/>
              <a:gd name="connsiteY1348" fmla="*/ 1603222 h 3743862"/>
              <a:gd name="connsiteX1349" fmla="*/ 467784 w 4683617"/>
              <a:gd name="connsiteY1349" fmla="*/ 1531295 h 3743862"/>
              <a:gd name="connsiteX1350" fmla="*/ 260648 w 4683617"/>
              <a:gd name="connsiteY1350" fmla="*/ 1531295 h 3743862"/>
              <a:gd name="connsiteX1351" fmla="*/ 330627 w 4683617"/>
              <a:gd name="connsiteY1351" fmla="*/ 1603222 h 3743862"/>
              <a:gd name="connsiteX1352" fmla="*/ 260648 w 4683617"/>
              <a:gd name="connsiteY1352" fmla="*/ 1675149 h 3743862"/>
              <a:gd name="connsiteX1353" fmla="*/ 190670 w 4683617"/>
              <a:gd name="connsiteY1353" fmla="*/ 1603222 h 3743862"/>
              <a:gd name="connsiteX1354" fmla="*/ 260648 w 4683617"/>
              <a:gd name="connsiteY1354" fmla="*/ 1531295 h 3743862"/>
              <a:gd name="connsiteX1355" fmla="*/ 71240 w 4683617"/>
              <a:gd name="connsiteY1355" fmla="*/ 1531295 h 3743862"/>
              <a:gd name="connsiteX1356" fmla="*/ 141218 w 4683617"/>
              <a:gd name="connsiteY1356" fmla="*/ 1603222 h 3743862"/>
              <a:gd name="connsiteX1357" fmla="*/ 71240 w 4683617"/>
              <a:gd name="connsiteY1357" fmla="*/ 1675149 h 3743862"/>
              <a:gd name="connsiteX1358" fmla="*/ 1262 w 4683617"/>
              <a:gd name="connsiteY1358" fmla="*/ 1603222 h 3743862"/>
              <a:gd name="connsiteX1359" fmla="*/ 71240 w 4683617"/>
              <a:gd name="connsiteY1359" fmla="*/ 1531295 h 3743862"/>
              <a:gd name="connsiteX1360" fmla="*/ 2241780 w 4683617"/>
              <a:gd name="connsiteY1360" fmla="*/ 1524985 h 3743862"/>
              <a:gd name="connsiteX1361" fmla="*/ 2311758 w 4683617"/>
              <a:gd name="connsiteY1361" fmla="*/ 1596912 h 3743862"/>
              <a:gd name="connsiteX1362" fmla="*/ 2241780 w 4683617"/>
              <a:gd name="connsiteY1362" fmla="*/ 1668839 h 3743862"/>
              <a:gd name="connsiteX1363" fmla="*/ 2171802 w 4683617"/>
              <a:gd name="connsiteY1363" fmla="*/ 1596912 h 3743862"/>
              <a:gd name="connsiteX1364" fmla="*/ 2241780 w 4683617"/>
              <a:gd name="connsiteY1364" fmla="*/ 1524985 h 3743862"/>
              <a:gd name="connsiteX1365" fmla="*/ 2051439 w 4683617"/>
              <a:gd name="connsiteY1365" fmla="*/ 1524985 h 3743862"/>
              <a:gd name="connsiteX1366" fmla="*/ 2121418 w 4683617"/>
              <a:gd name="connsiteY1366" fmla="*/ 1596912 h 3743862"/>
              <a:gd name="connsiteX1367" fmla="*/ 2051439 w 4683617"/>
              <a:gd name="connsiteY1367" fmla="*/ 1668839 h 3743862"/>
              <a:gd name="connsiteX1368" fmla="*/ 1981461 w 4683617"/>
              <a:gd name="connsiteY1368" fmla="*/ 1596912 h 3743862"/>
              <a:gd name="connsiteX1369" fmla="*/ 2051439 w 4683617"/>
              <a:gd name="connsiteY1369" fmla="*/ 1524985 h 3743862"/>
              <a:gd name="connsiteX1370" fmla="*/ 1844304 w 4683617"/>
              <a:gd name="connsiteY1370" fmla="*/ 1524985 h 3743862"/>
              <a:gd name="connsiteX1371" fmla="*/ 1914282 w 4683617"/>
              <a:gd name="connsiteY1371" fmla="*/ 1596912 h 3743862"/>
              <a:gd name="connsiteX1372" fmla="*/ 1844304 w 4683617"/>
              <a:gd name="connsiteY1372" fmla="*/ 1668839 h 3743862"/>
              <a:gd name="connsiteX1373" fmla="*/ 1774326 w 4683617"/>
              <a:gd name="connsiteY1373" fmla="*/ 1596912 h 3743862"/>
              <a:gd name="connsiteX1374" fmla="*/ 1844304 w 4683617"/>
              <a:gd name="connsiteY1374" fmla="*/ 1524985 h 3743862"/>
              <a:gd name="connsiteX1375" fmla="*/ 1654896 w 4683617"/>
              <a:gd name="connsiteY1375" fmla="*/ 1524985 h 3743862"/>
              <a:gd name="connsiteX1376" fmla="*/ 1724874 w 4683617"/>
              <a:gd name="connsiteY1376" fmla="*/ 1596912 h 3743862"/>
              <a:gd name="connsiteX1377" fmla="*/ 1654896 w 4683617"/>
              <a:gd name="connsiteY1377" fmla="*/ 1668839 h 3743862"/>
              <a:gd name="connsiteX1378" fmla="*/ 1584917 w 4683617"/>
              <a:gd name="connsiteY1378" fmla="*/ 1596912 h 3743862"/>
              <a:gd name="connsiteX1379" fmla="*/ 1654896 w 4683617"/>
              <a:gd name="connsiteY1379" fmla="*/ 1524985 h 3743862"/>
              <a:gd name="connsiteX1380" fmla="*/ 3826228 w 4683617"/>
              <a:gd name="connsiteY1380" fmla="*/ 1521824 h 3743862"/>
              <a:gd name="connsiteX1381" fmla="*/ 3896206 w 4683617"/>
              <a:gd name="connsiteY1381" fmla="*/ 1593751 h 3743862"/>
              <a:gd name="connsiteX1382" fmla="*/ 3826228 w 4683617"/>
              <a:gd name="connsiteY1382" fmla="*/ 1665678 h 3743862"/>
              <a:gd name="connsiteX1383" fmla="*/ 3756250 w 4683617"/>
              <a:gd name="connsiteY1383" fmla="*/ 1593751 h 3743862"/>
              <a:gd name="connsiteX1384" fmla="*/ 3826228 w 4683617"/>
              <a:gd name="connsiteY1384" fmla="*/ 1521824 h 3743862"/>
              <a:gd name="connsiteX1385" fmla="*/ 3635888 w 4683617"/>
              <a:gd name="connsiteY1385" fmla="*/ 1521824 h 3743862"/>
              <a:gd name="connsiteX1386" fmla="*/ 3705866 w 4683617"/>
              <a:gd name="connsiteY1386" fmla="*/ 1593751 h 3743862"/>
              <a:gd name="connsiteX1387" fmla="*/ 3635888 w 4683617"/>
              <a:gd name="connsiteY1387" fmla="*/ 1665678 h 3743862"/>
              <a:gd name="connsiteX1388" fmla="*/ 3565910 w 4683617"/>
              <a:gd name="connsiteY1388" fmla="*/ 1593751 h 3743862"/>
              <a:gd name="connsiteX1389" fmla="*/ 3635888 w 4683617"/>
              <a:gd name="connsiteY1389" fmla="*/ 1521824 h 3743862"/>
              <a:gd name="connsiteX1390" fmla="*/ 3428752 w 4683617"/>
              <a:gd name="connsiteY1390" fmla="*/ 1521824 h 3743862"/>
              <a:gd name="connsiteX1391" fmla="*/ 3498730 w 4683617"/>
              <a:gd name="connsiteY1391" fmla="*/ 1593751 h 3743862"/>
              <a:gd name="connsiteX1392" fmla="*/ 3428752 w 4683617"/>
              <a:gd name="connsiteY1392" fmla="*/ 1665678 h 3743862"/>
              <a:gd name="connsiteX1393" fmla="*/ 3358774 w 4683617"/>
              <a:gd name="connsiteY1393" fmla="*/ 1593751 h 3743862"/>
              <a:gd name="connsiteX1394" fmla="*/ 3428752 w 4683617"/>
              <a:gd name="connsiteY1394" fmla="*/ 1521824 h 3743862"/>
              <a:gd name="connsiteX1395" fmla="*/ 3239344 w 4683617"/>
              <a:gd name="connsiteY1395" fmla="*/ 1521824 h 3743862"/>
              <a:gd name="connsiteX1396" fmla="*/ 3309322 w 4683617"/>
              <a:gd name="connsiteY1396" fmla="*/ 1593751 h 3743862"/>
              <a:gd name="connsiteX1397" fmla="*/ 3239344 w 4683617"/>
              <a:gd name="connsiteY1397" fmla="*/ 1665678 h 3743862"/>
              <a:gd name="connsiteX1398" fmla="*/ 3169365 w 4683617"/>
              <a:gd name="connsiteY1398" fmla="*/ 1593751 h 3743862"/>
              <a:gd name="connsiteX1399" fmla="*/ 3239344 w 4683617"/>
              <a:gd name="connsiteY1399" fmla="*/ 1521824 h 3743862"/>
              <a:gd name="connsiteX1400" fmla="*/ 3029984 w 4683617"/>
              <a:gd name="connsiteY1400" fmla="*/ 1520562 h 3743862"/>
              <a:gd name="connsiteX1401" fmla="*/ 3099962 w 4683617"/>
              <a:gd name="connsiteY1401" fmla="*/ 1592489 h 3743862"/>
              <a:gd name="connsiteX1402" fmla="*/ 3029984 w 4683617"/>
              <a:gd name="connsiteY1402" fmla="*/ 1664416 h 3743862"/>
              <a:gd name="connsiteX1403" fmla="*/ 2960005 w 4683617"/>
              <a:gd name="connsiteY1403" fmla="*/ 1592489 h 3743862"/>
              <a:gd name="connsiteX1404" fmla="*/ 3029984 w 4683617"/>
              <a:gd name="connsiteY1404" fmla="*/ 1520562 h 3743862"/>
              <a:gd name="connsiteX1405" fmla="*/ 2839643 w 4683617"/>
              <a:gd name="connsiteY1405" fmla="*/ 1520562 h 3743862"/>
              <a:gd name="connsiteX1406" fmla="*/ 2909621 w 4683617"/>
              <a:gd name="connsiteY1406" fmla="*/ 1592489 h 3743862"/>
              <a:gd name="connsiteX1407" fmla="*/ 2839643 w 4683617"/>
              <a:gd name="connsiteY1407" fmla="*/ 1664416 h 3743862"/>
              <a:gd name="connsiteX1408" fmla="*/ 2769665 w 4683617"/>
              <a:gd name="connsiteY1408" fmla="*/ 1592489 h 3743862"/>
              <a:gd name="connsiteX1409" fmla="*/ 2839643 w 4683617"/>
              <a:gd name="connsiteY1409" fmla="*/ 1520562 h 3743862"/>
              <a:gd name="connsiteX1410" fmla="*/ 2632507 w 4683617"/>
              <a:gd name="connsiteY1410" fmla="*/ 1520562 h 3743862"/>
              <a:gd name="connsiteX1411" fmla="*/ 2702486 w 4683617"/>
              <a:gd name="connsiteY1411" fmla="*/ 1592489 h 3743862"/>
              <a:gd name="connsiteX1412" fmla="*/ 2632507 w 4683617"/>
              <a:gd name="connsiteY1412" fmla="*/ 1664416 h 3743862"/>
              <a:gd name="connsiteX1413" fmla="*/ 2562529 w 4683617"/>
              <a:gd name="connsiteY1413" fmla="*/ 1592489 h 3743862"/>
              <a:gd name="connsiteX1414" fmla="*/ 2632507 w 4683617"/>
              <a:gd name="connsiteY1414" fmla="*/ 1520562 h 3743862"/>
              <a:gd name="connsiteX1415" fmla="*/ 2443099 w 4683617"/>
              <a:gd name="connsiteY1415" fmla="*/ 1520562 h 3743862"/>
              <a:gd name="connsiteX1416" fmla="*/ 2513077 w 4683617"/>
              <a:gd name="connsiteY1416" fmla="*/ 1592489 h 3743862"/>
              <a:gd name="connsiteX1417" fmla="*/ 2443099 w 4683617"/>
              <a:gd name="connsiteY1417" fmla="*/ 1664416 h 3743862"/>
              <a:gd name="connsiteX1418" fmla="*/ 2373121 w 4683617"/>
              <a:gd name="connsiteY1418" fmla="*/ 1592489 h 3743862"/>
              <a:gd name="connsiteX1419" fmla="*/ 2443099 w 4683617"/>
              <a:gd name="connsiteY1419" fmla="*/ 1520562 h 3743862"/>
              <a:gd name="connsiteX1420" fmla="*/ 4613639 w 4683617"/>
              <a:gd name="connsiteY1420" fmla="*/ 1514252 h 3743862"/>
              <a:gd name="connsiteX1421" fmla="*/ 4683617 w 4683617"/>
              <a:gd name="connsiteY1421" fmla="*/ 1586179 h 3743862"/>
              <a:gd name="connsiteX1422" fmla="*/ 4613639 w 4683617"/>
              <a:gd name="connsiteY1422" fmla="*/ 1658106 h 3743862"/>
              <a:gd name="connsiteX1423" fmla="*/ 4543660 w 4683617"/>
              <a:gd name="connsiteY1423" fmla="*/ 1586179 h 3743862"/>
              <a:gd name="connsiteX1424" fmla="*/ 4613639 w 4683617"/>
              <a:gd name="connsiteY1424" fmla="*/ 1514252 h 3743862"/>
              <a:gd name="connsiteX1425" fmla="*/ 4423298 w 4683617"/>
              <a:gd name="connsiteY1425" fmla="*/ 1514252 h 3743862"/>
              <a:gd name="connsiteX1426" fmla="*/ 4493276 w 4683617"/>
              <a:gd name="connsiteY1426" fmla="*/ 1586179 h 3743862"/>
              <a:gd name="connsiteX1427" fmla="*/ 4423298 w 4683617"/>
              <a:gd name="connsiteY1427" fmla="*/ 1658106 h 3743862"/>
              <a:gd name="connsiteX1428" fmla="*/ 4353320 w 4683617"/>
              <a:gd name="connsiteY1428" fmla="*/ 1586179 h 3743862"/>
              <a:gd name="connsiteX1429" fmla="*/ 4423298 w 4683617"/>
              <a:gd name="connsiteY1429" fmla="*/ 1514252 h 3743862"/>
              <a:gd name="connsiteX1430" fmla="*/ 4216162 w 4683617"/>
              <a:gd name="connsiteY1430" fmla="*/ 1514252 h 3743862"/>
              <a:gd name="connsiteX1431" fmla="*/ 4286141 w 4683617"/>
              <a:gd name="connsiteY1431" fmla="*/ 1586179 h 3743862"/>
              <a:gd name="connsiteX1432" fmla="*/ 4216162 w 4683617"/>
              <a:gd name="connsiteY1432" fmla="*/ 1658106 h 3743862"/>
              <a:gd name="connsiteX1433" fmla="*/ 4146184 w 4683617"/>
              <a:gd name="connsiteY1433" fmla="*/ 1586179 h 3743862"/>
              <a:gd name="connsiteX1434" fmla="*/ 4216162 w 4683617"/>
              <a:gd name="connsiteY1434" fmla="*/ 1514252 h 3743862"/>
              <a:gd name="connsiteX1435" fmla="*/ 4026754 w 4683617"/>
              <a:gd name="connsiteY1435" fmla="*/ 1514252 h 3743862"/>
              <a:gd name="connsiteX1436" fmla="*/ 4096732 w 4683617"/>
              <a:gd name="connsiteY1436" fmla="*/ 1586179 h 3743862"/>
              <a:gd name="connsiteX1437" fmla="*/ 4026754 w 4683617"/>
              <a:gd name="connsiteY1437" fmla="*/ 1658106 h 3743862"/>
              <a:gd name="connsiteX1438" fmla="*/ 3956776 w 4683617"/>
              <a:gd name="connsiteY1438" fmla="*/ 1586179 h 3743862"/>
              <a:gd name="connsiteX1439" fmla="*/ 4026754 w 4683617"/>
              <a:gd name="connsiteY1439" fmla="*/ 1514252 h 3743862"/>
              <a:gd name="connsiteX1440" fmla="*/ 1454370 w 4683617"/>
              <a:gd name="connsiteY1440" fmla="*/ 1350847 h 3743862"/>
              <a:gd name="connsiteX1441" fmla="*/ 1524348 w 4683617"/>
              <a:gd name="connsiteY1441" fmla="*/ 1422774 h 3743862"/>
              <a:gd name="connsiteX1442" fmla="*/ 1454370 w 4683617"/>
              <a:gd name="connsiteY1442" fmla="*/ 1494701 h 3743862"/>
              <a:gd name="connsiteX1443" fmla="*/ 1384391 w 4683617"/>
              <a:gd name="connsiteY1443" fmla="*/ 1422774 h 3743862"/>
              <a:gd name="connsiteX1444" fmla="*/ 1454370 w 4683617"/>
              <a:gd name="connsiteY1444" fmla="*/ 1350847 h 3743862"/>
              <a:gd name="connsiteX1445" fmla="*/ 1264029 w 4683617"/>
              <a:gd name="connsiteY1445" fmla="*/ 1350847 h 3743862"/>
              <a:gd name="connsiteX1446" fmla="*/ 1334007 w 4683617"/>
              <a:gd name="connsiteY1446" fmla="*/ 1422774 h 3743862"/>
              <a:gd name="connsiteX1447" fmla="*/ 1264029 w 4683617"/>
              <a:gd name="connsiteY1447" fmla="*/ 1494701 h 3743862"/>
              <a:gd name="connsiteX1448" fmla="*/ 1194051 w 4683617"/>
              <a:gd name="connsiteY1448" fmla="*/ 1422774 h 3743862"/>
              <a:gd name="connsiteX1449" fmla="*/ 1264029 w 4683617"/>
              <a:gd name="connsiteY1449" fmla="*/ 1350847 h 3743862"/>
              <a:gd name="connsiteX1450" fmla="*/ 1056893 w 4683617"/>
              <a:gd name="connsiteY1450" fmla="*/ 1350847 h 3743862"/>
              <a:gd name="connsiteX1451" fmla="*/ 1126872 w 4683617"/>
              <a:gd name="connsiteY1451" fmla="*/ 1422774 h 3743862"/>
              <a:gd name="connsiteX1452" fmla="*/ 1056893 w 4683617"/>
              <a:gd name="connsiteY1452" fmla="*/ 1494701 h 3743862"/>
              <a:gd name="connsiteX1453" fmla="*/ 986915 w 4683617"/>
              <a:gd name="connsiteY1453" fmla="*/ 1422774 h 3743862"/>
              <a:gd name="connsiteX1454" fmla="*/ 1056893 w 4683617"/>
              <a:gd name="connsiteY1454" fmla="*/ 1350847 h 3743862"/>
              <a:gd name="connsiteX1455" fmla="*/ 867485 w 4683617"/>
              <a:gd name="connsiteY1455" fmla="*/ 1350847 h 3743862"/>
              <a:gd name="connsiteX1456" fmla="*/ 937463 w 4683617"/>
              <a:gd name="connsiteY1456" fmla="*/ 1422774 h 3743862"/>
              <a:gd name="connsiteX1457" fmla="*/ 867485 w 4683617"/>
              <a:gd name="connsiteY1457" fmla="*/ 1494701 h 3743862"/>
              <a:gd name="connsiteX1458" fmla="*/ 797507 w 4683617"/>
              <a:gd name="connsiteY1458" fmla="*/ 1422774 h 3743862"/>
              <a:gd name="connsiteX1459" fmla="*/ 867485 w 4683617"/>
              <a:gd name="connsiteY1459" fmla="*/ 1350847 h 3743862"/>
              <a:gd name="connsiteX1460" fmla="*/ 658125 w 4683617"/>
              <a:gd name="connsiteY1460" fmla="*/ 1349585 h 3743862"/>
              <a:gd name="connsiteX1461" fmla="*/ 728103 w 4683617"/>
              <a:gd name="connsiteY1461" fmla="*/ 1421511 h 3743862"/>
              <a:gd name="connsiteX1462" fmla="*/ 658125 w 4683617"/>
              <a:gd name="connsiteY1462" fmla="*/ 1493439 h 3743862"/>
              <a:gd name="connsiteX1463" fmla="*/ 588146 w 4683617"/>
              <a:gd name="connsiteY1463" fmla="*/ 1421511 h 3743862"/>
              <a:gd name="connsiteX1464" fmla="*/ 658125 w 4683617"/>
              <a:gd name="connsiteY1464" fmla="*/ 1349585 h 3743862"/>
              <a:gd name="connsiteX1465" fmla="*/ 467784 w 4683617"/>
              <a:gd name="connsiteY1465" fmla="*/ 1349585 h 3743862"/>
              <a:gd name="connsiteX1466" fmla="*/ 537763 w 4683617"/>
              <a:gd name="connsiteY1466" fmla="*/ 1421511 h 3743862"/>
              <a:gd name="connsiteX1467" fmla="*/ 467784 w 4683617"/>
              <a:gd name="connsiteY1467" fmla="*/ 1493439 h 3743862"/>
              <a:gd name="connsiteX1468" fmla="*/ 397806 w 4683617"/>
              <a:gd name="connsiteY1468" fmla="*/ 1421511 h 3743862"/>
              <a:gd name="connsiteX1469" fmla="*/ 467784 w 4683617"/>
              <a:gd name="connsiteY1469" fmla="*/ 1349585 h 3743862"/>
              <a:gd name="connsiteX1470" fmla="*/ 260648 w 4683617"/>
              <a:gd name="connsiteY1470" fmla="*/ 1349585 h 3743862"/>
              <a:gd name="connsiteX1471" fmla="*/ 330627 w 4683617"/>
              <a:gd name="connsiteY1471" fmla="*/ 1421511 h 3743862"/>
              <a:gd name="connsiteX1472" fmla="*/ 260648 w 4683617"/>
              <a:gd name="connsiteY1472" fmla="*/ 1493439 h 3743862"/>
              <a:gd name="connsiteX1473" fmla="*/ 190670 w 4683617"/>
              <a:gd name="connsiteY1473" fmla="*/ 1421511 h 3743862"/>
              <a:gd name="connsiteX1474" fmla="*/ 260648 w 4683617"/>
              <a:gd name="connsiteY1474" fmla="*/ 1349585 h 3743862"/>
              <a:gd name="connsiteX1475" fmla="*/ 71240 w 4683617"/>
              <a:gd name="connsiteY1475" fmla="*/ 1349585 h 3743862"/>
              <a:gd name="connsiteX1476" fmla="*/ 141218 w 4683617"/>
              <a:gd name="connsiteY1476" fmla="*/ 1421511 h 3743862"/>
              <a:gd name="connsiteX1477" fmla="*/ 71240 w 4683617"/>
              <a:gd name="connsiteY1477" fmla="*/ 1493439 h 3743862"/>
              <a:gd name="connsiteX1478" fmla="*/ 1262 w 4683617"/>
              <a:gd name="connsiteY1478" fmla="*/ 1421511 h 3743862"/>
              <a:gd name="connsiteX1479" fmla="*/ 71240 w 4683617"/>
              <a:gd name="connsiteY1479" fmla="*/ 1349585 h 3743862"/>
              <a:gd name="connsiteX1480" fmla="*/ 2241780 w 4683617"/>
              <a:gd name="connsiteY1480" fmla="*/ 1343275 h 3743862"/>
              <a:gd name="connsiteX1481" fmla="*/ 2311758 w 4683617"/>
              <a:gd name="connsiteY1481" fmla="*/ 1415202 h 3743862"/>
              <a:gd name="connsiteX1482" fmla="*/ 2241780 w 4683617"/>
              <a:gd name="connsiteY1482" fmla="*/ 1487129 h 3743862"/>
              <a:gd name="connsiteX1483" fmla="*/ 2171802 w 4683617"/>
              <a:gd name="connsiteY1483" fmla="*/ 1415202 h 3743862"/>
              <a:gd name="connsiteX1484" fmla="*/ 2241780 w 4683617"/>
              <a:gd name="connsiteY1484" fmla="*/ 1343275 h 3743862"/>
              <a:gd name="connsiteX1485" fmla="*/ 2051439 w 4683617"/>
              <a:gd name="connsiteY1485" fmla="*/ 1343275 h 3743862"/>
              <a:gd name="connsiteX1486" fmla="*/ 2121418 w 4683617"/>
              <a:gd name="connsiteY1486" fmla="*/ 1415202 h 3743862"/>
              <a:gd name="connsiteX1487" fmla="*/ 2051439 w 4683617"/>
              <a:gd name="connsiteY1487" fmla="*/ 1487129 h 3743862"/>
              <a:gd name="connsiteX1488" fmla="*/ 1981461 w 4683617"/>
              <a:gd name="connsiteY1488" fmla="*/ 1415202 h 3743862"/>
              <a:gd name="connsiteX1489" fmla="*/ 2051439 w 4683617"/>
              <a:gd name="connsiteY1489" fmla="*/ 1343275 h 3743862"/>
              <a:gd name="connsiteX1490" fmla="*/ 1844304 w 4683617"/>
              <a:gd name="connsiteY1490" fmla="*/ 1343275 h 3743862"/>
              <a:gd name="connsiteX1491" fmla="*/ 1914282 w 4683617"/>
              <a:gd name="connsiteY1491" fmla="*/ 1415202 h 3743862"/>
              <a:gd name="connsiteX1492" fmla="*/ 1844304 w 4683617"/>
              <a:gd name="connsiteY1492" fmla="*/ 1487129 h 3743862"/>
              <a:gd name="connsiteX1493" fmla="*/ 1774326 w 4683617"/>
              <a:gd name="connsiteY1493" fmla="*/ 1415202 h 3743862"/>
              <a:gd name="connsiteX1494" fmla="*/ 1844304 w 4683617"/>
              <a:gd name="connsiteY1494" fmla="*/ 1343275 h 3743862"/>
              <a:gd name="connsiteX1495" fmla="*/ 1654896 w 4683617"/>
              <a:gd name="connsiteY1495" fmla="*/ 1343275 h 3743862"/>
              <a:gd name="connsiteX1496" fmla="*/ 1724874 w 4683617"/>
              <a:gd name="connsiteY1496" fmla="*/ 1415202 h 3743862"/>
              <a:gd name="connsiteX1497" fmla="*/ 1654896 w 4683617"/>
              <a:gd name="connsiteY1497" fmla="*/ 1487129 h 3743862"/>
              <a:gd name="connsiteX1498" fmla="*/ 1584917 w 4683617"/>
              <a:gd name="connsiteY1498" fmla="*/ 1415202 h 3743862"/>
              <a:gd name="connsiteX1499" fmla="*/ 1654896 w 4683617"/>
              <a:gd name="connsiteY1499" fmla="*/ 1343275 h 3743862"/>
              <a:gd name="connsiteX1500" fmla="*/ 3826228 w 4683617"/>
              <a:gd name="connsiteY1500" fmla="*/ 1340114 h 3743862"/>
              <a:gd name="connsiteX1501" fmla="*/ 3896206 w 4683617"/>
              <a:gd name="connsiteY1501" fmla="*/ 1412041 h 3743862"/>
              <a:gd name="connsiteX1502" fmla="*/ 3826228 w 4683617"/>
              <a:gd name="connsiteY1502" fmla="*/ 1483968 h 3743862"/>
              <a:gd name="connsiteX1503" fmla="*/ 3756250 w 4683617"/>
              <a:gd name="connsiteY1503" fmla="*/ 1412041 h 3743862"/>
              <a:gd name="connsiteX1504" fmla="*/ 3826228 w 4683617"/>
              <a:gd name="connsiteY1504" fmla="*/ 1340114 h 3743862"/>
              <a:gd name="connsiteX1505" fmla="*/ 3635888 w 4683617"/>
              <a:gd name="connsiteY1505" fmla="*/ 1340114 h 3743862"/>
              <a:gd name="connsiteX1506" fmla="*/ 3705866 w 4683617"/>
              <a:gd name="connsiteY1506" fmla="*/ 1412041 h 3743862"/>
              <a:gd name="connsiteX1507" fmla="*/ 3635888 w 4683617"/>
              <a:gd name="connsiteY1507" fmla="*/ 1483968 h 3743862"/>
              <a:gd name="connsiteX1508" fmla="*/ 3565910 w 4683617"/>
              <a:gd name="connsiteY1508" fmla="*/ 1412041 h 3743862"/>
              <a:gd name="connsiteX1509" fmla="*/ 3635888 w 4683617"/>
              <a:gd name="connsiteY1509" fmla="*/ 1340114 h 3743862"/>
              <a:gd name="connsiteX1510" fmla="*/ 3428752 w 4683617"/>
              <a:gd name="connsiteY1510" fmla="*/ 1340114 h 3743862"/>
              <a:gd name="connsiteX1511" fmla="*/ 3498730 w 4683617"/>
              <a:gd name="connsiteY1511" fmla="*/ 1412041 h 3743862"/>
              <a:gd name="connsiteX1512" fmla="*/ 3428752 w 4683617"/>
              <a:gd name="connsiteY1512" fmla="*/ 1483968 h 3743862"/>
              <a:gd name="connsiteX1513" fmla="*/ 3358774 w 4683617"/>
              <a:gd name="connsiteY1513" fmla="*/ 1412041 h 3743862"/>
              <a:gd name="connsiteX1514" fmla="*/ 3428752 w 4683617"/>
              <a:gd name="connsiteY1514" fmla="*/ 1340114 h 3743862"/>
              <a:gd name="connsiteX1515" fmla="*/ 3239344 w 4683617"/>
              <a:gd name="connsiteY1515" fmla="*/ 1340114 h 3743862"/>
              <a:gd name="connsiteX1516" fmla="*/ 3309322 w 4683617"/>
              <a:gd name="connsiteY1516" fmla="*/ 1412041 h 3743862"/>
              <a:gd name="connsiteX1517" fmla="*/ 3239344 w 4683617"/>
              <a:gd name="connsiteY1517" fmla="*/ 1483968 h 3743862"/>
              <a:gd name="connsiteX1518" fmla="*/ 3169365 w 4683617"/>
              <a:gd name="connsiteY1518" fmla="*/ 1412041 h 3743862"/>
              <a:gd name="connsiteX1519" fmla="*/ 3239344 w 4683617"/>
              <a:gd name="connsiteY1519" fmla="*/ 1340114 h 3743862"/>
              <a:gd name="connsiteX1520" fmla="*/ 3029984 w 4683617"/>
              <a:gd name="connsiteY1520" fmla="*/ 1338852 h 3743862"/>
              <a:gd name="connsiteX1521" fmla="*/ 3099962 w 4683617"/>
              <a:gd name="connsiteY1521" fmla="*/ 1410778 h 3743862"/>
              <a:gd name="connsiteX1522" fmla="*/ 3029984 w 4683617"/>
              <a:gd name="connsiteY1522" fmla="*/ 1482706 h 3743862"/>
              <a:gd name="connsiteX1523" fmla="*/ 2960005 w 4683617"/>
              <a:gd name="connsiteY1523" fmla="*/ 1410778 h 3743862"/>
              <a:gd name="connsiteX1524" fmla="*/ 3029984 w 4683617"/>
              <a:gd name="connsiteY1524" fmla="*/ 1338852 h 3743862"/>
              <a:gd name="connsiteX1525" fmla="*/ 2839643 w 4683617"/>
              <a:gd name="connsiteY1525" fmla="*/ 1338852 h 3743862"/>
              <a:gd name="connsiteX1526" fmla="*/ 2909621 w 4683617"/>
              <a:gd name="connsiteY1526" fmla="*/ 1410778 h 3743862"/>
              <a:gd name="connsiteX1527" fmla="*/ 2839643 w 4683617"/>
              <a:gd name="connsiteY1527" fmla="*/ 1482706 h 3743862"/>
              <a:gd name="connsiteX1528" fmla="*/ 2769665 w 4683617"/>
              <a:gd name="connsiteY1528" fmla="*/ 1410778 h 3743862"/>
              <a:gd name="connsiteX1529" fmla="*/ 2839643 w 4683617"/>
              <a:gd name="connsiteY1529" fmla="*/ 1338852 h 3743862"/>
              <a:gd name="connsiteX1530" fmla="*/ 2632507 w 4683617"/>
              <a:gd name="connsiteY1530" fmla="*/ 1338852 h 3743862"/>
              <a:gd name="connsiteX1531" fmla="*/ 2702486 w 4683617"/>
              <a:gd name="connsiteY1531" fmla="*/ 1410778 h 3743862"/>
              <a:gd name="connsiteX1532" fmla="*/ 2632507 w 4683617"/>
              <a:gd name="connsiteY1532" fmla="*/ 1482706 h 3743862"/>
              <a:gd name="connsiteX1533" fmla="*/ 2562529 w 4683617"/>
              <a:gd name="connsiteY1533" fmla="*/ 1410778 h 3743862"/>
              <a:gd name="connsiteX1534" fmla="*/ 2632507 w 4683617"/>
              <a:gd name="connsiteY1534" fmla="*/ 1338852 h 3743862"/>
              <a:gd name="connsiteX1535" fmla="*/ 2443099 w 4683617"/>
              <a:gd name="connsiteY1535" fmla="*/ 1338852 h 3743862"/>
              <a:gd name="connsiteX1536" fmla="*/ 2513077 w 4683617"/>
              <a:gd name="connsiteY1536" fmla="*/ 1410778 h 3743862"/>
              <a:gd name="connsiteX1537" fmla="*/ 2443099 w 4683617"/>
              <a:gd name="connsiteY1537" fmla="*/ 1482706 h 3743862"/>
              <a:gd name="connsiteX1538" fmla="*/ 2373121 w 4683617"/>
              <a:gd name="connsiteY1538" fmla="*/ 1410778 h 3743862"/>
              <a:gd name="connsiteX1539" fmla="*/ 2443099 w 4683617"/>
              <a:gd name="connsiteY1539" fmla="*/ 1338852 h 3743862"/>
              <a:gd name="connsiteX1540" fmla="*/ 4613639 w 4683617"/>
              <a:gd name="connsiteY1540" fmla="*/ 1332542 h 3743862"/>
              <a:gd name="connsiteX1541" fmla="*/ 4683617 w 4683617"/>
              <a:gd name="connsiteY1541" fmla="*/ 1404469 h 3743862"/>
              <a:gd name="connsiteX1542" fmla="*/ 4613639 w 4683617"/>
              <a:gd name="connsiteY1542" fmla="*/ 1476396 h 3743862"/>
              <a:gd name="connsiteX1543" fmla="*/ 4543660 w 4683617"/>
              <a:gd name="connsiteY1543" fmla="*/ 1404469 h 3743862"/>
              <a:gd name="connsiteX1544" fmla="*/ 4613639 w 4683617"/>
              <a:gd name="connsiteY1544" fmla="*/ 1332542 h 3743862"/>
              <a:gd name="connsiteX1545" fmla="*/ 4423298 w 4683617"/>
              <a:gd name="connsiteY1545" fmla="*/ 1332542 h 3743862"/>
              <a:gd name="connsiteX1546" fmla="*/ 4493276 w 4683617"/>
              <a:gd name="connsiteY1546" fmla="*/ 1404469 h 3743862"/>
              <a:gd name="connsiteX1547" fmla="*/ 4423298 w 4683617"/>
              <a:gd name="connsiteY1547" fmla="*/ 1476396 h 3743862"/>
              <a:gd name="connsiteX1548" fmla="*/ 4353320 w 4683617"/>
              <a:gd name="connsiteY1548" fmla="*/ 1404469 h 3743862"/>
              <a:gd name="connsiteX1549" fmla="*/ 4423298 w 4683617"/>
              <a:gd name="connsiteY1549" fmla="*/ 1332542 h 3743862"/>
              <a:gd name="connsiteX1550" fmla="*/ 4216162 w 4683617"/>
              <a:gd name="connsiteY1550" fmla="*/ 1332542 h 3743862"/>
              <a:gd name="connsiteX1551" fmla="*/ 4286141 w 4683617"/>
              <a:gd name="connsiteY1551" fmla="*/ 1404469 h 3743862"/>
              <a:gd name="connsiteX1552" fmla="*/ 4216162 w 4683617"/>
              <a:gd name="connsiteY1552" fmla="*/ 1476396 h 3743862"/>
              <a:gd name="connsiteX1553" fmla="*/ 4146184 w 4683617"/>
              <a:gd name="connsiteY1553" fmla="*/ 1404469 h 3743862"/>
              <a:gd name="connsiteX1554" fmla="*/ 4216162 w 4683617"/>
              <a:gd name="connsiteY1554" fmla="*/ 1332542 h 3743862"/>
              <a:gd name="connsiteX1555" fmla="*/ 4026754 w 4683617"/>
              <a:gd name="connsiteY1555" fmla="*/ 1332542 h 3743862"/>
              <a:gd name="connsiteX1556" fmla="*/ 4096732 w 4683617"/>
              <a:gd name="connsiteY1556" fmla="*/ 1404469 h 3743862"/>
              <a:gd name="connsiteX1557" fmla="*/ 4026754 w 4683617"/>
              <a:gd name="connsiteY1557" fmla="*/ 1476396 h 3743862"/>
              <a:gd name="connsiteX1558" fmla="*/ 3956776 w 4683617"/>
              <a:gd name="connsiteY1558" fmla="*/ 1404469 h 3743862"/>
              <a:gd name="connsiteX1559" fmla="*/ 4026754 w 4683617"/>
              <a:gd name="connsiteY1559" fmla="*/ 1332542 h 3743862"/>
              <a:gd name="connsiteX1560" fmla="*/ 1454370 w 4683617"/>
              <a:gd name="connsiteY1560" fmla="*/ 1161565 h 3743862"/>
              <a:gd name="connsiteX1561" fmla="*/ 1524348 w 4683617"/>
              <a:gd name="connsiteY1561" fmla="*/ 1233492 h 3743862"/>
              <a:gd name="connsiteX1562" fmla="*/ 1454370 w 4683617"/>
              <a:gd name="connsiteY1562" fmla="*/ 1305419 h 3743862"/>
              <a:gd name="connsiteX1563" fmla="*/ 1384391 w 4683617"/>
              <a:gd name="connsiteY1563" fmla="*/ 1233492 h 3743862"/>
              <a:gd name="connsiteX1564" fmla="*/ 1454370 w 4683617"/>
              <a:gd name="connsiteY1564" fmla="*/ 1161565 h 3743862"/>
              <a:gd name="connsiteX1565" fmla="*/ 1264029 w 4683617"/>
              <a:gd name="connsiteY1565" fmla="*/ 1161565 h 3743862"/>
              <a:gd name="connsiteX1566" fmla="*/ 1334007 w 4683617"/>
              <a:gd name="connsiteY1566" fmla="*/ 1233492 h 3743862"/>
              <a:gd name="connsiteX1567" fmla="*/ 1264029 w 4683617"/>
              <a:gd name="connsiteY1567" fmla="*/ 1305419 h 3743862"/>
              <a:gd name="connsiteX1568" fmla="*/ 1194051 w 4683617"/>
              <a:gd name="connsiteY1568" fmla="*/ 1233492 h 3743862"/>
              <a:gd name="connsiteX1569" fmla="*/ 1264029 w 4683617"/>
              <a:gd name="connsiteY1569" fmla="*/ 1161565 h 3743862"/>
              <a:gd name="connsiteX1570" fmla="*/ 1056893 w 4683617"/>
              <a:gd name="connsiteY1570" fmla="*/ 1161565 h 3743862"/>
              <a:gd name="connsiteX1571" fmla="*/ 1126872 w 4683617"/>
              <a:gd name="connsiteY1571" fmla="*/ 1233492 h 3743862"/>
              <a:gd name="connsiteX1572" fmla="*/ 1056893 w 4683617"/>
              <a:gd name="connsiteY1572" fmla="*/ 1305419 h 3743862"/>
              <a:gd name="connsiteX1573" fmla="*/ 986915 w 4683617"/>
              <a:gd name="connsiteY1573" fmla="*/ 1233492 h 3743862"/>
              <a:gd name="connsiteX1574" fmla="*/ 1056893 w 4683617"/>
              <a:gd name="connsiteY1574" fmla="*/ 1161565 h 3743862"/>
              <a:gd name="connsiteX1575" fmla="*/ 867485 w 4683617"/>
              <a:gd name="connsiteY1575" fmla="*/ 1161565 h 3743862"/>
              <a:gd name="connsiteX1576" fmla="*/ 937463 w 4683617"/>
              <a:gd name="connsiteY1576" fmla="*/ 1233492 h 3743862"/>
              <a:gd name="connsiteX1577" fmla="*/ 867485 w 4683617"/>
              <a:gd name="connsiteY1577" fmla="*/ 1305419 h 3743862"/>
              <a:gd name="connsiteX1578" fmla="*/ 797507 w 4683617"/>
              <a:gd name="connsiteY1578" fmla="*/ 1233492 h 3743862"/>
              <a:gd name="connsiteX1579" fmla="*/ 867485 w 4683617"/>
              <a:gd name="connsiteY1579" fmla="*/ 1161565 h 3743862"/>
              <a:gd name="connsiteX1580" fmla="*/ 658125 w 4683617"/>
              <a:gd name="connsiteY1580" fmla="*/ 1160303 h 3743862"/>
              <a:gd name="connsiteX1581" fmla="*/ 728103 w 4683617"/>
              <a:gd name="connsiteY1581" fmla="*/ 1232230 h 3743862"/>
              <a:gd name="connsiteX1582" fmla="*/ 658125 w 4683617"/>
              <a:gd name="connsiteY1582" fmla="*/ 1304157 h 3743862"/>
              <a:gd name="connsiteX1583" fmla="*/ 588146 w 4683617"/>
              <a:gd name="connsiteY1583" fmla="*/ 1232230 h 3743862"/>
              <a:gd name="connsiteX1584" fmla="*/ 658125 w 4683617"/>
              <a:gd name="connsiteY1584" fmla="*/ 1160303 h 3743862"/>
              <a:gd name="connsiteX1585" fmla="*/ 467784 w 4683617"/>
              <a:gd name="connsiteY1585" fmla="*/ 1160303 h 3743862"/>
              <a:gd name="connsiteX1586" fmla="*/ 537763 w 4683617"/>
              <a:gd name="connsiteY1586" fmla="*/ 1232230 h 3743862"/>
              <a:gd name="connsiteX1587" fmla="*/ 467784 w 4683617"/>
              <a:gd name="connsiteY1587" fmla="*/ 1304157 h 3743862"/>
              <a:gd name="connsiteX1588" fmla="*/ 397806 w 4683617"/>
              <a:gd name="connsiteY1588" fmla="*/ 1232230 h 3743862"/>
              <a:gd name="connsiteX1589" fmla="*/ 467784 w 4683617"/>
              <a:gd name="connsiteY1589" fmla="*/ 1160303 h 3743862"/>
              <a:gd name="connsiteX1590" fmla="*/ 260648 w 4683617"/>
              <a:gd name="connsiteY1590" fmla="*/ 1160303 h 3743862"/>
              <a:gd name="connsiteX1591" fmla="*/ 330627 w 4683617"/>
              <a:gd name="connsiteY1591" fmla="*/ 1232230 h 3743862"/>
              <a:gd name="connsiteX1592" fmla="*/ 260648 w 4683617"/>
              <a:gd name="connsiteY1592" fmla="*/ 1304157 h 3743862"/>
              <a:gd name="connsiteX1593" fmla="*/ 190670 w 4683617"/>
              <a:gd name="connsiteY1593" fmla="*/ 1232230 h 3743862"/>
              <a:gd name="connsiteX1594" fmla="*/ 260648 w 4683617"/>
              <a:gd name="connsiteY1594" fmla="*/ 1160303 h 3743862"/>
              <a:gd name="connsiteX1595" fmla="*/ 71240 w 4683617"/>
              <a:gd name="connsiteY1595" fmla="*/ 1160303 h 3743862"/>
              <a:gd name="connsiteX1596" fmla="*/ 141218 w 4683617"/>
              <a:gd name="connsiteY1596" fmla="*/ 1232230 h 3743862"/>
              <a:gd name="connsiteX1597" fmla="*/ 71240 w 4683617"/>
              <a:gd name="connsiteY1597" fmla="*/ 1304157 h 3743862"/>
              <a:gd name="connsiteX1598" fmla="*/ 1262 w 4683617"/>
              <a:gd name="connsiteY1598" fmla="*/ 1232230 h 3743862"/>
              <a:gd name="connsiteX1599" fmla="*/ 71240 w 4683617"/>
              <a:gd name="connsiteY1599" fmla="*/ 1160303 h 3743862"/>
              <a:gd name="connsiteX1600" fmla="*/ 2241780 w 4683617"/>
              <a:gd name="connsiteY1600" fmla="*/ 1153993 h 3743862"/>
              <a:gd name="connsiteX1601" fmla="*/ 2311758 w 4683617"/>
              <a:gd name="connsiteY1601" fmla="*/ 1225920 h 3743862"/>
              <a:gd name="connsiteX1602" fmla="*/ 2241780 w 4683617"/>
              <a:gd name="connsiteY1602" fmla="*/ 1297847 h 3743862"/>
              <a:gd name="connsiteX1603" fmla="*/ 2171802 w 4683617"/>
              <a:gd name="connsiteY1603" fmla="*/ 1225920 h 3743862"/>
              <a:gd name="connsiteX1604" fmla="*/ 2241780 w 4683617"/>
              <a:gd name="connsiteY1604" fmla="*/ 1153993 h 3743862"/>
              <a:gd name="connsiteX1605" fmla="*/ 2051439 w 4683617"/>
              <a:gd name="connsiteY1605" fmla="*/ 1153993 h 3743862"/>
              <a:gd name="connsiteX1606" fmla="*/ 2121418 w 4683617"/>
              <a:gd name="connsiteY1606" fmla="*/ 1225920 h 3743862"/>
              <a:gd name="connsiteX1607" fmla="*/ 2051439 w 4683617"/>
              <a:gd name="connsiteY1607" fmla="*/ 1297847 h 3743862"/>
              <a:gd name="connsiteX1608" fmla="*/ 1981461 w 4683617"/>
              <a:gd name="connsiteY1608" fmla="*/ 1225920 h 3743862"/>
              <a:gd name="connsiteX1609" fmla="*/ 2051439 w 4683617"/>
              <a:gd name="connsiteY1609" fmla="*/ 1153993 h 3743862"/>
              <a:gd name="connsiteX1610" fmla="*/ 1844304 w 4683617"/>
              <a:gd name="connsiteY1610" fmla="*/ 1153993 h 3743862"/>
              <a:gd name="connsiteX1611" fmla="*/ 1914282 w 4683617"/>
              <a:gd name="connsiteY1611" fmla="*/ 1225920 h 3743862"/>
              <a:gd name="connsiteX1612" fmla="*/ 1844304 w 4683617"/>
              <a:gd name="connsiteY1612" fmla="*/ 1297847 h 3743862"/>
              <a:gd name="connsiteX1613" fmla="*/ 1774326 w 4683617"/>
              <a:gd name="connsiteY1613" fmla="*/ 1225920 h 3743862"/>
              <a:gd name="connsiteX1614" fmla="*/ 1844304 w 4683617"/>
              <a:gd name="connsiteY1614" fmla="*/ 1153993 h 3743862"/>
              <a:gd name="connsiteX1615" fmla="*/ 1654896 w 4683617"/>
              <a:gd name="connsiteY1615" fmla="*/ 1153993 h 3743862"/>
              <a:gd name="connsiteX1616" fmla="*/ 1724874 w 4683617"/>
              <a:gd name="connsiteY1616" fmla="*/ 1225920 h 3743862"/>
              <a:gd name="connsiteX1617" fmla="*/ 1654896 w 4683617"/>
              <a:gd name="connsiteY1617" fmla="*/ 1297847 h 3743862"/>
              <a:gd name="connsiteX1618" fmla="*/ 1584917 w 4683617"/>
              <a:gd name="connsiteY1618" fmla="*/ 1225920 h 3743862"/>
              <a:gd name="connsiteX1619" fmla="*/ 1654896 w 4683617"/>
              <a:gd name="connsiteY1619" fmla="*/ 1153993 h 3743862"/>
              <a:gd name="connsiteX1620" fmla="*/ 3826228 w 4683617"/>
              <a:gd name="connsiteY1620" fmla="*/ 1150832 h 3743862"/>
              <a:gd name="connsiteX1621" fmla="*/ 3896206 w 4683617"/>
              <a:gd name="connsiteY1621" fmla="*/ 1222759 h 3743862"/>
              <a:gd name="connsiteX1622" fmla="*/ 3826228 w 4683617"/>
              <a:gd name="connsiteY1622" fmla="*/ 1294686 h 3743862"/>
              <a:gd name="connsiteX1623" fmla="*/ 3756250 w 4683617"/>
              <a:gd name="connsiteY1623" fmla="*/ 1222759 h 3743862"/>
              <a:gd name="connsiteX1624" fmla="*/ 3826228 w 4683617"/>
              <a:gd name="connsiteY1624" fmla="*/ 1150832 h 3743862"/>
              <a:gd name="connsiteX1625" fmla="*/ 3635888 w 4683617"/>
              <a:gd name="connsiteY1625" fmla="*/ 1150832 h 3743862"/>
              <a:gd name="connsiteX1626" fmla="*/ 3705866 w 4683617"/>
              <a:gd name="connsiteY1626" fmla="*/ 1222759 h 3743862"/>
              <a:gd name="connsiteX1627" fmla="*/ 3635888 w 4683617"/>
              <a:gd name="connsiteY1627" fmla="*/ 1294686 h 3743862"/>
              <a:gd name="connsiteX1628" fmla="*/ 3565910 w 4683617"/>
              <a:gd name="connsiteY1628" fmla="*/ 1222759 h 3743862"/>
              <a:gd name="connsiteX1629" fmla="*/ 3635888 w 4683617"/>
              <a:gd name="connsiteY1629" fmla="*/ 1150832 h 3743862"/>
              <a:gd name="connsiteX1630" fmla="*/ 3428752 w 4683617"/>
              <a:gd name="connsiteY1630" fmla="*/ 1150832 h 3743862"/>
              <a:gd name="connsiteX1631" fmla="*/ 3498730 w 4683617"/>
              <a:gd name="connsiteY1631" fmla="*/ 1222759 h 3743862"/>
              <a:gd name="connsiteX1632" fmla="*/ 3428752 w 4683617"/>
              <a:gd name="connsiteY1632" fmla="*/ 1294686 h 3743862"/>
              <a:gd name="connsiteX1633" fmla="*/ 3358774 w 4683617"/>
              <a:gd name="connsiteY1633" fmla="*/ 1222759 h 3743862"/>
              <a:gd name="connsiteX1634" fmla="*/ 3428752 w 4683617"/>
              <a:gd name="connsiteY1634" fmla="*/ 1150832 h 3743862"/>
              <a:gd name="connsiteX1635" fmla="*/ 3239344 w 4683617"/>
              <a:gd name="connsiteY1635" fmla="*/ 1150832 h 3743862"/>
              <a:gd name="connsiteX1636" fmla="*/ 3309322 w 4683617"/>
              <a:gd name="connsiteY1636" fmla="*/ 1222759 h 3743862"/>
              <a:gd name="connsiteX1637" fmla="*/ 3239344 w 4683617"/>
              <a:gd name="connsiteY1637" fmla="*/ 1294686 h 3743862"/>
              <a:gd name="connsiteX1638" fmla="*/ 3169365 w 4683617"/>
              <a:gd name="connsiteY1638" fmla="*/ 1222759 h 3743862"/>
              <a:gd name="connsiteX1639" fmla="*/ 3239344 w 4683617"/>
              <a:gd name="connsiteY1639" fmla="*/ 1150832 h 3743862"/>
              <a:gd name="connsiteX1640" fmla="*/ 3029984 w 4683617"/>
              <a:gd name="connsiteY1640" fmla="*/ 1149570 h 3743862"/>
              <a:gd name="connsiteX1641" fmla="*/ 3099962 w 4683617"/>
              <a:gd name="connsiteY1641" fmla="*/ 1221497 h 3743862"/>
              <a:gd name="connsiteX1642" fmla="*/ 3029984 w 4683617"/>
              <a:gd name="connsiteY1642" fmla="*/ 1293424 h 3743862"/>
              <a:gd name="connsiteX1643" fmla="*/ 2960005 w 4683617"/>
              <a:gd name="connsiteY1643" fmla="*/ 1221497 h 3743862"/>
              <a:gd name="connsiteX1644" fmla="*/ 3029984 w 4683617"/>
              <a:gd name="connsiteY1644" fmla="*/ 1149570 h 3743862"/>
              <a:gd name="connsiteX1645" fmla="*/ 2839643 w 4683617"/>
              <a:gd name="connsiteY1645" fmla="*/ 1149570 h 3743862"/>
              <a:gd name="connsiteX1646" fmla="*/ 2909621 w 4683617"/>
              <a:gd name="connsiteY1646" fmla="*/ 1221497 h 3743862"/>
              <a:gd name="connsiteX1647" fmla="*/ 2839643 w 4683617"/>
              <a:gd name="connsiteY1647" fmla="*/ 1293424 h 3743862"/>
              <a:gd name="connsiteX1648" fmla="*/ 2769665 w 4683617"/>
              <a:gd name="connsiteY1648" fmla="*/ 1221497 h 3743862"/>
              <a:gd name="connsiteX1649" fmla="*/ 2839643 w 4683617"/>
              <a:gd name="connsiteY1649" fmla="*/ 1149570 h 3743862"/>
              <a:gd name="connsiteX1650" fmla="*/ 2632507 w 4683617"/>
              <a:gd name="connsiteY1650" fmla="*/ 1149570 h 3743862"/>
              <a:gd name="connsiteX1651" fmla="*/ 2702486 w 4683617"/>
              <a:gd name="connsiteY1651" fmla="*/ 1221497 h 3743862"/>
              <a:gd name="connsiteX1652" fmla="*/ 2632507 w 4683617"/>
              <a:gd name="connsiteY1652" fmla="*/ 1293424 h 3743862"/>
              <a:gd name="connsiteX1653" fmla="*/ 2562529 w 4683617"/>
              <a:gd name="connsiteY1653" fmla="*/ 1221497 h 3743862"/>
              <a:gd name="connsiteX1654" fmla="*/ 2632507 w 4683617"/>
              <a:gd name="connsiteY1654" fmla="*/ 1149570 h 3743862"/>
              <a:gd name="connsiteX1655" fmla="*/ 2443099 w 4683617"/>
              <a:gd name="connsiteY1655" fmla="*/ 1149570 h 3743862"/>
              <a:gd name="connsiteX1656" fmla="*/ 2513077 w 4683617"/>
              <a:gd name="connsiteY1656" fmla="*/ 1221497 h 3743862"/>
              <a:gd name="connsiteX1657" fmla="*/ 2443099 w 4683617"/>
              <a:gd name="connsiteY1657" fmla="*/ 1293424 h 3743862"/>
              <a:gd name="connsiteX1658" fmla="*/ 2373121 w 4683617"/>
              <a:gd name="connsiteY1658" fmla="*/ 1221497 h 3743862"/>
              <a:gd name="connsiteX1659" fmla="*/ 2443099 w 4683617"/>
              <a:gd name="connsiteY1659" fmla="*/ 1149570 h 3743862"/>
              <a:gd name="connsiteX1660" fmla="*/ 4613639 w 4683617"/>
              <a:gd name="connsiteY1660" fmla="*/ 1143260 h 3743862"/>
              <a:gd name="connsiteX1661" fmla="*/ 4683617 w 4683617"/>
              <a:gd name="connsiteY1661" fmla="*/ 1215187 h 3743862"/>
              <a:gd name="connsiteX1662" fmla="*/ 4613639 w 4683617"/>
              <a:gd name="connsiteY1662" fmla="*/ 1287114 h 3743862"/>
              <a:gd name="connsiteX1663" fmla="*/ 4543660 w 4683617"/>
              <a:gd name="connsiteY1663" fmla="*/ 1215187 h 3743862"/>
              <a:gd name="connsiteX1664" fmla="*/ 4613639 w 4683617"/>
              <a:gd name="connsiteY1664" fmla="*/ 1143260 h 3743862"/>
              <a:gd name="connsiteX1665" fmla="*/ 4423298 w 4683617"/>
              <a:gd name="connsiteY1665" fmla="*/ 1143260 h 3743862"/>
              <a:gd name="connsiteX1666" fmla="*/ 4493276 w 4683617"/>
              <a:gd name="connsiteY1666" fmla="*/ 1215187 h 3743862"/>
              <a:gd name="connsiteX1667" fmla="*/ 4423298 w 4683617"/>
              <a:gd name="connsiteY1667" fmla="*/ 1287114 h 3743862"/>
              <a:gd name="connsiteX1668" fmla="*/ 4353320 w 4683617"/>
              <a:gd name="connsiteY1668" fmla="*/ 1215187 h 3743862"/>
              <a:gd name="connsiteX1669" fmla="*/ 4423298 w 4683617"/>
              <a:gd name="connsiteY1669" fmla="*/ 1143260 h 3743862"/>
              <a:gd name="connsiteX1670" fmla="*/ 4216162 w 4683617"/>
              <a:gd name="connsiteY1670" fmla="*/ 1143260 h 3743862"/>
              <a:gd name="connsiteX1671" fmla="*/ 4286141 w 4683617"/>
              <a:gd name="connsiteY1671" fmla="*/ 1215187 h 3743862"/>
              <a:gd name="connsiteX1672" fmla="*/ 4216162 w 4683617"/>
              <a:gd name="connsiteY1672" fmla="*/ 1287114 h 3743862"/>
              <a:gd name="connsiteX1673" fmla="*/ 4146184 w 4683617"/>
              <a:gd name="connsiteY1673" fmla="*/ 1215187 h 3743862"/>
              <a:gd name="connsiteX1674" fmla="*/ 4216162 w 4683617"/>
              <a:gd name="connsiteY1674" fmla="*/ 1143260 h 3743862"/>
              <a:gd name="connsiteX1675" fmla="*/ 4026754 w 4683617"/>
              <a:gd name="connsiteY1675" fmla="*/ 1143260 h 3743862"/>
              <a:gd name="connsiteX1676" fmla="*/ 4096732 w 4683617"/>
              <a:gd name="connsiteY1676" fmla="*/ 1215187 h 3743862"/>
              <a:gd name="connsiteX1677" fmla="*/ 4026754 w 4683617"/>
              <a:gd name="connsiteY1677" fmla="*/ 1287114 h 3743862"/>
              <a:gd name="connsiteX1678" fmla="*/ 3956776 w 4683617"/>
              <a:gd name="connsiteY1678" fmla="*/ 1215187 h 3743862"/>
              <a:gd name="connsiteX1679" fmla="*/ 4026754 w 4683617"/>
              <a:gd name="connsiteY1679" fmla="*/ 1143260 h 3743862"/>
              <a:gd name="connsiteX1680" fmla="*/ 1454370 w 4683617"/>
              <a:gd name="connsiteY1680" fmla="*/ 965974 h 3743862"/>
              <a:gd name="connsiteX1681" fmla="*/ 1524348 w 4683617"/>
              <a:gd name="connsiteY1681" fmla="*/ 1037901 h 3743862"/>
              <a:gd name="connsiteX1682" fmla="*/ 1454370 w 4683617"/>
              <a:gd name="connsiteY1682" fmla="*/ 1109829 h 3743862"/>
              <a:gd name="connsiteX1683" fmla="*/ 1384391 w 4683617"/>
              <a:gd name="connsiteY1683" fmla="*/ 1037901 h 3743862"/>
              <a:gd name="connsiteX1684" fmla="*/ 1454370 w 4683617"/>
              <a:gd name="connsiteY1684" fmla="*/ 965974 h 3743862"/>
              <a:gd name="connsiteX1685" fmla="*/ 1264029 w 4683617"/>
              <a:gd name="connsiteY1685" fmla="*/ 965974 h 3743862"/>
              <a:gd name="connsiteX1686" fmla="*/ 1334007 w 4683617"/>
              <a:gd name="connsiteY1686" fmla="*/ 1037901 h 3743862"/>
              <a:gd name="connsiteX1687" fmla="*/ 1264029 w 4683617"/>
              <a:gd name="connsiteY1687" fmla="*/ 1109829 h 3743862"/>
              <a:gd name="connsiteX1688" fmla="*/ 1194051 w 4683617"/>
              <a:gd name="connsiteY1688" fmla="*/ 1037901 h 3743862"/>
              <a:gd name="connsiteX1689" fmla="*/ 1264029 w 4683617"/>
              <a:gd name="connsiteY1689" fmla="*/ 965974 h 3743862"/>
              <a:gd name="connsiteX1690" fmla="*/ 1056893 w 4683617"/>
              <a:gd name="connsiteY1690" fmla="*/ 965974 h 3743862"/>
              <a:gd name="connsiteX1691" fmla="*/ 1126872 w 4683617"/>
              <a:gd name="connsiteY1691" fmla="*/ 1037901 h 3743862"/>
              <a:gd name="connsiteX1692" fmla="*/ 1056893 w 4683617"/>
              <a:gd name="connsiteY1692" fmla="*/ 1109829 h 3743862"/>
              <a:gd name="connsiteX1693" fmla="*/ 986915 w 4683617"/>
              <a:gd name="connsiteY1693" fmla="*/ 1037901 h 3743862"/>
              <a:gd name="connsiteX1694" fmla="*/ 1056893 w 4683617"/>
              <a:gd name="connsiteY1694" fmla="*/ 965974 h 3743862"/>
              <a:gd name="connsiteX1695" fmla="*/ 867485 w 4683617"/>
              <a:gd name="connsiteY1695" fmla="*/ 965974 h 3743862"/>
              <a:gd name="connsiteX1696" fmla="*/ 937463 w 4683617"/>
              <a:gd name="connsiteY1696" fmla="*/ 1037901 h 3743862"/>
              <a:gd name="connsiteX1697" fmla="*/ 867485 w 4683617"/>
              <a:gd name="connsiteY1697" fmla="*/ 1109829 h 3743862"/>
              <a:gd name="connsiteX1698" fmla="*/ 797507 w 4683617"/>
              <a:gd name="connsiteY1698" fmla="*/ 1037901 h 3743862"/>
              <a:gd name="connsiteX1699" fmla="*/ 867485 w 4683617"/>
              <a:gd name="connsiteY1699" fmla="*/ 965974 h 3743862"/>
              <a:gd name="connsiteX1700" fmla="*/ 658125 w 4683617"/>
              <a:gd name="connsiteY1700" fmla="*/ 964712 h 3743862"/>
              <a:gd name="connsiteX1701" fmla="*/ 728103 w 4683617"/>
              <a:gd name="connsiteY1701" fmla="*/ 1036639 h 3743862"/>
              <a:gd name="connsiteX1702" fmla="*/ 658125 w 4683617"/>
              <a:gd name="connsiteY1702" fmla="*/ 1108566 h 3743862"/>
              <a:gd name="connsiteX1703" fmla="*/ 588146 w 4683617"/>
              <a:gd name="connsiteY1703" fmla="*/ 1036639 h 3743862"/>
              <a:gd name="connsiteX1704" fmla="*/ 658125 w 4683617"/>
              <a:gd name="connsiteY1704" fmla="*/ 964712 h 3743862"/>
              <a:gd name="connsiteX1705" fmla="*/ 467784 w 4683617"/>
              <a:gd name="connsiteY1705" fmla="*/ 964712 h 3743862"/>
              <a:gd name="connsiteX1706" fmla="*/ 537763 w 4683617"/>
              <a:gd name="connsiteY1706" fmla="*/ 1036639 h 3743862"/>
              <a:gd name="connsiteX1707" fmla="*/ 467784 w 4683617"/>
              <a:gd name="connsiteY1707" fmla="*/ 1108566 h 3743862"/>
              <a:gd name="connsiteX1708" fmla="*/ 397806 w 4683617"/>
              <a:gd name="connsiteY1708" fmla="*/ 1036639 h 3743862"/>
              <a:gd name="connsiteX1709" fmla="*/ 467784 w 4683617"/>
              <a:gd name="connsiteY1709" fmla="*/ 964712 h 3743862"/>
              <a:gd name="connsiteX1710" fmla="*/ 260648 w 4683617"/>
              <a:gd name="connsiteY1710" fmla="*/ 964712 h 3743862"/>
              <a:gd name="connsiteX1711" fmla="*/ 330627 w 4683617"/>
              <a:gd name="connsiteY1711" fmla="*/ 1036639 h 3743862"/>
              <a:gd name="connsiteX1712" fmla="*/ 260648 w 4683617"/>
              <a:gd name="connsiteY1712" fmla="*/ 1108566 h 3743862"/>
              <a:gd name="connsiteX1713" fmla="*/ 190670 w 4683617"/>
              <a:gd name="connsiteY1713" fmla="*/ 1036639 h 3743862"/>
              <a:gd name="connsiteX1714" fmla="*/ 260648 w 4683617"/>
              <a:gd name="connsiteY1714" fmla="*/ 964712 h 3743862"/>
              <a:gd name="connsiteX1715" fmla="*/ 71240 w 4683617"/>
              <a:gd name="connsiteY1715" fmla="*/ 964712 h 3743862"/>
              <a:gd name="connsiteX1716" fmla="*/ 141218 w 4683617"/>
              <a:gd name="connsiteY1716" fmla="*/ 1036639 h 3743862"/>
              <a:gd name="connsiteX1717" fmla="*/ 71240 w 4683617"/>
              <a:gd name="connsiteY1717" fmla="*/ 1108566 h 3743862"/>
              <a:gd name="connsiteX1718" fmla="*/ 1262 w 4683617"/>
              <a:gd name="connsiteY1718" fmla="*/ 1036639 h 3743862"/>
              <a:gd name="connsiteX1719" fmla="*/ 71240 w 4683617"/>
              <a:gd name="connsiteY1719" fmla="*/ 964712 h 3743862"/>
              <a:gd name="connsiteX1720" fmla="*/ 2241780 w 4683617"/>
              <a:gd name="connsiteY1720" fmla="*/ 958402 h 3743862"/>
              <a:gd name="connsiteX1721" fmla="*/ 2311758 w 4683617"/>
              <a:gd name="connsiteY1721" fmla="*/ 1030329 h 3743862"/>
              <a:gd name="connsiteX1722" fmla="*/ 2241780 w 4683617"/>
              <a:gd name="connsiteY1722" fmla="*/ 1102257 h 3743862"/>
              <a:gd name="connsiteX1723" fmla="*/ 2171802 w 4683617"/>
              <a:gd name="connsiteY1723" fmla="*/ 1030329 h 3743862"/>
              <a:gd name="connsiteX1724" fmla="*/ 2241780 w 4683617"/>
              <a:gd name="connsiteY1724" fmla="*/ 958402 h 3743862"/>
              <a:gd name="connsiteX1725" fmla="*/ 2051439 w 4683617"/>
              <a:gd name="connsiteY1725" fmla="*/ 958402 h 3743862"/>
              <a:gd name="connsiteX1726" fmla="*/ 2121418 w 4683617"/>
              <a:gd name="connsiteY1726" fmla="*/ 1030329 h 3743862"/>
              <a:gd name="connsiteX1727" fmla="*/ 2051439 w 4683617"/>
              <a:gd name="connsiteY1727" fmla="*/ 1102257 h 3743862"/>
              <a:gd name="connsiteX1728" fmla="*/ 1981461 w 4683617"/>
              <a:gd name="connsiteY1728" fmla="*/ 1030329 h 3743862"/>
              <a:gd name="connsiteX1729" fmla="*/ 2051439 w 4683617"/>
              <a:gd name="connsiteY1729" fmla="*/ 958402 h 3743862"/>
              <a:gd name="connsiteX1730" fmla="*/ 1844304 w 4683617"/>
              <a:gd name="connsiteY1730" fmla="*/ 958402 h 3743862"/>
              <a:gd name="connsiteX1731" fmla="*/ 1914282 w 4683617"/>
              <a:gd name="connsiteY1731" fmla="*/ 1030329 h 3743862"/>
              <a:gd name="connsiteX1732" fmla="*/ 1844304 w 4683617"/>
              <a:gd name="connsiteY1732" fmla="*/ 1102257 h 3743862"/>
              <a:gd name="connsiteX1733" fmla="*/ 1774326 w 4683617"/>
              <a:gd name="connsiteY1733" fmla="*/ 1030329 h 3743862"/>
              <a:gd name="connsiteX1734" fmla="*/ 1844304 w 4683617"/>
              <a:gd name="connsiteY1734" fmla="*/ 958402 h 3743862"/>
              <a:gd name="connsiteX1735" fmla="*/ 1654896 w 4683617"/>
              <a:gd name="connsiteY1735" fmla="*/ 958402 h 3743862"/>
              <a:gd name="connsiteX1736" fmla="*/ 1724874 w 4683617"/>
              <a:gd name="connsiteY1736" fmla="*/ 1030329 h 3743862"/>
              <a:gd name="connsiteX1737" fmla="*/ 1654896 w 4683617"/>
              <a:gd name="connsiteY1737" fmla="*/ 1102257 h 3743862"/>
              <a:gd name="connsiteX1738" fmla="*/ 1584917 w 4683617"/>
              <a:gd name="connsiteY1738" fmla="*/ 1030329 h 3743862"/>
              <a:gd name="connsiteX1739" fmla="*/ 1654896 w 4683617"/>
              <a:gd name="connsiteY1739" fmla="*/ 958402 h 3743862"/>
              <a:gd name="connsiteX1740" fmla="*/ 3826228 w 4683617"/>
              <a:gd name="connsiteY1740" fmla="*/ 955241 h 3743862"/>
              <a:gd name="connsiteX1741" fmla="*/ 3896206 w 4683617"/>
              <a:gd name="connsiteY1741" fmla="*/ 1027168 h 3743862"/>
              <a:gd name="connsiteX1742" fmla="*/ 3826228 w 4683617"/>
              <a:gd name="connsiteY1742" fmla="*/ 1099096 h 3743862"/>
              <a:gd name="connsiteX1743" fmla="*/ 3756250 w 4683617"/>
              <a:gd name="connsiteY1743" fmla="*/ 1027168 h 3743862"/>
              <a:gd name="connsiteX1744" fmla="*/ 3826228 w 4683617"/>
              <a:gd name="connsiteY1744" fmla="*/ 955241 h 3743862"/>
              <a:gd name="connsiteX1745" fmla="*/ 3635888 w 4683617"/>
              <a:gd name="connsiteY1745" fmla="*/ 955241 h 3743862"/>
              <a:gd name="connsiteX1746" fmla="*/ 3705866 w 4683617"/>
              <a:gd name="connsiteY1746" fmla="*/ 1027168 h 3743862"/>
              <a:gd name="connsiteX1747" fmla="*/ 3635888 w 4683617"/>
              <a:gd name="connsiteY1747" fmla="*/ 1099096 h 3743862"/>
              <a:gd name="connsiteX1748" fmla="*/ 3565910 w 4683617"/>
              <a:gd name="connsiteY1748" fmla="*/ 1027168 h 3743862"/>
              <a:gd name="connsiteX1749" fmla="*/ 3635888 w 4683617"/>
              <a:gd name="connsiteY1749" fmla="*/ 955241 h 3743862"/>
              <a:gd name="connsiteX1750" fmla="*/ 3428752 w 4683617"/>
              <a:gd name="connsiteY1750" fmla="*/ 955241 h 3743862"/>
              <a:gd name="connsiteX1751" fmla="*/ 3498730 w 4683617"/>
              <a:gd name="connsiteY1751" fmla="*/ 1027168 h 3743862"/>
              <a:gd name="connsiteX1752" fmla="*/ 3428752 w 4683617"/>
              <a:gd name="connsiteY1752" fmla="*/ 1099096 h 3743862"/>
              <a:gd name="connsiteX1753" fmla="*/ 3358774 w 4683617"/>
              <a:gd name="connsiteY1753" fmla="*/ 1027168 h 3743862"/>
              <a:gd name="connsiteX1754" fmla="*/ 3428752 w 4683617"/>
              <a:gd name="connsiteY1754" fmla="*/ 955241 h 3743862"/>
              <a:gd name="connsiteX1755" fmla="*/ 3239344 w 4683617"/>
              <a:gd name="connsiteY1755" fmla="*/ 955241 h 3743862"/>
              <a:gd name="connsiteX1756" fmla="*/ 3309322 w 4683617"/>
              <a:gd name="connsiteY1756" fmla="*/ 1027168 h 3743862"/>
              <a:gd name="connsiteX1757" fmla="*/ 3239344 w 4683617"/>
              <a:gd name="connsiteY1757" fmla="*/ 1099096 h 3743862"/>
              <a:gd name="connsiteX1758" fmla="*/ 3169365 w 4683617"/>
              <a:gd name="connsiteY1758" fmla="*/ 1027168 h 3743862"/>
              <a:gd name="connsiteX1759" fmla="*/ 3239344 w 4683617"/>
              <a:gd name="connsiteY1759" fmla="*/ 955241 h 3743862"/>
              <a:gd name="connsiteX1760" fmla="*/ 3029984 w 4683617"/>
              <a:gd name="connsiteY1760" fmla="*/ 953979 h 3743862"/>
              <a:gd name="connsiteX1761" fmla="*/ 3099962 w 4683617"/>
              <a:gd name="connsiteY1761" fmla="*/ 1025906 h 3743862"/>
              <a:gd name="connsiteX1762" fmla="*/ 3029984 w 4683617"/>
              <a:gd name="connsiteY1762" fmla="*/ 1097833 h 3743862"/>
              <a:gd name="connsiteX1763" fmla="*/ 2960005 w 4683617"/>
              <a:gd name="connsiteY1763" fmla="*/ 1025906 h 3743862"/>
              <a:gd name="connsiteX1764" fmla="*/ 3029984 w 4683617"/>
              <a:gd name="connsiteY1764" fmla="*/ 953979 h 3743862"/>
              <a:gd name="connsiteX1765" fmla="*/ 2839643 w 4683617"/>
              <a:gd name="connsiteY1765" fmla="*/ 953979 h 3743862"/>
              <a:gd name="connsiteX1766" fmla="*/ 2909621 w 4683617"/>
              <a:gd name="connsiteY1766" fmla="*/ 1025906 h 3743862"/>
              <a:gd name="connsiteX1767" fmla="*/ 2839643 w 4683617"/>
              <a:gd name="connsiteY1767" fmla="*/ 1097833 h 3743862"/>
              <a:gd name="connsiteX1768" fmla="*/ 2769665 w 4683617"/>
              <a:gd name="connsiteY1768" fmla="*/ 1025906 h 3743862"/>
              <a:gd name="connsiteX1769" fmla="*/ 2839643 w 4683617"/>
              <a:gd name="connsiteY1769" fmla="*/ 953979 h 3743862"/>
              <a:gd name="connsiteX1770" fmla="*/ 2632507 w 4683617"/>
              <a:gd name="connsiteY1770" fmla="*/ 953979 h 3743862"/>
              <a:gd name="connsiteX1771" fmla="*/ 2702486 w 4683617"/>
              <a:gd name="connsiteY1771" fmla="*/ 1025906 h 3743862"/>
              <a:gd name="connsiteX1772" fmla="*/ 2632507 w 4683617"/>
              <a:gd name="connsiteY1772" fmla="*/ 1097833 h 3743862"/>
              <a:gd name="connsiteX1773" fmla="*/ 2562529 w 4683617"/>
              <a:gd name="connsiteY1773" fmla="*/ 1025906 h 3743862"/>
              <a:gd name="connsiteX1774" fmla="*/ 2632507 w 4683617"/>
              <a:gd name="connsiteY1774" fmla="*/ 953979 h 3743862"/>
              <a:gd name="connsiteX1775" fmla="*/ 2443099 w 4683617"/>
              <a:gd name="connsiteY1775" fmla="*/ 953979 h 3743862"/>
              <a:gd name="connsiteX1776" fmla="*/ 2513077 w 4683617"/>
              <a:gd name="connsiteY1776" fmla="*/ 1025906 h 3743862"/>
              <a:gd name="connsiteX1777" fmla="*/ 2443099 w 4683617"/>
              <a:gd name="connsiteY1777" fmla="*/ 1097833 h 3743862"/>
              <a:gd name="connsiteX1778" fmla="*/ 2373121 w 4683617"/>
              <a:gd name="connsiteY1778" fmla="*/ 1025906 h 3743862"/>
              <a:gd name="connsiteX1779" fmla="*/ 2443099 w 4683617"/>
              <a:gd name="connsiteY1779" fmla="*/ 953979 h 3743862"/>
              <a:gd name="connsiteX1780" fmla="*/ 4613639 w 4683617"/>
              <a:gd name="connsiteY1780" fmla="*/ 947669 h 3743862"/>
              <a:gd name="connsiteX1781" fmla="*/ 4683617 w 4683617"/>
              <a:gd name="connsiteY1781" fmla="*/ 1019596 h 3743862"/>
              <a:gd name="connsiteX1782" fmla="*/ 4613639 w 4683617"/>
              <a:gd name="connsiteY1782" fmla="*/ 1091524 h 3743862"/>
              <a:gd name="connsiteX1783" fmla="*/ 4543660 w 4683617"/>
              <a:gd name="connsiteY1783" fmla="*/ 1019596 h 3743862"/>
              <a:gd name="connsiteX1784" fmla="*/ 4613639 w 4683617"/>
              <a:gd name="connsiteY1784" fmla="*/ 947669 h 3743862"/>
              <a:gd name="connsiteX1785" fmla="*/ 4423298 w 4683617"/>
              <a:gd name="connsiteY1785" fmla="*/ 947669 h 3743862"/>
              <a:gd name="connsiteX1786" fmla="*/ 4493276 w 4683617"/>
              <a:gd name="connsiteY1786" fmla="*/ 1019596 h 3743862"/>
              <a:gd name="connsiteX1787" fmla="*/ 4423298 w 4683617"/>
              <a:gd name="connsiteY1787" fmla="*/ 1091524 h 3743862"/>
              <a:gd name="connsiteX1788" fmla="*/ 4353320 w 4683617"/>
              <a:gd name="connsiteY1788" fmla="*/ 1019596 h 3743862"/>
              <a:gd name="connsiteX1789" fmla="*/ 4423298 w 4683617"/>
              <a:gd name="connsiteY1789" fmla="*/ 947669 h 3743862"/>
              <a:gd name="connsiteX1790" fmla="*/ 4216162 w 4683617"/>
              <a:gd name="connsiteY1790" fmla="*/ 947669 h 3743862"/>
              <a:gd name="connsiteX1791" fmla="*/ 4286141 w 4683617"/>
              <a:gd name="connsiteY1791" fmla="*/ 1019596 h 3743862"/>
              <a:gd name="connsiteX1792" fmla="*/ 4216162 w 4683617"/>
              <a:gd name="connsiteY1792" fmla="*/ 1091524 h 3743862"/>
              <a:gd name="connsiteX1793" fmla="*/ 4146184 w 4683617"/>
              <a:gd name="connsiteY1793" fmla="*/ 1019596 h 3743862"/>
              <a:gd name="connsiteX1794" fmla="*/ 4216162 w 4683617"/>
              <a:gd name="connsiteY1794" fmla="*/ 947669 h 3743862"/>
              <a:gd name="connsiteX1795" fmla="*/ 4026754 w 4683617"/>
              <a:gd name="connsiteY1795" fmla="*/ 947669 h 3743862"/>
              <a:gd name="connsiteX1796" fmla="*/ 4096732 w 4683617"/>
              <a:gd name="connsiteY1796" fmla="*/ 1019596 h 3743862"/>
              <a:gd name="connsiteX1797" fmla="*/ 4026754 w 4683617"/>
              <a:gd name="connsiteY1797" fmla="*/ 1091524 h 3743862"/>
              <a:gd name="connsiteX1798" fmla="*/ 3956776 w 4683617"/>
              <a:gd name="connsiteY1798" fmla="*/ 1019596 h 3743862"/>
              <a:gd name="connsiteX1799" fmla="*/ 4026754 w 4683617"/>
              <a:gd name="connsiteY1799" fmla="*/ 947669 h 3743862"/>
              <a:gd name="connsiteX1800" fmla="*/ 1453108 w 4683617"/>
              <a:gd name="connsiteY1800" fmla="*/ 774169 h 3743862"/>
              <a:gd name="connsiteX1801" fmla="*/ 1523086 w 4683617"/>
              <a:gd name="connsiteY1801" fmla="*/ 846096 h 3743862"/>
              <a:gd name="connsiteX1802" fmla="*/ 1453108 w 4683617"/>
              <a:gd name="connsiteY1802" fmla="*/ 918023 h 3743862"/>
              <a:gd name="connsiteX1803" fmla="*/ 1383129 w 4683617"/>
              <a:gd name="connsiteY1803" fmla="*/ 846096 h 3743862"/>
              <a:gd name="connsiteX1804" fmla="*/ 1453108 w 4683617"/>
              <a:gd name="connsiteY1804" fmla="*/ 774169 h 3743862"/>
              <a:gd name="connsiteX1805" fmla="*/ 1262767 w 4683617"/>
              <a:gd name="connsiteY1805" fmla="*/ 774169 h 3743862"/>
              <a:gd name="connsiteX1806" fmla="*/ 1332746 w 4683617"/>
              <a:gd name="connsiteY1806" fmla="*/ 846096 h 3743862"/>
              <a:gd name="connsiteX1807" fmla="*/ 1262767 w 4683617"/>
              <a:gd name="connsiteY1807" fmla="*/ 918023 h 3743862"/>
              <a:gd name="connsiteX1808" fmla="*/ 1192789 w 4683617"/>
              <a:gd name="connsiteY1808" fmla="*/ 846096 h 3743862"/>
              <a:gd name="connsiteX1809" fmla="*/ 1262767 w 4683617"/>
              <a:gd name="connsiteY1809" fmla="*/ 774169 h 3743862"/>
              <a:gd name="connsiteX1810" fmla="*/ 1055631 w 4683617"/>
              <a:gd name="connsiteY1810" fmla="*/ 774169 h 3743862"/>
              <a:gd name="connsiteX1811" fmla="*/ 1125610 w 4683617"/>
              <a:gd name="connsiteY1811" fmla="*/ 846096 h 3743862"/>
              <a:gd name="connsiteX1812" fmla="*/ 1055631 w 4683617"/>
              <a:gd name="connsiteY1812" fmla="*/ 918023 h 3743862"/>
              <a:gd name="connsiteX1813" fmla="*/ 985654 w 4683617"/>
              <a:gd name="connsiteY1813" fmla="*/ 846096 h 3743862"/>
              <a:gd name="connsiteX1814" fmla="*/ 1055631 w 4683617"/>
              <a:gd name="connsiteY1814" fmla="*/ 774169 h 3743862"/>
              <a:gd name="connsiteX1815" fmla="*/ 866223 w 4683617"/>
              <a:gd name="connsiteY1815" fmla="*/ 774169 h 3743862"/>
              <a:gd name="connsiteX1816" fmla="*/ 936201 w 4683617"/>
              <a:gd name="connsiteY1816" fmla="*/ 846096 h 3743862"/>
              <a:gd name="connsiteX1817" fmla="*/ 866223 w 4683617"/>
              <a:gd name="connsiteY1817" fmla="*/ 918023 h 3743862"/>
              <a:gd name="connsiteX1818" fmla="*/ 796245 w 4683617"/>
              <a:gd name="connsiteY1818" fmla="*/ 846096 h 3743862"/>
              <a:gd name="connsiteX1819" fmla="*/ 866223 w 4683617"/>
              <a:gd name="connsiteY1819" fmla="*/ 774169 h 3743862"/>
              <a:gd name="connsiteX1820" fmla="*/ 656863 w 4683617"/>
              <a:gd name="connsiteY1820" fmla="*/ 772907 h 3743862"/>
              <a:gd name="connsiteX1821" fmla="*/ 726841 w 4683617"/>
              <a:gd name="connsiteY1821" fmla="*/ 844834 h 3743862"/>
              <a:gd name="connsiteX1822" fmla="*/ 656863 w 4683617"/>
              <a:gd name="connsiteY1822" fmla="*/ 916761 h 3743862"/>
              <a:gd name="connsiteX1823" fmla="*/ 586885 w 4683617"/>
              <a:gd name="connsiteY1823" fmla="*/ 844834 h 3743862"/>
              <a:gd name="connsiteX1824" fmla="*/ 656863 w 4683617"/>
              <a:gd name="connsiteY1824" fmla="*/ 772907 h 3743862"/>
              <a:gd name="connsiteX1825" fmla="*/ 466522 w 4683617"/>
              <a:gd name="connsiteY1825" fmla="*/ 772907 h 3743862"/>
              <a:gd name="connsiteX1826" fmla="*/ 536501 w 4683617"/>
              <a:gd name="connsiteY1826" fmla="*/ 844834 h 3743862"/>
              <a:gd name="connsiteX1827" fmla="*/ 466522 w 4683617"/>
              <a:gd name="connsiteY1827" fmla="*/ 916761 h 3743862"/>
              <a:gd name="connsiteX1828" fmla="*/ 396544 w 4683617"/>
              <a:gd name="connsiteY1828" fmla="*/ 844834 h 3743862"/>
              <a:gd name="connsiteX1829" fmla="*/ 466522 w 4683617"/>
              <a:gd name="connsiteY1829" fmla="*/ 772907 h 3743862"/>
              <a:gd name="connsiteX1830" fmla="*/ 259387 w 4683617"/>
              <a:gd name="connsiteY1830" fmla="*/ 772907 h 3743862"/>
              <a:gd name="connsiteX1831" fmla="*/ 329365 w 4683617"/>
              <a:gd name="connsiteY1831" fmla="*/ 844834 h 3743862"/>
              <a:gd name="connsiteX1832" fmla="*/ 259387 w 4683617"/>
              <a:gd name="connsiteY1832" fmla="*/ 916761 h 3743862"/>
              <a:gd name="connsiteX1833" fmla="*/ 189409 w 4683617"/>
              <a:gd name="connsiteY1833" fmla="*/ 844834 h 3743862"/>
              <a:gd name="connsiteX1834" fmla="*/ 259387 w 4683617"/>
              <a:gd name="connsiteY1834" fmla="*/ 772907 h 3743862"/>
              <a:gd name="connsiteX1835" fmla="*/ 69979 w 4683617"/>
              <a:gd name="connsiteY1835" fmla="*/ 772907 h 3743862"/>
              <a:gd name="connsiteX1836" fmla="*/ 139957 w 4683617"/>
              <a:gd name="connsiteY1836" fmla="*/ 844834 h 3743862"/>
              <a:gd name="connsiteX1837" fmla="*/ 69979 w 4683617"/>
              <a:gd name="connsiteY1837" fmla="*/ 916761 h 3743862"/>
              <a:gd name="connsiteX1838" fmla="*/ 0 w 4683617"/>
              <a:gd name="connsiteY1838" fmla="*/ 844834 h 3743862"/>
              <a:gd name="connsiteX1839" fmla="*/ 69979 w 4683617"/>
              <a:gd name="connsiteY1839" fmla="*/ 772907 h 3743862"/>
              <a:gd name="connsiteX1840" fmla="*/ 2240519 w 4683617"/>
              <a:gd name="connsiteY1840" fmla="*/ 766597 h 3743862"/>
              <a:gd name="connsiteX1841" fmla="*/ 2310497 w 4683617"/>
              <a:gd name="connsiteY1841" fmla="*/ 838524 h 3743862"/>
              <a:gd name="connsiteX1842" fmla="*/ 2240519 w 4683617"/>
              <a:gd name="connsiteY1842" fmla="*/ 910451 h 3743862"/>
              <a:gd name="connsiteX1843" fmla="*/ 2170540 w 4683617"/>
              <a:gd name="connsiteY1843" fmla="*/ 838524 h 3743862"/>
              <a:gd name="connsiteX1844" fmla="*/ 2240519 w 4683617"/>
              <a:gd name="connsiteY1844" fmla="*/ 766597 h 3743862"/>
              <a:gd name="connsiteX1845" fmla="*/ 2050178 w 4683617"/>
              <a:gd name="connsiteY1845" fmla="*/ 766597 h 3743862"/>
              <a:gd name="connsiteX1846" fmla="*/ 2120156 w 4683617"/>
              <a:gd name="connsiteY1846" fmla="*/ 838524 h 3743862"/>
              <a:gd name="connsiteX1847" fmla="*/ 2050178 w 4683617"/>
              <a:gd name="connsiteY1847" fmla="*/ 910451 h 3743862"/>
              <a:gd name="connsiteX1848" fmla="*/ 1980200 w 4683617"/>
              <a:gd name="connsiteY1848" fmla="*/ 838524 h 3743862"/>
              <a:gd name="connsiteX1849" fmla="*/ 2050178 w 4683617"/>
              <a:gd name="connsiteY1849" fmla="*/ 766597 h 3743862"/>
              <a:gd name="connsiteX1850" fmla="*/ 1843042 w 4683617"/>
              <a:gd name="connsiteY1850" fmla="*/ 766597 h 3743862"/>
              <a:gd name="connsiteX1851" fmla="*/ 1913021 w 4683617"/>
              <a:gd name="connsiteY1851" fmla="*/ 838524 h 3743862"/>
              <a:gd name="connsiteX1852" fmla="*/ 1843042 w 4683617"/>
              <a:gd name="connsiteY1852" fmla="*/ 910451 h 3743862"/>
              <a:gd name="connsiteX1853" fmla="*/ 1773064 w 4683617"/>
              <a:gd name="connsiteY1853" fmla="*/ 838524 h 3743862"/>
              <a:gd name="connsiteX1854" fmla="*/ 1843042 w 4683617"/>
              <a:gd name="connsiteY1854" fmla="*/ 766597 h 3743862"/>
              <a:gd name="connsiteX1855" fmla="*/ 1653634 w 4683617"/>
              <a:gd name="connsiteY1855" fmla="*/ 766597 h 3743862"/>
              <a:gd name="connsiteX1856" fmla="*/ 1723612 w 4683617"/>
              <a:gd name="connsiteY1856" fmla="*/ 838524 h 3743862"/>
              <a:gd name="connsiteX1857" fmla="*/ 1653634 w 4683617"/>
              <a:gd name="connsiteY1857" fmla="*/ 910451 h 3743862"/>
              <a:gd name="connsiteX1858" fmla="*/ 1583655 w 4683617"/>
              <a:gd name="connsiteY1858" fmla="*/ 838524 h 3743862"/>
              <a:gd name="connsiteX1859" fmla="*/ 1653634 w 4683617"/>
              <a:gd name="connsiteY1859" fmla="*/ 766597 h 3743862"/>
              <a:gd name="connsiteX1860" fmla="*/ 3824967 w 4683617"/>
              <a:gd name="connsiteY1860" fmla="*/ 763436 h 3743862"/>
              <a:gd name="connsiteX1861" fmla="*/ 3894945 w 4683617"/>
              <a:gd name="connsiteY1861" fmla="*/ 835363 h 3743862"/>
              <a:gd name="connsiteX1862" fmla="*/ 3824967 w 4683617"/>
              <a:gd name="connsiteY1862" fmla="*/ 907290 h 3743862"/>
              <a:gd name="connsiteX1863" fmla="*/ 3754988 w 4683617"/>
              <a:gd name="connsiteY1863" fmla="*/ 835363 h 3743862"/>
              <a:gd name="connsiteX1864" fmla="*/ 3824967 w 4683617"/>
              <a:gd name="connsiteY1864" fmla="*/ 763436 h 3743862"/>
              <a:gd name="connsiteX1865" fmla="*/ 3634626 w 4683617"/>
              <a:gd name="connsiteY1865" fmla="*/ 763436 h 3743862"/>
              <a:gd name="connsiteX1866" fmla="*/ 3704604 w 4683617"/>
              <a:gd name="connsiteY1866" fmla="*/ 835363 h 3743862"/>
              <a:gd name="connsiteX1867" fmla="*/ 3634626 w 4683617"/>
              <a:gd name="connsiteY1867" fmla="*/ 907290 h 3743862"/>
              <a:gd name="connsiteX1868" fmla="*/ 3564648 w 4683617"/>
              <a:gd name="connsiteY1868" fmla="*/ 835363 h 3743862"/>
              <a:gd name="connsiteX1869" fmla="*/ 3634626 w 4683617"/>
              <a:gd name="connsiteY1869" fmla="*/ 763436 h 3743862"/>
              <a:gd name="connsiteX1870" fmla="*/ 3427490 w 4683617"/>
              <a:gd name="connsiteY1870" fmla="*/ 763436 h 3743862"/>
              <a:gd name="connsiteX1871" fmla="*/ 3497469 w 4683617"/>
              <a:gd name="connsiteY1871" fmla="*/ 835363 h 3743862"/>
              <a:gd name="connsiteX1872" fmla="*/ 3427490 w 4683617"/>
              <a:gd name="connsiteY1872" fmla="*/ 907290 h 3743862"/>
              <a:gd name="connsiteX1873" fmla="*/ 3357512 w 4683617"/>
              <a:gd name="connsiteY1873" fmla="*/ 835363 h 3743862"/>
              <a:gd name="connsiteX1874" fmla="*/ 3427490 w 4683617"/>
              <a:gd name="connsiteY1874" fmla="*/ 763436 h 3743862"/>
              <a:gd name="connsiteX1875" fmla="*/ 3238082 w 4683617"/>
              <a:gd name="connsiteY1875" fmla="*/ 763436 h 3743862"/>
              <a:gd name="connsiteX1876" fmla="*/ 3308060 w 4683617"/>
              <a:gd name="connsiteY1876" fmla="*/ 835363 h 3743862"/>
              <a:gd name="connsiteX1877" fmla="*/ 3238082 w 4683617"/>
              <a:gd name="connsiteY1877" fmla="*/ 907290 h 3743862"/>
              <a:gd name="connsiteX1878" fmla="*/ 3168104 w 4683617"/>
              <a:gd name="connsiteY1878" fmla="*/ 835363 h 3743862"/>
              <a:gd name="connsiteX1879" fmla="*/ 3238082 w 4683617"/>
              <a:gd name="connsiteY1879" fmla="*/ 763436 h 3743862"/>
              <a:gd name="connsiteX1880" fmla="*/ 3028722 w 4683617"/>
              <a:gd name="connsiteY1880" fmla="*/ 762174 h 3743862"/>
              <a:gd name="connsiteX1881" fmla="*/ 3098700 w 4683617"/>
              <a:gd name="connsiteY1881" fmla="*/ 834101 h 3743862"/>
              <a:gd name="connsiteX1882" fmla="*/ 3028722 w 4683617"/>
              <a:gd name="connsiteY1882" fmla="*/ 906028 h 3743862"/>
              <a:gd name="connsiteX1883" fmla="*/ 2958744 w 4683617"/>
              <a:gd name="connsiteY1883" fmla="*/ 834101 h 3743862"/>
              <a:gd name="connsiteX1884" fmla="*/ 3028722 w 4683617"/>
              <a:gd name="connsiteY1884" fmla="*/ 762174 h 3743862"/>
              <a:gd name="connsiteX1885" fmla="*/ 2838381 w 4683617"/>
              <a:gd name="connsiteY1885" fmla="*/ 762174 h 3743862"/>
              <a:gd name="connsiteX1886" fmla="*/ 2908360 w 4683617"/>
              <a:gd name="connsiteY1886" fmla="*/ 834101 h 3743862"/>
              <a:gd name="connsiteX1887" fmla="*/ 2838381 w 4683617"/>
              <a:gd name="connsiteY1887" fmla="*/ 906028 h 3743862"/>
              <a:gd name="connsiteX1888" fmla="*/ 2768403 w 4683617"/>
              <a:gd name="connsiteY1888" fmla="*/ 834101 h 3743862"/>
              <a:gd name="connsiteX1889" fmla="*/ 2838381 w 4683617"/>
              <a:gd name="connsiteY1889" fmla="*/ 762174 h 3743862"/>
              <a:gd name="connsiteX1890" fmla="*/ 2631246 w 4683617"/>
              <a:gd name="connsiteY1890" fmla="*/ 762174 h 3743862"/>
              <a:gd name="connsiteX1891" fmla="*/ 2701224 w 4683617"/>
              <a:gd name="connsiteY1891" fmla="*/ 834101 h 3743862"/>
              <a:gd name="connsiteX1892" fmla="*/ 2631246 w 4683617"/>
              <a:gd name="connsiteY1892" fmla="*/ 906028 h 3743862"/>
              <a:gd name="connsiteX1893" fmla="*/ 2561268 w 4683617"/>
              <a:gd name="connsiteY1893" fmla="*/ 834101 h 3743862"/>
              <a:gd name="connsiteX1894" fmla="*/ 2631246 w 4683617"/>
              <a:gd name="connsiteY1894" fmla="*/ 762174 h 3743862"/>
              <a:gd name="connsiteX1895" fmla="*/ 2441838 w 4683617"/>
              <a:gd name="connsiteY1895" fmla="*/ 762174 h 3743862"/>
              <a:gd name="connsiteX1896" fmla="*/ 2511816 w 4683617"/>
              <a:gd name="connsiteY1896" fmla="*/ 834101 h 3743862"/>
              <a:gd name="connsiteX1897" fmla="*/ 2441838 w 4683617"/>
              <a:gd name="connsiteY1897" fmla="*/ 906028 h 3743862"/>
              <a:gd name="connsiteX1898" fmla="*/ 2371859 w 4683617"/>
              <a:gd name="connsiteY1898" fmla="*/ 834101 h 3743862"/>
              <a:gd name="connsiteX1899" fmla="*/ 2441838 w 4683617"/>
              <a:gd name="connsiteY1899" fmla="*/ 762174 h 3743862"/>
              <a:gd name="connsiteX1900" fmla="*/ 4612378 w 4683617"/>
              <a:gd name="connsiteY1900" fmla="*/ 755864 h 3743862"/>
              <a:gd name="connsiteX1901" fmla="*/ 4682356 w 4683617"/>
              <a:gd name="connsiteY1901" fmla="*/ 827791 h 3743862"/>
              <a:gd name="connsiteX1902" fmla="*/ 4612378 w 4683617"/>
              <a:gd name="connsiteY1902" fmla="*/ 899718 h 3743862"/>
              <a:gd name="connsiteX1903" fmla="*/ 4542399 w 4683617"/>
              <a:gd name="connsiteY1903" fmla="*/ 827791 h 3743862"/>
              <a:gd name="connsiteX1904" fmla="*/ 4612378 w 4683617"/>
              <a:gd name="connsiteY1904" fmla="*/ 755864 h 3743862"/>
              <a:gd name="connsiteX1905" fmla="*/ 4422036 w 4683617"/>
              <a:gd name="connsiteY1905" fmla="*/ 755864 h 3743862"/>
              <a:gd name="connsiteX1906" fmla="*/ 4492015 w 4683617"/>
              <a:gd name="connsiteY1906" fmla="*/ 827791 h 3743862"/>
              <a:gd name="connsiteX1907" fmla="*/ 4422036 w 4683617"/>
              <a:gd name="connsiteY1907" fmla="*/ 899718 h 3743862"/>
              <a:gd name="connsiteX1908" fmla="*/ 4352058 w 4683617"/>
              <a:gd name="connsiteY1908" fmla="*/ 827791 h 3743862"/>
              <a:gd name="connsiteX1909" fmla="*/ 4422036 w 4683617"/>
              <a:gd name="connsiteY1909" fmla="*/ 755864 h 3743862"/>
              <a:gd name="connsiteX1910" fmla="*/ 4214901 w 4683617"/>
              <a:gd name="connsiteY1910" fmla="*/ 755864 h 3743862"/>
              <a:gd name="connsiteX1911" fmla="*/ 4284879 w 4683617"/>
              <a:gd name="connsiteY1911" fmla="*/ 827791 h 3743862"/>
              <a:gd name="connsiteX1912" fmla="*/ 4214901 w 4683617"/>
              <a:gd name="connsiteY1912" fmla="*/ 899718 h 3743862"/>
              <a:gd name="connsiteX1913" fmla="*/ 4144923 w 4683617"/>
              <a:gd name="connsiteY1913" fmla="*/ 827791 h 3743862"/>
              <a:gd name="connsiteX1914" fmla="*/ 4214901 w 4683617"/>
              <a:gd name="connsiteY1914" fmla="*/ 755864 h 3743862"/>
              <a:gd name="connsiteX1915" fmla="*/ 4025493 w 4683617"/>
              <a:gd name="connsiteY1915" fmla="*/ 755864 h 3743862"/>
              <a:gd name="connsiteX1916" fmla="*/ 4095471 w 4683617"/>
              <a:gd name="connsiteY1916" fmla="*/ 827791 h 3743862"/>
              <a:gd name="connsiteX1917" fmla="*/ 4025493 w 4683617"/>
              <a:gd name="connsiteY1917" fmla="*/ 899718 h 3743862"/>
              <a:gd name="connsiteX1918" fmla="*/ 3955514 w 4683617"/>
              <a:gd name="connsiteY1918" fmla="*/ 827791 h 3743862"/>
              <a:gd name="connsiteX1919" fmla="*/ 4025493 w 4683617"/>
              <a:gd name="connsiteY1919" fmla="*/ 755864 h 3743862"/>
              <a:gd name="connsiteX1920" fmla="*/ 1453108 w 4683617"/>
              <a:gd name="connsiteY1920" fmla="*/ 584887 h 3743862"/>
              <a:gd name="connsiteX1921" fmla="*/ 1523086 w 4683617"/>
              <a:gd name="connsiteY1921" fmla="*/ 656814 h 3743862"/>
              <a:gd name="connsiteX1922" fmla="*/ 1453108 w 4683617"/>
              <a:gd name="connsiteY1922" fmla="*/ 728742 h 3743862"/>
              <a:gd name="connsiteX1923" fmla="*/ 1383129 w 4683617"/>
              <a:gd name="connsiteY1923" fmla="*/ 656814 h 3743862"/>
              <a:gd name="connsiteX1924" fmla="*/ 1453108 w 4683617"/>
              <a:gd name="connsiteY1924" fmla="*/ 584887 h 3743862"/>
              <a:gd name="connsiteX1925" fmla="*/ 1262767 w 4683617"/>
              <a:gd name="connsiteY1925" fmla="*/ 584887 h 3743862"/>
              <a:gd name="connsiteX1926" fmla="*/ 1332746 w 4683617"/>
              <a:gd name="connsiteY1926" fmla="*/ 656814 h 3743862"/>
              <a:gd name="connsiteX1927" fmla="*/ 1262767 w 4683617"/>
              <a:gd name="connsiteY1927" fmla="*/ 728742 h 3743862"/>
              <a:gd name="connsiteX1928" fmla="*/ 1192789 w 4683617"/>
              <a:gd name="connsiteY1928" fmla="*/ 656814 h 3743862"/>
              <a:gd name="connsiteX1929" fmla="*/ 1262767 w 4683617"/>
              <a:gd name="connsiteY1929" fmla="*/ 584887 h 3743862"/>
              <a:gd name="connsiteX1930" fmla="*/ 1055631 w 4683617"/>
              <a:gd name="connsiteY1930" fmla="*/ 584887 h 3743862"/>
              <a:gd name="connsiteX1931" fmla="*/ 1125610 w 4683617"/>
              <a:gd name="connsiteY1931" fmla="*/ 656814 h 3743862"/>
              <a:gd name="connsiteX1932" fmla="*/ 1055631 w 4683617"/>
              <a:gd name="connsiteY1932" fmla="*/ 728742 h 3743862"/>
              <a:gd name="connsiteX1933" fmla="*/ 985654 w 4683617"/>
              <a:gd name="connsiteY1933" fmla="*/ 656814 h 3743862"/>
              <a:gd name="connsiteX1934" fmla="*/ 1055631 w 4683617"/>
              <a:gd name="connsiteY1934" fmla="*/ 584887 h 3743862"/>
              <a:gd name="connsiteX1935" fmla="*/ 866223 w 4683617"/>
              <a:gd name="connsiteY1935" fmla="*/ 584887 h 3743862"/>
              <a:gd name="connsiteX1936" fmla="*/ 936201 w 4683617"/>
              <a:gd name="connsiteY1936" fmla="*/ 656814 h 3743862"/>
              <a:gd name="connsiteX1937" fmla="*/ 866223 w 4683617"/>
              <a:gd name="connsiteY1937" fmla="*/ 728742 h 3743862"/>
              <a:gd name="connsiteX1938" fmla="*/ 796245 w 4683617"/>
              <a:gd name="connsiteY1938" fmla="*/ 656814 h 3743862"/>
              <a:gd name="connsiteX1939" fmla="*/ 866223 w 4683617"/>
              <a:gd name="connsiteY1939" fmla="*/ 584887 h 3743862"/>
              <a:gd name="connsiteX1940" fmla="*/ 656863 w 4683617"/>
              <a:gd name="connsiteY1940" fmla="*/ 583625 h 3743862"/>
              <a:gd name="connsiteX1941" fmla="*/ 726841 w 4683617"/>
              <a:gd name="connsiteY1941" fmla="*/ 655552 h 3743862"/>
              <a:gd name="connsiteX1942" fmla="*/ 656863 w 4683617"/>
              <a:gd name="connsiteY1942" fmla="*/ 727479 h 3743862"/>
              <a:gd name="connsiteX1943" fmla="*/ 586885 w 4683617"/>
              <a:gd name="connsiteY1943" fmla="*/ 655552 h 3743862"/>
              <a:gd name="connsiteX1944" fmla="*/ 656863 w 4683617"/>
              <a:gd name="connsiteY1944" fmla="*/ 583625 h 3743862"/>
              <a:gd name="connsiteX1945" fmla="*/ 466522 w 4683617"/>
              <a:gd name="connsiteY1945" fmla="*/ 583625 h 3743862"/>
              <a:gd name="connsiteX1946" fmla="*/ 536501 w 4683617"/>
              <a:gd name="connsiteY1946" fmla="*/ 655552 h 3743862"/>
              <a:gd name="connsiteX1947" fmla="*/ 466522 w 4683617"/>
              <a:gd name="connsiteY1947" fmla="*/ 727479 h 3743862"/>
              <a:gd name="connsiteX1948" fmla="*/ 396544 w 4683617"/>
              <a:gd name="connsiteY1948" fmla="*/ 655552 h 3743862"/>
              <a:gd name="connsiteX1949" fmla="*/ 466522 w 4683617"/>
              <a:gd name="connsiteY1949" fmla="*/ 583625 h 3743862"/>
              <a:gd name="connsiteX1950" fmla="*/ 259387 w 4683617"/>
              <a:gd name="connsiteY1950" fmla="*/ 583625 h 3743862"/>
              <a:gd name="connsiteX1951" fmla="*/ 329365 w 4683617"/>
              <a:gd name="connsiteY1951" fmla="*/ 655552 h 3743862"/>
              <a:gd name="connsiteX1952" fmla="*/ 259387 w 4683617"/>
              <a:gd name="connsiteY1952" fmla="*/ 727479 h 3743862"/>
              <a:gd name="connsiteX1953" fmla="*/ 189409 w 4683617"/>
              <a:gd name="connsiteY1953" fmla="*/ 655552 h 3743862"/>
              <a:gd name="connsiteX1954" fmla="*/ 259387 w 4683617"/>
              <a:gd name="connsiteY1954" fmla="*/ 583625 h 3743862"/>
              <a:gd name="connsiteX1955" fmla="*/ 69979 w 4683617"/>
              <a:gd name="connsiteY1955" fmla="*/ 583625 h 3743862"/>
              <a:gd name="connsiteX1956" fmla="*/ 139957 w 4683617"/>
              <a:gd name="connsiteY1956" fmla="*/ 655552 h 3743862"/>
              <a:gd name="connsiteX1957" fmla="*/ 69979 w 4683617"/>
              <a:gd name="connsiteY1957" fmla="*/ 727479 h 3743862"/>
              <a:gd name="connsiteX1958" fmla="*/ 0 w 4683617"/>
              <a:gd name="connsiteY1958" fmla="*/ 655552 h 3743862"/>
              <a:gd name="connsiteX1959" fmla="*/ 69979 w 4683617"/>
              <a:gd name="connsiteY1959" fmla="*/ 583625 h 3743862"/>
              <a:gd name="connsiteX1960" fmla="*/ 2240519 w 4683617"/>
              <a:gd name="connsiteY1960" fmla="*/ 577316 h 3743862"/>
              <a:gd name="connsiteX1961" fmla="*/ 2310497 w 4683617"/>
              <a:gd name="connsiteY1961" fmla="*/ 649242 h 3743862"/>
              <a:gd name="connsiteX1962" fmla="*/ 2240519 w 4683617"/>
              <a:gd name="connsiteY1962" fmla="*/ 721170 h 3743862"/>
              <a:gd name="connsiteX1963" fmla="*/ 2170540 w 4683617"/>
              <a:gd name="connsiteY1963" fmla="*/ 649242 h 3743862"/>
              <a:gd name="connsiteX1964" fmla="*/ 2240519 w 4683617"/>
              <a:gd name="connsiteY1964" fmla="*/ 577316 h 3743862"/>
              <a:gd name="connsiteX1965" fmla="*/ 2050178 w 4683617"/>
              <a:gd name="connsiteY1965" fmla="*/ 577316 h 3743862"/>
              <a:gd name="connsiteX1966" fmla="*/ 2120156 w 4683617"/>
              <a:gd name="connsiteY1966" fmla="*/ 649242 h 3743862"/>
              <a:gd name="connsiteX1967" fmla="*/ 2050178 w 4683617"/>
              <a:gd name="connsiteY1967" fmla="*/ 721170 h 3743862"/>
              <a:gd name="connsiteX1968" fmla="*/ 1980200 w 4683617"/>
              <a:gd name="connsiteY1968" fmla="*/ 649242 h 3743862"/>
              <a:gd name="connsiteX1969" fmla="*/ 2050178 w 4683617"/>
              <a:gd name="connsiteY1969" fmla="*/ 577316 h 3743862"/>
              <a:gd name="connsiteX1970" fmla="*/ 1843042 w 4683617"/>
              <a:gd name="connsiteY1970" fmla="*/ 577316 h 3743862"/>
              <a:gd name="connsiteX1971" fmla="*/ 1913021 w 4683617"/>
              <a:gd name="connsiteY1971" fmla="*/ 649242 h 3743862"/>
              <a:gd name="connsiteX1972" fmla="*/ 1843042 w 4683617"/>
              <a:gd name="connsiteY1972" fmla="*/ 721170 h 3743862"/>
              <a:gd name="connsiteX1973" fmla="*/ 1773064 w 4683617"/>
              <a:gd name="connsiteY1973" fmla="*/ 649242 h 3743862"/>
              <a:gd name="connsiteX1974" fmla="*/ 1843042 w 4683617"/>
              <a:gd name="connsiteY1974" fmla="*/ 577316 h 3743862"/>
              <a:gd name="connsiteX1975" fmla="*/ 1653634 w 4683617"/>
              <a:gd name="connsiteY1975" fmla="*/ 577316 h 3743862"/>
              <a:gd name="connsiteX1976" fmla="*/ 1723612 w 4683617"/>
              <a:gd name="connsiteY1976" fmla="*/ 649242 h 3743862"/>
              <a:gd name="connsiteX1977" fmla="*/ 1653634 w 4683617"/>
              <a:gd name="connsiteY1977" fmla="*/ 721170 h 3743862"/>
              <a:gd name="connsiteX1978" fmla="*/ 1583655 w 4683617"/>
              <a:gd name="connsiteY1978" fmla="*/ 649242 h 3743862"/>
              <a:gd name="connsiteX1979" fmla="*/ 1653634 w 4683617"/>
              <a:gd name="connsiteY1979" fmla="*/ 577316 h 3743862"/>
              <a:gd name="connsiteX1980" fmla="*/ 3824967 w 4683617"/>
              <a:gd name="connsiteY1980" fmla="*/ 574155 h 3743862"/>
              <a:gd name="connsiteX1981" fmla="*/ 3894945 w 4683617"/>
              <a:gd name="connsiteY1981" fmla="*/ 646081 h 3743862"/>
              <a:gd name="connsiteX1982" fmla="*/ 3824967 w 4683617"/>
              <a:gd name="connsiteY1982" fmla="*/ 718009 h 3743862"/>
              <a:gd name="connsiteX1983" fmla="*/ 3754988 w 4683617"/>
              <a:gd name="connsiteY1983" fmla="*/ 646081 h 3743862"/>
              <a:gd name="connsiteX1984" fmla="*/ 3824967 w 4683617"/>
              <a:gd name="connsiteY1984" fmla="*/ 574155 h 3743862"/>
              <a:gd name="connsiteX1985" fmla="*/ 3634626 w 4683617"/>
              <a:gd name="connsiteY1985" fmla="*/ 574155 h 3743862"/>
              <a:gd name="connsiteX1986" fmla="*/ 3704604 w 4683617"/>
              <a:gd name="connsiteY1986" fmla="*/ 646081 h 3743862"/>
              <a:gd name="connsiteX1987" fmla="*/ 3634626 w 4683617"/>
              <a:gd name="connsiteY1987" fmla="*/ 718009 h 3743862"/>
              <a:gd name="connsiteX1988" fmla="*/ 3564648 w 4683617"/>
              <a:gd name="connsiteY1988" fmla="*/ 646081 h 3743862"/>
              <a:gd name="connsiteX1989" fmla="*/ 3634626 w 4683617"/>
              <a:gd name="connsiteY1989" fmla="*/ 574155 h 3743862"/>
              <a:gd name="connsiteX1990" fmla="*/ 3427490 w 4683617"/>
              <a:gd name="connsiteY1990" fmla="*/ 574155 h 3743862"/>
              <a:gd name="connsiteX1991" fmla="*/ 3497469 w 4683617"/>
              <a:gd name="connsiteY1991" fmla="*/ 646081 h 3743862"/>
              <a:gd name="connsiteX1992" fmla="*/ 3427490 w 4683617"/>
              <a:gd name="connsiteY1992" fmla="*/ 718009 h 3743862"/>
              <a:gd name="connsiteX1993" fmla="*/ 3357512 w 4683617"/>
              <a:gd name="connsiteY1993" fmla="*/ 646081 h 3743862"/>
              <a:gd name="connsiteX1994" fmla="*/ 3427490 w 4683617"/>
              <a:gd name="connsiteY1994" fmla="*/ 574155 h 3743862"/>
              <a:gd name="connsiteX1995" fmla="*/ 3238082 w 4683617"/>
              <a:gd name="connsiteY1995" fmla="*/ 574155 h 3743862"/>
              <a:gd name="connsiteX1996" fmla="*/ 3308060 w 4683617"/>
              <a:gd name="connsiteY1996" fmla="*/ 646081 h 3743862"/>
              <a:gd name="connsiteX1997" fmla="*/ 3238082 w 4683617"/>
              <a:gd name="connsiteY1997" fmla="*/ 718009 h 3743862"/>
              <a:gd name="connsiteX1998" fmla="*/ 3168104 w 4683617"/>
              <a:gd name="connsiteY1998" fmla="*/ 646081 h 3743862"/>
              <a:gd name="connsiteX1999" fmla="*/ 3238082 w 4683617"/>
              <a:gd name="connsiteY1999" fmla="*/ 574155 h 3743862"/>
              <a:gd name="connsiteX2000" fmla="*/ 3028722 w 4683617"/>
              <a:gd name="connsiteY2000" fmla="*/ 572892 h 3743862"/>
              <a:gd name="connsiteX2001" fmla="*/ 3098700 w 4683617"/>
              <a:gd name="connsiteY2001" fmla="*/ 644819 h 3743862"/>
              <a:gd name="connsiteX2002" fmla="*/ 3028722 w 4683617"/>
              <a:gd name="connsiteY2002" fmla="*/ 716747 h 3743862"/>
              <a:gd name="connsiteX2003" fmla="*/ 2958744 w 4683617"/>
              <a:gd name="connsiteY2003" fmla="*/ 644819 h 3743862"/>
              <a:gd name="connsiteX2004" fmla="*/ 3028722 w 4683617"/>
              <a:gd name="connsiteY2004" fmla="*/ 572892 h 3743862"/>
              <a:gd name="connsiteX2005" fmla="*/ 2838381 w 4683617"/>
              <a:gd name="connsiteY2005" fmla="*/ 572892 h 3743862"/>
              <a:gd name="connsiteX2006" fmla="*/ 2908360 w 4683617"/>
              <a:gd name="connsiteY2006" fmla="*/ 644819 h 3743862"/>
              <a:gd name="connsiteX2007" fmla="*/ 2838381 w 4683617"/>
              <a:gd name="connsiteY2007" fmla="*/ 716747 h 3743862"/>
              <a:gd name="connsiteX2008" fmla="*/ 2768403 w 4683617"/>
              <a:gd name="connsiteY2008" fmla="*/ 644819 h 3743862"/>
              <a:gd name="connsiteX2009" fmla="*/ 2838381 w 4683617"/>
              <a:gd name="connsiteY2009" fmla="*/ 572892 h 3743862"/>
              <a:gd name="connsiteX2010" fmla="*/ 2631246 w 4683617"/>
              <a:gd name="connsiteY2010" fmla="*/ 572892 h 3743862"/>
              <a:gd name="connsiteX2011" fmla="*/ 2701224 w 4683617"/>
              <a:gd name="connsiteY2011" fmla="*/ 644819 h 3743862"/>
              <a:gd name="connsiteX2012" fmla="*/ 2631246 w 4683617"/>
              <a:gd name="connsiteY2012" fmla="*/ 716747 h 3743862"/>
              <a:gd name="connsiteX2013" fmla="*/ 2561268 w 4683617"/>
              <a:gd name="connsiteY2013" fmla="*/ 644819 h 3743862"/>
              <a:gd name="connsiteX2014" fmla="*/ 2631246 w 4683617"/>
              <a:gd name="connsiteY2014" fmla="*/ 572892 h 3743862"/>
              <a:gd name="connsiteX2015" fmla="*/ 2441838 w 4683617"/>
              <a:gd name="connsiteY2015" fmla="*/ 572892 h 3743862"/>
              <a:gd name="connsiteX2016" fmla="*/ 2511816 w 4683617"/>
              <a:gd name="connsiteY2016" fmla="*/ 644819 h 3743862"/>
              <a:gd name="connsiteX2017" fmla="*/ 2441838 w 4683617"/>
              <a:gd name="connsiteY2017" fmla="*/ 716747 h 3743862"/>
              <a:gd name="connsiteX2018" fmla="*/ 2371859 w 4683617"/>
              <a:gd name="connsiteY2018" fmla="*/ 644819 h 3743862"/>
              <a:gd name="connsiteX2019" fmla="*/ 2441838 w 4683617"/>
              <a:gd name="connsiteY2019" fmla="*/ 572892 h 3743862"/>
              <a:gd name="connsiteX2020" fmla="*/ 4612378 w 4683617"/>
              <a:gd name="connsiteY2020" fmla="*/ 566583 h 3743862"/>
              <a:gd name="connsiteX2021" fmla="*/ 4682356 w 4683617"/>
              <a:gd name="connsiteY2021" fmla="*/ 638510 h 3743862"/>
              <a:gd name="connsiteX2022" fmla="*/ 4612378 w 4683617"/>
              <a:gd name="connsiteY2022" fmla="*/ 710437 h 3743862"/>
              <a:gd name="connsiteX2023" fmla="*/ 4542399 w 4683617"/>
              <a:gd name="connsiteY2023" fmla="*/ 638510 h 3743862"/>
              <a:gd name="connsiteX2024" fmla="*/ 4612378 w 4683617"/>
              <a:gd name="connsiteY2024" fmla="*/ 566583 h 3743862"/>
              <a:gd name="connsiteX2025" fmla="*/ 4422036 w 4683617"/>
              <a:gd name="connsiteY2025" fmla="*/ 566583 h 3743862"/>
              <a:gd name="connsiteX2026" fmla="*/ 4492015 w 4683617"/>
              <a:gd name="connsiteY2026" fmla="*/ 638510 h 3743862"/>
              <a:gd name="connsiteX2027" fmla="*/ 4422036 w 4683617"/>
              <a:gd name="connsiteY2027" fmla="*/ 710437 h 3743862"/>
              <a:gd name="connsiteX2028" fmla="*/ 4352058 w 4683617"/>
              <a:gd name="connsiteY2028" fmla="*/ 638510 h 3743862"/>
              <a:gd name="connsiteX2029" fmla="*/ 4422036 w 4683617"/>
              <a:gd name="connsiteY2029" fmla="*/ 566583 h 3743862"/>
              <a:gd name="connsiteX2030" fmla="*/ 4214901 w 4683617"/>
              <a:gd name="connsiteY2030" fmla="*/ 566583 h 3743862"/>
              <a:gd name="connsiteX2031" fmla="*/ 4284879 w 4683617"/>
              <a:gd name="connsiteY2031" fmla="*/ 638510 h 3743862"/>
              <a:gd name="connsiteX2032" fmla="*/ 4214901 w 4683617"/>
              <a:gd name="connsiteY2032" fmla="*/ 710437 h 3743862"/>
              <a:gd name="connsiteX2033" fmla="*/ 4144923 w 4683617"/>
              <a:gd name="connsiteY2033" fmla="*/ 638510 h 3743862"/>
              <a:gd name="connsiteX2034" fmla="*/ 4214901 w 4683617"/>
              <a:gd name="connsiteY2034" fmla="*/ 566583 h 3743862"/>
              <a:gd name="connsiteX2035" fmla="*/ 4025493 w 4683617"/>
              <a:gd name="connsiteY2035" fmla="*/ 566583 h 3743862"/>
              <a:gd name="connsiteX2036" fmla="*/ 4095471 w 4683617"/>
              <a:gd name="connsiteY2036" fmla="*/ 638510 h 3743862"/>
              <a:gd name="connsiteX2037" fmla="*/ 4025493 w 4683617"/>
              <a:gd name="connsiteY2037" fmla="*/ 710437 h 3743862"/>
              <a:gd name="connsiteX2038" fmla="*/ 3955514 w 4683617"/>
              <a:gd name="connsiteY2038" fmla="*/ 638510 h 3743862"/>
              <a:gd name="connsiteX2039" fmla="*/ 4025493 w 4683617"/>
              <a:gd name="connsiteY2039" fmla="*/ 566583 h 3743862"/>
              <a:gd name="connsiteX2040" fmla="*/ 1453108 w 4683617"/>
              <a:gd name="connsiteY2040" fmla="*/ 403177 h 3743862"/>
              <a:gd name="connsiteX2041" fmla="*/ 1523086 w 4683617"/>
              <a:gd name="connsiteY2041" fmla="*/ 475104 h 3743862"/>
              <a:gd name="connsiteX2042" fmla="*/ 1453108 w 4683617"/>
              <a:gd name="connsiteY2042" fmla="*/ 547031 h 3743862"/>
              <a:gd name="connsiteX2043" fmla="*/ 1383129 w 4683617"/>
              <a:gd name="connsiteY2043" fmla="*/ 475104 h 3743862"/>
              <a:gd name="connsiteX2044" fmla="*/ 1453108 w 4683617"/>
              <a:gd name="connsiteY2044" fmla="*/ 403177 h 3743862"/>
              <a:gd name="connsiteX2045" fmla="*/ 1262767 w 4683617"/>
              <a:gd name="connsiteY2045" fmla="*/ 403177 h 3743862"/>
              <a:gd name="connsiteX2046" fmla="*/ 1332746 w 4683617"/>
              <a:gd name="connsiteY2046" fmla="*/ 475104 h 3743862"/>
              <a:gd name="connsiteX2047" fmla="*/ 1262767 w 4683617"/>
              <a:gd name="connsiteY2047" fmla="*/ 547031 h 3743862"/>
              <a:gd name="connsiteX2048" fmla="*/ 1192789 w 4683617"/>
              <a:gd name="connsiteY2048" fmla="*/ 475104 h 3743862"/>
              <a:gd name="connsiteX2049" fmla="*/ 1262767 w 4683617"/>
              <a:gd name="connsiteY2049" fmla="*/ 403177 h 3743862"/>
              <a:gd name="connsiteX2050" fmla="*/ 1055631 w 4683617"/>
              <a:gd name="connsiteY2050" fmla="*/ 403177 h 3743862"/>
              <a:gd name="connsiteX2051" fmla="*/ 1125610 w 4683617"/>
              <a:gd name="connsiteY2051" fmla="*/ 475104 h 3743862"/>
              <a:gd name="connsiteX2052" fmla="*/ 1055631 w 4683617"/>
              <a:gd name="connsiteY2052" fmla="*/ 547031 h 3743862"/>
              <a:gd name="connsiteX2053" fmla="*/ 985654 w 4683617"/>
              <a:gd name="connsiteY2053" fmla="*/ 475104 h 3743862"/>
              <a:gd name="connsiteX2054" fmla="*/ 1055631 w 4683617"/>
              <a:gd name="connsiteY2054" fmla="*/ 403177 h 3743862"/>
              <a:gd name="connsiteX2055" fmla="*/ 866223 w 4683617"/>
              <a:gd name="connsiteY2055" fmla="*/ 403177 h 3743862"/>
              <a:gd name="connsiteX2056" fmla="*/ 936201 w 4683617"/>
              <a:gd name="connsiteY2056" fmla="*/ 475104 h 3743862"/>
              <a:gd name="connsiteX2057" fmla="*/ 866223 w 4683617"/>
              <a:gd name="connsiteY2057" fmla="*/ 547031 h 3743862"/>
              <a:gd name="connsiteX2058" fmla="*/ 796245 w 4683617"/>
              <a:gd name="connsiteY2058" fmla="*/ 475104 h 3743862"/>
              <a:gd name="connsiteX2059" fmla="*/ 866223 w 4683617"/>
              <a:gd name="connsiteY2059" fmla="*/ 403177 h 3743862"/>
              <a:gd name="connsiteX2060" fmla="*/ 656863 w 4683617"/>
              <a:gd name="connsiteY2060" fmla="*/ 401915 h 3743862"/>
              <a:gd name="connsiteX2061" fmla="*/ 726841 w 4683617"/>
              <a:gd name="connsiteY2061" fmla="*/ 473842 h 3743862"/>
              <a:gd name="connsiteX2062" fmla="*/ 656863 w 4683617"/>
              <a:gd name="connsiteY2062" fmla="*/ 545769 h 3743862"/>
              <a:gd name="connsiteX2063" fmla="*/ 586885 w 4683617"/>
              <a:gd name="connsiteY2063" fmla="*/ 473842 h 3743862"/>
              <a:gd name="connsiteX2064" fmla="*/ 656863 w 4683617"/>
              <a:gd name="connsiteY2064" fmla="*/ 401915 h 3743862"/>
              <a:gd name="connsiteX2065" fmla="*/ 466522 w 4683617"/>
              <a:gd name="connsiteY2065" fmla="*/ 401915 h 3743862"/>
              <a:gd name="connsiteX2066" fmla="*/ 536501 w 4683617"/>
              <a:gd name="connsiteY2066" fmla="*/ 473842 h 3743862"/>
              <a:gd name="connsiteX2067" fmla="*/ 466522 w 4683617"/>
              <a:gd name="connsiteY2067" fmla="*/ 545769 h 3743862"/>
              <a:gd name="connsiteX2068" fmla="*/ 396544 w 4683617"/>
              <a:gd name="connsiteY2068" fmla="*/ 473842 h 3743862"/>
              <a:gd name="connsiteX2069" fmla="*/ 466522 w 4683617"/>
              <a:gd name="connsiteY2069" fmla="*/ 401915 h 3743862"/>
              <a:gd name="connsiteX2070" fmla="*/ 259387 w 4683617"/>
              <a:gd name="connsiteY2070" fmla="*/ 401915 h 3743862"/>
              <a:gd name="connsiteX2071" fmla="*/ 329365 w 4683617"/>
              <a:gd name="connsiteY2071" fmla="*/ 473842 h 3743862"/>
              <a:gd name="connsiteX2072" fmla="*/ 259387 w 4683617"/>
              <a:gd name="connsiteY2072" fmla="*/ 545769 h 3743862"/>
              <a:gd name="connsiteX2073" fmla="*/ 189409 w 4683617"/>
              <a:gd name="connsiteY2073" fmla="*/ 473842 h 3743862"/>
              <a:gd name="connsiteX2074" fmla="*/ 259387 w 4683617"/>
              <a:gd name="connsiteY2074" fmla="*/ 401915 h 3743862"/>
              <a:gd name="connsiteX2075" fmla="*/ 69979 w 4683617"/>
              <a:gd name="connsiteY2075" fmla="*/ 401915 h 3743862"/>
              <a:gd name="connsiteX2076" fmla="*/ 139957 w 4683617"/>
              <a:gd name="connsiteY2076" fmla="*/ 473842 h 3743862"/>
              <a:gd name="connsiteX2077" fmla="*/ 69979 w 4683617"/>
              <a:gd name="connsiteY2077" fmla="*/ 545769 h 3743862"/>
              <a:gd name="connsiteX2078" fmla="*/ 0 w 4683617"/>
              <a:gd name="connsiteY2078" fmla="*/ 473842 h 3743862"/>
              <a:gd name="connsiteX2079" fmla="*/ 69979 w 4683617"/>
              <a:gd name="connsiteY2079" fmla="*/ 401915 h 3743862"/>
              <a:gd name="connsiteX2080" fmla="*/ 2240519 w 4683617"/>
              <a:gd name="connsiteY2080" fmla="*/ 395605 h 3743862"/>
              <a:gd name="connsiteX2081" fmla="*/ 2310497 w 4683617"/>
              <a:gd name="connsiteY2081" fmla="*/ 467532 h 3743862"/>
              <a:gd name="connsiteX2082" fmla="*/ 2240519 w 4683617"/>
              <a:gd name="connsiteY2082" fmla="*/ 539460 h 3743862"/>
              <a:gd name="connsiteX2083" fmla="*/ 2170540 w 4683617"/>
              <a:gd name="connsiteY2083" fmla="*/ 467532 h 3743862"/>
              <a:gd name="connsiteX2084" fmla="*/ 2240519 w 4683617"/>
              <a:gd name="connsiteY2084" fmla="*/ 395605 h 3743862"/>
              <a:gd name="connsiteX2085" fmla="*/ 2050178 w 4683617"/>
              <a:gd name="connsiteY2085" fmla="*/ 395605 h 3743862"/>
              <a:gd name="connsiteX2086" fmla="*/ 2120156 w 4683617"/>
              <a:gd name="connsiteY2086" fmla="*/ 467532 h 3743862"/>
              <a:gd name="connsiteX2087" fmla="*/ 2050178 w 4683617"/>
              <a:gd name="connsiteY2087" fmla="*/ 539460 h 3743862"/>
              <a:gd name="connsiteX2088" fmla="*/ 1980200 w 4683617"/>
              <a:gd name="connsiteY2088" fmla="*/ 467532 h 3743862"/>
              <a:gd name="connsiteX2089" fmla="*/ 2050178 w 4683617"/>
              <a:gd name="connsiteY2089" fmla="*/ 395605 h 3743862"/>
              <a:gd name="connsiteX2090" fmla="*/ 1843042 w 4683617"/>
              <a:gd name="connsiteY2090" fmla="*/ 395605 h 3743862"/>
              <a:gd name="connsiteX2091" fmla="*/ 1913021 w 4683617"/>
              <a:gd name="connsiteY2091" fmla="*/ 467532 h 3743862"/>
              <a:gd name="connsiteX2092" fmla="*/ 1843042 w 4683617"/>
              <a:gd name="connsiteY2092" fmla="*/ 539460 h 3743862"/>
              <a:gd name="connsiteX2093" fmla="*/ 1773064 w 4683617"/>
              <a:gd name="connsiteY2093" fmla="*/ 467532 h 3743862"/>
              <a:gd name="connsiteX2094" fmla="*/ 1843042 w 4683617"/>
              <a:gd name="connsiteY2094" fmla="*/ 395605 h 3743862"/>
              <a:gd name="connsiteX2095" fmla="*/ 1653634 w 4683617"/>
              <a:gd name="connsiteY2095" fmla="*/ 395605 h 3743862"/>
              <a:gd name="connsiteX2096" fmla="*/ 1723612 w 4683617"/>
              <a:gd name="connsiteY2096" fmla="*/ 467532 h 3743862"/>
              <a:gd name="connsiteX2097" fmla="*/ 1653634 w 4683617"/>
              <a:gd name="connsiteY2097" fmla="*/ 539460 h 3743862"/>
              <a:gd name="connsiteX2098" fmla="*/ 1583655 w 4683617"/>
              <a:gd name="connsiteY2098" fmla="*/ 467532 h 3743862"/>
              <a:gd name="connsiteX2099" fmla="*/ 1653634 w 4683617"/>
              <a:gd name="connsiteY2099" fmla="*/ 395605 h 3743862"/>
              <a:gd name="connsiteX2100" fmla="*/ 3824967 w 4683617"/>
              <a:gd name="connsiteY2100" fmla="*/ 392444 h 3743862"/>
              <a:gd name="connsiteX2101" fmla="*/ 3894945 w 4683617"/>
              <a:gd name="connsiteY2101" fmla="*/ 464371 h 3743862"/>
              <a:gd name="connsiteX2102" fmla="*/ 3824967 w 4683617"/>
              <a:gd name="connsiteY2102" fmla="*/ 536299 h 3743862"/>
              <a:gd name="connsiteX2103" fmla="*/ 3754988 w 4683617"/>
              <a:gd name="connsiteY2103" fmla="*/ 464371 h 3743862"/>
              <a:gd name="connsiteX2104" fmla="*/ 3824967 w 4683617"/>
              <a:gd name="connsiteY2104" fmla="*/ 392444 h 3743862"/>
              <a:gd name="connsiteX2105" fmla="*/ 3634626 w 4683617"/>
              <a:gd name="connsiteY2105" fmla="*/ 392444 h 3743862"/>
              <a:gd name="connsiteX2106" fmla="*/ 3704604 w 4683617"/>
              <a:gd name="connsiteY2106" fmla="*/ 464371 h 3743862"/>
              <a:gd name="connsiteX2107" fmla="*/ 3634626 w 4683617"/>
              <a:gd name="connsiteY2107" fmla="*/ 536299 h 3743862"/>
              <a:gd name="connsiteX2108" fmla="*/ 3564648 w 4683617"/>
              <a:gd name="connsiteY2108" fmla="*/ 464371 h 3743862"/>
              <a:gd name="connsiteX2109" fmla="*/ 3634626 w 4683617"/>
              <a:gd name="connsiteY2109" fmla="*/ 392444 h 3743862"/>
              <a:gd name="connsiteX2110" fmla="*/ 3427490 w 4683617"/>
              <a:gd name="connsiteY2110" fmla="*/ 392444 h 3743862"/>
              <a:gd name="connsiteX2111" fmla="*/ 3497469 w 4683617"/>
              <a:gd name="connsiteY2111" fmla="*/ 464371 h 3743862"/>
              <a:gd name="connsiteX2112" fmla="*/ 3427490 w 4683617"/>
              <a:gd name="connsiteY2112" fmla="*/ 536299 h 3743862"/>
              <a:gd name="connsiteX2113" fmla="*/ 3357512 w 4683617"/>
              <a:gd name="connsiteY2113" fmla="*/ 464371 h 3743862"/>
              <a:gd name="connsiteX2114" fmla="*/ 3427490 w 4683617"/>
              <a:gd name="connsiteY2114" fmla="*/ 392444 h 3743862"/>
              <a:gd name="connsiteX2115" fmla="*/ 3238082 w 4683617"/>
              <a:gd name="connsiteY2115" fmla="*/ 392444 h 3743862"/>
              <a:gd name="connsiteX2116" fmla="*/ 3308060 w 4683617"/>
              <a:gd name="connsiteY2116" fmla="*/ 464371 h 3743862"/>
              <a:gd name="connsiteX2117" fmla="*/ 3238082 w 4683617"/>
              <a:gd name="connsiteY2117" fmla="*/ 536299 h 3743862"/>
              <a:gd name="connsiteX2118" fmla="*/ 3168104 w 4683617"/>
              <a:gd name="connsiteY2118" fmla="*/ 464371 h 3743862"/>
              <a:gd name="connsiteX2119" fmla="*/ 3238082 w 4683617"/>
              <a:gd name="connsiteY2119" fmla="*/ 392444 h 3743862"/>
              <a:gd name="connsiteX2120" fmla="*/ 3028722 w 4683617"/>
              <a:gd name="connsiteY2120" fmla="*/ 391182 h 3743862"/>
              <a:gd name="connsiteX2121" fmla="*/ 3098700 w 4683617"/>
              <a:gd name="connsiteY2121" fmla="*/ 463109 h 3743862"/>
              <a:gd name="connsiteX2122" fmla="*/ 3028722 w 4683617"/>
              <a:gd name="connsiteY2122" fmla="*/ 535036 h 3743862"/>
              <a:gd name="connsiteX2123" fmla="*/ 2958744 w 4683617"/>
              <a:gd name="connsiteY2123" fmla="*/ 463109 h 3743862"/>
              <a:gd name="connsiteX2124" fmla="*/ 3028722 w 4683617"/>
              <a:gd name="connsiteY2124" fmla="*/ 391182 h 3743862"/>
              <a:gd name="connsiteX2125" fmla="*/ 2838381 w 4683617"/>
              <a:gd name="connsiteY2125" fmla="*/ 391182 h 3743862"/>
              <a:gd name="connsiteX2126" fmla="*/ 2908360 w 4683617"/>
              <a:gd name="connsiteY2126" fmla="*/ 463109 h 3743862"/>
              <a:gd name="connsiteX2127" fmla="*/ 2838381 w 4683617"/>
              <a:gd name="connsiteY2127" fmla="*/ 535036 h 3743862"/>
              <a:gd name="connsiteX2128" fmla="*/ 2768403 w 4683617"/>
              <a:gd name="connsiteY2128" fmla="*/ 463109 h 3743862"/>
              <a:gd name="connsiteX2129" fmla="*/ 2838381 w 4683617"/>
              <a:gd name="connsiteY2129" fmla="*/ 391182 h 3743862"/>
              <a:gd name="connsiteX2130" fmla="*/ 2631246 w 4683617"/>
              <a:gd name="connsiteY2130" fmla="*/ 391182 h 3743862"/>
              <a:gd name="connsiteX2131" fmla="*/ 2701224 w 4683617"/>
              <a:gd name="connsiteY2131" fmla="*/ 463109 h 3743862"/>
              <a:gd name="connsiteX2132" fmla="*/ 2631246 w 4683617"/>
              <a:gd name="connsiteY2132" fmla="*/ 535036 h 3743862"/>
              <a:gd name="connsiteX2133" fmla="*/ 2561268 w 4683617"/>
              <a:gd name="connsiteY2133" fmla="*/ 463109 h 3743862"/>
              <a:gd name="connsiteX2134" fmla="*/ 2631246 w 4683617"/>
              <a:gd name="connsiteY2134" fmla="*/ 391182 h 3743862"/>
              <a:gd name="connsiteX2135" fmla="*/ 2441838 w 4683617"/>
              <a:gd name="connsiteY2135" fmla="*/ 391182 h 3743862"/>
              <a:gd name="connsiteX2136" fmla="*/ 2511816 w 4683617"/>
              <a:gd name="connsiteY2136" fmla="*/ 463109 h 3743862"/>
              <a:gd name="connsiteX2137" fmla="*/ 2441838 w 4683617"/>
              <a:gd name="connsiteY2137" fmla="*/ 535036 h 3743862"/>
              <a:gd name="connsiteX2138" fmla="*/ 2371859 w 4683617"/>
              <a:gd name="connsiteY2138" fmla="*/ 463109 h 3743862"/>
              <a:gd name="connsiteX2139" fmla="*/ 2441838 w 4683617"/>
              <a:gd name="connsiteY2139" fmla="*/ 391182 h 3743862"/>
              <a:gd name="connsiteX2140" fmla="*/ 4612378 w 4683617"/>
              <a:gd name="connsiteY2140" fmla="*/ 384872 h 3743862"/>
              <a:gd name="connsiteX2141" fmla="*/ 4682356 w 4683617"/>
              <a:gd name="connsiteY2141" fmla="*/ 456799 h 3743862"/>
              <a:gd name="connsiteX2142" fmla="*/ 4612378 w 4683617"/>
              <a:gd name="connsiteY2142" fmla="*/ 528726 h 3743862"/>
              <a:gd name="connsiteX2143" fmla="*/ 4542399 w 4683617"/>
              <a:gd name="connsiteY2143" fmla="*/ 456799 h 3743862"/>
              <a:gd name="connsiteX2144" fmla="*/ 4612378 w 4683617"/>
              <a:gd name="connsiteY2144" fmla="*/ 384872 h 3743862"/>
              <a:gd name="connsiteX2145" fmla="*/ 4422036 w 4683617"/>
              <a:gd name="connsiteY2145" fmla="*/ 384872 h 3743862"/>
              <a:gd name="connsiteX2146" fmla="*/ 4492015 w 4683617"/>
              <a:gd name="connsiteY2146" fmla="*/ 456799 h 3743862"/>
              <a:gd name="connsiteX2147" fmla="*/ 4422036 w 4683617"/>
              <a:gd name="connsiteY2147" fmla="*/ 528726 h 3743862"/>
              <a:gd name="connsiteX2148" fmla="*/ 4352058 w 4683617"/>
              <a:gd name="connsiteY2148" fmla="*/ 456799 h 3743862"/>
              <a:gd name="connsiteX2149" fmla="*/ 4422036 w 4683617"/>
              <a:gd name="connsiteY2149" fmla="*/ 384872 h 3743862"/>
              <a:gd name="connsiteX2150" fmla="*/ 4214901 w 4683617"/>
              <a:gd name="connsiteY2150" fmla="*/ 384872 h 3743862"/>
              <a:gd name="connsiteX2151" fmla="*/ 4284879 w 4683617"/>
              <a:gd name="connsiteY2151" fmla="*/ 456799 h 3743862"/>
              <a:gd name="connsiteX2152" fmla="*/ 4214901 w 4683617"/>
              <a:gd name="connsiteY2152" fmla="*/ 528726 h 3743862"/>
              <a:gd name="connsiteX2153" fmla="*/ 4144923 w 4683617"/>
              <a:gd name="connsiteY2153" fmla="*/ 456799 h 3743862"/>
              <a:gd name="connsiteX2154" fmla="*/ 4214901 w 4683617"/>
              <a:gd name="connsiteY2154" fmla="*/ 384872 h 3743862"/>
              <a:gd name="connsiteX2155" fmla="*/ 4025493 w 4683617"/>
              <a:gd name="connsiteY2155" fmla="*/ 384872 h 3743862"/>
              <a:gd name="connsiteX2156" fmla="*/ 4095471 w 4683617"/>
              <a:gd name="connsiteY2156" fmla="*/ 456799 h 3743862"/>
              <a:gd name="connsiteX2157" fmla="*/ 4025493 w 4683617"/>
              <a:gd name="connsiteY2157" fmla="*/ 528726 h 3743862"/>
              <a:gd name="connsiteX2158" fmla="*/ 3955514 w 4683617"/>
              <a:gd name="connsiteY2158" fmla="*/ 456799 h 3743862"/>
              <a:gd name="connsiteX2159" fmla="*/ 4025493 w 4683617"/>
              <a:gd name="connsiteY2159" fmla="*/ 384872 h 3743862"/>
              <a:gd name="connsiteX2160" fmla="*/ 1453108 w 4683617"/>
              <a:gd name="connsiteY2160" fmla="*/ 213896 h 3743862"/>
              <a:gd name="connsiteX2161" fmla="*/ 1523086 w 4683617"/>
              <a:gd name="connsiteY2161" fmla="*/ 285822 h 3743862"/>
              <a:gd name="connsiteX2162" fmla="*/ 1453108 w 4683617"/>
              <a:gd name="connsiteY2162" fmla="*/ 357750 h 3743862"/>
              <a:gd name="connsiteX2163" fmla="*/ 1383129 w 4683617"/>
              <a:gd name="connsiteY2163" fmla="*/ 285822 h 3743862"/>
              <a:gd name="connsiteX2164" fmla="*/ 1453108 w 4683617"/>
              <a:gd name="connsiteY2164" fmla="*/ 213896 h 3743862"/>
              <a:gd name="connsiteX2165" fmla="*/ 1262767 w 4683617"/>
              <a:gd name="connsiteY2165" fmla="*/ 213896 h 3743862"/>
              <a:gd name="connsiteX2166" fmla="*/ 1332746 w 4683617"/>
              <a:gd name="connsiteY2166" fmla="*/ 285822 h 3743862"/>
              <a:gd name="connsiteX2167" fmla="*/ 1262767 w 4683617"/>
              <a:gd name="connsiteY2167" fmla="*/ 357750 h 3743862"/>
              <a:gd name="connsiteX2168" fmla="*/ 1192789 w 4683617"/>
              <a:gd name="connsiteY2168" fmla="*/ 285822 h 3743862"/>
              <a:gd name="connsiteX2169" fmla="*/ 1262767 w 4683617"/>
              <a:gd name="connsiteY2169" fmla="*/ 213896 h 3743862"/>
              <a:gd name="connsiteX2170" fmla="*/ 1055631 w 4683617"/>
              <a:gd name="connsiteY2170" fmla="*/ 213896 h 3743862"/>
              <a:gd name="connsiteX2171" fmla="*/ 1125610 w 4683617"/>
              <a:gd name="connsiteY2171" fmla="*/ 285822 h 3743862"/>
              <a:gd name="connsiteX2172" fmla="*/ 1055631 w 4683617"/>
              <a:gd name="connsiteY2172" fmla="*/ 357750 h 3743862"/>
              <a:gd name="connsiteX2173" fmla="*/ 985654 w 4683617"/>
              <a:gd name="connsiteY2173" fmla="*/ 285822 h 3743862"/>
              <a:gd name="connsiteX2174" fmla="*/ 1055631 w 4683617"/>
              <a:gd name="connsiteY2174" fmla="*/ 213896 h 3743862"/>
              <a:gd name="connsiteX2175" fmla="*/ 866223 w 4683617"/>
              <a:gd name="connsiteY2175" fmla="*/ 213896 h 3743862"/>
              <a:gd name="connsiteX2176" fmla="*/ 936201 w 4683617"/>
              <a:gd name="connsiteY2176" fmla="*/ 285822 h 3743862"/>
              <a:gd name="connsiteX2177" fmla="*/ 866223 w 4683617"/>
              <a:gd name="connsiteY2177" fmla="*/ 357750 h 3743862"/>
              <a:gd name="connsiteX2178" fmla="*/ 796245 w 4683617"/>
              <a:gd name="connsiteY2178" fmla="*/ 285822 h 3743862"/>
              <a:gd name="connsiteX2179" fmla="*/ 866223 w 4683617"/>
              <a:gd name="connsiteY2179" fmla="*/ 213896 h 3743862"/>
              <a:gd name="connsiteX2180" fmla="*/ 656863 w 4683617"/>
              <a:gd name="connsiteY2180" fmla="*/ 212634 h 3743862"/>
              <a:gd name="connsiteX2181" fmla="*/ 726841 w 4683617"/>
              <a:gd name="connsiteY2181" fmla="*/ 284560 h 3743862"/>
              <a:gd name="connsiteX2182" fmla="*/ 656863 w 4683617"/>
              <a:gd name="connsiteY2182" fmla="*/ 356488 h 3743862"/>
              <a:gd name="connsiteX2183" fmla="*/ 586885 w 4683617"/>
              <a:gd name="connsiteY2183" fmla="*/ 284560 h 3743862"/>
              <a:gd name="connsiteX2184" fmla="*/ 656863 w 4683617"/>
              <a:gd name="connsiteY2184" fmla="*/ 212634 h 3743862"/>
              <a:gd name="connsiteX2185" fmla="*/ 466522 w 4683617"/>
              <a:gd name="connsiteY2185" fmla="*/ 212634 h 3743862"/>
              <a:gd name="connsiteX2186" fmla="*/ 536501 w 4683617"/>
              <a:gd name="connsiteY2186" fmla="*/ 284560 h 3743862"/>
              <a:gd name="connsiteX2187" fmla="*/ 466522 w 4683617"/>
              <a:gd name="connsiteY2187" fmla="*/ 356488 h 3743862"/>
              <a:gd name="connsiteX2188" fmla="*/ 396544 w 4683617"/>
              <a:gd name="connsiteY2188" fmla="*/ 284560 h 3743862"/>
              <a:gd name="connsiteX2189" fmla="*/ 466522 w 4683617"/>
              <a:gd name="connsiteY2189" fmla="*/ 212634 h 3743862"/>
              <a:gd name="connsiteX2190" fmla="*/ 259387 w 4683617"/>
              <a:gd name="connsiteY2190" fmla="*/ 212634 h 3743862"/>
              <a:gd name="connsiteX2191" fmla="*/ 329365 w 4683617"/>
              <a:gd name="connsiteY2191" fmla="*/ 284560 h 3743862"/>
              <a:gd name="connsiteX2192" fmla="*/ 259387 w 4683617"/>
              <a:gd name="connsiteY2192" fmla="*/ 356488 h 3743862"/>
              <a:gd name="connsiteX2193" fmla="*/ 189409 w 4683617"/>
              <a:gd name="connsiteY2193" fmla="*/ 284560 h 3743862"/>
              <a:gd name="connsiteX2194" fmla="*/ 259387 w 4683617"/>
              <a:gd name="connsiteY2194" fmla="*/ 212634 h 3743862"/>
              <a:gd name="connsiteX2195" fmla="*/ 69979 w 4683617"/>
              <a:gd name="connsiteY2195" fmla="*/ 212634 h 3743862"/>
              <a:gd name="connsiteX2196" fmla="*/ 139957 w 4683617"/>
              <a:gd name="connsiteY2196" fmla="*/ 284560 h 3743862"/>
              <a:gd name="connsiteX2197" fmla="*/ 69979 w 4683617"/>
              <a:gd name="connsiteY2197" fmla="*/ 356488 h 3743862"/>
              <a:gd name="connsiteX2198" fmla="*/ 0 w 4683617"/>
              <a:gd name="connsiteY2198" fmla="*/ 284560 h 3743862"/>
              <a:gd name="connsiteX2199" fmla="*/ 69979 w 4683617"/>
              <a:gd name="connsiteY2199" fmla="*/ 212634 h 3743862"/>
              <a:gd name="connsiteX2200" fmla="*/ 2240519 w 4683617"/>
              <a:gd name="connsiteY2200" fmla="*/ 206324 h 3743862"/>
              <a:gd name="connsiteX2201" fmla="*/ 2310497 w 4683617"/>
              <a:gd name="connsiteY2201" fmla="*/ 278251 h 3743862"/>
              <a:gd name="connsiteX2202" fmla="*/ 2240519 w 4683617"/>
              <a:gd name="connsiteY2202" fmla="*/ 350178 h 3743862"/>
              <a:gd name="connsiteX2203" fmla="*/ 2170540 w 4683617"/>
              <a:gd name="connsiteY2203" fmla="*/ 278251 h 3743862"/>
              <a:gd name="connsiteX2204" fmla="*/ 2240519 w 4683617"/>
              <a:gd name="connsiteY2204" fmla="*/ 206324 h 3743862"/>
              <a:gd name="connsiteX2205" fmla="*/ 2050178 w 4683617"/>
              <a:gd name="connsiteY2205" fmla="*/ 206324 h 3743862"/>
              <a:gd name="connsiteX2206" fmla="*/ 2120156 w 4683617"/>
              <a:gd name="connsiteY2206" fmla="*/ 278251 h 3743862"/>
              <a:gd name="connsiteX2207" fmla="*/ 2050178 w 4683617"/>
              <a:gd name="connsiteY2207" fmla="*/ 350178 h 3743862"/>
              <a:gd name="connsiteX2208" fmla="*/ 1980200 w 4683617"/>
              <a:gd name="connsiteY2208" fmla="*/ 278251 h 3743862"/>
              <a:gd name="connsiteX2209" fmla="*/ 2050178 w 4683617"/>
              <a:gd name="connsiteY2209" fmla="*/ 206324 h 3743862"/>
              <a:gd name="connsiteX2210" fmla="*/ 1843042 w 4683617"/>
              <a:gd name="connsiteY2210" fmla="*/ 206324 h 3743862"/>
              <a:gd name="connsiteX2211" fmla="*/ 1913021 w 4683617"/>
              <a:gd name="connsiteY2211" fmla="*/ 278251 h 3743862"/>
              <a:gd name="connsiteX2212" fmla="*/ 1843042 w 4683617"/>
              <a:gd name="connsiteY2212" fmla="*/ 350178 h 3743862"/>
              <a:gd name="connsiteX2213" fmla="*/ 1773064 w 4683617"/>
              <a:gd name="connsiteY2213" fmla="*/ 278251 h 3743862"/>
              <a:gd name="connsiteX2214" fmla="*/ 1843042 w 4683617"/>
              <a:gd name="connsiteY2214" fmla="*/ 206324 h 3743862"/>
              <a:gd name="connsiteX2215" fmla="*/ 1653634 w 4683617"/>
              <a:gd name="connsiteY2215" fmla="*/ 206324 h 3743862"/>
              <a:gd name="connsiteX2216" fmla="*/ 1723612 w 4683617"/>
              <a:gd name="connsiteY2216" fmla="*/ 278251 h 3743862"/>
              <a:gd name="connsiteX2217" fmla="*/ 1653634 w 4683617"/>
              <a:gd name="connsiteY2217" fmla="*/ 350178 h 3743862"/>
              <a:gd name="connsiteX2218" fmla="*/ 1583655 w 4683617"/>
              <a:gd name="connsiteY2218" fmla="*/ 278251 h 3743862"/>
              <a:gd name="connsiteX2219" fmla="*/ 1653634 w 4683617"/>
              <a:gd name="connsiteY2219" fmla="*/ 206324 h 3743862"/>
              <a:gd name="connsiteX2220" fmla="*/ 3824967 w 4683617"/>
              <a:gd name="connsiteY2220" fmla="*/ 203163 h 3743862"/>
              <a:gd name="connsiteX2221" fmla="*/ 3894945 w 4683617"/>
              <a:gd name="connsiteY2221" fmla="*/ 275090 h 3743862"/>
              <a:gd name="connsiteX2222" fmla="*/ 3824967 w 4683617"/>
              <a:gd name="connsiteY2222" fmla="*/ 347017 h 3743862"/>
              <a:gd name="connsiteX2223" fmla="*/ 3754988 w 4683617"/>
              <a:gd name="connsiteY2223" fmla="*/ 275090 h 3743862"/>
              <a:gd name="connsiteX2224" fmla="*/ 3824967 w 4683617"/>
              <a:gd name="connsiteY2224" fmla="*/ 203163 h 3743862"/>
              <a:gd name="connsiteX2225" fmla="*/ 3634626 w 4683617"/>
              <a:gd name="connsiteY2225" fmla="*/ 203163 h 3743862"/>
              <a:gd name="connsiteX2226" fmla="*/ 3704604 w 4683617"/>
              <a:gd name="connsiteY2226" fmla="*/ 275090 h 3743862"/>
              <a:gd name="connsiteX2227" fmla="*/ 3634626 w 4683617"/>
              <a:gd name="connsiteY2227" fmla="*/ 347017 h 3743862"/>
              <a:gd name="connsiteX2228" fmla="*/ 3564648 w 4683617"/>
              <a:gd name="connsiteY2228" fmla="*/ 275090 h 3743862"/>
              <a:gd name="connsiteX2229" fmla="*/ 3634626 w 4683617"/>
              <a:gd name="connsiteY2229" fmla="*/ 203163 h 3743862"/>
              <a:gd name="connsiteX2230" fmla="*/ 3427490 w 4683617"/>
              <a:gd name="connsiteY2230" fmla="*/ 203163 h 3743862"/>
              <a:gd name="connsiteX2231" fmla="*/ 3497469 w 4683617"/>
              <a:gd name="connsiteY2231" fmla="*/ 275090 h 3743862"/>
              <a:gd name="connsiteX2232" fmla="*/ 3427490 w 4683617"/>
              <a:gd name="connsiteY2232" fmla="*/ 347017 h 3743862"/>
              <a:gd name="connsiteX2233" fmla="*/ 3357512 w 4683617"/>
              <a:gd name="connsiteY2233" fmla="*/ 275090 h 3743862"/>
              <a:gd name="connsiteX2234" fmla="*/ 3427490 w 4683617"/>
              <a:gd name="connsiteY2234" fmla="*/ 203163 h 3743862"/>
              <a:gd name="connsiteX2235" fmla="*/ 3238082 w 4683617"/>
              <a:gd name="connsiteY2235" fmla="*/ 203163 h 3743862"/>
              <a:gd name="connsiteX2236" fmla="*/ 3308060 w 4683617"/>
              <a:gd name="connsiteY2236" fmla="*/ 275090 h 3743862"/>
              <a:gd name="connsiteX2237" fmla="*/ 3238082 w 4683617"/>
              <a:gd name="connsiteY2237" fmla="*/ 347017 h 3743862"/>
              <a:gd name="connsiteX2238" fmla="*/ 3168104 w 4683617"/>
              <a:gd name="connsiteY2238" fmla="*/ 275090 h 3743862"/>
              <a:gd name="connsiteX2239" fmla="*/ 3238082 w 4683617"/>
              <a:gd name="connsiteY2239" fmla="*/ 203163 h 3743862"/>
              <a:gd name="connsiteX2240" fmla="*/ 3028722 w 4683617"/>
              <a:gd name="connsiteY2240" fmla="*/ 201900 h 3743862"/>
              <a:gd name="connsiteX2241" fmla="*/ 3098700 w 4683617"/>
              <a:gd name="connsiteY2241" fmla="*/ 273827 h 3743862"/>
              <a:gd name="connsiteX2242" fmla="*/ 3028722 w 4683617"/>
              <a:gd name="connsiteY2242" fmla="*/ 345755 h 3743862"/>
              <a:gd name="connsiteX2243" fmla="*/ 2958744 w 4683617"/>
              <a:gd name="connsiteY2243" fmla="*/ 273827 h 3743862"/>
              <a:gd name="connsiteX2244" fmla="*/ 3028722 w 4683617"/>
              <a:gd name="connsiteY2244" fmla="*/ 201900 h 3743862"/>
              <a:gd name="connsiteX2245" fmla="*/ 2838381 w 4683617"/>
              <a:gd name="connsiteY2245" fmla="*/ 201900 h 3743862"/>
              <a:gd name="connsiteX2246" fmla="*/ 2908360 w 4683617"/>
              <a:gd name="connsiteY2246" fmla="*/ 273827 h 3743862"/>
              <a:gd name="connsiteX2247" fmla="*/ 2838381 w 4683617"/>
              <a:gd name="connsiteY2247" fmla="*/ 345755 h 3743862"/>
              <a:gd name="connsiteX2248" fmla="*/ 2768403 w 4683617"/>
              <a:gd name="connsiteY2248" fmla="*/ 273827 h 3743862"/>
              <a:gd name="connsiteX2249" fmla="*/ 2838381 w 4683617"/>
              <a:gd name="connsiteY2249" fmla="*/ 201900 h 3743862"/>
              <a:gd name="connsiteX2250" fmla="*/ 2631246 w 4683617"/>
              <a:gd name="connsiteY2250" fmla="*/ 201900 h 3743862"/>
              <a:gd name="connsiteX2251" fmla="*/ 2701224 w 4683617"/>
              <a:gd name="connsiteY2251" fmla="*/ 273827 h 3743862"/>
              <a:gd name="connsiteX2252" fmla="*/ 2631246 w 4683617"/>
              <a:gd name="connsiteY2252" fmla="*/ 345755 h 3743862"/>
              <a:gd name="connsiteX2253" fmla="*/ 2561268 w 4683617"/>
              <a:gd name="connsiteY2253" fmla="*/ 273827 h 3743862"/>
              <a:gd name="connsiteX2254" fmla="*/ 2631246 w 4683617"/>
              <a:gd name="connsiteY2254" fmla="*/ 201900 h 3743862"/>
              <a:gd name="connsiteX2255" fmla="*/ 2441838 w 4683617"/>
              <a:gd name="connsiteY2255" fmla="*/ 201900 h 3743862"/>
              <a:gd name="connsiteX2256" fmla="*/ 2511816 w 4683617"/>
              <a:gd name="connsiteY2256" fmla="*/ 273827 h 3743862"/>
              <a:gd name="connsiteX2257" fmla="*/ 2441838 w 4683617"/>
              <a:gd name="connsiteY2257" fmla="*/ 345755 h 3743862"/>
              <a:gd name="connsiteX2258" fmla="*/ 2371859 w 4683617"/>
              <a:gd name="connsiteY2258" fmla="*/ 273827 h 3743862"/>
              <a:gd name="connsiteX2259" fmla="*/ 2441838 w 4683617"/>
              <a:gd name="connsiteY2259" fmla="*/ 201900 h 3743862"/>
              <a:gd name="connsiteX2260" fmla="*/ 4612378 w 4683617"/>
              <a:gd name="connsiteY2260" fmla="*/ 195591 h 3743862"/>
              <a:gd name="connsiteX2261" fmla="*/ 4682356 w 4683617"/>
              <a:gd name="connsiteY2261" fmla="*/ 267517 h 3743862"/>
              <a:gd name="connsiteX2262" fmla="*/ 4612378 w 4683617"/>
              <a:gd name="connsiteY2262" fmla="*/ 339445 h 3743862"/>
              <a:gd name="connsiteX2263" fmla="*/ 4542399 w 4683617"/>
              <a:gd name="connsiteY2263" fmla="*/ 267517 h 3743862"/>
              <a:gd name="connsiteX2264" fmla="*/ 4612378 w 4683617"/>
              <a:gd name="connsiteY2264" fmla="*/ 195591 h 3743862"/>
              <a:gd name="connsiteX2265" fmla="*/ 4422036 w 4683617"/>
              <a:gd name="connsiteY2265" fmla="*/ 195591 h 3743862"/>
              <a:gd name="connsiteX2266" fmla="*/ 4492015 w 4683617"/>
              <a:gd name="connsiteY2266" fmla="*/ 267517 h 3743862"/>
              <a:gd name="connsiteX2267" fmla="*/ 4422036 w 4683617"/>
              <a:gd name="connsiteY2267" fmla="*/ 339445 h 3743862"/>
              <a:gd name="connsiteX2268" fmla="*/ 4352058 w 4683617"/>
              <a:gd name="connsiteY2268" fmla="*/ 267517 h 3743862"/>
              <a:gd name="connsiteX2269" fmla="*/ 4422036 w 4683617"/>
              <a:gd name="connsiteY2269" fmla="*/ 195591 h 3743862"/>
              <a:gd name="connsiteX2270" fmla="*/ 4214901 w 4683617"/>
              <a:gd name="connsiteY2270" fmla="*/ 195591 h 3743862"/>
              <a:gd name="connsiteX2271" fmla="*/ 4284879 w 4683617"/>
              <a:gd name="connsiteY2271" fmla="*/ 267517 h 3743862"/>
              <a:gd name="connsiteX2272" fmla="*/ 4214901 w 4683617"/>
              <a:gd name="connsiteY2272" fmla="*/ 339445 h 3743862"/>
              <a:gd name="connsiteX2273" fmla="*/ 4144923 w 4683617"/>
              <a:gd name="connsiteY2273" fmla="*/ 267517 h 3743862"/>
              <a:gd name="connsiteX2274" fmla="*/ 4214901 w 4683617"/>
              <a:gd name="connsiteY2274" fmla="*/ 195591 h 3743862"/>
              <a:gd name="connsiteX2275" fmla="*/ 4025493 w 4683617"/>
              <a:gd name="connsiteY2275" fmla="*/ 195591 h 3743862"/>
              <a:gd name="connsiteX2276" fmla="*/ 4095471 w 4683617"/>
              <a:gd name="connsiteY2276" fmla="*/ 267517 h 3743862"/>
              <a:gd name="connsiteX2277" fmla="*/ 4025493 w 4683617"/>
              <a:gd name="connsiteY2277" fmla="*/ 339445 h 3743862"/>
              <a:gd name="connsiteX2278" fmla="*/ 3955514 w 4683617"/>
              <a:gd name="connsiteY2278" fmla="*/ 267517 h 3743862"/>
              <a:gd name="connsiteX2279" fmla="*/ 4025493 w 4683617"/>
              <a:gd name="connsiteY2279" fmla="*/ 195591 h 3743862"/>
              <a:gd name="connsiteX2280" fmla="*/ 1453108 w 4683617"/>
              <a:gd name="connsiteY2280" fmla="*/ 18305 h 3743862"/>
              <a:gd name="connsiteX2281" fmla="*/ 1523086 w 4683617"/>
              <a:gd name="connsiteY2281" fmla="*/ 90232 h 3743862"/>
              <a:gd name="connsiteX2282" fmla="*/ 1453108 w 4683617"/>
              <a:gd name="connsiteY2282" fmla="*/ 162159 h 3743862"/>
              <a:gd name="connsiteX2283" fmla="*/ 1383129 w 4683617"/>
              <a:gd name="connsiteY2283" fmla="*/ 90232 h 3743862"/>
              <a:gd name="connsiteX2284" fmla="*/ 1453108 w 4683617"/>
              <a:gd name="connsiteY2284" fmla="*/ 18305 h 3743862"/>
              <a:gd name="connsiteX2285" fmla="*/ 1262767 w 4683617"/>
              <a:gd name="connsiteY2285" fmla="*/ 18305 h 3743862"/>
              <a:gd name="connsiteX2286" fmla="*/ 1332746 w 4683617"/>
              <a:gd name="connsiteY2286" fmla="*/ 90232 h 3743862"/>
              <a:gd name="connsiteX2287" fmla="*/ 1262767 w 4683617"/>
              <a:gd name="connsiteY2287" fmla="*/ 162159 h 3743862"/>
              <a:gd name="connsiteX2288" fmla="*/ 1192789 w 4683617"/>
              <a:gd name="connsiteY2288" fmla="*/ 90232 h 3743862"/>
              <a:gd name="connsiteX2289" fmla="*/ 1262767 w 4683617"/>
              <a:gd name="connsiteY2289" fmla="*/ 18305 h 3743862"/>
              <a:gd name="connsiteX2290" fmla="*/ 1055631 w 4683617"/>
              <a:gd name="connsiteY2290" fmla="*/ 18305 h 3743862"/>
              <a:gd name="connsiteX2291" fmla="*/ 1125610 w 4683617"/>
              <a:gd name="connsiteY2291" fmla="*/ 90232 h 3743862"/>
              <a:gd name="connsiteX2292" fmla="*/ 1055631 w 4683617"/>
              <a:gd name="connsiteY2292" fmla="*/ 162159 h 3743862"/>
              <a:gd name="connsiteX2293" fmla="*/ 985654 w 4683617"/>
              <a:gd name="connsiteY2293" fmla="*/ 90232 h 3743862"/>
              <a:gd name="connsiteX2294" fmla="*/ 1055631 w 4683617"/>
              <a:gd name="connsiteY2294" fmla="*/ 18305 h 3743862"/>
              <a:gd name="connsiteX2295" fmla="*/ 866223 w 4683617"/>
              <a:gd name="connsiteY2295" fmla="*/ 18305 h 3743862"/>
              <a:gd name="connsiteX2296" fmla="*/ 936201 w 4683617"/>
              <a:gd name="connsiteY2296" fmla="*/ 90232 h 3743862"/>
              <a:gd name="connsiteX2297" fmla="*/ 866223 w 4683617"/>
              <a:gd name="connsiteY2297" fmla="*/ 162159 h 3743862"/>
              <a:gd name="connsiteX2298" fmla="*/ 796245 w 4683617"/>
              <a:gd name="connsiteY2298" fmla="*/ 90232 h 3743862"/>
              <a:gd name="connsiteX2299" fmla="*/ 866223 w 4683617"/>
              <a:gd name="connsiteY2299" fmla="*/ 18305 h 3743862"/>
              <a:gd name="connsiteX2300" fmla="*/ 656863 w 4683617"/>
              <a:gd name="connsiteY2300" fmla="*/ 17043 h 3743862"/>
              <a:gd name="connsiteX2301" fmla="*/ 726841 w 4683617"/>
              <a:gd name="connsiteY2301" fmla="*/ 88969 h 3743862"/>
              <a:gd name="connsiteX2302" fmla="*/ 656863 w 4683617"/>
              <a:gd name="connsiteY2302" fmla="*/ 160897 h 3743862"/>
              <a:gd name="connsiteX2303" fmla="*/ 586885 w 4683617"/>
              <a:gd name="connsiteY2303" fmla="*/ 88969 h 3743862"/>
              <a:gd name="connsiteX2304" fmla="*/ 656863 w 4683617"/>
              <a:gd name="connsiteY2304" fmla="*/ 17043 h 3743862"/>
              <a:gd name="connsiteX2305" fmla="*/ 466522 w 4683617"/>
              <a:gd name="connsiteY2305" fmla="*/ 17043 h 3743862"/>
              <a:gd name="connsiteX2306" fmla="*/ 536501 w 4683617"/>
              <a:gd name="connsiteY2306" fmla="*/ 88969 h 3743862"/>
              <a:gd name="connsiteX2307" fmla="*/ 466522 w 4683617"/>
              <a:gd name="connsiteY2307" fmla="*/ 160897 h 3743862"/>
              <a:gd name="connsiteX2308" fmla="*/ 396544 w 4683617"/>
              <a:gd name="connsiteY2308" fmla="*/ 88969 h 3743862"/>
              <a:gd name="connsiteX2309" fmla="*/ 466522 w 4683617"/>
              <a:gd name="connsiteY2309" fmla="*/ 17043 h 3743862"/>
              <a:gd name="connsiteX2310" fmla="*/ 259387 w 4683617"/>
              <a:gd name="connsiteY2310" fmla="*/ 17043 h 3743862"/>
              <a:gd name="connsiteX2311" fmla="*/ 329365 w 4683617"/>
              <a:gd name="connsiteY2311" fmla="*/ 88969 h 3743862"/>
              <a:gd name="connsiteX2312" fmla="*/ 259387 w 4683617"/>
              <a:gd name="connsiteY2312" fmla="*/ 160897 h 3743862"/>
              <a:gd name="connsiteX2313" fmla="*/ 189409 w 4683617"/>
              <a:gd name="connsiteY2313" fmla="*/ 88969 h 3743862"/>
              <a:gd name="connsiteX2314" fmla="*/ 259387 w 4683617"/>
              <a:gd name="connsiteY2314" fmla="*/ 17043 h 3743862"/>
              <a:gd name="connsiteX2315" fmla="*/ 69979 w 4683617"/>
              <a:gd name="connsiteY2315" fmla="*/ 17043 h 3743862"/>
              <a:gd name="connsiteX2316" fmla="*/ 139957 w 4683617"/>
              <a:gd name="connsiteY2316" fmla="*/ 88969 h 3743862"/>
              <a:gd name="connsiteX2317" fmla="*/ 69979 w 4683617"/>
              <a:gd name="connsiteY2317" fmla="*/ 160897 h 3743862"/>
              <a:gd name="connsiteX2318" fmla="*/ 0 w 4683617"/>
              <a:gd name="connsiteY2318" fmla="*/ 88969 h 3743862"/>
              <a:gd name="connsiteX2319" fmla="*/ 69979 w 4683617"/>
              <a:gd name="connsiteY2319" fmla="*/ 17043 h 3743862"/>
              <a:gd name="connsiteX2320" fmla="*/ 2240519 w 4683617"/>
              <a:gd name="connsiteY2320" fmla="*/ 10733 h 3743862"/>
              <a:gd name="connsiteX2321" fmla="*/ 2310497 w 4683617"/>
              <a:gd name="connsiteY2321" fmla="*/ 82660 h 3743862"/>
              <a:gd name="connsiteX2322" fmla="*/ 2240519 w 4683617"/>
              <a:gd name="connsiteY2322" fmla="*/ 154587 h 3743862"/>
              <a:gd name="connsiteX2323" fmla="*/ 2170540 w 4683617"/>
              <a:gd name="connsiteY2323" fmla="*/ 82660 h 3743862"/>
              <a:gd name="connsiteX2324" fmla="*/ 2240519 w 4683617"/>
              <a:gd name="connsiteY2324" fmla="*/ 10733 h 3743862"/>
              <a:gd name="connsiteX2325" fmla="*/ 2050178 w 4683617"/>
              <a:gd name="connsiteY2325" fmla="*/ 10733 h 3743862"/>
              <a:gd name="connsiteX2326" fmla="*/ 2120156 w 4683617"/>
              <a:gd name="connsiteY2326" fmla="*/ 82660 h 3743862"/>
              <a:gd name="connsiteX2327" fmla="*/ 2050178 w 4683617"/>
              <a:gd name="connsiteY2327" fmla="*/ 154587 h 3743862"/>
              <a:gd name="connsiteX2328" fmla="*/ 1980200 w 4683617"/>
              <a:gd name="connsiteY2328" fmla="*/ 82660 h 3743862"/>
              <a:gd name="connsiteX2329" fmla="*/ 2050178 w 4683617"/>
              <a:gd name="connsiteY2329" fmla="*/ 10733 h 3743862"/>
              <a:gd name="connsiteX2330" fmla="*/ 1843042 w 4683617"/>
              <a:gd name="connsiteY2330" fmla="*/ 10733 h 3743862"/>
              <a:gd name="connsiteX2331" fmla="*/ 1913021 w 4683617"/>
              <a:gd name="connsiteY2331" fmla="*/ 82660 h 3743862"/>
              <a:gd name="connsiteX2332" fmla="*/ 1843042 w 4683617"/>
              <a:gd name="connsiteY2332" fmla="*/ 154587 h 3743862"/>
              <a:gd name="connsiteX2333" fmla="*/ 1773064 w 4683617"/>
              <a:gd name="connsiteY2333" fmla="*/ 82660 h 3743862"/>
              <a:gd name="connsiteX2334" fmla="*/ 1843042 w 4683617"/>
              <a:gd name="connsiteY2334" fmla="*/ 10733 h 3743862"/>
              <a:gd name="connsiteX2335" fmla="*/ 1653634 w 4683617"/>
              <a:gd name="connsiteY2335" fmla="*/ 10733 h 3743862"/>
              <a:gd name="connsiteX2336" fmla="*/ 1723612 w 4683617"/>
              <a:gd name="connsiteY2336" fmla="*/ 82660 h 3743862"/>
              <a:gd name="connsiteX2337" fmla="*/ 1653634 w 4683617"/>
              <a:gd name="connsiteY2337" fmla="*/ 154587 h 3743862"/>
              <a:gd name="connsiteX2338" fmla="*/ 1583655 w 4683617"/>
              <a:gd name="connsiteY2338" fmla="*/ 82660 h 3743862"/>
              <a:gd name="connsiteX2339" fmla="*/ 1653634 w 4683617"/>
              <a:gd name="connsiteY2339" fmla="*/ 10733 h 3743862"/>
              <a:gd name="connsiteX2340" fmla="*/ 3824967 w 4683617"/>
              <a:gd name="connsiteY2340" fmla="*/ 7572 h 3743862"/>
              <a:gd name="connsiteX2341" fmla="*/ 3894945 w 4683617"/>
              <a:gd name="connsiteY2341" fmla="*/ 79499 h 3743862"/>
              <a:gd name="connsiteX2342" fmla="*/ 3824967 w 4683617"/>
              <a:gd name="connsiteY2342" fmla="*/ 151426 h 3743862"/>
              <a:gd name="connsiteX2343" fmla="*/ 3754988 w 4683617"/>
              <a:gd name="connsiteY2343" fmla="*/ 79499 h 3743862"/>
              <a:gd name="connsiteX2344" fmla="*/ 3824967 w 4683617"/>
              <a:gd name="connsiteY2344" fmla="*/ 7572 h 3743862"/>
              <a:gd name="connsiteX2345" fmla="*/ 3634626 w 4683617"/>
              <a:gd name="connsiteY2345" fmla="*/ 7572 h 3743862"/>
              <a:gd name="connsiteX2346" fmla="*/ 3704604 w 4683617"/>
              <a:gd name="connsiteY2346" fmla="*/ 79499 h 3743862"/>
              <a:gd name="connsiteX2347" fmla="*/ 3634626 w 4683617"/>
              <a:gd name="connsiteY2347" fmla="*/ 151426 h 3743862"/>
              <a:gd name="connsiteX2348" fmla="*/ 3564648 w 4683617"/>
              <a:gd name="connsiteY2348" fmla="*/ 79499 h 3743862"/>
              <a:gd name="connsiteX2349" fmla="*/ 3634626 w 4683617"/>
              <a:gd name="connsiteY2349" fmla="*/ 7572 h 3743862"/>
              <a:gd name="connsiteX2350" fmla="*/ 3427490 w 4683617"/>
              <a:gd name="connsiteY2350" fmla="*/ 7572 h 3743862"/>
              <a:gd name="connsiteX2351" fmla="*/ 3497469 w 4683617"/>
              <a:gd name="connsiteY2351" fmla="*/ 79499 h 3743862"/>
              <a:gd name="connsiteX2352" fmla="*/ 3427490 w 4683617"/>
              <a:gd name="connsiteY2352" fmla="*/ 151426 h 3743862"/>
              <a:gd name="connsiteX2353" fmla="*/ 3357512 w 4683617"/>
              <a:gd name="connsiteY2353" fmla="*/ 79499 h 3743862"/>
              <a:gd name="connsiteX2354" fmla="*/ 3427490 w 4683617"/>
              <a:gd name="connsiteY2354" fmla="*/ 7572 h 3743862"/>
              <a:gd name="connsiteX2355" fmla="*/ 3238082 w 4683617"/>
              <a:gd name="connsiteY2355" fmla="*/ 7572 h 3743862"/>
              <a:gd name="connsiteX2356" fmla="*/ 3308060 w 4683617"/>
              <a:gd name="connsiteY2356" fmla="*/ 79499 h 3743862"/>
              <a:gd name="connsiteX2357" fmla="*/ 3238082 w 4683617"/>
              <a:gd name="connsiteY2357" fmla="*/ 151426 h 3743862"/>
              <a:gd name="connsiteX2358" fmla="*/ 3168104 w 4683617"/>
              <a:gd name="connsiteY2358" fmla="*/ 79499 h 3743862"/>
              <a:gd name="connsiteX2359" fmla="*/ 3238082 w 4683617"/>
              <a:gd name="connsiteY2359" fmla="*/ 7572 h 3743862"/>
              <a:gd name="connsiteX2360" fmla="*/ 3028722 w 4683617"/>
              <a:gd name="connsiteY2360" fmla="*/ 6310 h 3743862"/>
              <a:gd name="connsiteX2361" fmla="*/ 3098700 w 4683617"/>
              <a:gd name="connsiteY2361" fmla="*/ 78236 h 3743862"/>
              <a:gd name="connsiteX2362" fmla="*/ 3028722 w 4683617"/>
              <a:gd name="connsiteY2362" fmla="*/ 150164 h 3743862"/>
              <a:gd name="connsiteX2363" fmla="*/ 2958744 w 4683617"/>
              <a:gd name="connsiteY2363" fmla="*/ 78236 h 3743862"/>
              <a:gd name="connsiteX2364" fmla="*/ 3028722 w 4683617"/>
              <a:gd name="connsiteY2364" fmla="*/ 6310 h 3743862"/>
              <a:gd name="connsiteX2365" fmla="*/ 2838381 w 4683617"/>
              <a:gd name="connsiteY2365" fmla="*/ 6310 h 3743862"/>
              <a:gd name="connsiteX2366" fmla="*/ 2908360 w 4683617"/>
              <a:gd name="connsiteY2366" fmla="*/ 78236 h 3743862"/>
              <a:gd name="connsiteX2367" fmla="*/ 2838381 w 4683617"/>
              <a:gd name="connsiteY2367" fmla="*/ 150164 h 3743862"/>
              <a:gd name="connsiteX2368" fmla="*/ 2768403 w 4683617"/>
              <a:gd name="connsiteY2368" fmla="*/ 78236 h 3743862"/>
              <a:gd name="connsiteX2369" fmla="*/ 2838381 w 4683617"/>
              <a:gd name="connsiteY2369" fmla="*/ 6310 h 3743862"/>
              <a:gd name="connsiteX2370" fmla="*/ 2631246 w 4683617"/>
              <a:gd name="connsiteY2370" fmla="*/ 6310 h 3743862"/>
              <a:gd name="connsiteX2371" fmla="*/ 2701224 w 4683617"/>
              <a:gd name="connsiteY2371" fmla="*/ 78236 h 3743862"/>
              <a:gd name="connsiteX2372" fmla="*/ 2631246 w 4683617"/>
              <a:gd name="connsiteY2372" fmla="*/ 150164 h 3743862"/>
              <a:gd name="connsiteX2373" fmla="*/ 2561268 w 4683617"/>
              <a:gd name="connsiteY2373" fmla="*/ 78236 h 3743862"/>
              <a:gd name="connsiteX2374" fmla="*/ 2631246 w 4683617"/>
              <a:gd name="connsiteY2374" fmla="*/ 6310 h 3743862"/>
              <a:gd name="connsiteX2375" fmla="*/ 2441838 w 4683617"/>
              <a:gd name="connsiteY2375" fmla="*/ 6310 h 3743862"/>
              <a:gd name="connsiteX2376" fmla="*/ 2511816 w 4683617"/>
              <a:gd name="connsiteY2376" fmla="*/ 78236 h 3743862"/>
              <a:gd name="connsiteX2377" fmla="*/ 2441838 w 4683617"/>
              <a:gd name="connsiteY2377" fmla="*/ 150164 h 3743862"/>
              <a:gd name="connsiteX2378" fmla="*/ 2371859 w 4683617"/>
              <a:gd name="connsiteY2378" fmla="*/ 78236 h 3743862"/>
              <a:gd name="connsiteX2379" fmla="*/ 2441838 w 4683617"/>
              <a:gd name="connsiteY2379" fmla="*/ 6310 h 3743862"/>
              <a:gd name="connsiteX2380" fmla="*/ 4612378 w 4683617"/>
              <a:gd name="connsiteY2380" fmla="*/ 0 h 3743862"/>
              <a:gd name="connsiteX2381" fmla="*/ 4682356 w 4683617"/>
              <a:gd name="connsiteY2381" fmla="*/ 71927 h 3743862"/>
              <a:gd name="connsiteX2382" fmla="*/ 4612378 w 4683617"/>
              <a:gd name="connsiteY2382" fmla="*/ 143854 h 3743862"/>
              <a:gd name="connsiteX2383" fmla="*/ 4542399 w 4683617"/>
              <a:gd name="connsiteY2383" fmla="*/ 71927 h 3743862"/>
              <a:gd name="connsiteX2384" fmla="*/ 4612378 w 4683617"/>
              <a:gd name="connsiteY2384" fmla="*/ 0 h 3743862"/>
              <a:gd name="connsiteX2385" fmla="*/ 4422036 w 4683617"/>
              <a:gd name="connsiteY2385" fmla="*/ 0 h 3743862"/>
              <a:gd name="connsiteX2386" fmla="*/ 4492015 w 4683617"/>
              <a:gd name="connsiteY2386" fmla="*/ 71927 h 3743862"/>
              <a:gd name="connsiteX2387" fmla="*/ 4422036 w 4683617"/>
              <a:gd name="connsiteY2387" fmla="*/ 143854 h 3743862"/>
              <a:gd name="connsiteX2388" fmla="*/ 4352058 w 4683617"/>
              <a:gd name="connsiteY2388" fmla="*/ 71927 h 3743862"/>
              <a:gd name="connsiteX2389" fmla="*/ 4422036 w 4683617"/>
              <a:gd name="connsiteY2389" fmla="*/ 0 h 3743862"/>
              <a:gd name="connsiteX2390" fmla="*/ 4214901 w 4683617"/>
              <a:gd name="connsiteY2390" fmla="*/ 0 h 3743862"/>
              <a:gd name="connsiteX2391" fmla="*/ 4284879 w 4683617"/>
              <a:gd name="connsiteY2391" fmla="*/ 71927 h 3743862"/>
              <a:gd name="connsiteX2392" fmla="*/ 4214901 w 4683617"/>
              <a:gd name="connsiteY2392" fmla="*/ 143854 h 3743862"/>
              <a:gd name="connsiteX2393" fmla="*/ 4144923 w 4683617"/>
              <a:gd name="connsiteY2393" fmla="*/ 71927 h 3743862"/>
              <a:gd name="connsiteX2394" fmla="*/ 4214901 w 4683617"/>
              <a:gd name="connsiteY2394" fmla="*/ 0 h 3743862"/>
              <a:gd name="connsiteX2395" fmla="*/ 4025493 w 4683617"/>
              <a:gd name="connsiteY2395" fmla="*/ 0 h 3743862"/>
              <a:gd name="connsiteX2396" fmla="*/ 4095471 w 4683617"/>
              <a:gd name="connsiteY2396" fmla="*/ 71927 h 3743862"/>
              <a:gd name="connsiteX2397" fmla="*/ 4025493 w 4683617"/>
              <a:gd name="connsiteY2397" fmla="*/ 143854 h 3743862"/>
              <a:gd name="connsiteX2398" fmla="*/ 3955514 w 4683617"/>
              <a:gd name="connsiteY2398" fmla="*/ 71927 h 3743862"/>
              <a:gd name="connsiteX2399" fmla="*/ 4025493 w 4683617"/>
              <a:gd name="connsiteY2399" fmla="*/ 0 h 3743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Lst>
            <a:rect l="l" t="t" r="r" b="b"/>
            <a:pathLst>
              <a:path w="4683617" h="3743862">
                <a:moveTo>
                  <a:pt x="1454370" y="3600008"/>
                </a:moveTo>
                <a:cubicBezTo>
                  <a:pt x="1493017" y="3600008"/>
                  <a:pt x="1524348" y="3632211"/>
                  <a:pt x="1524348" y="3671935"/>
                </a:cubicBezTo>
                <a:cubicBezTo>
                  <a:pt x="1524348" y="3711659"/>
                  <a:pt x="1493017" y="3743862"/>
                  <a:pt x="1454370" y="3743862"/>
                </a:cubicBezTo>
                <a:cubicBezTo>
                  <a:pt x="1415722" y="3743862"/>
                  <a:pt x="1384391" y="3711659"/>
                  <a:pt x="1384391" y="3671935"/>
                </a:cubicBezTo>
                <a:cubicBezTo>
                  <a:pt x="1384391" y="3632211"/>
                  <a:pt x="1415722" y="3600008"/>
                  <a:pt x="1454370" y="3600008"/>
                </a:cubicBezTo>
                <a:close/>
                <a:moveTo>
                  <a:pt x="1264029" y="3600008"/>
                </a:moveTo>
                <a:cubicBezTo>
                  <a:pt x="1302677" y="3600008"/>
                  <a:pt x="1334007" y="3632211"/>
                  <a:pt x="1334007" y="3671935"/>
                </a:cubicBezTo>
                <a:cubicBezTo>
                  <a:pt x="1334007" y="3711659"/>
                  <a:pt x="1302677" y="3743862"/>
                  <a:pt x="1264029" y="3743862"/>
                </a:cubicBezTo>
                <a:cubicBezTo>
                  <a:pt x="1225381" y="3743862"/>
                  <a:pt x="1194051" y="3711659"/>
                  <a:pt x="1194051" y="3671935"/>
                </a:cubicBezTo>
                <a:cubicBezTo>
                  <a:pt x="1194051" y="3632211"/>
                  <a:pt x="1225381" y="3600008"/>
                  <a:pt x="1264029" y="3600008"/>
                </a:cubicBezTo>
                <a:close/>
                <a:moveTo>
                  <a:pt x="1056893" y="3600008"/>
                </a:moveTo>
                <a:cubicBezTo>
                  <a:pt x="1095541" y="3600008"/>
                  <a:pt x="1126872" y="3632211"/>
                  <a:pt x="1126872" y="3671935"/>
                </a:cubicBezTo>
                <a:cubicBezTo>
                  <a:pt x="1126872" y="3711659"/>
                  <a:pt x="1095541" y="3743862"/>
                  <a:pt x="1056893" y="3743862"/>
                </a:cubicBezTo>
                <a:cubicBezTo>
                  <a:pt x="1018245" y="3743862"/>
                  <a:pt x="986915" y="3711659"/>
                  <a:pt x="986915" y="3671935"/>
                </a:cubicBezTo>
                <a:cubicBezTo>
                  <a:pt x="986915" y="3632211"/>
                  <a:pt x="1018245" y="3600008"/>
                  <a:pt x="1056893" y="3600008"/>
                </a:cubicBezTo>
                <a:close/>
                <a:moveTo>
                  <a:pt x="867485" y="3600008"/>
                </a:moveTo>
                <a:cubicBezTo>
                  <a:pt x="906133" y="3600008"/>
                  <a:pt x="937463" y="3632211"/>
                  <a:pt x="937463" y="3671935"/>
                </a:cubicBezTo>
                <a:cubicBezTo>
                  <a:pt x="937463" y="3711659"/>
                  <a:pt x="906133" y="3743862"/>
                  <a:pt x="867485" y="3743862"/>
                </a:cubicBezTo>
                <a:cubicBezTo>
                  <a:pt x="828837" y="3743862"/>
                  <a:pt x="797507" y="3711659"/>
                  <a:pt x="797507" y="3671935"/>
                </a:cubicBezTo>
                <a:cubicBezTo>
                  <a:pt x="797507" y="3632211"/>
                  <a:pt x="828837" y="3600008"/>
                  <a:pt x="867485" y="3600008"/>
                </a:cubicBezTo>
                <a:close/>
                <a:moveTo>
                  <a:pt x="658125" y="3598746"/>
                </a:moveTo>
                <a:cubicBezTo>
                  <a:pt x="696772" y="3598746"/>
                  <a:pt x="728103" y="3630949"/>
                  <a:pt x="728103" y="3670673"/>
                </a:cubicBezTo>
                <a:cubicBezTo>
                  <a:pt x="728103" y="3710397"/>
                  <a:pt x="696772" y="3742600"/>
                  <a:pt x="658125" y="3742600"/>
                </a:cubicBezTo>
                <a:cubicBezTo>
                  <a:pt x="619477" y="3742600"/>
                  <a:pt x="588146" y="3710397"/>
                  <a:pt x="588146" y="3670673"/>
                </a:cubicBezTo>
                <a:cubicBezTo>
                  <a:pt x="588146" y="3630949"/>
                  <a:pt x="619477" y="3598746"/>
                  <a:pt x="658125" y="3598746"/>
                </a:cubicBezTo>
                <a:close/>
                <a:moveTo>
                  <a:pt x="467784" y="3598746"/>
                </a:moveTo>
                <a:cubicBezTo>
                  <a:pt x="506432" y="3598746"/>
                  <a:pt x="537763" y="3630949"/>
                  <a:pt x="537763" y="3670673"/>
                </a:cubicBezTo>
                <a:cubicBezTo>
                  <a:pt x="537763" y="3710397"/>
                  <a:pt x="506432" y="3742600"/>
                  <a:pt x="467784" y="3742600"/>
                </a:cubicBezTo>
                <a:cubicBezTo>
                  <a:pt x="429136" y="3742600"/>
                  <a:pt x="397806" y="3710397"/>
                  <a:pt x="397806" y="3670673"/>
                </a:cubicBezTo>
                <a:cubicBezTo>
                  <a:pt x="397806" y="3630949"/>
                  <a:pt x="429136" y="3598746"/>
                  <a:pt x="467784" y="3598746"/>
                </a:cubicBezTo>
                <a:close/>
                <a:moveTo>
                  <a:pt x="260648" y="3598746"/>
                </a:moveTo>
                <a:cubicBezTo>
                  <a:pt x="299296" y="3598746"/>
                  <a:pt x="330627" y="3630949"/>
                  <a:pt x="330627" y="3670673"/>
                </a:cubicBezTo>
                <a:cubicBezTo>
                  <a:pt x="330627" y="3710397"/>
                  <a:pt x="299296" y="3742600"/>
                  <a:pt x="260648" y="3742600"/>
                </a:cubicBezTo>
                <a:cubicBezTo>
                  <a:pt x="222000" y="3742600"/>
                  <a:pt x="190670" y="3710397"/>
                  <a:pt x="190670" y="3670673"/>
                </a:cubicBezTo>
                <a:cubicBezTo>
                  <a:pt x="190670" y="3630949"/>
                  <a:pt x="222000" y="3598746"/>
                  <a:pt x="260648" y="3598746"/>
                </a:cubicBezTo>
                <a:close/>
                <a:moveTo>
                  <a:pt x="71240" y="3598746"/>
                </a:moveTo>
                <a:cubicBezTo>
                  <a:pt x="109888" y="3598746"/>
                  <a:pt x="141218" y="3630949"/>
                  <a:pt x="141218" y="3670673"/>
                </a:cubicBezTo>
                <a:cubicBezTo>
                  <a:pt x="141218" y="3710397"/>
                  <a:pt x="109888" y="3742600"/>
                  <a:pt x="71240" y="3742600"/>
                </a:cubicBezTo>
                <a:cubicBezTo>
                  <a:pt x="32592" y="3742600"/>
                  <a:pt x="1262" y="3710397"/>
                  <a:pt x="1262" y="3670673"/>
                </a:cubicBezTo>
                <a:cubicBezTo>
                  <a:pt x="1262" y="3630949"/>
                  <a:pt x="32592" y="3598746"/>
                  <a:pt x="71240" y="3598746"/>
                </a:cubicBezTo>
                <a:close/>
                <a:moveTo>
                  <a:pt x="2241780" y="3592436"/>
                </a:moveTo>
                <a:cubicBezTo>
                  <a:pt x="2280428" y="3592436"/>
                  <a:pt x="2311758" y="3624639"/>
                  <a:pt x="2311758" y="3664363"/>
                </a:cubicBezTo>
                <a:cubicBezTo>
                  <a:pt x="2311758" y="3704087"/>
                  <a:pt x="2280428" y="3736290"/>
                  <a:pt x="2241780" y="3736290"/>
                </a:cubicBezTo>
                <a:cubicBezTo>
                  <a:pt x="2203132" y="3736290"/>
                  <a:pt x="2171802" y="3704087"/>
                  <a:pt x="2171802" y="3664363"/>
                </a:cubicBezTo>
                <a:cubicBezTo>
                  <a:pt x="2171802" y="3624639"/>
                  <a:pt x="2203132" y="3592436"/>
                  <a:pt x="2241780" y="3592436"/>
                </a:cubicBezTo>
                <a:close/>
                <a:moveTo>
                  <a:pt x="2051439" y="3592436"/>
                </a:moveTo>
                <a:cubicBezTo>
                  <a:pt x="2090087" y="3592436"/>
                  <a:pt x="2121418" y="3624639"/>
                  <a:pt x="2121418" y="3664363"/>
                </a:cubicBezTo>
                <a:cubicBezTo>
                  <a:pt x="2121418" y="3704087"/>
                  <a:pt x="2090087" y="3736290"/>
                  <a:pt x="2051439" y="3736290"/>
                </a:cubicBezTo>
                <a:cubicBezTo>
                  <a:pt x="2012791" y="3736290"/>
                  <a:pt x="1981461" y="3704087"/>
                  <a:pt x="1981461" y="3664363"/>
                </a:cubicBezTo>
                <a:cubicBezTo>
                  <a:pt x="1981461" y="3624639"/>
                  <a:pt x="2012791" y="3592436"/>
                  <a:pt x="2051439" y="3592436"/>
                </a:cubicBezTo>
                <a:close/>
                <a:moveTo>
                  <a:pt x="1844304" y="3592436"/>
                </a:moveTo>
                <a:cubicBezTo>
                  <a:pt x="1882952" y="3592436"/>
                  <a:pt x="1914282" y="3624639"/>
                  <a:pt x="1914282" y="3664363"/>
                </a:cubicBezTo>
                <a:cubicBezTo>
                  <a:pt x="1914282" y="3704087"/>
                  <a:pt x="1882952" y="3736290"/>
                  <a:pt x="1844304" y="3736290"/>
                </a:cubicBezTo>
                <a:cubicBezTo>
                  <a:pt x="1805656" y="3736290"/>
                  <a:pt x="1774326" y="3704087"/>
                  <a:pt x="1774326" y="3664363"/>
                </a:cubicBezTo>
                <a:cubicBezTo>
                  <a:pt x="1774326" y="3624639"/>
                  <a:pt x="1805656" y="3592436"/>
                  <a:pt x="1844304" y="3592436"/>
                </a:cubicBezTo>
                <a:close/>
                <a:moveTo>
                  <a:pt x="1654896" y="3592436"/>
                </a:moveTo>
                <a:cubicBezTo>
                  <a:pt x="1693544" y="3592436"/>
                  <a:pt x="1724874" y="3624639"/>
                  <a:pt x="1724874" y="3664363"/>
                </a:cubicBezTo>
                <a:cubicBezTo>
                  <a:pt x="1724874" y="3704087"/>
                  <a:pt x="1693544" y="3736290"/>
                  <a:pt x="1654896" y="3736290"/>
                </a:cubicBezTo>
                <a:cubicBezTo>
                  <a:pt x="1616248" y="3736290"/>
                  <a:pt x="1584917" y="3704087"/>
                  <a:pt x="1584917" y="3664363"/>
                </a:cubicBezTo>
                <a:cubicBezTo>
                  <a:pt x="1584917" y="3624639"/>
                  <a:pt x="1616248" y="3592436"/>
                  <a:pt x="1654896" y="3592436"/>
                </a:cubicBezTo>
                <a:close/>
                <a:moveTo>
                  <a:pt x="3826228" y="3589275"/>
                </a:moveTo>
                <a:cubicBezTo>
                  <a:pt x="3864876" y="3589275"/>
                  <a:pt x="3896206" y="3621478"/>
                  <a:pt x="3896206" y="3661202"/>
                </a:cubicBezTo>
                <a:cubicBezTo>
                  <a:pt x="3896206" y="3700926"/>
                  <a:pt x="3864876" y="3733129"/>
                  <a:pt x="3826228" y="3733129"/>
                </a:cubicBezTo>
                <a:cubicBezTo>
                  <a:pt x="3787580" y="3733129"/>
                  <a:pt x="3756250" y="3700926"/>
                  <a:pt x="3756250" y="3661202"/>
                </a:cubicBezTo>
                <a:cubicBezTo>
                  <a:pt x="3756250" y="3621478"/>
                  <a:pt x="3787580" y="3589275"/>
                  <a:pt x="3826228" y="3589275"/>
                </a:cubicBezTo>
                <a:close/>
                <a:moveTo>
                  <a:pt x="3635888" y="3589275"/>
                </a:moveTo>
                <a:cubicBezTo>
                  <a:pt x="3674535" y="3589275"/>
                  <a:pt x="3705866" y="3621478"/>
                  <a:pt x="3705866" y="3661202"/>
                </a:cubicBezTo>
                <a:cubicBezTo>
                  <a:pt x="3705866" y="3700926"/>
                  <a:pt x="3674535" y="3733129"/>
                  <a:pt x="3635888" y="3733129"/>
                </a:cubicBezTo>
                <a:cubicBezTo>
                  <a:pt x="3597240" y="3733129"/>
                  <a:pt x="3565910" y="3700926"/>
                  <a:pt x="3565910" y="3661202"/>
                </a:cubicBezTo>
                <a:cubicBezTo>
                  <a:pt x="3565910" y="3621478"/>
                  <a:pt x="3597240" y="3589275"/>
                  <a:pt x="3635888" y="3589275"/>
                </a:cubicBezTo>
                <a:close/>
                <a:moveTo>
                  <a:pt x="3428752" y="3589275"/>
                </a:moveTo>
                <a:cubicBezTo>
                  <a:pt x="3467400" y="3589275"/>
                  <a:pt x="3498730" y="3621478"/>
                  <a:pt x="3498730" y="3661202"/>
                </a:cubicBezTo>
                <a:cubicBezTo>
                  <a:pt x="3498730" y="3700926"/>
                  <a:pt x="3467400" y="3733129"/>
                  <a:pt x="3428752" y="3733129"/>
                </a:cubicBezTo>
                <a:cubicBezTo>
                  <a:pt x="3390104" y="3733129"/>
                  <a:pt x="3358774" y="3700926"/>
                  <a:pt x="3358774" y="3661202"/>
                </a:cubicBezTo>
                <a:cubicBezTo>
                  <a:pt x="3358774" y="3621478"/>
                  <a:pt x="3390104" y="3589275"/>
                  <a:pt x="3428752" y="3589275"/>
                </a:cubicBezTo>
                <a:close/>
                <a:moveTo>
                  <a:pt x="3239344" y="3589275"/>
                </a:moveTo>
                <a:cubicBezTo>
                  <a:pt x="3277992" y="3589275"/>
                  <a:pt x="3309322" y="3621478"/>
                  <a:pt x="3309322" y="3661202"/>
                </a:cubicBezTo>
                <a:cubicBezTo>
                  <a:pt x="3309322" y="3700926"/>
                  <a:pt x="3277992" y="3733129"/>
                  <a:pt x="3239344" y="3733129"/>
                </a:cubicBezTo>
                <a:cubicBezTo>
                  <a:pt x="3200696" y="3733129"/>
                  <a:pt x="3169365" y="3700926"/>
                  <a:pt x="3169365" y="3661202"/>
                </a:cubicBezTo>
                <a:cubicBezTo>
                  <a:pt x="3169365" y="3621478"/>
                  <a:pt x="3200696" y="3589275"/>
                  <a:pt x="3239344" y="3589275"/>
                </a:cubicBezTo>
                <a:close/>
                <a:moveTo>
                  <a:pt x="3029984" y="3588013"/>
                </a:moveTo>
                <a:cubicBezTo>
                  <a:pt x="3068631" y="3588013"/>
                  <a:pt x="3099962" y="3620216"/>
                  <a:pt x="3099962" y="3659940"/>
                </a:cubicBezTo>
                <a:cubicBezTo>
                  <a:pt x="3099962" y="3699664"/>
                  <a:pt x="3068631" y="3731867"/>
                  <a:pt x="3029984" y="3731867"/>
                </a:cubicBezTo>
                <a:cubicBezTo>
                  <a:pt x="2991336" y="3731867"/>
                  <a:pt x="2960005" y="3699664"/>
                  <a:pt x="2960005" y="3659940"/>
                </a:cubicBezTo>
                <a:cubicBezTo>
                  <a:pt x="2960005" y="3620216"/>
                  <a:pt x="2991336" y="3588013"/>
                  <a:pt x="3029984" y="3588013"/>
                </a:cubicBezTo>
                <a:close/>
                <a:moveTo>
                  <a:pt x="2839643" y="3588013"/>
                </a:moveTo>
                <a:cubicBezTo>
                  <a:pt x="2878291" y="3588013"/>
                  <a:pt x="2909621" y="3620216"/>
                  <a:pt x="2909621" y="3659940"/>
                </a:cubicBezTo>
                <a:cubicBezTo>
                  <a:pt x="2909621" y="3699664"/>
                  <a:pt x="2878291" y="3731867"/>
                  <a:pt x="2839643" y="3731867"/>
                </a:cubicBezTo>
                <a:cubicBezTo>
                  <a:pt x="2800995" y="3731867"/>
                  <a:pt x="2769665" y="3699664"/>
                  <a:pt x="2769665" y="3659940"/>
                </a:cubicBezTo>
                <a:cubicBezTo>
                  <a:pt x="2769665" y="3620216"/>
                  <a:pt x="2800995" y="3588013"/>
                  <a:pt x="2839643" y="3588013"/>
                </a:cubicBezTo>
                <a:close/>
                <a:moveTo>
                  <a:pt x="2632507" y="3588013"/>
                </a:moveTo>
                <a:cubicBezTo>
                  <a:pt x="2671155" y="3588013"/>
                  <a:pt x="2702486" y="3620216"/>
                  <a:pt x="2702486" y="3659940"/>
                </a:cubicBezTo>
                <a:cubicBezTo>
                  <a:pt x="2702486" y="3699664"/>
                  <a:pt x="2671155" y="3731867"/>
                  <a:pt x="2632507" y="3731867"/>
                </a:cubicBezTo>
                <a:cubicBezTo>
                  <a:pt x="2593859" y="3731867"/>
                  <a:pt x="2562529" y="3699664"/>
                  <a:pt x="2562529" y="3659940"/>
                </a:cubicBezTo>
                <a:cubicBezTo>
                  <a:pt x="2562529" y="3620216"/>
                  <a:pt x="2593859" y="3588013"/>
                  <a:pt x="2632507" y="3588013"/>
                </a:cubicBezTo>
                <a:close/>
                <a:moveTo>
                  <a:pt x="2443099" y="3588013"/>
                </a:moveTo>
                <a:cubicBezTo>
                  <a:pt x="2481747" y="3588013"/>
                  <a:pt x="2513077" y="3620216"/>
                  <a:pt x="2513077" y="3659940"/>
                </a:cubicBezTo>
                <a:cubicBezTo>
                  <a:pt x="2513077" y="3699664"/>
                  <a:pt x="2481747" y="3731867"/>
                  <a:pt x="2443099" y="3731867"/>
                </a:cubicBezTo>
                <a:cubicBezTo>
                  <a:pt x="2404451" y="3731867"/>
                  <a:pt x="2373121" y="3699664"/>
                  <a:pt x="2373121" y="3659940"/>
                </a:cubicBezTo>
                <a:cubicBezTo>
                  <a:pt x="2373121" y="3620216"/>
                  <a:pt x="2404451" y="3588013"/>
                  <a:pt x="2443099" y="3588013"/>
                </a:cubicBezTo>
                <a:close/>
                <a:moveTo>
                  <a:pt x="4613639" y="3581703"/>
                </a:moveTo>
                <a:cubicBezTo>
                  <a:pt x="4652286" y="3581703"/>
                  <a:pt x="4683617" y="3613906"/>
                  <a:pt x="4683617" y="3653630"/>
                </a:cubicBezTo>
                <a:cubicBezTo>
                  <a:pt x="4683617" y="3693354"/>
                  <a:pt x="4652286" y="3725557"/>
                  <a:pt x="4613639" y="3725557"/>
                </a:cubicBezTo>
                <a:cubicBezTo>
                  <a:pt x="4574991" y="3725557"/>
                  <a:pt x="4543660" y="3693354"/>
                  <a:pt x="4543660" y="3653630"/>
                </a:cubicBezTo>
                <a:cubicBezTo>
                  <a:pt x="4543660" y="3613906"/>
                  <a:pt x="4574991" y="3581703"/>
                  <a:pt x="4613639" y="3581703"/>
                </a:cubicBezTo>
                <a:close/>
                <a:moveTo>
                  <a:pt x="4423298" y="3581703"/>
                </a:moveTo>
                <a:cubicBezTo>
                  <a:pt x="4461946" y="3581703"/>
                  <a:pt x="4493276" y="3613906"/>
                  <a:pt x="4493276" y="3653630"/>
                </a:cubicBezTo>
                <a:cubicBezTo>
                  <a:pt x="4493276" y="3693354"/>
                  <a:pt x="4461946" y="3725557"/>
                  <a:pt x="4423298" y="3725557"/>
                </a:cubicBezTo>
                <a:cubicBezTo>
                  <a:pt x="4384650" y="3725557"/>
                  <a:pt x="4353320" y="3693354"/>
                  <a:pt x="4353320" y="3653630"/>
                </a:cubicBezTo>
                <a:cubicBezTo>
                  <a:pt x="4353320" y="3613906"/>
                  <a:pt x="4384650" y="3581703"/>
                  <a:pt x="4423298" y="3581703"/>
                </a:cubicBezTo>
                <a:close/>
                <a:moveTo>
                  <a:pt x="4216162" y="3581703"/>
                </a:moveTo>
                <a:cubicBezTo>
                  <a:pt x="4254810" y="3581703"/>
                  <a:pt x="4286141" y="3613906"/>
                  <a:pt x="4286141" y="3653630"/>
                </a:cubicBezTo>
                <a:cubicBezTo>
                  <a:pt x="4286141" y="3693354"/>
                  <a:pt x="4254810" y="3725557"/>
                  <a:pt x="4216162" y="3725557"/>
                </a:cubicBezTo>
                <a:cubicBezTo>
                  <a:pt x="4177514" y="3725557"/>
                  <a:pt x="4146184" y="3693354"/>
                  <a:pt x="4146184" y="3653630"/>
                </a:cubicBezTo>
                <a:cubicBezTo>
                  <a:pt x="4146184" y="3613906"/>
                  <a:pt x="4177514" y="3581703"/>
                  <a:pt x="4216162" y="3581703"/>
                </a:cubicBezTo>
                <a:close/>
                <a:moveTo>
                  <a:pt x="4026754" y="3581703"/>
                </a:moveTo>
                <a:cubicBezTo>
                  <a:pt x="4065402" y="3581703"/>
                  <a:pt x="4096732" y="3613906"/>
                  <a:pt x="4096732" y="3653630"/>
                </a:cubicBezTo>
                <a:cubicBezTo>
                  <a:pt x="4096732" y="3693354"/>
                  <a:pt x="4065402" y="3725557"/>
                  <a:pt x="4026754" y="3725557"/>
                </a:cubicBezTo>
                <a:cubicBezTo>
                  <a:pt x="3988106" y="3725557"/>
                  <a:pt x="3956776" y="3693354"/>
                  <a:pt x="3956776" y="3653630"/>
                </a:cubicBezTo>
                <a:cubicBezTo>
                  <a:pt x="3956776" y="3613906"/>
                  <a:pt x="3988106" y="3581703"/>
                  <a:pt x="4026754" y="3581703"/>
                </a:cubicBezTo>
                <a:close/>
                <a:moveTo>
                  <a:pt x="1454370" y="3410726"/>
                </a:moveTo>
                <a:cubicBezTo>
                  <a:pt x="1493017" y="3410726"/>
                  <a:pt x="1524348" y="3442929"/>
                  <a:pt x="1524348" y="3482653"/>
                </a:cubicBezTo>
                <a:cubicBezTo>
                  <a:pt x="1524348" y="3522378"/>
                  <a:pt x="1493017" y="3554581"/>
                  <a:pt x="1454370" y="3554581"/>
                </a:cubicBezTo>
                <a:cubicBezTo>
                  <a:pt x="1415722" y="3554581"/>
                  <a:pt x="1384391" y="3522378"/>
                  <a:pt x="1384391" y="3482653"/>
                </a:cubicBezTo>
                <a:cubicBezTo>
                  <a:pt x="1384391" y="3442929"/>
                  <a:pt x="1415722" y="3410726"/>
                  <a:pt x="1454370" y="3410726"/>
                </a:cubicBezTo>
                <a:close/>
                <a:moveTo>
                  <a:pt x="1264029" y="3410726"/>
                </a:moveTo>
                <a:cubicBezTo>
                  <a:pt x="1302677" y="3410726"/>
                  <a:pt x="1334007" y="3442929"/>
                  <a:pt x="1334007" y="3482653"/>
                </a:cubicBezTo>
                <a:cubicBezTo>
                  <a:pt x="1334007" y="3522378"/>
                  <a:pt x="1302677" y="3554581"/>
                  <a:pt x="1264029" y="3554581"/>
                </a:cubicBezTo>
                <a:cubicBezTo>
                  <a:pt x="1225381" y="3554581"/>
                  <a:pt x="1194051" y="3522378"/>
                  <a:pt x="1194051" y="3482653"/>
                </a:cubicBezTo>
                <a:cubicBezTo>
                  <a:pt x="1194051" y="3442929"/>
                  <a:pt x="1225381" y="3410726"/>
                  <a:pt x="1264029" y="3410726"/>
                </a:cubicBezTo>
                <a:close/>
                <a:moveTo>
                  <a:pt x="1056893" y="3410726"/>
                </a:moveTo>
                <a:cubicBezTo>
                  <a:pt x="1095541" y="3410726"/>
                  <a:pt x="1126872" y="3442929"/>
                  <a:pt x="1126872" y="3482653"/>
                </a:cubicBezTo>
                <a:cubicBezTo>
                  <a:pt x="1126872" y="3522378"/>
                  <a:pt x="1095541" y="3554581"/>
                  <a:pt x="1056893" y="3554581"/>
                </a:cubicBezTo>
                <a:cubicBezTo>
                  <a:pt x="1018245" y="3554581"/>
                  <a:pt x="986915" y="3522378"/>
                  <a:pt x="986915" y="3482653"/>
                </a:cubicBezTo>
                <a:cubicBezTo>
                  <a:pt x="986915" y="3442929"/>
                  <a:pt x="1018245" y="3410726"/>
                  <a:pt x="1056893" y="3410726"/>
                </a:cubicBezTo>
                <a:close/>
                <a:moveTo>
                  <a:pt x="867485" y="3410726"/>
                </a:moveTo>
                <a:cubicBezTo>
                  <a:pt x="906133" y="3410726"/>
                  <a:pt x="937463" y="3442929"/>
                  <a:pt x="937463" y="3482653"/>
                </a:cubicBezTo>
                <a:cubicBezTo>
                  <a:pt x="937463" y="3522378"/>
                  <a:pt x="906133" y="3554581"/>
                  <a:pt x="867485" y="3554581"/>
                </a:cubicBezTo>
                <a:cubicBezTo>
                  <a:pt x="828837" y="3554581"/>
                  <a:pt x="797507" y="3522378"/>
                  <a:pt x="797507" y="3482653"/>
                </a:cubicBezTo>
                <a:cubicBezTo>
                  <a:pt x="797507" y="3442929"/>
                  <a:pt x="828837" y="3410726"/>
                  <a:pt x="867485" y="3410726"/>
                </a:cubicBezTo>
                <a:close/>
                <a:moveTo>
                  <a:pt x="658125" y="3409464"/>
                </a:moveTo>
                <a:cubicBezTo>
                  <a:pt x="696772" y="3409464"/>
                  <a:pt x="728103" y="3441667"/>
                  <a:pt x="728103" y="3481391"/>
                </a:cubicBezTo>
                <a:cubicBezTo>
                  <a:pt x="728103" y="3521115"/>
                  <a:pt x="696772" y="3553318"/>
                  <a:pt x="658125" y="3553318"/>
                </a:cubicBezTo>
                <a:cubicBezTo>
                  <a:pt x="619477" y="3553318"/>
                  <a:pt x="588146" y="3521115"/>
                  <a:pt x="588146" y="3481391"/>
                </a:cubicBezTo>
                <a:cubicBezTo>
                  <a:pt x="588146" y="3441667"/>
                  <a:pt x="619477" y="3409464"/>
                  <a:pt x="658125" y="3409464"/>
                </a:cubicBezTo>
                <a:close/>
                <a:moveTo>
                  <a:pt x="467784" y="3409464"/>
                </a:moveTo>
                <a:cubicBezTo>
                  <a:pt x="506432" y="3409464"/>
                  <a:pt x="537763" y="3441667"/>
                  <a:pt x="537763" y="3481391"/>
                </a:cubicBezTo>
                <a:cubicBezTo>
                  <a:pt x="537763" y="3521115"/>
                  <a:pt x="506432" y="3553318"/>
                  <a:pt x="467784" y="3553318"/>
                </a:cubicBezTo>
                <a:cubicBezTo>
                  <a:pt x="429136" y="3553318"/>
                  <a:pt x="397806" y="3521115"/>
                  <a:pt x="397806" y="3481391"/>
                </a:cubicBezTo>
                <a:cubicBezTo>
                  <a:pt x="397806" y="3441667"/>
                  <a:pt x="429136" y="3409464"/>
                  <a:pt x="467784" y="3409464"/>
                </a:cubicBezTo>
                <a:close/>
                <a:moveTo>
                  <a:pt x="260648" y="3409464"/>
                </a:moveTo>
                <a:cubicBezTo>
                  <a:pt x="299296" y="3409464"/>
                  <a:pt x="330627" y="3441667"/>
                  <a:pt x="330627" y="3481391"/>
                </a:cubicBezTo>
                <a:cubicBezTo>
                  <a:pt x="330627" y="3521115"/>
                  <a:pt x="299296" y="3553318"/>
                  <a:pt x="260648" y="3553318"/>
                </a:cubicBezTo>
                <a:cubicBezTo>
                  <a:pt x="222000" y="3553318"/>
                  <a:pt x="190670" y="3521115"/>
                  <a:pt x="190670" y="3481391"/>
                </a:cubicBezTo>
                <a:cubicBezTo>
                  <a:pt x="190670" y="3441667"/>
                  <a:pt x="222000" y="3409464"/>
                  <a:pt x="260648" y="3409464"/>
                </a:cubicBezTo>
                <a:close/>
                <a:moveTo>
                  <a:pt x="71240" y="3409464"/>
                </a:moveTo>
                <a:cubicBezTo>
                  <a:pt x="109888" y="3409464"/>
                  <a:pt x="141218" y="3441667"/>
                  <a:pt x="141218" y="3481391"/>
                </a:cubicBezTo>
                <a:cubicBezTo>
                  <a:pt x="141218" y="3521115"/>
                  <a:pt x="109888" y="3553318"/>
                  <a:pt x="71240" y="3553318"/>
                </a:cubicBezTo>
                <a:cubicBezTo>
                  <a:pt x="32592" y="3553318"/>
                  <a:pt x="1262" y="3521115"/>
                  <a:pt x="1262" y="3481391"/>
                </a:cubicBezTo>
                <a:cubicBezTo>
                  <a:pt x="1262" y="3441667"/>
                  <a:pt x="32592" y="3409464"/>
                  <a:pt x="71240" y="3409464"/>
                </a:cubicBezTo>
                <a:close/>
                <a:moveTo>
                  <a:pt x="2241780" y="3403154"/>
                </a:moveTo>
                <a:cubicBezTo>
                  <a:pt x="2280428" y="3403154"/>
                  <a:pt x="2311758" y="3435357"/>
                  <a:pt x="2311758" y="3475081"/>
                </a:cubicBezTo>
                <a:cubicBezTo>
                  <a:pt x="2311758" y="3514806"/>
                  <a:pt x="2280428" y="3547009"/>
                  <a:pt x="2241780" y="3547009"/>
                </a:cubicBezTo>
                <a:cubicBezTo>
                  <a:pt x="2203132" y="3547009"/>
                  <a:pt x="2171802" y="3514806"/>
                  <a:pt x="2171802" y="3475081"/>
                </a:cubicBezTo>
                <a:cubicBezTo>
                  <a:pt x="2171802" y="3435357"/>
                  <a:pt x="2203132" y="3403154"/>
                  <a:pt x="2241780" y="3403154"/>
                </a:cubicBezTo>
                <a:close/>
                <a:moveTo>
                  <a:pt x="2051439" y="3403154"/>
                </a:moveTo>
                <a:cubicBezTo>
                  <a:pt x="2090087" y="3403154"/>
                  <a:pt x="2121418" y="3435357"/>
                  <a:pt x="2121418" y="3475081"/>
                </a:cubicBezTo>
                <a:cubicBezTo>
                  <a:pt x="2121418" y="3514806"/>
                  <a:pt x="2090087" y="3547009"/>
                  <a:pt x="2051439" y="3547009"/>
                </a:cubicBezTo>
                <a:cubicBezTo>
                  <a:pt x="2012791" y="3547009"/>
                  <a:pt x="1981461" y="3514806"/>
                  <a:pt x="1981461" y="3475081"/>
                </a:cubicBezTo>
                <a:cubicBezTo>
                  <a:pt x="1981461" y="3435357"/>
                  <a:pt x="2012791" y="3403154"/>
                  <a:pt x="2051439" y="3403154"/>
                </a:cubicBezTo>
                <a:close/>
                <a:moveTo>
                  <a:pt x="1844304" y="3403154"/>
                </a:moveTo>
                <a:cubicBezTo>
                  <a:pt x="1882952" y="3403154"/>
                  <a:pt x="1914282" y="3435357"/>
                  <a:pt x="1914282" y="3475081"/>
                </a:cubicBezTo>
                <a:cubicBezTo>
                  <a:pt x="1914282" y="3514806"/>
                  <a:pt x="1882952" y="3547009"/>
                  <a:pt x="1844304" y="3547009"/>
                </a:cubicBezTo>
                <a:cubicBezTo>
                  <a:pt x="1805656" y="3547009"/>
                  <a:pt x="1774326" y="3514806"/>
                  <a:pt x="1774326" y="3475081"/>
                </a:cubicBezTo>
                <a:cubicBezTo>
                  <a:pt x="1774326" y="3435357"/>
                  <a:pt x="1805656" y="3403154"/>
                  <a:pt x="1844304" y="3403154"/>
                </a:cubicBezTo>
                <a:close/>
                <a:moveTo>
                  <a:pt x="1654896" y="3403154"/>
                </a:moveTo>
                <a:cubicBezTo>
                  <a:pt x="1693544" y="3403154"/>
                  <a:pt x="1724874" y="3435357"/>
                  <a:pt x="1724874" y="3475081"/>
                </a:cubicBezTo>
                <a:cubicBezTo>
                  <a:pt x="1724874" y="3514806"/>
                  <a:pt x="1693544" y="3547009"/>
                  <a:pt x="1654896" y="3547009"/>
                </a:cubicBezTo>
                <a:cubicBezTo>
                  <a:pt x="1616248" y="3547009"/>
                  <a:pt x="1584917" y="3514806"/>
                  <a:pt x="1584917" y="3475081"/>
                </a:cubicBezTo>
                <a:cubicBezTo>
                  <a:pt x="1584917" y="3435357"/>
                  <a:pt x="1616248" y="3403154"/>
                  <a:pt x="1654896" y="3403154"/>
                </a:cubicBezTo>
                <a:close/>
                <a:moveTo>
                  <a:pt x="3826228" y="3399993"/>
                </a:moveTo>
                <a:cubicBezTo>
                  <a:pt x="3864876" y="3399993"/>
                  <a:pt x="3896206" y="3432196"/>
                  <a:pt x="3896206" y="3471920"/>
                </a:cubicBezTo>
                <a:cubicBezTo>
                  <a:pt x="3896206" y="3511645"/>
                  <a:pt x="3864876" y="3543848"/>
                  <a:pt x="3826228" y="3543848"/>
                </a:cubicBezTo>
                <a:cubicBezTo>
                  <a:pt x="3787580" y="3543848"/>
                  <a:pt x="3756250" y="3511645"/>
                  <a:pt x="3756250" y="3471920"/>
                </a:cubicBezTo>
                <a:cubicBezTo>
                  <a:pt x="3756250" y="3432196"/>
                  <a:pt x="3787580" y="3399993"/>
                  <a:pt x="3826228" y="3399993"/>
                </a:cubicBezTo>
                <a:close/>
                <a:moveTo>
                  <a:pt x="3635888" y="3399993"/>
                </a:moveTo>
                <a:cubicBezTo>
                  <a:pt x="3674535" y="3399993"/>
                  <a:pt x="3705866" y="3432196"/>
                  <a:pt x="3705866" y="3471920"/>
                </a:cubicBezTo>
                <a:cubicBezTo>
                  <a:pt x="3705866" y="3511645"/>
                  <a:pt x="3674535" y="3543848"/>
                  <a:pt x="3635888" y="3543848"/>
                </a:cubicBezTo>
                <a:cubicBezTo>
                  <a:pt x="3597240" y="3543848"/>
                  <a:pt x="3565910" y="3511645"/>
                  <a:pt x="3565910" y="3471920"/>
                </a:cubicBezTo>
                <a:cubicBezTo>
                  <a:pt x="3565910" y="3432196"/>
                  <a:pt x="3597240" y="3399993"/>
                  <a:pt x="3635888" y="3399993"/>
                </a:cubicBezTo>
                <a:close/>
                <a:moveTo>
                  <a:pt x="3428752" y="3399993"/>
                </a:moveTo>
                <a:cubicBezTo>
                  <a:pt x="3467400" y="3399993"/>
                  <a:pt x="3498730" y="3432196"/>
                  <a:pt x="3498730" y="3471920"/>
                </a:cubicBezTo>
                <a:cubicBezTo>
                  <a:pt x="3498730" y="3511645"/>
                  <a:pt x="3467400" y="3543848"/>
                  <a:pt x="3428752" y="3543848"/>
                </a:cubicBezTo>
                <a:cubicBezTo>
                  <a:pt x="3390104" y="3543848"/>
                  <a:pt x="3358774" y="3511645"/>
                  <a:pt x="3358774" y="3471920"/>
                </a:cubicBezTo>
                <a:cubicBezTo>
                  <a:pt x="3358774" y="3432196"/>
                  <a:pt x="3390104" y="3399993"/>
                  <a:pt x="3428752" y="3399993"/>
                </a:cubicBezTo>
                <a:close/>
                <a:moveTo>
                  <a:pt x="3239344" y="3399993"/>
                </a:moveTo>
                <a:cubicBezTo>
                  <a:pt x="3277992" y="3399993"/>
                  <a:pt x="3309322" y="3432196"/>
                  <a:pt x="3309322" y="3471920"/>
                </a:cubicBezTo>
                <a:cubicBezTo>
                  <a:pt x="3309322" y="3511645"/>
                  <a:pt x="3277992" y="3543848"/>
                  <a:pt x="3239344" y="3543848"/>
                </a:cubicBezTo>
                <a:cubicBezTo>
                  <a:pt x="3200696" y="3543848"/>
                  <a:pt x="3169365" y="3511645"/>
                  <a:pt x="3169365" y="3471920"/>
                </a:cubicBezTo>
                <a:cubicBezTo>
                  <a:pt x="3169365" y="3432196"/>
                  <a:pt x="3200696" y="3399993"/>
                  <a:pt x="3239344" y="3399993"/>
                </a:cubicBezTo>
                <a:close/>
                <a:moveTo>
                  <a:pt x="3029984" y="3398731"/>
                </a:moveTo>
                <a:cubicBezTo>
                  <a:pt x="3068631" y="3398731"/>
                  <a:pt x="3099962" y="3430934"/>
                  <a:pt x="3099962" y="3470658"/>
                </a:cubicBezTo>
                <a:cubicBezTo>
                  <a:pt x="3099962" y="3510382"/>
                  <a:pt x="3068631" y="3542585"/>
                  <a:pt x="3029984" y="3542585"/>
                </a:cubicBezTo>
                <a:cubicBezTo>
                  <a:pt x="2991336" y="3542585"/>
                  <a:pt x="2960005" y="3510382"/>
                  <a:pt x="2960005" y="3470658"/>
                </a:cubicBezTo>
                <a:cubicBezTo>
                  <a:pt x="2960005" y="3430934"/>
                  <a:pt x="2991336" y="3398731"/>
                  <a:pt x="3029984" y="3398731"/>
                </a:cubicBezTo>
                <a:close/>
                <a:moveTo>
                  <a:pt x="2839643" y="3398731"/>
                </a:moveTo>
                <a:cubicBezTo>
                  <a:pt x="2878291" y="3398731"/>
                  <a:pt x="2909621" y="3430934"/>
                  <a:pt x="2909621" y="3470658"/>
                </a:cubicBezTo>
                <a:cubicBezTo>
                  <a:pt x="2909621" y="3510382"/>
                  <a:pt x="2878291" y="3542585"/>
                  <a:pt x="2839643" y="3542585"/>
                </a:cubicBezTo>
                <a:cubicBezTo>
                  <a:pt x="2800995" y="3542585"/>
                  <a:pt x="2769665" y="3510382"/>
                  <a:pt x="2769665" y="3470658"/>
                </a:cubicBezTo>
                <a:cubicBezTo>
                  <a:pt x="2769665" y="3430934"/>
                  <a:pt x="2800995" y="3398731"/>
                  <a:pt x="2839643" y="3398731"/>
                </a:cubicBezTo>
                <a:close/>
                <a:moveTo>
                  <a:pt x="2632507" y="3398731"/>
                </a:moveTo>
                <a:cubicBezTo>
                  <a:pt x="2671155" y="3398731"/>
                  <a:pt x="2702486" y="3430934"/>
                  <a:pt x="2702486" y="3470658"/>
                </a:cubicBezTo>
                <a:cubicBezTo>
                  <a:pt x="2702486" y="3510382"/>
                  <a:pt x="2671155" y="3542585"/>
                  <a:pt x="2632507" y="3542585"/>
                </a:cubicBezTo>
                <a:cubicBezTo>
                  <a:pt x="2593859" y="3542585"/>
                  <a:pt x="2562529" y="3510382"/>
                  <a:pt x="2562529" y="3470658"/>
                </a:cubicBezTo>
                <a:cubicBezTo>
                  <a:pt x="2562529" y="3430934"/>
                  <a:pt x="2593859" y="3398731"/>
                  <a:pt x="2632507" y="3398731"/>
                </a:cubicBezTo>
                <a:close/>
                <a:moveTo>
                  <a:pt x="2443099" y="3398731"/>
                </a:moveTo>
                <a:cubicBezTo>
                  <a:pt x="2481747" y="3398731"/>
                  <a:pt x="2513077" y="3430934"/>
                  <a:pt x="2513077" y="3470658"/>
                </a:cubicBezTo>
                <a:cubicBezTo>
                  <a:pt x="2513077" y="3510382"/>
                  <a:pt x="2481747" y="3542585"/>
                  <a:pt x="2443099" y="3542585"/>
                </a:cubicBezTo>
                <a:cubicBezTo>
                  <a:pt x="2404451" y="3542585"/>
                  <a:pt x="2373121" y="3510382"/>
                  <a:pt x="2373121" y="3470658"/>
                </a:cubicBezTo>
                <a:cubicBezTo>
                  <a:pt x="2373121" y="3430934"/>
                  <a:pt x="2404451" y="3398731"/>
                  <a:pt x="2443099" y="3398731"/>
                </a:cubicBezTo>
                <a:close/>
                <a:moveTo>
                  <a:pt x="4613639" y="3392421"/>
                </a:moveTo>
                <a:cubicBezTo>
                  <a:pt x="4652286" y="3392421"/>
                  <a:pt x="4683617" y="3424624"/>
                  <a:pt x="4683617" y="3464348"/>
                </a:cubicBezTo>
                <a:cubicBezTo>
                  <a:pt x="4683617" y="3504073"/>
                  <a:pt x="4652286" y="3536276"/>
                  <a:pt x="4613639" y="3536276"/>
                </a:cubicBezTo>
                <a:cubicBezTo>
                  <a:pt x="4574991" y="3536276"/>
                  <a:pt x="4543660" y="3504073"/>
                  <a:pt x="4543660" y="3464348"/>
                </a:cubicBezTo>
                <a:cubicBezTo>
                  <a:pt x="4543660" y="3424624"/>
                  <a:pt x="4574991" y="3392421"/>
                  <a:pt x="4613639" y="3392421"/>
                </a:cubicBezTo>
                <a:close/>
                <a:moveTo>
                  <a:pt x="4423298" y="3392421"/>
                </a:moveTo>
                <a:cubicBezTo>
                  <a:pt x="4461946" y="3392421"/>
                  <a:pt x="4493276" y="3424624"/>
                  <a:pt x="4493276" y="3464348"/>
                </a:cubicBezTo>
                <a:cubicBezTo>
                  <a:pt x="4493276" y="3504073"/>
                  <a:pt x="4461946" y="3536276"/>
                  <a:pt x="4423298" y="3536276"/>
                </a:cubicBezTo>
                <a:cubicBezTo>
                  <a:pt x="4384650" y="3536276"/>
                  <a:pt x="4353320" y="3504073"/>
                  <a:pt x="4353320" y="3464348"/>
                </a:cubicBezTo>
                <a:cubicBezTo>
                  <a:pt x="4353320" y="3424624"/>
                  <a:pt x="4384650" y="3392421"/>
                  <a:pt x="4423298" y="3392421"/>
                </a:cubicBezTo>
                <a:close/>
                <a:moveTo>
                  <a:pt x="4216162" y="3392421"/>
                </a:moveTo>
                <a:cubicBezTo>
                  <a:pt x="4254810" y="3392421"/>
                  <a:pt x="4286141" y="3424624"/>
                  <a:pt x="4286141" y="3464348"/>
                </a:cubicBezTo>
                <a:cubicBezTo>
                  <a:pt x="4286141" y="3504073"/>
                  <a:pt x="4254810" y="3536276"/>
                  <a:pt x="4216162" y="3536276"/>
                </a:cubicBezTo>
                <a:cubicBezTo>
                  <a:pt x="4177514" y="3536276"/>
                  <a:pt x="4146184" y="3504073"/>
                  <a:pt x="4146184" y="3464348"/>
                </a:cubicBezTo>
                <a:cubicBezTo>
                  <a:pt x="4146184" y="3424624"/>
                  <a:pt x="4177514" y="3392421"/>
                  <a:pt x="4216162" y="3392421"/>
                </a:cubicBezTo>
                <a:close/>
                <a:moveTo>
                  <a:pt x="4026754" y="3392421"/>
                </a:moveTo>
                <a:cubicBezTo>
                  <a:pt x="4065402" y="3392421"/>
                  <a:pt x="4096732" y="3424624"/>
                  <a:pt x="4096732" y="3464348"/>
                </a:cubicBezTo>
                <a:cubicBezTo>
                  <a:pt x="4096732" y="3504073"/>
                  <a:pt x="4065402" y="3536276"/>
                  <a:pt x="4026754" y="3536276"/>
                </a:cubicBezTo>
                <a:cubicBezTo>
                  <a:pt x="3988106" y="3536276"/>
                  <a:pt x="3956776" y="3504073"/>
                  <a:pt x="3956776" y="3464348"/>
                </a:cubicBezTo>
                <a:cubicBezTo>
                  <a:pt x="3956776" y="3424624"/>
                  <a:pt x="3988106" y="3392421"/>
                  <a:pt x="4026754" y="3392421"/>
                </a:cubicBezTo>
                <a:close/>
                <a:moveTo>
                  <a:pt x="1454370" y="3229016"/>
                </a:moveTo>
                <a:cubicBezTo>
                  <a:pt x="1493017" y="3229016"/>
                  <a:pt x="1524348" y="3261219"/>
                  <a:pt x="1524348" y="3300943"/>
                </a:cubicBezTo>
                <a:cubicBezTo>
                  <a:pt x="1524348" y="3340667"/>
                  <a:pt x="1493017" y="3372870"/>
                  <a:pt x="1454370" y="3372870"/>
                </a:cubicBezTo>
                <a:cubicBezTo>
                  <a:pt x="1415722" y="3372870"/>
                  <a:pt x="1384391" y="3340667"/>
                  <a:pt x="1384391" y="3300943"/>
                </a:cubicBezTo>
                <a:cubicBezTo>
                  <a:pt x="1384391" y="3261219"/>
                  <a:pt x="1415722" y="3229016"/>
                  <a:pt x="1454370" y="3229016"/>
                </a:cubicBezTo>
                <a:close/>
                <a:moveTo>
                  <a:pt x="1264029" y="3229016"/>
                </a:moveTo>
                <a:cubicBezTo>
                  <a:pt x="1302677" y="3229016"/>
                  <a:pt x="1334007" y="3261219"/>
                  <a:pt x="1334007" y="3300943"/>
                </a:cubicBezTo>
                <a:cubicBezTo>
                  <a:pt x="1334007" y="3340667"/>
                  <a:pt x="1302677" y="3372870"/>
                  <a:pt x="1264029" y="3372870"/>
                </a:cubicBezTo>
                <a:cubicBezTo>
                  <a:pt x="1225381" y="3372870"/>
                  <a:pt x="1194051" y="3340667"/>
                  <a:pt x="1194051" y="3300943"/>
                </a:cubicBezTo>
                <a:cubicBezTo>
                  <a:pt x="1194051" y="3261219"/>
                  <a:pt x="1225381" y="3229016"/>
                  <a:pt x="1264029" y="3229016"/>
                </a:cubicBezTo>
                <a:close/>
                <a:moveTo>
                  <a:pt x="1056893" y="3229016"/>
                </a:moveTo>
                <a:cubicBezTo>
                  <a:pt x="1095541" y="3229016"/>
                  <a:pt x="1126872" y="3261219"/>
                  <a:pt x="1126872" y="3300943"/>
                </a:cubicBezTo>
                <a:cubicBezTo>
                  <a:pt x="1126872" y="3340667"/>
                  <a:pt x="1095541" y="3372870"/>
                  <a:pt x="1056893" y="3372870"/>
                </a:cubicBezTo>
                <a:cubicBezTo>
                  <a:pt x="1018245" y="3372870"/>
                  <a:pt x="986915" y="3340667"/>
                  <a:pt x="986915" y="3300943"/>
                </a:cubicBezTo>
                <a:cubicBezTo>
                  <a:pt x="986915" y="3261219"/>
                  <a:pt x="1018245" y="3229016"/>
                  <a:pt x="1056893" y="3229016"/>
                </a:cubicBezTo>
                <a:close/>
                <a:moveTo>
                  <a:pt x="867485" y="3229016"/>
                </a:moveTo>
                <a:cubicBezTo>
                  <a:pt x="906133" y="3229016"/>
                  <a:pt x="937463" y="3261219"/>
                  <a:pt x="937463" y="3300943"/>
                </a:cubicBezTo>
                <a:cubicBezTo>
                  <a:pt x="937463" y="3340667"/>
                  <a:pt x="906133" y="3372870"/>
                  <a:pt x="867485" y="3372870"/>
                </a:cubicBezTo>
                <a:cubicBezTo>
                  <a:pt x="828837" y="3372870"/>
                  <a:pt x="797507" y="3340667"/>
                  <a:pt x="797507" y="3300943"/>
                </a:cubicBezTo>
                <a:cubicBezTo>
                  <a:pt x="797507" y="3261219"/>
                  <a:pt x="828837" y="3229016"/>
                  <a:pt x="867485" y="3229016"/>
                </a:cubicBezTo>
                <a:close/>
                <a:moveTo>
                  <a:pt x="658125" y="3227754"/>
                </a:moveTo>
                <a:cubicBezTo>
                  <a:pt x="696772" y="3227754"/>
                  <a:pt x="728103" y="3259957"/>
                  <a:pt x="728103" y="3299681"/>
                </a:cubicBezTo>
                <a:cubicBezTo>
                  <a:pt x="728103" y="3339405"/>
                  <a:pt x="696772" y="3371608"/>
                  <a:pt x="658125" y="3371608"/>
                </a:cubicBezTo>
                <a:cubicBezTo>
                  <a:pt x="619477" y="3371608"/>
                  <a:pt x="588146" y="3339405"/>
                  <a:pt x="588146" y="3299681"/>
                </a:cubicBezTo>
                <a:cubicBezTo>
                  <a:pt x="588146" y="3259957"/>
                  <a:pt x="619477" y="3227754"/>
                  <a:pt x="658125" y="3227754"/>
                </a:cubicBezTo>
                <a:close/>
                <a:moveTo>
                  <a:pt x="467784" y="3227754"/>
                </a:moveTo>
                <a:cubicBezTo>
                  <a:pt x="506432" y="3227754"/>
                  <a:pt x="537763" y="3259957"/>
                  <a:pt x="537763" y="3299681"/>
                </a:cubicBezTo>
                <a:cubicBezTo>
                  <a:pt x="537763" y="3339405"/>
                  <a:pt x="506432" y="3371608"/>
                  <a:pt x="467784" y="3371608"/>
                </a:cubicBezTo>
                <a:cubicBezTo>
                  <a:pt x="429136" y="3371608"/>
                  <a:pt x="397806" y="3339405"/>
                  <a:pt x="397806" y="3299681"/>
                </a:cubicBezTo>
                <a:cubicBezTo>
                  <a:pt x="397806" y="3259957"/>
                  <a:pt x="429136" y="3227754"/>
                  <a:pt x="467784" y="3227754"/>
                </a:cubicBezTo>
                <a:close/>
                <a:moveTo>
                  <a:pt x="260648" y="3227754"/>
                </a:moveTo>
                <a:cubicBezTo>
                  <a:pt x="299296" y="3227754"/>
                  <a:pt x="330627" y="3259957"/>
                  <a:pt x="330627" y="3299681"/>
                </a:cubicBezTo>
                <a:cubicBezTo>
                  <a:pt x="330627" y="3339405"/>
                  <a:pt x="299296" y="3371608"/>
                  <a:pt x="260648" y="3371608"/>
                </a:cubicBezTo>
                <a:cubicBezTo>
                  <a:pt x="222000" y="3371608"/>
                  <a:pt x="190670" y="3339405"/>
                  <a:pt x="190670" y="3299681"/>
                </a:cubicBezTo>
                <a:cubicBezTo>
                  <a:pt x="190670" y="3259957"/>
                  <a:pt x="222000" y="3227754"/>
                  <a:pt x="260648" y="3227754"/>
                </a:cubicBezTo>
                <a:close/>
                <a:moveTo>
                  <a:pt x="71240" y="3227754"/>
                </a:moveTo>
                <a:cubicBezTo>
                  <a:pt x="109888" y="3227754"/>
                  <a:pt x="141218" y="3259957"/>
                  <a:pt x="141218" y="3299681"/>
                </a:cubicBezTo>
                <a:cubicBezTo>
                  <a:pt x="141218" y="3339405"/>
                  <a:pt x="109888" y="3371608"/>
                  <a:pt x="71240" y="3371608"/>
                </a:cubicBezTo>
                <a:cubicBezTo>
                  <a:pt x="32592" y="3371608"/>
                  <a:pt x="1262" y="3339405"/>
                  <a:pt x="1262" y="3299681"/>
                </a:cubicBezTo>
                <a:cubicBezTo>
                  <a:pt x="1262" y="3259957"/>
                  <a:pt x="32592" y="3227754"/>
                  <a:pt x="71240" y="3227754"/>
                </a:cubicBezTo>
                <a:close/>
                <a:moveTo>
                  <a:pt x="2241780" y="3221444"/>
                </a:moveTo>
                <a:cubicBezTo>
                  <a:pt x="2280428" y="3221444"/>
                  <a:pt x="2311758" y="3253647"/>
                  <a:pt x="2311758" y="3293371"/>
                </a:cubicBezTo>
                <a:cubicBezTo>
                  <a:pt x="2311758" y="3333095"/>
                  <a:pt x="2280428" y="3365298"/>
                  <a:pt x="2241780" y="3365298"/>
                </a:cubicBezTo>
                <a:cubicBezTo>
                  <a:pt x="2203132" y="3365298"/>
                  <a:pt x="2171802" y="3333095"/>
                  <a:pt x="2171802" y="3293371"/>
                </a:cubicBezTo>
                <a:cubicBezTo>
                  <a:pt x="2171802" y="3253647"/>
                  <a:pt x="2203132" y="3221444"/>
                  <a:pt x="2241780" y="3221444"/>
                </a:cubicBezTo>
                <a:close/>
                <a:moveTo>
                  <a:pt x="2051439" y="3221444"/>
                </a:moveTo>
                <a:cubicBezTo>
                  <a:pt x="2090087" y="3221444"/>
                  <a:pt x="2121418" y="3253647"/>
                  <a:pt x="2121418" y="3293371"/>
                </a:cubicBezTo>
                <a:cubicBezTo>
                  <a:pt x="2121418" y="3333095"/>
                  <a:pt x="2090087" y="3365298"/>
                  <a:pt x="2051439" y="3365298"/>
                </a:cubicBezTo>
                <a:cubicBezTo>
                  <a:pt x="2012791" y="3365298"/>
                  <a:pt x="1981461" y="3333095"/>
                  <a:pt x="1981461" y="3293371"/>
                </a:cubicBezTo>
                <a:cubicBezTo>
                  <a:pt x="1981461" y="3253647"/>
                  <a:pt x="2012791" y="3221444"/>
                  <a:pt x="2051439" y="3221444"/>
                </a:cubicBezTo>
                <a:close/>
                <a:moveTo>
                  <a:pt x="1844304" y="3221444"/>
                </a:moveTo>
                <a:cubicBezTo>
                  <a:pt x="1882952" y="3221444"/>
                  <a:pt x="1914282" y="3253647"/>
                  <a:pt x="1914282" y="3293371"/>
                </a:cubicBezTo>
                <a:cubicBezTo>
                  <a:pt x="1914282" y="3333095"/>
                  <a:pt x="1882952" y="3365298"/>
                  <a:pt x="1844304" y="3365298"/>
                </a:cubicBezTo>
                <a:cubicBezTo>
                  <a:pt x="1805656" y="3365298"/>
                  <a:pt x="1774326" y="3333095"/>
                  <a:pt x="1774326" y="3293371"/>
                </a:cubicBezTo>
                <a:cubicBezTo>
                  <a:pt x="1774326" y="3253647"/>
                  <a:pt x="1805656" y="3221444"/>
                  <a:pt x="1844304" y="3221444"/>
                </a:cubicBezTo>
                <a:close/>
                <a:moveTo>
                  <a:pt x="1654896" y="3221444"/>
                </a:moveTo>
                <a:cubicBezTo>
                  <a:pt x="1693544" y="3221444"/>
                  <a:pt x="1724874" y="3253647"/>
                  <a:pt x="1724874" y="3293371"/>
                </a:cubicBezTo>
                <a:cubicBezTo>
                  <a:pt x="1724874" y="3333095"/>
                  <a:pt x="1693544" y="3365298"/>
                  <a:pt x="1654896" y="3365298"/>
                </a:cubicBezTo>
                <a:cubicBezTo>
                  <a:pt x="1616248" y="3365298"/>
                  <a:pt x="1584917" y="3333095"/>
                  <a:pt x="1584917" y="3293371"/>
                </a:cubicBezTo>
                <a:cubicBezTo>
                  <a:pt x="1584917" y="3253647"/>
                  <a:pt x="1616248" y="3221444"/>
                  <a:pt x="1654896" y="3221444"/>
                </a:cubicBezTo>
                <a:close/>
                <a:moveTo>
                  <a:pt x="3826228" y="3218283"/>
                </a:moveTo>
                <a:cubicBezTo>
                  <a:pt x="3864876" y="3218283"/>
                  <a:pt x="3896206" y="3250486"/>
                  <a:pt x="3896206" y="3290210"/>
                </a:cubicBezTo>
                <a:cubicBezTo>
                  <a:pt x="3896206" y="3329934"/>
                  <a:pt x="3864876" y="3362137"/>
                  <a:pt x="3826228" y="3362137"/>
                </a:cubicBezTo>
                <a:cubicBezTo>
                  <a:pt x="3787580" y="3362137"/>
                  <a:pt x="3756250" y="3329934"/>
                  <a:pt x="3756250" y="3290210"/>
                </a:cubicBezTo>
                <a:cubicBezTo>
                  <a:pt x="3756250" y="3250486"/>
                  <a:pt x="3787580" y="3218283"/>
                  <a:pt x="3826228" y="3218283"/>
                </a:cubicBezTo>
                <a:close/>
                <a:moveTo>
                  <a:pt x="3635888" y="3218283"/>
                </a:moveTo>
                <a:cubicBezTo>
                  <a:pt x="3674535" y="3218283"/>
                  <a:pt x="3705866" y="3250486"/>
                  <a:pt x="3705866" y="3290210"/>
                </a:cubicBezTo>
                <a:cubicBezTo>
                  <a:pt x="3705866" y="3329934"/>
                  <a:pt x="3674535" y="3362137"/>
                  <a:pt x="3635888" y="3362137"/>
                </a:cubicBezTo>
                <a:cubicBezTo>
                  <a:pt x="3597240" y="3362137"/>
                  <a:pt x="3565910" y="3329934"/>
                  <a:pt x="3565910" y="3290210"/>
                </a:cubicBezTo>
                <a:cubicBezTo>
                  <a:pt x="3565910" y="3250486"/>
                  <a:pt x="3597240" y="3218283"/>
                  <a:pt x="3635888" y="3218283"/>
                </a:cubicBezTo>
                <a:close/>
                <a:moveTo>
                  <a:pt x="3428752" y="3218283"/>
                </a:moveTo>
                <a:cubicBezTo>
                  <a:pt x="3467400" y="3218283"/>
                  <a:pt x="3498730" y="3250486"/>
                  <a:pt x="3498730" y="3290210"/>
                </a:cubicBezTo>
                <a:cubicBezTo>
                  <a:pt x="3498730" y="3329934"/>
                  <a:pt x="3467400" y="3362137"/>
                  <a:pt x="3428752" y="3362137"/>
                </a:cubicBezTo>
                <a:cubicBezTo>
                  <a:pt x="3390104" y="3362137"/>
                  <a:pt x="3358774" y="3329934"/>
                  <a:pt x="3358774" y="3290210"/>
                </a:cubicBezTo>
                <a:cubicBezTo>
                  <a:pt x="3358774" y="3250486"/>
                  <a:pt x="3390104" y="3218283"/>
                  <a:pt x="3428752" y="3218283"/>
                </a:cubicBezTo>
                <a:close/>
                <a:moveTo>
                  <a:pt x="3239344" y="3218283"/>
                </a:moveTo>
                <a:cubicBezTo>
                  <a:pt x="3277992" y="3218283"/>
                  <a:pt x="3309322" y="3250486"/>
                  <a:pt x="3309322" y="3290210"/>
                </a:cubicBezTo>
                <a:cubicBezTo>
                  <a:pt x="3309322" y="3329934"/>
                  <a:pt x="3277992" y="3362137"/>
                  <a:pt x="3239344" y="3362137"/>
                </a:cubicBezTo>
                <a:cubicBezTo>
                  <a:pt x="3200696" y="3362137"/>
                  <a:pt x="3169365" y="3329934"/>
                  <a:pt x="3169365" y="3290210"/>
                </a:cubicBezTo>
                <a:cubicBezTo>
                  <a:pt x="3169365" y="3250486"/>
                  <a:pt x="3200696" y="3218283"/>
                  <a:pt x="3239344" y="3218283"/>
                </a:cubicBezTo>
                <a:close/>
                <a:moveTo>
                  <a:pt x="3029984" y="3217021"/>
                </a:moveTo>
                <a:cubicBezTo>
                  <a:pt x="3068631" y="3217021"/>
                  <a:pt x="3099962" y="3249224"/>
                  <a:pt x="3099962" y="3288948"/>
                </a:cubicBezTo>
                <a:cubicBezTo>
                  <a:pt x="3099962" y="3328672"/>
                  <a:pt x="3068631" y="3360875"/>
                  <a:pt x="3029984" y="3360875"/>
                </a:cubicBezTo>
                <a:cubicBezTo>
                  <a:pt x="2991336" y="3360875"/>
                  <a:pt x="2960005" y="3328672"/>
                  <a:pt x="2960005" y="3288948"/>
                </a:cubicBezTo>
                <a:cubicBezTo>
                  <a:pt x="2960005" y="3249224"/>
                  <a:pt x="2991336" y="3217021"/>
                  <a:pt x="3029984" y="3217021"/>
                </a:cubicBezTo>
                <a:close/>
                <a:moveTo>
                  <a:pt x="2839643" y="3217021"/>
                </a:moveTo>
                <a:cubicBezTo>
                  <a:pt x="2878291" y="3217021"/>
                  <a:pt x="2909621" y="3249224"/>
                  <a:pt x="2909621" y="3288948"/>
                </a:cubicBezTo>
                <a:cubicBezTo>
                  <a:pt x="2909621" y="3328672"/>
                  <a:pt x="2878291" y="3360875"/>
                  <a:pt x="2839643" y="3360875"/>
                </a:cubicBezTo>
                <a:cubicBezTo>
                  <a:pt x="2800995" y="3360875"/>
                  <a:pt x="2769665" y="3328672"/>
                  <a:pt x="2769665" y="3288948"/>
                </a:cubicBezTo>
                <a:cubicBezTo>
                  <a:pt x="2769665" y="3249224"/>
                  <a:pt x="2800995" y="3217021"/>
                  <a:pt x="2839643" y="3217021"/>
                </a:cubicBezTo>
                <a:close/>
                <a:moveTo>
                  <a:pt x="2632507" y="3217021"/>
                </a:moveTo>
                <a:cubicBezTo>
                  <a:pt x="2671155" y="3217021"/>
                  <a:pt x="2702486" y="3249224"/>
                  <a:pt x="2702486" y="3288948"/>
                </a:cubicBezTo>
                <a:cubicBezTo>
                  <a:pt x="2702486" y="3328672"/>
                  <a:pt x="2671155" y="3360875"/>
                  <a:pt x="2632507" y="3360875"/>
                </a:cubicBezTo>
                <a:cubicBezTo>
                  <a:pt x="2593859" y="3360875"/>
                  <a:pt x="2562529" y="3328672"/>
                  <a:pt x="2562529" y="3288948"/>
                </a:cubicBezTo>
                <a:cubicBezTo>
                  <a:pt x="2562529" y="3249224"/>
                  <a:pt x="2593859" y="3217021"/>
                  <a:pt x="2632507" y="3217021"/>
                </a:cubicBezTo>
                <a:close/>
                <a:moveTo>
                  <a:pt x="2443099" y="3217021"/>
                </a:moveTo>
                <a:cubicBezTo>
                  <a:pt x="2481747" y="3217021"/>
                  <a:pt x="2513077" y="3249224"/>
                  <a:pt x="2513077" y="3288948"/>
                </a:cubicBezTo>
                <a:cubicBezTo>
                  <a:pt x="2513077" y="3328672"/>
                  <a:pt x="2481747" y="3360875"/>
                  <a:pt x="2443099" y="3360875"/>
                </a:cubicBezTo>
                <a:cubicBezTo>
                  <a:pt x="2404451" y="3360875"/>
                  <a:pt x="2373121" y="3328672"/>
                  <a:pt x="2373121" y="3288948"/>
                </a:cubicBezTo>
                <a:cubicBezTo>
                  <a:pt x="2373121" y="3249224"/>
                  <a:pt x="2404451" y="3217021"/>
                  <a:pt x="2443099" y="3217021"/>
                </a:cubicBezTo>
                <a:close/>
                <a:moveTo>
                  <a:pt x="4613639" y="3210711"/>
                </a:moveTo>
                <a:cubicBezTo>
                  <a:pt x="4652286" y="3210711"/>
                  <a:pt x="4683617" y="3242914"/>
                  <a:pt x="4683617" y="3282638"/>
                </a:cubicBezTo>
                <a:cubicBezTo>
                  <a:pt x="4683617" y="3322362"/>
                  <a:pt x="4652286" y="3354565"/>
                  <a:pt x="4613639" y="3354565"/>
                </a:cubicBezTo>
                <a:cubicBezTo>
                  <a:pt x="4574991" y="3354565"/>
                  <a:pt x="4543660" y="3322362"/>
                  <a:pt x="4543660" y="3282638"/>
                </a:cubicBezTo>
                <a:cubicBezTo>
                  <a:pt x="4543660" y="3242914"/>
                  <a:pt x="4574991" y="3210711"/>
                  <a:pt x="4613639" y="3210711"/>
                </a:cubicBezTo>
                <a:close/>
                <a:moveTo>
                  <a:pt x="4423298" y="3210711"/>
                </a:moveTo>
                <a:cubicBezTo>
                  <a:pt x="4461946" y="3210711"/>
                  <a:pt x="4493276" y="3242914"/>
                  <a:pt x="4493276" y="3282638"/>
                </a:cubicBezTo>
                <a:cubicBezTo>
                  <a:pt x="4493276" y="3322362"/>
                  <a:pt x="4461946" y="3354565"/>
                  <a:pt x="4423298" y="3354565"/>
                </a:cubicBezTo>
                <a:cubicBezTo>
                  <a:pt x="4384650" y="3354565"/>
                  <a:pt x="4353320" y="3322362"/>
                  <a:pt x="4353320" y="3282638"/>
                </a:cubicBezTo>
                <a:cubicBezTo>
                  <a:pt x="4353320" y="3242914"/>
                  <a:pt x="4384650" y="3210711"/>
                  <a:pt x="4423298" y="3210711"/>
                </a:cubicBezTo>
                <a:close/>
                <a:moveTo>
                  <a:pt x="4216162" y="3210711"/>
                </a:moveTo>
                <a:cubicBezTo>
                  <a:pt x="4254810" y="3210711"/>
                  <a:pt x="4286141" y="3242914"/>
                  <a:pt x="4286141" y="3282638"/>
                </a:cubicBezTo>
                <a:cubicBezTo>
                  <a:pt x="4286141" y="3322362"/>
                  <a:pt x="4254810" y="3354565"/>
                  <a:pt x="4216162" y="3354565"/>
                </a:cubicBezTo>
                <a:cubicBezTo>
                  <a:pt x="4177514" y="3354565"/>
                  <a:pt x="4146184" y="3322362"/>
                  <a:pt x="4146184" y="3282638"/>
                </a:cubicBezTo>
                <a:cubicBezTo>
                  <a:pt x="4146184" y="3242914"/>
                  <a:pt x="4177514" y="3210711"/>
                  <a:pt x="4216162" y="3210711"/>
                </a:cubicBezTo>
                <a:close/>
                <a:moveTo>
                  <a:pt x="4026754" y="3210711"/>
                </a:moveTo>
                <a:cubicBezTo>
                  <a:pt x="4065402" y="3210711"/>
                  <a:pt x="4096732" y="3242914"/>
                  <a:pt x="4096732" y="3282638"/>
                </a:cubicBezTo>
                <a:cubicBezTo>
                  <a:pt x="4096732" y="3322362"/>
                  <a:pt x="4065402" y="3354565"/>
                  <a:pt x="4026754" y="3354565"/>
                </a:cubicBezTo>
                <a:cubicBezTo>
                  <a:pt x="3988106" y="3354565"/>
                  <a:pt x="3956776" y="3322362"/>
                  <a:pt x="3956776" y="3282638"/>
                </a:cubicBezTo>
                <a:cubicBezTo>
                  <a:pt x="3956776" y="3242914"/>
                  <a:pt x="3988106" y="3210711"/>
                  <a:pt x="4026754" y="3210711"/>
                </a:cubicBezTo>
                <a:close/>
                <a:moveTo>
                  <a:pt x="1454370" y="3039735"/>
                </a:moveTo>
                <a:cubicBezTo>
                  <a:pt x="1493017" y="3039735"/>
                  <a:pt x="1524348" y="3071938"/>
                  <a:pt x="1524348" y="3111661"/>
                </a:cubicBezTo>
                <a:cubicBezTo>
                  <a:pt x="1524348" y="3151386"/>
                  <a:pt x="1493017" y="3183589"/>
                  <a:pt x="1454370" y="3183589"/>
                </a:cubicBezTo>
                <a:cubicBezTo>
                  <a:pt x="1415722" y="3183589"/>
                  <a:pt x="1384391" y="3151386"/>
                  <a:pt x="1384391" y="3111661"/>
                </a:cubicBezTo>
                <a:cubicBezTo>
                  <a:pt x="1384391" y="3071938"/>
                  <a:pt x="1415722" y="3039735"/>
                  <a:pt x="1454370" y="3039735"/>
                </a:cubicBezTo>
                <a:close/>
                <a:moveTo>
                  <a:pt x="1264029" y="3039735"/>
                </a:moveTo>
                <a:cubicBezTo>
                  <a:pt x="1302677" y="3039735"/>
                  <a:pt x="1334007" y="3071938"/>
                  <a:pt x="1334007" y="3111661"/>
                </a:cubicBezTo>
                <a:cubicBezTo>
                  <a:pt x="1334007" y="3151386"/>
                  <a:pt x="1302677" y="3183589"/>
                  <a:pt x="1264029" y="3183589"/>
                </a:cubicBezTo>
                <a:cubicBezTo>
                  <a:pt x="1225381" y="3183589"/>
                  <a:pt x="1194051" y="3151386"/>
                  <a:pt x="1194051" y="3111661"/>
                </a:cubicBezTo>
                <a:cubicBezTo>
                  <a:pt x="1194051" y="3071938"/>
                  <a:pt x="1225381" y="3039735"/>
                  <a:pt x="1264029" y="3039735"/>
                </a:cubicBezTo>
                <a:close/>
                <a:moveTo>
                  <a:pt x="1056893" y="3039735"/>
                </a:moveTo>
                <a:cubicBezTo>
                  <a:pt x="1095541" y="3039735"/>
                  <a:pt x="1126872" y="3071938"/>
                  <a:pt x="1126872" y="3111661"/>
                </a:cubicBezTo>
                <a:cubicBezTo>
                  <a:pt x="1126872" y="3151386"/>
                  <a:pt x="1095541" y="3183589"/>
                  <a:pt x="1056893" y="3183589"/>
                </a:cubicBezTo>
                <a:cubicBezTo>
                  <a:pt x="1018245" y="3183589"/>
                  <a:pt x="986915" y="3151386"/>
                  <a:pt x="986915" y="3111661"/>
                </a:cubicBezTo>
                <a:cubicBezTo>
                  <a:pt x="986915" y="3071938"/>
                  <a:pt x="1018245" y="3039735"/>
                  <a:pt x="1056893" y="3039735"/>
                </a:cubicBezTo>
                <a:close/>
                <a:moveTo>
                  <a:pt x="867485" y="3039735"/>
                </a:moveTo>
                <a:cubicBezTo>
                  <a:pt x="906133" y="3039735"/>
                  <a:pt x="937463" y="3071938"/>
                  <a:pt x="937463" y="3111661"/>
                </a:cubicBezTo>
                <a:cubicBezTo>
                  <a:pt x="937463" y="3151386"/>
                  <a:pt x="906133" y="3183589"/>
                  <a:pt x="867485" y="3183589"/>
                </a:cubicBezTo>
                <a:cubicBezTo>
                  <a:pt x="828837" y="3183589"/>
                  <a:pt x="797507" y="3151386"/>
                  <a:pt x="797507" y="3111661"/>
                </a:cubicBezTo>
                <a:cubicBezTo>
                  <a:pt x="797507" y="3071938"/>
                  <a:pt x="828837" y="3039735"/>
                  <a:pt x="867485" y="3039735"/>
                </a:cubicBezTo>
                <a:close/>
                <a:moveTo>
                  <a:pt x="658125" y="3038472"/>
                </a:moveTo>
                <a:cubicBezTo>
                  <a:pt x="696772" y="3038472"/>
                  <a:pt x="728103" y="3070675"/>
                  <a:pt x="728103" y="3110399"/>
                </a:cubicBezTo>
                <a:cubicBezTo>
                  <a:pt x="728103" y="3150124"/>
                  <a:pt x="696772" y="3182327"/>
                  <a:pt x="658125" y="3182327"/>
                </a:cubicBezTo>
                <a:cubicBezTo>
                  <a:pt x="619477" y="3182327"/>
                  <a:pt x="588146" y="3150124"/>
                  <a:pt x="588146" y="3110399"/>
                </a:cubicBezTo>
                <a:cubicBezTo>
                  <a:pt x="588146" y="3070675"/>
                  <a:pt x="619477" y="3038472"/>
                  <a:pt x="658125" y="3038472"/>
                </a:cubicBezTo>
                <a:close/>
                <a:moveTo>
                  <a:pt x="467784" y="3038472"/>
                </a:moveTo>
                <a:cubicBezTo>
                  <a:pt x="506432" y="3038472"/>
                  <a:pt x="537763" y="3070675"/>
                  <a:pt x="537763" y="3110399"/>
                </a:cubicBezTo>
                <a:cubicBezTo>
                  <a:pt x="537763" y="3150124"/>
                  <a:pt x="506432" y="3182327"/>
                  <a:pt x="467784" y="3182327"/>
                </a:cubicBezTo>
                <a:cubicBezTo>
                  <a:pt x="429136" y="3182327"/>
                  <a:pt x="397806" y="3150124"/>
                  <a:pt x="397806" y="3110399"/>
                </a:cubicBezTo>
                <a:cubicBezTo>
                  <a:pt x="397806" y="3070675"/>
                  <a:pt x="429136" y="3038472"/>
                  <a:pt x="467784" y="3038472"/>
                </a:cubicBezTo>
                <a:close/>
                <a:moveTo>
                  <a:pt x="260648" y="3038472"/>
                </a:moveTo>
                <a:cubicBezTo>
                  <a:pt x="299296" y="3038472"/>
                  <a:pt x="330627" y="3070675"/>
                  <a:pt x="330627" y="3110399"/>
                </a:cubicBezTo>
                <a:cubicBezTo>
                  <a:pt x="330627" y="3150124"/>
                  <a:pt x="299296" y="3182327"/>
                  <a:pt x="260648" y="3182327"/>
                </a:cubicBezTo>
                <a:cubicBezTo>
                  <a:pt x="222000" y="3182327"/>
                  <a:pt x="190670" y="3150124"/>
                  <a:pt x="190670" y="3110399"/>
                </a:cubicBezTo>
                <a:cubicBezTo>
                  <a:pt x="190670" y="3070675"/>
                  <a:pt x="222000" y="3038472"/>
                  <a:pt x="260648" y="3038472"/>
                </a:cubicBezTo>
                <a:close/>
                <a:moveTo>
                  <a:pt x="71240" y="3038472"/>
                </a:moveTo>
                <a:cubicBezTo>
                  <a:pt x="109888" y="3038472"/>
                  <a:pt x="141218" y="3070675"/>
                  <a:pt x="141218" y="3110399"/>
                </a:cubicBezTo>
                <a:cubicBezTo>
                  <a:pt x="141218" y="3150124"/>
                  <a:pt x="109888" y="3182327"/>
                  <a:pt x="71240" y="3182327"/>
                </a:cubicBezTo>
                <a:cubicBezTo>
                  <a:pt x="32592" y="3182327"/>
                  <a:pt x="1262" y="3150124"/>
                  <a:pt x="1262" y="3110399"/>
                </a:cubicBezTo>
                <a:cubicBezTo>
                  <a:pt x="1262" y="3070675"/>
                  <a:pt x="32592" y="3038472"/>
                  <a:pt x="71240" y="3038472"/>
                </a:cubicBezTo>
                <a:close/>
                <a:moveTo>
                  <a:pt x="2241780" y="3032163"/>
                </a:moveTo>
                <a:cubicBezTo>
                  <a:pt x="2280428" y="3032163"/>
                  <a:pt x="2311758" y="3064366"/>
                  <a:pt x="2311758" y="3104089"/>
                </a:cubicBezTo>
                <a:cubicBezTo>
                  <a:pt x="2311758" y="3143814"/>
                  <a:pt x="2280428" y="3176017"/>
                  <a:pt x="2241780" y="3176017"/>
                </a:cubicBezTo>
                <a:cubicBezTo>
                  <a:pt x="2203132" y="3176017"/>
                  <a:pt x="2171802" y="3143814"/>
                  <a:pt x="2171802" y="3104089"/>
                </a:cubicBezTo>
                <a:cubicBezTo>
                  <a:pt x="2171802" y="3064366"/>
                  <a:pt x="2203132" y="3032163"/>
                  <a:pt x="2241780" y="3032163"/>
                </a:cubicBezTo>
                <a:close/>
                <a:moveTo>
                  <a:pt x="2051439" y="3032163"/>
                </a:moveTo>
                <a:cubicBezTo>
                  <a:pt x="2090087" y="3032163"/>
                  <a:pt x="2121418" y="3064366"/>
                  <a:pt x="2121418" y="3104089"/>
                </a:cubicBezTo>
                <a:cubicBezTo>
                  <a:pt x="2121418" y="3143814"/>
                  <a:pt x="2090087" y="3176017"/>
                  <a:pt x="2051439" y="3176017"/>
                </a:cubicBezTo>
                <a:cubicBezTo>
                  <a:pt x="2012791" y="3176017"/>
                  <a:pt x="1981461" y="3143814"/>
                  <a:pt x="1981461" y="3104089"/>
                </a:cubicBezTo>
                <a:cubicBezTo>
                  <a:pt x="1981461" y="3064366"/>
                  <a:pt x="2012791" y="3032163"/>
                  <a:pt x="2051439" y="3032163"/>
                </a:cubicBezTo>
                <a:close/>
                <a:moveTo>
                  <a:pt x="1844304" y="3032163"/>
                </a:moveTo>
                <a:cubicBezTo>
                  <a:pt x="1882952" y="3032163"/>
                  <a:pt x="1914282" y="3064366"/>
                  <a:pt x="1914282" y="3104089"/>
                </a:cubicBezTo>
                <a:cubicBezTo>
                  <a:pt x="1914282" y="3143814"/>
                  <a:pt x="1882952" y="3176017"/>
                  <a:pt x="1844304" y="3176017"/>
                </a:cubicBezTo>
                <a:cubicBezTo>
                  <a:pt x="1805656" y="3176017"/>
                  <a:pt x="1774326" y="3143814"/>
                  <a:pt x="1774326" y="3104089"/>
                </a:cubicBezTo>
                <a:cubicBezTo>
                  <a:pt x="1774326" y="3064366"/>
                  <a:pt x="1805656" y="3032163"/>
                  <a:pt x="1844304" y="3032163"/>
                </a:cubicBezTo>
                <a:close/>
                <a:moveTo>
                  <a:pt x="1654896" y="3032163"/>
                </a:moveTo>
                <a:cubicBezTo>
                  <a:pt x="1693544" y="3032163"/>
                  <a:pt x="1724874" y="3064366"/>
                  <a:pt x="1724874" y="3104089"/>
                </a:cubicBezTo>
                <a:cubicBezTo>
                  <a:pt x="1724874" y="3143814"/>
                  <a:pt x="1693544" y="3176017"/>
                  <a:pt x="1654896" y="3176017"/>
                </a:cubicBezTo>
                <a:cubicBezTo>
                  <a:pt x="1616248" y="3176017"/>
                  <a:pt x="1584917" y="3143814"/>
                  <a:pt x="1584917" y="3104089"/>
                </a:cubicBezTo>
                <a:cubicBezTo>
                  <a:pt x="1584917" y="3064366"/>
                  <a:pt x="1616248" y="3032163"/>
                  <a:pt x="1654896" y="3032163"/>
                </a:cubicBezTo>
                <a:close/>
                <a:moveTo>
                  <a:pt x="3826228" y="3029002"/>
                </a:moveTo>
                <a:cubicBezTo>
                  <a:pt x="3864876" y="3029002"/>
                  <a:pt x="3896206" y="3061205"/>
                  <a:pt x="3896206" y="3100928"/>
                </a:cubicBezTo>
                <a:cubicBezTo>
                  <a:pt x="3896206" y="3140653"/>
                  <a:pt x="3864876" y="3172856"/>
                  <a:pt x="3826228" y="3172856"/>
                </a:cubicBezTo>
                <a:cubicBezTo>
                  <a:pt x="3787580" y="3172856"/>
                  <a:pt x="3756250" y="3140653"/>
                  <a:pt x="3756250" y="3100928"/>
                </a:cubicBezTo>
                <a:cubicBezTo>
                  <a:pt x="3756250" y="3061205"/>
                  <a:pt x="3787580" y="3029002"/>
                  <a:pt x="3826228" y="3029002"/>
                </a:cubicBezTo>
                <a:close/>
                <a:moveTo>
                  <a:pt x="3635888" y="3029002"/>
                </a:moveTo>
                <a:cubicBezTo>
                  <a:pt x="3674535" y="3029002"/>
                  <a:pt x="3705866" y="3061205"/>
                  <a:pt x="3705866" y="3100928"/>
                </a:cubicBezTo>
                <a:cubicBezTo>
                  <a:pt x="3705866" y="3140653"/>
                  <a:pt x="3674535" y="3172856"/>
                  <a:pt x="3635888" y="3172856"/>
                </a:cubicBezTo>
                <a:cubicBezTo>
                  <a:pt x="3597240" y="3172856"/>
                  <a:pt x="3565910" y="3140653"/>
                  <a:pt x="3565910" y="3100928"/>
                </a:cubicBezTo>
                <a:cubicBezTo>
                  <a:pt x="3565910" y="3061205"/>
                  <a:pt x="3597240" y="3029002"/>
                  <a:pt x="3635888" y="3029002"/>
                </a:cubicBezTo>
                <a:close/>
                <a:moveTo>
                  <a:pt x="3428752" y="3029002"/>
                </a:moveTo>
                <a:cubicBezTo>
                  <a:pt x="3467400" y="3029002"/>
                  <a:pt x="3498730" y="3061205"/>
                  <a:pt x="3498730" y="3100928"/>
                </a:cubicBezTo>
                <a:cubicBezTo>
                  <a:pt x="3498730" y="3140653"/>
                  <a:pt x="3467400" y="3172856"/>
                  <a:pt x="3428752" y="3172856"/>
                </a:cubicBezTo>
                <a:cubicBezTo>
                  <a:pt x="3390104" y="3172856"/>
                  <a:pt x="3358774" y="3140653"/>
                  <a:pt x="3358774" y="3100928"/>
                </a:cubicBezTo>
                <a:cubicBezTo>
                  <a:pt x="3358774" y="3061205"/>
                  <a:pt x="3390104" y="3029002"/>
                  <a:pt x="3428752" y="3029002"/>
                </a:cubicBezTo>
                <a:close/>
                <a:moveTo>
                  <a:pt x="3239344" y="3029002"/>
                </a:moveTo>
                <a:cubicBezTo>
                  <a:pt x="3277992" y="3029002"/>
                  <a:pt x="3309322" y="3061205"/>
                  <a:pt x="3309322" y="3100928"/>
                </a:cubicBezTo>
                <a:cubicBezTo>
                  <a:pt x="3309322" y="3140653"/>
                  <a:pt x="3277992" y="3172856"/>
                  <a:pt x="3239344" y="3172856"/>
                </a:cubicBezTo>
                <a:cubicBezTo>
                  <a:pt x="3200696" y="3172856"/>
                  <a:pt x="3169365" y="3140653"/>
                  <a:pt x="3169365" y="3100928"/>
                </a:cubicBezTo>
                <a:cubicBezTo>
                  <a:pt x="3169365" y="3061205"/>
                  <a:pt x="3200696" y="3029002"/>
                  <a:pt x="3239344" y="3029002"/>
                </a:cubicBezTo>
                <a:close/>
                <a:moveTo>
                  <a:pt x="3029984" y="3027739"/>
                </a:moveTo>
                <a:cubicBezTo>
                  <a:pt x="3068631" y="3027739"/>
                  <a:pt x="3099962" y="3059942"/>
                  <a:pt x="3099962" y="3099666"/>
                </a:cubicBezTo>
                <a:cubicBezTo>
                  <a:pt x="3099962" y="3139391"/>
                  <a:pt x="3068631" y="3171594"/>
                  <a:pt x="3029984" y="3171594"/>
                </a:cubicBezTo>
                <a:cubicBezTo>
                  <a:pt x="2991336" y="3171594"/>
                  <a:pt x="2960005" y="3139391"/>
                  <a:pt x="2960005" y="3099666"/>
                </a:cubicBezTo>
                <a:cubicBezTo>
                  <a:pt x="2960005" y="3059942"/>
                  <a:pt x="2991336" y="3027739"/>
                  <a:pt x="3029984" y="3027739"/>
                </a:cubicBezTo>
                <a:close/>
                <a:moveTo>
                  <a:pt x="2839643" y="3027739"/>
                </a:moveTo>
                <a:cubicBezTo>
                  <a:pt x="2878291" y="3027739"/>
                  <a:pt x="2909621" y="3059942"/>
                  <a:pt x="2909621" y="3099666"/>
                </a:cubicBezTo>
                <a:cubicBezTo>
                  <a:pt x="2909621" y="3139391"/>
                  <a:pt x="2878291" y="3171594"/>
                  <a:pt x="2839643" y="3171594"/>
                </a:cubicBezTo>
                <a:cubicBezTo>
                  <a:pt x="2800995" y="3171594"/>
                  <a:pt x="2769665" y="3139391"/>
                  <a:pt x="2769665" y="3099666"/>
                </a:cubicBezTo>
                <a:cubicBezTo>
                  <a:pt x="2769665" y="3059942"/>
                  <a:pt x="2800995" y="3027739"/>
                  <a:pt x="2839643" y="3027739"/>
                </a:cubicBezTo>
                <a:close/>
                <a:moveTo>
                  <a:pt x="2632507" y="3027739"/>
                </a:moveTo>
                <a:cubicBezTo>
                  <a:pt x="2671155" y="3027739"/>
                  <a:pt x="2702486" y="3059942"/>
                  <a:pt x="2702486" y="3099666"/>
                </a:cubicBezTo>
                <a:cubicBezTo>
                  <a:pt x="2702486" y="3139391"/>
                  <a:pt x="2671155" y="3171594"/>
                  <a:pt x="2632507" y="3171594"/>
                </a:cubicBezTo>
                <a:cubicBezTo>
                  <a:pt x="2593859" y="3171594"/>
                  <a:pt x="2562529" y="3139391"/>
                  <a:pt x="2562529" y="3099666"/>
                </a:cubicBezTo>
                <a:cubicBezTo>
                  <a:pt x="2562529" y="3059942"/>
                  <a:pt x="2593859" y="3027739"/>
                  <a:pt x="2632507" y="3027739"/>
                </a:cubicBezTo>
                <a:close/>
                <a:moveTo>
                  <a:pt x="2443099" y="3027739"/>
                </a:moveTo>
                <a:cubicBezTo>
                  <a:pt x="2481747" y="3027739"/>
                  <a:pt x="2513077" y="3059942"/>
                  <a:pt x="2513077" y="3099666"/>
                </a:cubicBezTo>
                <a:cubicBezTo>
                  <a:pt x="2513077" y="3139391"/>
                  <a:pt x="2481747" y="3171594"/>
                  <a:pt x="2443099" y="3171594"/>
                </a:cubicBezTo>
                <a:cubicBezTo>
                  <a:pt x="2404451" y="3171594"/>
                  <a:pt x="2373121" y="3139391"/>
                  <a:pt x="2373121" y="3099666"/>
                </a:cubicBezTo>
                <a:cubicBezTo>
                  <a:pt x="2373121" y="3059942"/>
                  <a:pt x="2404451" y="3027739"/>
                  <a:pt x="2443099" y="3027739"/>
                </a:cubicBezTo>
                <a:close/>
                <a:moveTo>
                  <a:pt x="4613639" y="3021430"/>
                </a:moveTo>
                <a:cubicBezTo>
                  <a:pt x="4652286" y="3021430"/>
                  <a:pt x="4683617" y="3053633"/>
                  <a:pt x="4683617" y="3093356"/>
                </a:cubicBezTo>
                <a:cubicBezTo>
                  <a:pt x="4683617" y="3133081"/>
                  <a:pt x="4652286" y="3165284"/>
                  <a:pt x="4613639" y="3165284"/>
                </a:cubicBezTo>
                <a:cubicBezTo>
                  <a:pt x="4574991" y="3165284"/>
                  <a:pt x="4543660" y="3133081"/>
                  <a:pt x="4543660" y="3093356"/>
                </a:cubicBezTo>
                <a:cubicBezTo>
                  <a:pt x="4543660" y="3053633"/>
                  <a:pt x="4574991" y="3021430"/>
                  <a:pt x="4613639" y="3021430"/>
                </a:cubicBezTo>
                <a:close/>
                <a:moveTo>
                  <a:pt x="4423298" y="3021430"/>
                </a:moveTo>
                <a:cubicBezTo>
                  <a:pt x="4461946" y="3021430"/>
                  <a:pt x="4493276" y="3053633"/>
                  <a:pt x="4493276" y="3093356"/>
                </a:cubicBezTo>
                <a:cubicBezTo>
                  <a:pt x="4493276" y="3133081"/>
                  <a:pt x="4461946" y="3165284"/>
                  <a:pt x="4423298" y="3165284"/>
                </a:cubicBezTo>
                <a:cubicBezTo>
                  <a:pt x="4384650" y="3165284"/>
                  <a:pt x="4353320" y="3133081"/>
                  <a:pt x="4353320" y="3093356"/>
                </a:cubicBezTo>
                <a:cubicBezTo>
                  <a:pt x="4353320" y="3053633"/>
                  <a:pt x="4384650" y="3021430"/>
                  <a:pt x="4423298" y="3021430"/>
                </a:cubicBezTo>
                <a:close/>
                <a:moveTo>
                  <a:pt x="4216162" y="3021430"/>
                </a:moveTo>
                <a:cubicBezTo>
                  <a:pt x="4254810" y="3021430"/>
                  <a:pt x="4286141" y="3053633"/>
                  <a:pt x="4286141" y="3093356"/>
                </a:cubicBezTo>
                <a:cubicBezTo>
                  <a:pt x="4286141" y="3133081"/>
                  <a:pt x="4254810" y="3165284"/>
                  <a:pt x="4216162" y="3165284"/>
                </a:cubicBezTo>
                <a:cubicBezTo>
                  <a:pt x="4177514" y="3165284"/>
                  <a:pt x="4146184" y="3133081"/>
                  <a:pt x="4146184" y="3093356"/>
                </a:cubicBezTo>
                <a:cubicBezTo>
                  <a:pt x="4146184" y="3053633"/>
                  <a:pt x="4177514" y="3021430"/>
                  <a:pt x="4216162" y="3021430"/>
                </a:cubicBezTo>
                <a:close/>
                <a:moveTo>
                  <a:pt x="4026754" y="3021430"/>
                </a:moveTo>
                <a:cubicBezTo>
                  <a:pt x="4065402" y="3021430"/>
                  <a:pt x="4096732" y="3053633"/>
                  <a:pt x="4096732" y="3093356"/>
                </a:cubicBezTo>
                <a:cubicBezTo>
                  <a:pt x="4096732" y="3133081"/>
                  <a:pt x="4065402" y="3165284"/>
                  <a:pt x="4026754" y="3165284"/>
                </a:cubicBezTo>
                <a:cubicBezTo>
                  <a:pt x="3988106" y="3165284"/>
                  <a:pt x="3956776" y="3133081"/>
                  <a:pt x="3956776" y="3093356"/>
                </a:cubicBezTo>
                <a:cubicBezTo>
                  <a:pt x="3956776" y="3053633"/>
                  <a:pt x="3988106" y="3021430"/>
                  <a:pt x="4026754" y="3021430"/>
                </a:cubicBezTo>
                <a:close/>
                <a:moveTo>
                  <a:pt x="1454370" y="2844144"/>
                </a:moveTo>
                <a:cubicBezTo>
                  <a:pt x="1493017" y="2844144"/>
                  <a:pt x="1524348" y="2876347"/>
                  <a:pt x="1524348" y="2916071"/>
                </a:cubicBezTo>
                <a:cubicBezTo>
                  <a:pt x="1524348" y="2955795"/>
                  <a:pt x="1493017" y="2987998"/>
                  <a:pt x="1454370" y="2987998"/>
                </a:cubicBezTo>
                <a:cubicBezTo>
                  <a:pt x="1415722" y="2987998"/>
                  <a:pt x="1384391" y="2955795"/>
                  <a:pt x="1384391" y="2916071"/>
                </a:cubicBezTo>
                <a:cubicBezTo>
                  <a:pt x="1384391" y="2876347"/>
                  <a:pt x="1415722" y="2844144"/>
                  <a:pt x="1454370" y="2844144"/>
                </a:cubicBezTo>
                <a:close/>
                <a:moveTo>
                  <a:pt x="1264029" y="2844144"/>
                </a:moveTo>
                <a:cubicBezTo>
                  <a:pt x="1302677" y="2844144"/>
                  <a:pt x="1334007" y="2876347"/>
                  <a:pt x="1334007" y="2916071"/>
                </a:cubicBezTo>
                <a:cubicBezTo>
                  <a:pt x="1334007" y="2955795"/>
                  <a:pt x="1302677" y="2987998"/>
                  <a:pt x="1264029" y="2987998"/>
                </a:cubicBezTo>
                <a:cubicBezTo>
                  <a:pt x="1225381" y="2987998"/>
                  <a:pt x="1194051" y="2955795"/>
                  <a:pt x="1194051" y="2916071"/>
                </a:cubicBezTo>
                <a:cubicBezTo>
                  <a:pt x="1194051" y="2876347"/>
                  <a:pt x="1225381" y="2844144"/>
                  <a:pt x="1264029" y="2844144"/>
                </a:cubicBezTo>
                <a:close/>
                <a:moveTo>
                  <a:pt x="1056893" y="2844144"/>
                </a:moveTo>
                <a:cubicBezTo>
                  <a:pt x="1095541" y="2844144"/>
                  <a:pt x="1126872" y="2876347"/>
                  <a:pt x="1126872" y="2916071"/>
                </a:cubicBezTo>
                <a:cubicBezTo>
                  <a:pt x="1126872" y="2955795"/>
                  <a:pt x="1095541" y="2987998"/>
                  <a:pt x="1056893" y="2987998"/>
                </a:cubicBezTo>
                <a:cubicBezTo>
                  <a:pt x="1018245" y="2987998"/>
                  <a:pt x="986915" y="2955795"/>
                  <a:pt x="986915" y="2916071"/>
                </a:cubicBezTo>
                <a:cubicBezTo>
                  <a:pt x="986915" y="2876347"/>
                  <a:pt x="1018245" y="2844144"/>
                  <a:pt x="1056893" y="2844144"/>
                </a:cubicBezTo>
                <a:close/>
                <a:moveTo>
                  <a:pt x="867485" y="2844144"/>
                </a:moveTo>
                <a:cubicBezTo>
                  <a:pt x="906133" y="2844144"/>
                  <a:pt x="937463" y="2876347"/>
                  <a:pt x="937463" y="2916071"/>
                </a:cubicBezTo>
                <a:cubicBezTo>
                  <a:pt x="937463" y="2955795"/>
                  <a:pt x="906133" y="2987998"/>
                  <a:pt x="867485" y="2987998"/>
                </a:cubicBezTo>
                <a:cubicBezTo>
                  <a:pt x="828837" y="2987998"/>
                  <a:pt x="797507" y="2955795"/>
                  <a:pt x="797507" y="2916071"/>
                </a:cubicBezTo>
                <a:cubicBezTo>
                  <a:pt x="797507" y="2876347"/>
                  <a:pt x="828837" y="2844144"/>
                  <a:pt x="867485" y="2844144"/>
                </a:cubicBezTo>
                <a:close/>
                <a:moveTo>
                  <a:pt x="658125" y="2842882"/>
                </a:moveTo>
                <a:cubicBezTo>
                  <a:pt x="696772" y="2842882"/>
                  <a:pt x="728103" y="2875085"/>
                  <a:pt x="728103" y="2914808"/>
                </a:cubicBezTo>
                <a:cubicBezTo>
                  <a:pt x="728103" y="2954533"/>
                  <a:pt x="696772" y="2986736"/>
                  <a:pt x="658125" y="2986736"/>
                </a:cubicBezTo>
                <a:cubicBezTo>
                  <a:pt x="619477" y="2986736"/>
                  <a:pt x="588146" y="2954533"/>
                  <a:pt x="588146" y="2914808"/>
                </a:cubicBezTo>
                <a:cubicBezTo>
                  <a:pt x="588146" y="2875085"/>
                  <a:pt x="619477" y="2842882"/>
                  <a:pt x="658125" y="2842882"/>
                </a:cubicBezTo>
                <a:close/>
                <a:moveTo>
                  <a:pt x="467784" y="2842882"/>
                </a:moveTo>
                <a:cubicBezTo>
                  <a:pt x="506432" y="2842882"/>
                  <a:pt x="537763" y="2875085"/>
                  <a:pt x="537763" y="2914808"/>
                </a:cubicBezTo>
                <a:cubicBezTo>
                  <a:pt x="537763" y="2954533"/>
                  <a:pt x="506432" y="2986736"/>
                  <a:pt x="467784" y="2986736"/>
                </a:cubicBezTo>
                <a:cubicBezTo>
                  <a:pt x="429136" y="2986736"/>
                  <a:pt x="397806" y="2954533"/>
                  <a:pt x="397806" y="2914808"/>
                </a:cubicBezTo>
                <a:cubicBezTo>
                  <a:pt x="397806" y="2875085"/>
                  <a:pt x="429136" y="2842882"/>
                  <a:pt x="467784" y="2842882"/>
                </a:cubicBezTo>
                <a:close/>
                <a:moveTo>
                  <a:pt x="260648" y="2842882"/>
                </a:moveTo>
                <a:cubicBezTo>
                  <a:pt x="299296" y="2842882"/>
                  <a:pt x="330627" y="2875085"/>
                  <a:pt x="330627" y="2914808"/>
                </a:cubicBezTo>
                <a:cubicBezTo>
                  <a:pt x="330627" y="2954533"/>
                  <a:pt x="299296" y="2986736"/>
                  <a:pt x="260648" y="2986736"/>
                </a:cubicBezTo>
                <a:cubicBezTo>
                  <a:pt x="222000" y="2986736"/>
                  <a:pt x="190670" y="2954533"/>
                  <a:pt x="190670" y="2914808"/>
                </a:cubicBezTo>
                <a:cubicBezTo>
                  <a:pt x="190670" y="2875085"/>
                  <a:pt x="222000" y="2842882"/>
                  <a:pt x="260648" y="2842882"/>
                </a:cubicBezTo>
                <a:close/>
                <a:moveTo>
                  <a:pt x="71240" y="2842882"/>
                </a:moveTo>
                <a:cubicBezTo>
                  <a:pt x="109888" y="2842882"/>
                  <a:pt x="141218" y="2875085"/>
                  <a:pt x="141218" y="2914808"/>
                </a:cubicBezTo>
                <a:cubicBezTo>
                  <a:pt x="141218" y="2954533"/>
                  <a:pt x="109888" y="2986736"/>
                  <a:pt x="71240" y="2986736"/>
                </a:cubicBezTo>
                <a:cubicBezTo>
                  <a:pt x="32592" y="2986736"/>
                  <a:pt x="1262" y="2954533"/>
                  <a:pt x="1262" y="2914808"/>
                </a:cubicBezTo>
                <a:cubicBezTo>
                  <a:pt x="1262" y="2875085"/>
                  <a:pt x="32592" y="2842882"/>
                  <a:pt x="71240" y="2842882"/>
                </a:cubicBezTo>
                <a:close/>
                <a:moveTo>
                  <a:pt x="2241780" y="2836572"/>
                </a:moveTo>
                <a:cubicBezTo>
                  <a:pt x="2280428" y="2836572"/>
                  <a:pt x="2311758" y="2868775"/>
                  <a:pt x="2311758" y="2908499"/>
                </a:cubicBezTo>
                <a:cubicBezTo>
                  <a:pt x="2311758" y="2948223"/>
                  <a:pt x="2280428" y="2980426"/>
                  <a:pt x="2241780" y="2980426"/>
                </a:cubicBezTo>
                <a:cubicBezTo>
                  <a:pt x="2203132" y="2980426"/>
                  <a:pt x="2171802" y="2948223"/>
                  <a:pt x="2171802" y="2908499"/>
                </a:cubicBezTo>
                <a:cubicBezTo>
                  <a:pt x="2171802" y="2868775"/>
                  <a:pt x="2203132" y="2836572"/>
                  <a:pt x="2241780" y="2836572"/>
                </a:cubicBezTo>
                <a:close/>
                <a:moveTo>
                  <a:pt x="2051439" y="2836572"/>
                </a:moveTo>
                <a:cubicBezTo>
                  <a:pt x="2090087" y="2836572"/>
                  <a:pt x="2121418" y="2868775"/>
                  <a:pt x="2121418" y="2908499"/>
                </a:cubicBezTo>
                <a:cubicBezTo>
                  <a:pt x="2121418" y="2948223"/>
                  <a:pt x="2090087" y="2980426"/>
                  <a:pt x="2051439" y="2980426"/>
                </a:cubicBezTo>
                <a:cubicBezTo>
                  <a:pt x="2012791" y="2980426"/>
                  <a:pt x="1981461" y="2948223"/>
                  <a:pt x="1981461" y="2908499"/>
                </a:cubicBezTo>
                <a:cubicBezTo>
                  <a:pt x="1981461" y="2868775"/>
                  <a:pt x="2012791" y="2836572"/>
                  <a:pt x="2051439" y="2836572"/>
                </a:cubicBezTo>
                <a:close/>
                <a:moveTo>
                  <a:pt x="1844304" y="2836572"/>
                </a:moveTo>
                <a:cubicBezTo>
                  <a:pt x="1882952" y="2836572"/>
                  <a:pt x="1914282" y="2868775"/>
                  <a:pt x="1914282" y="2908499"/>
                </a:cubicBezTo>
                <a:cubicBezTo>
                  <a:pt x="1914282" y="2948223"/>
                  <a:pt x="1882952" y="2980426"/>
                  <a:pt x="1844304" y="2980426"/>
                </a:cubicBezTo>
                <a:cubicBezTo>
                  <a:pt x="1805656" y="2980426"/>
                  <a:pt x="1774326" y="2948223"/>
                  <a:pt x="1774326" y="2908499"/>
                </a:cubicBezTo>
                <a:cubicBezTo>
                  <a:pt x="1774326" y="2868775"/>
                  <a:pt x="1805656" y="2836572"/>
                  <a:pt x="1844304" y="2836572"/>
                </a:cubicBezTo>
                <a:close/>
                <a:moveTo>
                  <a:pt x="1654896" y="2836572"/>
                </a:moveTo>
                <a:cubicBezTo>
                  <a:pt x="1693544" y="2836572"/>
                  <a:pt x="1724874" y="2868775"/>
                  <a:pt x="1724874" y="2908499"/>
                </a:cubicBezTo>
                <a:cubicBezTo>
                  <a:pt x="1724874" y="2948223"/>
                  <a:pt x="1693544" y="2980426"/>
                  <a:pt x="1654896" y="2980426"/>
                </a:cubicBezTo>
                <a:cubicBezTo>
                  <a:pt x="1616248" y="2980426"/>
                  <a:pt x="1584917" y="2948223"/>
                  <a:pt x="1584917" y="2908499"/>
                </a:cubicBezTo>
                <a:cubicBezTo>
                  <a:pt x="1584917" y="2868775"/>
                  <a:pt x="1616248" y="2836572"/>
                  <a:pt x="1654896" y="2836572"/>
                </a:cubicBezTo>
                <a:close/>
                <a:moveTo>
                  <a:pt x="3826228" y="2833411"/>
                </a:moveTo>
                <a:cubicBezTo>
                  <a:pt x="3864876" y="2833411"/>
                  <a:pt x="3896206" y="2865614"/>
                  <a:pt x="3896206" y="2905338"/>
                </a:cubicBezTo>
                <a:cubicBezTo>
                  <a:pt x="3896206" y="2945062"/>
                  <a:pt x="3864876" y="2977265"/>
                  <a:pt x="3826228" y="2977265"/>
                </a:cubicBezTo>
                <a:cubicBezTo>
                  <a:pt x="3787580" y="2977265"/>
                  <a:pt x="3756250" y="2945062"/>
                  <a:pt x="3756250" y="2905338"/>
                </a:cubicBezTo>
                <a:cubicBezTo>
                  <a:pt x="3756250" y="2865614"/>
                  <a:pt x="3787580" y="2833411"/>
                  <a:pt x="3826228" y="2833411"/>
                </a:cubicBezTo>
                <a:close/>
                <a:moveTo>
                  <a:pt x="3635888" y="2833411"/>
                </a:moveTo>
                <a:cubicBezTo>
                  <a:pt x="3674535" y="2833411"/>
                  <a:pt x="3705866" y="2865614"/>
                  <a:pt x="3705866" y="2905338"/>
                </a:cubicBezTo>
                <a:cubicBezTo>
                  <a:pt x="3705866" y="2945062"/>
                  <a:pt x="3674535" y="2977265"/>
                  <a:pt x="3635888" y="2977265"/>
                </a:cubicBezTo>
                <a:cubicBezTo>
                  <a:pt x="3597240" y="2977265"/>
                  <a:pt x="3565910" y="2945062"/>
                  <a:pt x="3565910" y="2905338"/>
                </a:cubicBezTo>
                <a:cubicBezTo>
                  <a:pt x="3565910" y="2865614"/>
                  <a:pt x="3597240" y="2833411"/>
                  <a:pt x="3635888" y="2833411"/>
                </a:cubicBezTo>
                <a:close/>
                <a:moveTo>
                  <a:pt x="3428752" y="2833411"/>
                </a:moveTo>
                <a:cubicBezTo>
                  <a:pt x="3467400" y="2833411"/>
                  <a:pt x="3498730" y="2865614"/>
                  <a:pt x="3498730" y="2905338"/>
                </a:cubicBezTo>
                <a:cubicBezTo>
                  <a:pt x="3498730" y="2945062"/>
                  <a:pt x="3467400" y="2977265"/>
                  <a:pt x="3428752" y="2977265"/>
                </a:cubicBezTo>
                <a:cubicBezTo>
                  <a:pt x="3390104" y="2977265"/>
                  <a:pt x="3358774" y="2945062"/>
                  <a:pt x="3358774" y="2905338"/>
                </a:cubicBezTo>
                <a:cubicBezTo>
                  <a:pt x="3358774" y="2865614"/>
                  <a:pt x="3390104" y="2833411"/>
                  <a:pt x="3428752" y="2833411"/>
                </a:cubicBezTo>
                <a:close/>
                <a:moveTo>
                  <a:pt x="3239344" y="2833411"/>
                </a:moveTo>
                <a:cubicBezTo>
                  <a:pt x="3277992" y="2833411"/>
                  <a:pt x="3309322" y="2865614"/>
                  <a:pt x="3309322" y="2905338"/>
                </a:cubicBezTo>
                <a:cubicBezTo>
                  <a:pt x="3309322" y="2945062"/>
                  <a:pt x="3277992" y="2977265"/>
                  <a:pt x="3239344" y="2977265"/>
                </a:cubicBezTo>
                <a:cubicBezTo>
                  <a:pt x="3200696" y="2977265"/>
                  <a:pt x="3169365" y="2945062"/>
                  <a:pt x="3169365" y="2905338"/>
                </a:cubicBezTo>
                <a:cubicBezTo>
                  <a:pt x="3169365" y="2865614"/>
                  <a:pt x="3200696" y="2833411"/>
                  <a:pt x="3239344" y="2833411"/>
                </a:cubicBezTo>
                <a:close/>
                <a:moveTo>
                  <a:pt x="3029984" y="2832149"/>
                </a:moveTo>
                <a:cubicBezTo>
                  <a:pt x="3068631" y="2832149"/>
                  <a:pt x="3099962" y="2864352"/>
                  <a:pt x="3099962" y="2904075"/>
                </a:cubicBezTo>
                <a:cubicBezTo>
                  <a:pt x="3099962" y="2943800"/>
                  <a:pt x="3068631" y="2976003"/>
                  <a:pt x="3029984" y="2976003"/>
                </a:cubicBezTo>
                <a:cubicBezTo>
                  <a:pt x="2991336" y="2976003"/>
                  <a:pt x="2960005" y="2943800"/>
                  <a:pt x="2960005" y="2904075"/>
                </a:cubicBezTo>
                <a:cubicBezTo>
                  <a:pt x="2960005" y="2864352"/>
                  <a:pt x="2991336" y="2832149"/>
                  <a:pt x="3029984" y="2832149"/>
                </a:cubicBezTo>
                <a:close/>
                <a:moveTo>
                  <a:pt x="2839643" y="2832149"/>
                </a:moveTo>
                <a:cubicBezTo>
                  <a:pt x="2878291" y="2832149"/>
                  <a:pt x="2909621" y="2864352"/>
                  <a:pt x="2909621" y="2904075"/>
                </a:cubicBezTo>
                <a:cubicBezTo>
                  <a:pt x="2909621" y="2943800"/>
                  <a:pt x="2878291" y="2976003"/>
                  <a:pt x="2839643" y="2976003"/>
                </a:cubicBezTo>
                <a:cubicBezTo>
                  <a:pt x="2800995" y="2976003"/>
                  <a:pt x="2769665" y="2943800"/>
                  <a:pt x="2769665" y="2904075"/>
                </a:cubicBezTo>
                <a:cubicBezTo>
                  <a:pt x="2769665" y="2864352"/>
                  <a:pt x="2800995" y="2832149"/>
                  <a:pt x="2839643" y="2832149"/>
                </a:cubicBezTo>
                <a:close/>
                <a:moveTo>
                  <a:pt x="2632507" y="2832149"/>
                </a:moveTo>
                <a:cubicBezTo>
                  <a:pt x="2671155" y="2832149"/>
                  <a:pt x="2702486" y="2864352"/>
                  <a:pt x="2702486" y="2904075"/>
                </a:cubicBezTo>
                <a:cubicBezTo>
                  <a:pt x="2702486" y="2943800"/>
                  <a:pt x="2671155" y="2976003"/>
                  <a:pt x="2632507" y="2976003"/>
                </a:cubicBezTo>
                <a:cubicBezTo>
                  <a:pt x="2593859" y="2976003"/>
                  <a:pt x="2562529" y="2943800"/>
                  <a:pt x="2562529" y="2904075"/>
                </a:cubicBezTo>
                <a:cubicBezTo>
                  <a:pt x="2562529" y="2864352"/>
                  <a:pt x="2593859" y="2832149"/>
                  <a:pt x="2632507" y="2832149"/>
                </a:cubicBezTo>
                <a:close/>
                <a:moveTo>
                  <a:pt x="2443099" y="2832149"/>
                </a:moveTo>
                <a:cubicBezTo>
                  <a:pt x="2481747" y="2832149"/>
                  <a:pt x="2513077" y="2864352"/>
                  <a:pt x="2513077" y="2904075"/>
                </a:cubicBezTo>
                <a:cubicBezTo>
                  <a:pt x="2513077" y="2943800"/>
                  <a:pt x="2481747" y="2976003"/>
                  <a:pt x="2443099" y="2976003"/>
                </a:cubicBezTo>
                <a:cubicBezTo>
                  <a:pt x="2404451" y="2976003"/>
                  <a:pt x="2373121" y="2943800"/>
                  <a:pt x="2373121" y="2904075"/>
                </a:cubicBezTo>
                <a:cubicBezTo>
                  <a:pt x="2373121" y="2864352"/>
                  <a:pt x="2404451" y="2832149"/>
                  <a:pt x="2443099" y="2832149"/>
                </a:cubicBezTo>
                <a:close/>
                <a:moveTo>
                  <a:pt x="4613639" y="2825839"/>
                </a:moveTo>
                <a:cubicBezTo>
                  <a:pt x="4652286" y="2825839"/>
                  <a:pt x="4683617" y="2858042"/>
                  <a:pt x="4683617" y="2897766"/>
                </a:cubicBezTo>
                <a:cubicBezTo>
                  <a:pt x="4683617" y="2937490"/>
                  <a:pt x="4652286" y="2969693"/>
                  <a:pt x="4613639" y="2969693"/>
                </a:cubicBezTo>
                <a:cubicBezTo>
                  <a:pt x="4574991" y="2969693"/>
                  <a:pt x="4543660" y="2937490"/>
                  <a:pt x="4543660" y="2897766"/>
                </a:cubicBezTo>
                <a:cubicBezTo>
                  <a:pt x="4543660" y="2858042"/>
                  <a:pt x="4574991" y="2825839"/>
                  <a:pt x="4613639" y="2825839"/>
                </a:cubicBezTo>
                <a:close/>
                <a:moveTo>
                  <a:pt x="4423298" y="2825839"/>
                </a:moveTo>
                <a:cubicBezTo>
                  <a:pt x="4461946" y="2825839"/>
                  <a:pt x="4493276" y="2858042"/>
                  <a:pt x="4493276" y="2897766"/>
                </a:cubicBezTo>
                <a:cubicBezTo>
                  <a:pt x="4493276" y="2937490"/>
                  <a:pt x="4461946" y="2969693"/>
                  <a:pt x="4423298" y="2969693"/>
                </a:cubicBezTo>
                <a:cubicBezTo>
                  <a:pt x="4384650" y="2969693"/>
                  <a:pt x="4353320" y="2937490"/>
                  <a:pt x="4353320" y="2897766"/>
                </a:cubicBezTo>
                <a:cubicBezTo>
                  <a:pt x="4353320" y="2858042"/>
                  <a:pt x="4384650" y="2825839"/>
                  <a:pt x="4423298" y="2825839"/>
                </a:cubicBezTo>
                <a:close/>
                <a:moveTo>
                  <a:pt x="4216162" y="2825839"/>
                </a:moveTo>
                <a:cubicBezTo>
                  <a:pt x="4254810" y="2825839"/>
                  <a:pt x="4286141" y="2858042"/>
                  <a:pt x="4286141" y="2897766"/>
                </a:cubicBezTo>
                <a:cubicBezTo>
                  <a:pt x="4286141" y="2937490"/>
                  <a:pt x="4254810" y="2969693"/>
                  <a:pt x="4216162" y="2969693"/>
                </a:cubicBezTo>
                <a:cubicBezTo>
                  <a:pt x="4177514" y="2969693"/>
                  <a:pt x="4146184" y="2937490"/>
                  <a:pt x="4146184" y="2897766"/>
                </a:cubicBezTo>
                <a:cubicBezTo>
                  <a:pt x="4146184" y="2858042"/>
                  <a:pt x="4177514" y="2825839"/>
                  <a:pt x="4216162" y="2825839"/>
                </a:cubicBezTo>
                <a:close/>
                <a:moveTo>
                  <a:pt x="4026754" y="2825839"/>
                </a:moveTo>
                <a:cubicBezTo>
                  <a:pt x="4065402" y="2825839"/>
                  <a:pt x="4096732" y="2858042"/>
                  <a:pt x="4096732" y="2897766"/>
                </a:cubicBezTo>
                <a:cubicBezTo>
                  <a:pt x="4096732" y="2937490"/>
                  <a:pt x="4065402" y="2969693"/>
                  <a:pt x="4026754" y="2969693"/>
                </a:cubicBezTo>
                <a:cubicBezTo>
                  <a:pt x="3988106" y="2969693"/>
                  <a:pt x="3956776" y="2937490"/>
                  <a:pt x="3956776" y="2897766"/>
                </a:cubicBezTo>
                <a:cubicBezTo>
                  <a:pt x="3956776" y="2858042"/>
                  <a:pt x="3988106" y="2825839"/>
                  <a:pt x="4026754" y="2825839"/>
                </a:cubicBezTo>
                <a:close/>
                <a:moveTo>
                  <a:pt x="1453108" y="2652338"/>
                </a:moveTo>
                <a:cubicBezTo>
                  <a:pt x="1491755" y="2652338"/>
                  <a:pt x="1523086" y="2684541"/>
                  <a:pt x="1523086" y="2724266"/>
                </a:cubicBezTo>
                <a:cubicBezTo>
                  <a:pt x="1523086" y="2763990"/>
                  <a:pt x="1491755" y="2796193"/>
                  <a:pt x="1453108" y="2796193"/>
                </a:cubicBezTo>
                <a:cubicBezTo>
                  <a:pt x="1414460" y="2796193"/>
                  <a:pt x="1383129" y="2763990"/>
                  <a:pt x="1383129" y="2724266"/>
                </a:cubicBezTo>
                <a:cubicBezTo>
                  <a:pt x="1383129" y="2684541"/>
                  <a:pt x="1414460" y="2652338"/>
                  <a:pt x="1453108" y="2652338"/>
                </a:cubicBezTo>
                <a:close/>
                <a:moveTo>
                  <a:pt x="1262767" y="2652338"/>
                </a:moveTo>
                <a:cubicBezTo>
                  <a:pt x="1301415" y="2652338"/>
                  <a:pt x="1332746" y="2684541"/>
                  <a:pt x="1332746" y="2724266"/>
                </a:cubicBezTo>
                <a:cubicBezTo>
                  <a:pt x="1332746" y="2763990"/>
                  <a:pt x="1301415" y="2796193"/>
                  <a:pt x="1262767" y="2796193"/>
                </a:cubicBezTo>
                <a:cubicBezTo>
                  <a:pt x="1224119" y="2796193"/>
                  <a:pt x="1192789" y="2763990"/>
                  <a:pt x="1192789" y="2724266"/>
                </a:cubicBezTo>
                <a:cubicBezTo>
                  <a:pt x="1192789" y="2684541"/>
                  <a:pt x="1224119" y="2652338"/>
                  <a:pt x="1262767" y="2652338"/>
                </a:cubicBezTo>
                <a:close/>
                <a:moveTo>
                  <a:pt x="1055631" y="2652338"/>
                </a:moveTo>
                <a:cubicBezTo>
                  <a:pt x="1094279" y="2652338"/>
                  <a:pt x="1125610" y="2684541"/>
                  <a:pt x="1125610" y="2724266"/>
                </a:cubicBezTo>
                <a:cubicBezTo>
                  <a:pt x="1125610" y="2763990"/>
                  <a:pt x="1094279" y="2796193"/>
                  <a:pt x="1055631" y="2796193"/>
                </a:cubicBezTo>
                <a:cubicBezTo>
                  <a:pt x="1016984" y="2796193"/>
                  <a:pt x="985654" y="2763990"/>
                  <a:pt x="985654" y="2724266"/>
                </a:cubicBezTo>
                <a:cubicBezTo>
                  <a:pt x="985654" y="2684541"/>
                  <a:pt x="1016984" y="2652338"/>
                  <a:pt x="1055631" y="2652338"/>
                </a:cubicBezTo>
                <a:close/>
                <a:moveTo>
                  <a:pt x="866223" y="2652338"/>
                </a:moveTo>
                <a:cubicBezTo>
                  <a:pt x="904871" y="2652338"/>
                  <a:pt x="936201" y="2684541"/>
                  <a:pt x="936201" y="2724266"/>
                </a:cubicBezTo>
                <a:cubicBezTo>
                  <a:pt x="936201" y="2763990"/>
                  <a:pt x="904871" y="2796193"/>
                  <a:pt x="866223" y="2796193"/>
                </a:cubicBezTo>
                <a:cubicBezTo>
                  <a:pt x="827576" y="2796193"/>
                  <a:pt x="796245" y="2763990"/>
                  <a:pt x="796245" y="2724266"/>
                </a:cubicBezTo>
                <a:cubicBezTo>
                  <a:pt x="796245" y="2684541"/>
                  <a:pt x="827576" y="2652338"/>
                  <a:pt x="866223" y="2652338"/>
                </a:cubicBezTo>
                <a:close/>
                <a:moveTo>
                  <a:pt x="656863" y="2651076"/>
                </a:moveTo>
                <a:cubicBezTo>
                  <a:pt x="695511" y="2651076"/>
                  <a:pt x="726841" y="2683279"/>
                  <a:pt x="726841" y="2723004"/>
                </a:cubicBezTo>
                <a:cubicBezTo>
                  <a:pt x="726841" y="2762727"/>
                  <a:pt x="695511" y="2794930"/>
                  <a:pt x="656863" y="2794930"/>
                </a:cubicBezTo>
                <a:cubicBezTo>
                  <a:pt x="618215" y="2794930"/>
                  <a:pt x="586885" y="2762727"/>
                  <a:pt x="586885" y="2723004"/>
                </a:cubicBezTo>
                <a:cubicBezTo>
                  <a:pt x="586885" y="2683279"/>
                  <a:pt x="618215" y="2651076"/>
                  <a:pt x="656863" y="2651076"/>
                </a:cubicBezTo>
                <a:close/>
                <a:moveTo>
                  <a:pt x="466522" y="2651076"/>
                </a:moveTo>
                <a:cubicBezTo>
                  <a:pt x="505170" y="2651076"/>
                  <a:pt x="536501" y="2683279"/>
                  <a:pt x="536501" y="2723004"/>
                </a:cubicBezTo>
                <a:cubicBezTo>
                  <a:pt x="536501" y="2762727"/>
                  <a:pt x="505170" y="2794930"/>
                  <a:pt x="466522" y="2794930"/>
                </a:cubicBezTo>
                <a:cubicBezTo>
                  <a:pt x="427874" y="2794930"/>
                  <a:pt x="396544" y="2762727"/>
                  <a:pt x="396544" y="2723004"/>
                </a:cubicBezTo>
                <a:cubicBezTo>
                  <a:pt x="396544" y="2683279"/>
                  <a:pt x="427874" y="2651076"/>
                  <a:pt x="466522" y="2651076"/>
                </a:cubicBezTo>
                <a:close/>
                <a:moveTo>
                  <a:pt x="259387" y="2651076"/>
                </a:moveTo>
                <a:cubicBezTo>
                  <a:pt x="298035" y="2651076"/>
                  <a:pt x="329365" y="2683279"/>
                  <a:pt x="329365" y="2723004"/>
                </a:cubicBezTo>
                <a:cubicBezTo>
                  <a:pt x="329365" y="2762727"/>
                  <a:pt x="298035" y="2794930"/>
                  <a:pt x="259387" y="2794930"/>
                </a:cubicBezTo>
                <a:cubicBezTo>
                  <a:pt x="220739" y="2794930"/>
                  <a:pt x="189409" y="2762727"/>
                  <a:pt x="189409" y="2723004"/>
                </a:cubicBezTo>
                <a:cubicBezTo>
                  <a:pt x="189409" y="2683279"/>
                  <a:pt x="220739" y="2651076"/>
                  <a:pt x="259387" y="2651076"/>
                </a:cubicBezTo>
                <a:close/>
                <a:moveTo>
                  <a:pt x="69979" y="2651076"/>
                </a:moveTo>
                <a:cubicBezTo>
                  <a:pt x="108627" y="2651076"/>
                  <a:pt x="139957" y="2683279"/>
                  <a:pt x="139957" y="2723004"/>
                </a:cubicBezTo>
                <a:cubicBezTo>
                  <a:pt x="139957" y="2762727"/>
                  <a:pt x="108627" y="2794930"/>
                  <a:pt x="69979" y="2794930"/>
                </a:cubicBezTo>
                <a:cubicBezTo>
                  <a:pt x="31331" y="2794930"/>
                  <a:pt x="0" y="2762727"/>
                  <a:pt x="0" y="2723004"/>
                </a:cubicBezTo>
                <a:cubicBezTo>
                  <a:pt x="0" y="2683279"/>
                  <a:pt x="31331" y="2651076"/>
                  <a:pt x="69979" y="2651076"/>
                </a:cubicBezTo>
                <a:close/>
                <a:moveTo>
                  <a:pt x="2240519" y="2644766"/>
                </a:moveTo>
                <a:cubicBezTo>
                  <a:pt x="2279166" y="2644766"/>
                  <a:pt x="2310497" y="2676969"/>
                  <a:pt x="2310497" y="2716694"/>
                </a:cubicBezTo>
                <a:cubicBezTo>
                  <a:pt x="2310497" y="2756418"/>
                  <a:pt x="2279166" y="2788621"/>
                  <a:pt x="2240519" y="2788621"/>
                </a:cubicBezTo>
                <a:cubicBezTo>
                  <a:pt x="2201871" y="2788621"/>
                  <a:pt x="2170540" y="2756418"/>
                  <a:pt x="2170540" y="2716694"/>
                </a:cubicBezTo>
                <a:cubicBezTo>
                  <a:pt x="2170540" y="2676969"/>
                  <a:pt x="2201871" y="2644766"/>
                  <a:pt x="2240519" y="2644766"/>
                </a:cubicBezTo>
                <a:close/>
                <a:moveTo>
                  <a:pt x="2050178" y="2644766"/>
                </a:moveTo>
                <a:cubicBezTo>
                  <a:pt x="2088826" y="2644766"/>
                  <a:pt x="2120156" y="2676969"/>
                  <a:pt x="2120156" y="2716694"/>
                </a:cubicBezTo>
                <a:cubicBezTo>
                  <a:pt x="2120156" y="2756418"/>
                  <a:pt x="2088826" y="2788621"/>
                  <a:pt x="2050178" y="2788621"/>
                </a:cubicBezTo>
                <a:cubicBezTo>
                  <a:pt x="2011530" y="2788621"/>
                  <a:pt x="1980200" y="2756418"/>
                  <a:pt x="1980200" y="2716694"/>
                </a:cubicBezTo>
                <a:cubicBezTo>
                  <a:pt x="1980200" y="2676969"/>
                  <a:pt x="2011530" y="2644766"/>
                  <a:pt x="2050178" y="2644766"/>
                </a:cubicBezTo>
                <a:close/>
                <a:moveTo>
                  <a:pt x="1843042" y="2644766"/>
                </a:moveTo>
                <a:cubicBezTo>
                  <a:pt x="1881690" y="2644766"/>
                  <a:pt x="1913021" y="2676969"/>
                  <a:pt x="1913021" y="2716694"/>
                </a:cubicBezTo>
                <a:cubicBezTo>
                  <a:pt x="1913021" y="2756418"/>
                  <a:pt x="1881690" y="2788621"/>
                  <a:pt x="1843042" y="2788621"/>
                </a:cubicBezTo>
                <a:cubicBezTo>
                  <a:pt x="1804394" y="2788621"/>
                  <a:pt x="1773064" y="2756418"/>
                  <a:pt x="1773064" y="2716694"/>
                </a:cubicBezTo>
                <a:cubicBezTo>
                  <a:pt x="1773064" y="2676969"/>
                  <a:pt x="1804394" y="2644766"/>
                  <a:pt x="1843042" y="2644766"/>
                </a:cubicBezTo>
                <a:close/>
                <a:moveTo>
                  <a:pt x="1653634" y="2644766"/>
                </a:moveTo>
                <a:cubicBezTo>
                  <a:pt x="1692282" y="2644766"/>
                  <a:pt x="1723612" y="2676969"/>
                  <a:pt x="1723612" y="2716694"/>
                </a:cubicBezTo>
                <a:cubicBezTo>
                  <a:pt x="1723612" y="2756418"/>
                  <a:pt x="1692282" y="2788621"/>
                  <a:pt x="1653634" y="2788621"/>
                </a:cubicBezTo>
                <a:cubicBezTo>
                  <a:pt x="1614986" y="2788621"/>
                  <a:pt x="1583655" y="2756418"/>
                  <a:pt x="1583655" y="2716694"/>
                </a:cubicBezTo>
                <a:cubicBezTo>
                  <a:pt x="1583655" y="2676969"/>
                  <a:pt x="1614986" y="2644766"/>
                  <a:pt x="1653634" y="2644766"/>
                </a:cubicBezTo>
                <a:close/>
                <a:moveTo>
                  <a:pt x="3824967" y="2641605"/>
                </a:moveTo>
                <a:cubicBezTo>
                  <a:pt x="3863614" y="2641605"/>
                  <a:pt x="3894945" y="2673808"/>
                  <a:pt x="3894945" y="2713533"/>
                </a:cubicBezTo>
                <a:cubicBezTo>
                  <a:pt x="3894945" y="2753257"/>
                  <a:pt x="3863614" y="2785460"/>
                  <a:pt x="3824967" y="2785460"/>
                </a:cubicBezTo>
                <a:cubicBezTo>
                  <a:pt x="3786319" y="2785460"/>
                  <a:pt x="3754988" y="2753257"/>
                  <a:pt x="3754988" y="2713533"/>
                </a:cubicBezTo>
                <a:cubicBezTo>
                  <a:pt x="3754988" y="2673808"/>
                  <a:pt x="3786319" y="2641605"/>
                  <a:pt x="3824967" y="2641605"/>
                </a:cubicBezTo>
                <a:close/>
                <a:moveTo>
                  <a:pt x="3634626" y="2641605"/>
                </a:moveTo>
                <a:cubicBezTo>
                  <a:pt x="3673274" y="2641605"/>
                  <a:pt x="3704604" y="2673808"/>
                  <a:pt x="3704604" y="2713533"/>
                </a:cubicBezTo>
                <a:cubicBezTo>
                  <a:pt x="3704604" y="2753257"/>
                  <a:pt x="3673274" y="2785460"/>
                  <a:pt x="3634626" y="2785460"/>
                </a:cubicBezTo>
                <a:cubicBezTo>
                  <a:pt x="3595978" y="2785460"/>
                  <a:pt x="3564648" y="2753257"/>
                  <a:pt x="3564648" y="2713533"/>
                </a:cubicBezTo>
                <a:cubicBezTo>
                  <a:pt x="3564648" y="2673808"/>
                  <a:pt x="3595978" y="2641605"/>
                  <a:pt x="3634626" y="2641605"/>
                </a:cubicBezTo>
                <a:close/>
                <a:moveTo>
                  <a:pt x="3427490" y="2641605"/>
                </a:moveTo>
                <a:cubicBezTo>
                  <a:pt x="3466138" y="2641605"/>
                  <a:pt x="3497469" y="2673808"/>
                  <a:pt x="3497469" y="2713533"/>
                </a:cubicBezTo>
                <a:cubicBezTo>
                  <a:pt x="3497469" y="2753257"/>
                  <a:pt x="3466138" y="2785460"/>
                  <a:pt x="3427490" y="2785460"/>
                </a:cubicBezTo>
                <a:cubicBezTo>
                  <a:pt x="3388842" y="2785460"/>
                  <a:pt x="3357512" y="2753257"/>
                  <a:pt x="3357512" y="2713533"/>
                </a:cubicBezTo>
                <a:cubicBezTo>
                  <a:pt x="3357512" y="2673808"/>
                  <a:pt x="3388842" y="2641605"/>
                  <a:pt x="3427490" y="2641605"/>
                </a:cubicBezTo>
                <a:close/>
                <a:moveTo>
                  <a:pt x="3238082" y="2641605"/>
                </a:moveTo>
                <a:cubicBezTo>
                  <a:pt x="3276730" y="2641605"/>
                  <a:pt x="3308060" y="2673808"/>
                  <a:pt x="3308060" y="2713533"/>
                </a:cubicBezTo>
                <a:cubicBezTo>
                  <a:pt x="3308060" y="2753257"/>
                  <a:pt x="3276730" y="2785460"/>
                  <a:pt x="3238082" y="2785460"/>
                </a:cubicBezTo>
                <a:cubicBezTo>
                  <a:pt x="3199434" y="2785460"/>
                  <a:pt x="3168104" y="2753257"/>
                  <a:pt x="3168104" y="2713533"/>
                </a:cubicBezTo>
                <a:cubicBezTo>
                  <a:pt x="3168104" y="2673808"/>
                  <a:pt x="3199434" y="2641605"/>
                  <a:pt x="3238082" y="2641605"/>
                </a:cubicBezTo>
                <a:close/>
                <a:moveTo>
                  <a:pt x="3028722" y="2640343"/>
                </a:moveTo>
                <a:cubicBezTo>
                  <a:pt x="3067370" y="2640343"/>
                  <a:pt x="3098700" y="2672546"/>
                  <a:pt x="3098700" y="2712271"/>
                </a:cubicBezTo>
                <a:cubicBezTo>
                  <a:pt x="3098700" y="2751994"/>
                  <a:pt x="3067370" y="2784197"/>
                  <a:pt x="3028722" y="2784197"/>
                </a:cubicBezTo>
                <a:cubicBezTo>
                  <a:pt x="2990074" y="2784197"/>
                  <a:pt x="2958744" y="2751994"/>
                  <a:pt x="2958744" y="2712271"/>
                </a:cubicBezTo>
                <a:cubicBezTo>
                  <a:pt x="2958744" y="2672546"/>
                  <a:pt x="2990074" y="2640343"/>
                  <a:pt x="3028722" y="2640343"/>
                </a:cubicBezTo>
                <a:close/>
                <a:moveTo>
                  <a:pt x="2838381" y="2640343"/>
                </a:moveTo>
                <a:cubicBezTo>
                  <a:pt x="2877029" y="2640343"/>
                  <a:pt x="2908360" y="2672546"/>
                  <a:pt x="2908360" y="2712271"/>
                </a:cubicBezTo>
                <a:cubicBezTo>
                  <a:pt x="2908360" y="2751994"/>
                  <a:pt x="2877029" y="2784197"/>
                  <a:pt x="2838381" y="2784197"/>
                </a:cubicBezTo>
                <a:cubicBezTo>
                  <a:pt x="2799733" y="2784197"/>
                  <a:pt x="2768403" y="2751994"/>
                  <a:pt x="2768403" y="2712271"/>
                </a:cubicBezTo>
                <a:cubicBezTo>
                  <a:pt x="2768403" y="2672546"/>
                  <a:pt x="2799733" y="2640343"/>
                  <a:pt x="2838381" y="2640343"/>
                </a:cubicBezTo>
                <a:close/>
                <a:moveTo>
                  <a:pt x="2631246" y="2640343"/>
                </a:moveTo>
                <a:cubicBezTo>
                  <a:pt x="2669894" y="2640343"/>
                  <a:pt x="2701224" y="2672546"/>
                  <a:pt x="2701224" y="2712271"/>
                </a:cubicBezTo>
                <a:cubicBezTo>
                  <a:pt x="2701224" y="2751994"/>
                  <a:pt x="2669894" y="2784197"/>
                  <a:pt x="2631246" y="2784197"/>
                </a:cubicBezTo>
                <a:cubicBezTo>
                  <a:pt x="2592598" y="2784197"/>
                  <a:pt x="2561268" y="2751994"/>
                  <a:pt x="2561268" y="2712271"/>
                </a:cubicBezTo>
                <a:cubicBezTo>
                  <a:pt x="2561268" y="2672546"/>
                  <a:pt x="2592598" y="2640343"/>
                  <a:pt x="2631246" y="2640343"/>
                </a:cubicBezTo>
                <a:close/>
                <a:moveTo>
                  <a:pt x="2441838" y="2640343"/>
                </a:moveTo>
                <a:cubicBezTo>
                  <a:pt x="2480486" y="2640343"/>
                  <a:pt x="2511816" y="2672546"/>
                  <a:pt x="2511816" y="2712271"/>
                </a:cubicBezTo>
                <a:cubicBezTo>
                  <a:pt x="2511816" y="2751994"/>
                  <a:pt x="2480486" y="2784197"/>
                  <a:pt x="2441838" y="2784197"/>
                </a:cubicBezTo>
                <a:cubicBezTo>
                  <a:pt x="2403190" y="2784197"/>
                  <a:pt x="2371859" y="2751994"/>
                  <a:pt x="2371859" y="2712271"/>
                </a:cubicBezTo>
                <a:cubicBezTo>
                  <a:pt x="2371859" y="2672546"/>
                  <a:pt x="2403190" y="2640343"/>
                  <a:pt x="2441838" y="2640343"/>
                </a:cubicBezTo>
                <a:close/>
                <a:moveTo>
                  <a:pt x="4612378" y="2634033"/>
                </a:moveTo>
                <a:cubicBezTo>
                  <a:pt x="4651025" y="2634033"/>
                  <a:pt x="4682356" y="2666236"/>
                  <a:pt x="4682356" y="2705961"/>
                </a:cubicBezTo>
                <a:cubicBezTo>
                  <a:pt x="4682356" y="2745685"/>
                  <a:pt x="4651025" y="2777888"/>
                  <a:pt x="4612378" y="2777888"/>
                </a:cubicBezTo>
                <a:cubicBezTo>
                  <a:pt x="4573730" y="2777888"/>
                  <a:pt x="4542399" y="2745685"/>
                  <a:pt x="4542399" y="2705961"/>
                </a:cubicBezTo>
                <a:cubicBezTo>
                  <a:pt x="4542399" y="2666236"/>
                  <a:pt x="4573730" y="2634033"/>
                  <a:pt x="4612378" y="2634033"/>
                </a:cubicBezTo>
                <a:close/>
                <a:moveTo>
                  <a:pt x="4422036" y="2634033"/>
                </a:moveTo>
                <a:cubicBezTo>
                  <a:pt x="4460684" y="2634033"/>
                  <a:pt x="4492015" y="2666236"/>
                  <a:pt x="4492015" y="2705961"/>
                </a:cubicBezTo>
                <a:cubicBezTo>
                  <a:pt x="4492015" y="2745685"/>
                  <a:pt x="4460684" y="2777888"/>
                  <a:pt x="4422036" y="2777888"/>
                </a:cubicBezTo>
                <a:cubicBezTo>
                  <a:pt x="4383388" y="2777888"/>
                  <a:pt x="4352058" y="2745685"/>
                  <a:pt x="4352058" y="2705961"/>
                </a:cubicBezTo>
                <a:cubicBezTo>
                  <a:pt x="4352058" y="2666236"/>
                  <a:pt x="4383388" y="2634033"/>
                  <a:pt x="4422036" y="2634033"/>
                </a:cubicBezTo>
                <a:close/>
                <a:moveTo>
                  <a:pt x="4214901" y="2634033"/>
                </a:moveTo>
                <a:cubicBezTo>
                  <a:pt x="4253549" y="2634033"/>
                  <a:pt x="4284879" y="2666236"/>
                  <a:pt x="4284879" y="2705961"/>
                </a:cubicBezTo>
                <a:cubicBezTo>
                  <a:pt x="4284879" y="2745685"/>
                  <a:pt x="4253549" y="2777888"/>
                  <a:pt x="4214901" y="2777888"/>
                </a:cubicBezTo>
                <a:cubicBezTo>
                  <a:pt x="4176253" y="2777888"/>
                  <a:pt x="4144923" y="2745685"/>
                  <a:pt x="4144923" y="2705961"/>
                </a:cubicBezTo>
                <a:cubicBezTo>
                  <a:pt x="4144923" y="2666236"/>
                  <a:pt x="4176253" y="2634033"/>
                  <a:pt x="4214901" y="2634033"/>
                </a:cubicBezTo>
                <a:close/>
                <a:moveTo>
                  <a:pt x="4025493" y="2634033"/>
                </a:moveTo>
                <a:cubicBezTo>
                  <a:pt x="4064141" y="2634033"/>
                  <a:pt x="4095471" y="2666236"/>
                  <a:pt x="4095471" y="2705961"/>
                </a:cubicBezTo>
                <a:cubicBezTo>
                  <a:pt x="4095471" y="2745685"/>
                  <a:pt x="4064141" y="2777888"/>
                  <a:pt x="4025493" y="2777888"/>
                </a:cubicBezTo>
                <a:cubicBezTo>
                  <a:pt x="3986845" y="2777888"/>
                  <a:pt x="3955514" y="2745685"/>
                  <a:pt x="3955514" y="2705961"/>
                </a:cubicBezTo>
                <a:cubicBezTo>
                  <a:pt x="3955514" y="2666236"/>
                  <a:pt x="3986845" y="2634033"/>
                  <a:pt x="4025493" y="2634033"/>
                </a:cubicBezTo>
                <a:close/>
                <a:moveTo>
                  <a:pt x="1453108" y="2463057"/>
                </a:moveTo>
                <a:cubicBezTo>
                  <a:pt x="1491755" y="2463057"/>
                  <a:pt x="1523086" y="2495260"/>
                  <a:pt x="1523086" y="2534984"/>
                </a:cubicBezTo>
                <a:cubicBezTo>
                  <a:pt x="1523086" y="2574708"/>
                  <a:pt x="1491755" y="2606911"/>
                  <a:pt x="1453108" y="2606911"/>
                </a:cubicBezTo>
                <a:cubicBezTo>
                  <a:pt x="1414460" y="2606911"/>
                  <a:pt x="1383129" y="2574708"/>
                  <a:pt x="1383129" y="2534984"/>
                </a:cubicBezTo>
                <a:cubicBezTo>
                  <a:pt x="1383129" y="2495260"/>
                  <a:pt x="1414460" y="2463057"/>
                  <a:pt x="1453108" y="2463057"/>
                </a:cubicBezTo>
                <a:close/>
                <a:moveTo>
                  <a:pt x="1262767" y="2463057"/>
                </a:moveTo>
                <a:cubicBezTo>
                  <a:pt x="1301415" y="2463057"/>
                  <a:pt x="1332746" y="2495260"/>
                  <a:pt x="1332746" y="2534984"/>
                </a:cubicBezTo>
                <a:cubicBezTo>
                  <a:pt x="1332746" y="2574708"/>
                  <a:pt x="1301415" y="2606911"/>
                  <a:pt x="1262767" y="2606911"/>
                </a:cubicBezTo>
                <a:cubicBezTo>
                  <a:pt x="1224119" y="2606911"/>
                  <a:pt x="1192789" y="2574708"/>
                  <a:pt x="1192789" y="2534984"/>
                </a:cubicBezTo>
                <a:cubicBezTo>
                  <a:pt x="1192789" y="2495260"/>
                  <a:pt x="1224119" y="2463057"/>
                  <a:pt x="1262767" y="2463057"/>
                </a:cubicBezTo>
                <a:close/>
                <a:moveTo>
                  <a:pt x="1055631" y="2463057"/>
                </a:moveTo>
                <a:cubicBezTo>
                  <a:pt x="1094279" y="2463057"/>
                  <a:pt x="1125610" y="2495260"/>
                  <a:pt x="1125610" y="2534984"/>
                </a:cubicBezTo>
                <a:cubicBezTo>
                  <a:pt x="1125610" y="2574708"/>
                  <a:pt x="1094279" y="2606911"/>
                  <a:pt x="1055631" y="2606911"/>
                </a:cubicBezTo>
                <a:cubicBezTo>
                  <a:pt x="1016984" y="2606911"/>
                  <a:pt x="985654" y="2574708"/>
                  <a:pt x="985654" y="2534984"/>
                </a:cubicBezTo>
                <a:cubicBezTo>
                  <a:pt x="985654" y="2495260"/>
                  <a:pt x="1016984" y="2463057"/>
                  <a:pt x="1055631" y="2463057"/>
                </a:cubicBezTo>
                <a:close/>
                <a:moveTo>
                  <a:pt x="866223" y="2463057"/>
                </a:moveTo>
                <a:cubicBezTo>
                  <a:pt x="904871" y="2463057"/>
                  <a:pt x="936201" y="2495260"/>
                  <a:pt x="936201" y="2534984"/>
                </a:cubicBezTo>
                <a:cubicBezTo>
                  <a:pt x="936201" y="2574708"/>
                  <a:pt x="904871" y="2606911"/>
                  <a:pt x="866223" y="2606911"/>
                </a:cubicBezTo>
                <a:cubicBezTo>
                  <a:pt x="827576" y="2606911"/>
                  <a:pt x="796245" y="2574708"/>
                  <a:pt x="796245" y="2534984"/>
                </a:cubicBezTo>
                <a:cubicBezTo>
                  <a:pt x="796245" y="2495260"/>
                  <a:pt x="827576" y="2463057"/>
                  <a:pt x="866223" y="2463057"/>
                </a:cubicBezTo>
                <a:close/>
                <a:moveTo>
                  <a:pt x="656863" y="2461795"/>
                </a:moveTo>
                <a:cubicBezTo>
                  <a:pt x="695511" y="2461795"/>
                  <a:pt x="726841" y="2493998"/>
                  <a:pt x="726841" y="2533721"/>
                </a:cubicBezTo>
                <a:cubicBezTo>
                  <a:pt x="726841" y="2573446"/>
                  <a:pt x="695511" y="2605649"/>
                  <a:pt x="656863" y="2605649"/>
                </a:cubicBezTo>
                <a:cubicBezTo>
                  <a:pt x="618215" y="2605649"/>
                  <a:pt x="586885" y="2573446"/>
                  <a:pt x="586885" y="2533721"/>
                </a:cubicBezTo>
                <a:cubicBezTo>
                  <a:pt x="586885" y="2493998"/>
                  <a:pt x="618215" y="2461795"/>
                  <a:pt x="656863" y="2461795"/>
                </a:cubicBezTo>
                <a:close/>
                <a:moveTo>
                  <a:pt x="466522" y="2461795"/>
                </a:moveTo>
                <a:cubicBezTo>
                  <a:pt x="505170" y="2461795"/>
                  <a:pt x="536501" y="2493998"/>
                  <a:pt x="536501" y="2533721"/>
                </a:cubicBezTo>
                <a:cubicBezTo>
                  <a:pt x="536501" y="2573446"/>
                  <a:pt x="505170" y="2605649"/>
                  <a:pt x="466522" y="2605649"/>
                </a:cubicBezTo>
                <a:cubicBezTo>
                  <a:pt x="427874" y="2605649"/>
                  <a:pt x="396544" y="2573446"/>
                  <a:pt x="396544" y="2533721"/>
                </a:cubicBezTo>
                <a:cubicBezTo>
                  <a:pt x="396544" y="2493998"/>
                  <a:pt x="427874" y="2461795"/>
                  <a:pt x="466522" y="2461795"/>
                </a:cubicBezTo>
                <a:close/>
                <a:moveTo>
                  <a:pt x="259387" y="2461795"/>
                </a:moveTo>
                <a:cubicBezTo>
                  <a:pt x="298035" y="2461795"/>
                  <a:pt x="329365" y="2493998"/>
                  <a:pt x="329365" y="2533721"/>
                </a:cubicBezTo>
                <a:cubicBezTo>
                  <a:pt x="329365" y="2573446"/>
                  <a:pt x="298035" y="2605649"/>
                  <a:pt x="259387" y="2605649"/>
                </a:cubicBezTo>
                <a:cubicBezTo>
                  <a:pt x="220739" y="2605649"/>
                  <a:pt x="189409" y="2573446"/>
                  <a:pt x="189409" y="2533721"/>
                </a:cubicBezTo>
                <a:cubicBezTo>
                  <a:pt x="189409" y="2493998"/>
                  <a:pt x="220739" y="2461795"/>
                  <a:pt x="259387" y="2461795"/>
                </a:cubicBezTo>
                <a:close/>
                <a:moveTo>
                  <a:pt x="69979" y="2461795"/>
                </a:moveTo>
                <a:cubicBezTo>
                  <a:pt x="108627" y="2461795"/>
                  <a:pt x="139957" y="2493998"/>
                  <a:pt x="139957" y="2533721"/>
                </a:cubicBezTo>
                <a:cubicBezTo>
                  <a:pt x="139957" y="2573446"/>
                  <a:pt x="108627" y="2605649"/>
                  <a:pt x="69979" y="2605649"/>
                </a:cubicBezTo>
                <a:cubicBezTo>
                  <a:pt x="31331" y="2605649"/>
                  <a:pt x="0" y="2573446"/>
                  <a:pt x="0" y="2533721"/>
                </a:cubicBezTo>
                <a:cubicBezTo>
                  <a:pt x="0" y="2493998"/>
                  <a:pt x="31331" y="2461795"/>
                  <a:pt x="69979" y="2461795"/>
                </a:cubicBezTo>
                <a:close/>
                <a:moveTo>
                  <a:pt x="2240519" y="2455485"/>
                </a:moveTo>
                <a:cubicBezTo>
                  <a:pt x="2279166" y="2455485"/>
                  <a:pt x="2310497" y="2487688"/>
                  <a:pt x="2310497" y="2527412"/>
                </a:cubicBezTo>
                <a:cubicBezTo>
                  <a:pt x="2310497" y="2567136"/>
                  <a:pt x="2279166" y="2599339"/>
                  <a:pt x="2240519" y="2599339"/>
                </a:cubicBezTo>
                <a:cubicBezTo>
                  <a:pt x="2201871" y="2599339"/>
                  <a:pt x="2170540" y="2567136"/>
                  <a:pt x="2170540" y="2527412"/>
                </a:cubicBezTo>
                <a:cubicBezTo>
                  <a:pt x="2170540" y="2487688"/>
                  <a:pt x="2201871" y="2455485"/>
                  <a:pt x="2240519" y="2455485"/>
                </a:cubicBezTo>
                <a:close/>
                <a:moveTo>
                  <a:pt x="2050178" y="2455485"/>
                </a:moveTo>
                <a:cubicBezTo>
                  <a:pt x="2088826" y="2455485"/>
                  <a:pt x="2120156" y="2487688"/>
                  <a:pt x="2120156" y="2527412"/>
                </a:cubicBezTo>
                <a:cubicBezTo>
                  <a:pt x="2120156" y="2567136"/>
                  <a:pt x="2088826" y="2599339"/>
                  <a:pt x="2050178" y="2599339"/>
                </a:cubicBezTo>
                <a:cubicBezTo>
                  <a:pt x="2011530" y="2599339"/>
                  <a:pt x="1980200" y="2567136"/>
                  <a:pt x="1980200" y="2527412"/>
                </a:cubicBezTo>
                <a:cubicBezTo>
                  <a:pt x="1980200" y="2487688"/>
                  <a:pt x="2011530" y="2455485"/>
                  <a:pt x="2050178" y="2455485"/>
                </a:cubicBezTo>
                <a:close/>
                <a:moveTo>
                  <a:pt x="1843042" y="2455485"/>
                </a:moveTo>
                <a:cubicBezTo>
                  <a:pt x="1881690" y="2455485"/>
                  <a:pt x="1913021" y="2487688"/>
                  <a:pt x="1913021" y="2527412"/>
                </a:cubicBezTo>
                <a:cubicBezTo>
                  <a:pt x="1913021" y="2567136"/>
                  <a:pt x="1881690" y="2599339"/>
                  <a:pt x="1843042" y="2599339"/>
                </a:cubicBezTo>
                <a:cubicBezTo>
                  <a:pt x="1804394" y="2599339"/>
                  <a:pt x="1773064" y="2567136"/>
                  <a:pt x="1773064" y="2527412"/>
                </a:cubicBezTo>
                <a:cubicBezTo>
                  <a:pt x="1773064" y="2487688"/>
                  <a:pt x="1804394" y="2455485"/>
                  <a:pt x="1843042" y="2455485"/>
                </a:cubicBezTo>
                <a:close/>
                <a:moveTo>
                  <a:pt x="1653634" y="2455485"/>
                </a:moveTo>
                <a:cubicBezTo>
                  <a:pt x="1692282" y="2455485"/>
                  <a:pt x="1723612" y="2487688"/>
                  <a:pt x="1723612" y="2527412"/>
                </a:cubicBezTo>
                <a:cubicBezTo>
                  <a:pt x="1723612" y="2567136"/>
                  <a:pt x="1692282" y="2599339"/>
                  <a:pt x="1653634" y="2599339"/>
                </a:cubicBezTo>
                <a:cubicBezTo>
                  <a:pt x="1614986" y="2599339"/>
                  <a:pt x="1583655" y="2567136"/>
                  <a:pt x="1583655" y="2527412"/>
                </a:cubicBezTo>
                <a:cubicBezTo>
                  <a:pt x="1583655" y="2487688"/>
                  <a:pt x="1614986" y="2455485"/>
                  <a:pt x="1653634" y="2455485"/>
                </a:cubicBezTo>
                <a:close/>
                <a:moveTo>
                  <a:pt x="3824967" y="2452324"/>
                </a:moveTo>
                <a:cubicBezTo>
                  <a:pt x="3863614" y="2452324"/>
                  <a:pt x="3894945" y="2484527"/>
                  <a:pt x="3894945" y="2524251"/>
                </a:cubicBezTo>
                <a:cubicBezTo>
                  <a:pt x="3894945" y="2563975"/>
                  <a:pt x="3863614" y="2596178"/>
                  <a:pt x="3824967" y="2596178"/>
                </a:cubicBezTo>
                <a:cubicBezTo>
                  <a:pt x="3786319" y="2596178"/>
                  <a:pt x="3754988" y="2563975"/>
                  <a:pt x="3754988" y="2524251"/>
                </a:cubicBezTo>
                <a:cubicBezTo>
                  <a:pt x="3754988" y="2484527"/>
                  <a:pt x="3786319" y="2452324"/>
                  <a:pt x="3824967" y="2452324"/>
                </a:cubicBezTo>
                <a:close/>
                <a:moveTo>
                  <a:pt x="3634626" y="2452324"/>
                </a:moveTo>
                <a:cubicBezTo>
                  <a:pt x="3673274" y="2452324"/>
                  <a:pt x="3704604" y="2484527"/>
                  <a:pt x="3704604" y="2524251"/>
                </a:cubicBezTo>
                <a:cubicBezTo>
                  <a:pt x="3704604" y="2563975"/>
                  <a:pt x="3673274" y="2596178"/>
                  <a:pt x="3634626" y="2596178"/>
                </a:cubicBezTo>
                <a:cubicBezTo>
                  <a:pt x="3595978" y="2596178"/>
                  <a:pt x="3564648" y="2563975"/>
                  <a:pt x="3564648" y="2524251"/>
                </a:cubicBezTo>
                <a:cubicBezTo>
                  <a:pt x="3564648" y="2484527"/>
                  <a:pt x="3595978" y="2452324"/>
                  <a:pt x="3634626" y="2452324"/>
                </a:cubicBezTo>
                <a:close/>
                <a:moveTo>
                  <a:pt x="3427490" y="2452324"/>
                </a:moveTo>
                <a:cubicBezTo>
                  <a:pt x="3466138" y="2452324"/>
                  <a:pt x="3497469" y="2484527"/>
                  <a:pt x="3497469" y="2524251"/>
                </a:cubicBezTo>
                <a:cubicBezTo>
                  <a:pt x="3497469" y="2563975"/>
                  <a:pt x="3466138" y="2596178"/>
                  <a:pt x="3427490" y="2596178"/>
                </a:cubicBezTo>
                <a:cubicBezTo>
                  <a:pt x="3388842" y="2596178"/>
                  <a:pt x="3357512" y="2563975"/>
                  <a:pt x="3357512" y="2524251"/>
                </a:cubicBezTo>
                <a:cubicBezTo>
                  <a:pt x="3357512" y="2484527"/>
                  <a:pt x="3388842" y="2452324"/>
                  <a:pt x="3427490" y="2452324"/>
                </a:cubicBezTo>
                <a:close/>
                <a:moveTo>
                  <a:pt x="3238082" y="2452324"/>
                </a:moveTo>
                <a:cubicBezTo>
                  <a:pt x="3276730" y="2452324"/>
                  <a:pt x="3308060" y="2484527"/>
                  <a:pt x="3308060" y="2524251"/>
                </a:cubicBezTo>
                <a:cubicBezTo>
                  <a:pt x="3308060" y="2563975"/>
                  <a:pt x="3276730" y="2596178"/>
                  <a:pt x="3238082" y="2596178"/>
                </a:cubicBezTo>
                <a:cubicBezTo>
                  <a:pt x="3199434" y="2596178"/>
                  <a:pt x="3168104" y="2563975"/>
                  <a:pt x="3168104" y="2524251"/>
                </a:cubicBezTo>
                <a:cubicBezTo>
                  <a:pt x="3168104" y="2484527"/>
                  <a:pt x="3199434" y="2452324"/>
                  <a:pt x="3238082" y="2452324"/>
                </a:cubicBezTo>
                <a:close/>
                <a:moveTo>
                  <a:pt x="3028722" y="2451062"/>
                </a:moveTo>
                <a:cubicBezTo>
                  <a:pt x="3067370" y="2451062"/>
                  <a:pt x="3098700" y="2483265"/>
                  <a:pt x="3098700" y="2522988"/>
                </a:cubicBezTo>
                <a:cubicBezTo>
                  <a:pt x="3098700" y="2562713"/>
                  <a:pt x="3067370" y="2594916"/>
                  <a:pt x="3028722" y="2594916"/>
                </a:cubicBezTo>
                <a:cubicBezTo>
                  <a:pt x="2990074" y="2594916"/>
                  <a:pt x="2958744" y="2562713"/>
                  <a:pt x="2958744" y="2522988"/>
                </a:cubicBezTo>
                <a:cubicBezTo>
                  <a:pt x="2958744" y="2483265"/>
                  <a:pt x="2990074" y="2451062"/>
                  <a:pt x="3028722" y="2451062"/>
                </a:cubicBezTo>
                <a:close/>
                <a:moveTo>
                  <a:pt x="2838381" y="2451062"/>
                </a:moveTo>
                <a:cubicBezTo>
                  <a:pt x="2877029" y="2451062"/>
                  <a:pt x="2908360" y="2483265"/>
                  <a:pt x="2908360" y="2522988"/>
                </a:cubicBezTo>
                <a:cubicBezTo>
                  <a:pt x="2908360" y="2562713"/>
                  <a:pt x="2877029" y="2594916"/>
                  <a:pt x="2838381" y="2594916"/>
                </a:cubicBezTo>
                <a:cubicBezTo>
                  <a:pt x="2799733" y="2594916"/>
                  <a:pt x="2768403" y="2562713"/>
                  <a:pt x="2768403" y="2522988"/>
                </a:cubicBezTo>
                <a:cubicBezTo>
                  <a:pt x="2768403" y="2483265"/>
                  <a:pt x="2799733" y="2451062"/>
                  <a:pt x="2838381" y="2451062"/>
                </a:cubicBezTo>
                <a:close/>
                <a:moveTo>
                  <a:pt x="2631246" y="2451062"/>
                </a:moveTo>
                <a:cubicBezTo>
                  <a:pt x="2669894" y="2451062"/>
                  <a:pt x="2701224" y="2483265"/>
                  <a:pt x="2701224" y="2522988"/>
                </a:cubicBezTo>
                <a:cubicBezTo>
                  <a:pt x="2701224" y="2562713"/>
                  <a:pt x="2669894" y="2594916"/>
                  <a:pt x="2631246" y="2594916"/>
                </a:cubicBezTo>
                <a:cubicBezTo>
                  <a:pt x="2592598" y="2594916"/>
                  <a:pt x="2561268" y="2562713"/>
                  <a:pt x="2561268" y="2522988"/>
                </a:cubicBezTo>
                <a:cubicBezTo>
                  <a:pt x="2561268" y="2483265"/>
                  <a:pt x="2592598" y="2451062"/>
                  <a:pt x="2631246" y="2451062"/>
                </a:cubicBezTo>
                <a:close/>
                <a:moveTo>
                  <a:pt x="2441838" y="2451062"/>
                </a:moveTo>
                <a:cubicBezTo>
                  <a:pt x="2480486" y="2451062"/>
                  <a:pt x="2511816" y="2483265"/>
                  <a:pt x="2511816" y="2522988"/>
                </a:cubicBezTo>
                <a:cubicBezTo>
                  <a:pt x="2511816" y="2562713"/>
                  <a:pt x="2480486" y="2594916"/>
                  <a:pt x="2441838" y="2594916"/>
                </a:cubicBezTo>
                <a:cubicBezTo>
                  <a:pt x="2403190" y="2594916"/>
                  <a:pt x="2371859" y="2562713"/>
                  <a:pt x="2371859" y="2522988"/>
                </a:cubicBezTo>
                <a:cubicBezTo>
                  <a:pt x="2371859" y="2483265"/>
                  <a:pt x="2403190" y="2451062"/>
                  <a:pt x="2441838" y="2451062"/>
                </a:cubicBezTo>
                <a:close/>
                <a:moveTo>
                  <a:pt x="4612378" y="2444752"/>
                </a:moveTo>
                <a:cubicBezTo>
                  <a:pt x="4651025" y="2444752"/>
                  <a:pt x="4682356" y="2476955"/>
                  <a:pt x="4682356" y="2516679"/>
                </a:cubicBezTo>
                <a:cubicBezTo>
                  <a:pt x="4682356" y="2556403"/>
                  <a:pt x="4651025" y="2588606"/>
                  <a:pt x="4612378" y="2588606"/>
                </a:cubicBezTo>
                <a:cubicBezTo>
                  <a:pt x="4573730" y="2588606"/>
                  <a:pt x="4542399" y="2556403"/>
                  <a:pt x="4542399" y="2516679"/>
                </a:cubicBezTo>
                <a:cubicBezTo>
                  <a:pt x="4542399" y="2476955"/>
                  <a:pt x="4573730" y="2444752"/>
                  <a:pt x="4612378" y="2444752"/>
                </a:cubicBezTo>
                <a:close/>
                <a:moveTo>
                  <a:pt x="4422036" y="2444752"/>
                </a:moveTo>
                <a:cubicBezTo>
                  <a:pt x="4460684" y="2444752"/>
                  <a:pt x="4492015" y="2476955"/>
                  <a:pt x="4492015" y="2516679"/>
                </a:cubicBezTo>
                <a:cubicBezTo>
                  <a:pt x="4492015" y="2556403"/>
                  <a:pt x="4460684" y="2588606"/>
                  <a:pt x="4422036" y="2588606"/>
                </a:cubicBezTo>
                <a:cubicBezTo>
                  <a:pt x="4383388" y="2588606"/>
                  <a:pt x="4352058" y="2556403"/>
                  <a:pt x="4352058" y="2516679"/>
                </a:cubicBezTo>
                <a:cubicBezTo>
                  <a:pt x="4352058" y="2476955"/>
                  <a:pt x="4383388" y="2444752"/>
                  <a:pt x="4422036" y="2444752"/>
                </a:cubicBezTo>
                <a:close/>
                <a:moveTo>
                  <a:pt x="4214901" y="2444752"/>
                </a:moveTo>
                <a:cubicBezTo>
                  <a:pt x="4253549" y="2444752"/>
                  <a:pt x="4284879" y="2476955"/>
                  <a:pt x="4284879" y="2516679"/>
                </a:cubicBezTo>
                <a:cubicBezTo>
                  <a:pt x="4284879" y="2556403"/>
                  <a:pt x="4253549" y="2588606"/>
                  <a:pt x="4214901" y="2588606"/>
                </a:cubicBezTo>
                <a:cubicBezTo>
                  <a:pt x="4176253" y="2588606"/>
                  <a:pt x="4144923" y="2556403"/>
                  <a:pt x="4144923" y="2516679"/>
                </a:cubicBezTo>
                <a:cubicBezTo>
                  <a:pt x="4144923" y="2476955"/>
                  <a:pt x="4176253" y="2444752"/>
                  <a:pt x="4214901" y="2444752"/>
                </a:cubicBezTo>
                <a:close/>
                <a:moveTo>
                  <a:pt x="4025493" y="2444752"/>
                </a:moveTo>
                <a:cubicBezTo>
                  <a:pt x="4064141" y="2444752"/>
                  <a:pt x="4095471" y="2476955"/>
                  <a:pt x="4095471" y="2516679"/>
                </a:cubicBezTo>
                <a:cubicBezTo>
                  <a:pt x="4095471" y="2556403"/>
                  <a:pt x="4064141" y="2588606"/>
                  <a:pt x="4025493" y="2588606"/>
                </a:cubicBezTo>
                <a:cubicBezTo>
                  <a:pt x="3986845" y="2588606"/>
                  <a:pt x="3955514" y="2556403"/>
                  <a:pt x="3955514" y="2516679"/>
                </a:cubicBezTo>
                <a:cubicBezTo>
                  <a:pt x="3955514" y="2476955"/>
                  <a:pt x="3986845" y="2444752"/>
                  <a:pt x="4025493" y="2444752"/>
                </a:cubicBezTo>
                <a:close/>
                <a:moveTo>
                  <a:pt x="1453108" y="2281346"/>
                </a:moveTo>
                <a:cubicBezTo>
                  <a:pt x="1491755" y="2281346"/>
                  <a:pt x="1523086" y="2313549"/>
                  <a:pt x="1523086" y="2353273"/>
                </a:cubicBezTo>
                <a:cubicBezTo>
                  <a:pt x="1523086" y="2392998"/>
                  <a:pt x="1491755" y="2425201"/>
                  <a:pt x="1453108" y="2425201"/>
                </a:cubicBezTo>
                <a:cubicBezTo>
                  <a:pt x="1414460" y="2425201"/>
                  <a:pt x="1383129" y="2392998"/>
                  <a:pt x="1383129" y="2353273"/>
                </a:cubicBezTo>
                <a:cubicBezTo>
                  <a:pt x="1383129" y="2313549"/>
                  <a:pt x="1414460" y="2281346"/>
                  <a:pt x="1453108" y="2281346"/>
                </a:cubicBezTo>
                <a:close/>
                <a:moveTo>
                  <a:pt x="1262767" y="2281346"/>
                </a:moveTo>
                <a:cubicBezTo>
                  <a:pt x="1301415" y="2281346"/>
                  <a:pt x="1332746" y="2313549"/>
                  <a:pt x="1332746" y="2353273"/>
                </a:cubicBezTo>
                <a:cubicBezTo>
                  <a:pt x="1332746" y="2392998"/>
                  <a:pt x="1301415" y="2425201"/>
                  <a:pt x="1262767" y="2425201"/>
                </a:cubicBezTo>
                <a:cubicBezTo>
                  <a:pt x="1224119" y="2425201"/>
                  <a:pt x="1192789" y="2392998"/>
                  <a:pt x="1192789" y="2353273"/>
                </a:cubicBezTo>
                <a:cubicBezTo>
                  <a:pt x="1192789" y="2313549"/>
                  <a:pt x="1224119" y="2281346"/>
                  <a:pt x="1262767" y="2281346"/>
                </a:cubicBezTo>
                <a:close/>
                <a:moveTo>
                  <a:pt x="1055631" y="2281346"/>
                </a:moveTo>
                <a:cubicBezTo>
                  <a:pt x="1094279" y="2281346"/>
                  <a:pt x="1125610" y="2313549"/>
                  <a:pt x="1125610" y="2353273"/>
                </a:cubicBezTo>
                <a:cubicBezTo>
                  <a:pt x="1125610" y="2392998"/>
                  <a:pt x="1094279" y="2425201"/>
                  <a:pt x="1055631" y="2425201"/>
                </a:cubicBezTo>
                <a:cubicBezTo>
                  <a:pt x="1016984" y="2425201"/>
                  <a:pt x="985654" y="2392998"/>
                  <a:pt x="985654" y="2353273"/>
                </a:cubicBezTo>
                <a:cubicBezTo>
                  <a:pt x="985654" y="2313549"/>
                  <a:pt x="1016984" y="2281346"/>
                  <a:pt x="1055631" y="2281346"/>
                </a:cubicBezTo>
                <a:close/>
                <a:moveTo>
                  <a:pt x="866223" y="2281346"/>
                </a:moveTo>
                <a:cubicBezTo>
                  <a:pt x="904871" y="2281346"/>
                  <a:pt x="936201" y="2313549"/>
                  <a:pt x="936201" y="2353273"/>
                </a:cubicBezTo>
                <a:cubicBezTo>
                  <a:pt x="936201" y="2392998"/>
                  <a:pt x="904871" y="2425201"/>
                  <a:pt x="866223" y="2425201"/>
                </a:cubicBezTo>
                <a:cubicBezTo>
                  <a:pt x="827576" y="2425201"/>
                  <a:pt x="796245" y="2392998"/>
                  <a:pt x="796245" y="2353273"/>
                </a:cubicBezTo>
                <a:cubicBezTo>
                  <a:pt x="796245" y="2313549"/>
                  <a:pt x="827576" y="2281346"/>
                  <a:pt x="866223" y="2281346"/>
                </a:cubicBezTo>
                <a:close/>
                <a:moveTo>
                  <a:pt x="656863" y="2280084"/>
                </a:moveTo>
                <a:cubicBezTo>
                  <a:pt x="695511" y="2280084"/>
                  <a:pt x="726841" y="2312287"/>
                  <a:pt x="726841" y="2352011"/>
                </a:cubicBezTo>
                <a:cubicBezTo>
                  <a:pt x="726841" y="2391735"/>
                  <a:pt x="695511" y="2423938"/>
                  <a:pt x="656863" y="2423938"/>
                </a:cubicBezTo>
                <a:cubicBezTo>
                  <a:pt x="618215" y="2423938"/>
                  <a:pt x="586885" y="2391735"/>
                  <a:pt x="586885" y="2352011"/>
                </a:cubicBezTo>
                <a:cubicBezTo>
                  <a:pt x="586885" y="2312287"/>
                  <a:pt x="618215" y="2280084"/>
                  <a:pt x="656863" y="2280084"/>
                </a:cubicBezTo>
                <a:close/>
                <a:moveTo>
                  <a:pt x="466522" y="2280084"/>
                </a:moveTo>
                <a:cubicBezTo>
                  <a:pt x="505170" y="2280084"/>
                  <a:pt x="536501" y="2312287"/>
                  <a:pt x="536501" y="2352011"/>
                </a:cubicBezTo>
                <a:cubicBezTo>
                  <a:pt x="536501" y="2391735"/>
                  <a:pt x="505170" y="2423938"/>
                  <a:pt x="466522" y="2423938"/>
                </a:cubicBezTo>
                <a:cubicBezTo>
                  <a:pt x="427874" y="2423938"/>
                  <a:pt x="396544" y="2391735"/>
                  <a:pt x="396544" y="2352011"/>
                </a:cubicBezTo>
                <a:cubicBezTo>
                  <a:pt x="396544" y="2312287"/>
                  <a:pt x="427874" y="2280084"/>
                  <a:pt x="466522" y="2280084"/>
                </a:cubicBezTo>
                <a:close/>
                <a:moveTo>
                  <a:pt x="259387" y="2280084"/>
                </a:moveTo>
                <a:cubicBezTo>
                  <a:pt x="298035" y="2280084"/>
                  <a:pt x="329365" y="2312287"/>
                  <a:pt x="329365" y="2352011"/>
                </a:cubicBezTo>
                <a:cubicBezTo>
                  <a:pt x="329365" y="2391735"/>
                  <a:pt x="298035" y="2423938"/>
                  <a:pt x="259387" y="2423938"/>
                </a:cubicBezTo>
                <a:cubicBezTo>
                  <a:pt x="220739" y="2423938"/>
                  <a:pt x="189409" y="2391735"/>
                  <a:pt x="189409" y="2352011"/>
                </a:cubicBezTo>
                <a:cubicBezTo>
                  <a:pt x="189409" y="2312287"/>
                  <a:pt x="220739" y="2280084"/>
                  <a:pt x="259387" y="2280084"/>
                </a:cubicBezTo>
                <a:close/>
                <a:moveTo>
                  <a:pt x="69979" y="2280084"/>
                </a:moveTo>
                <a:cubicBezTo>
                  <a:pt x="108627" y="2280084"/>
                  <a:pt x="139957" y="2312287"/>
                  <a:pt x="139957" y="2352011"/>
                </a:cubicBezTo>
                <a:cubicBezTo>
                  <a:pt x="139957" y="2391735"/>
                  <a:pt x="108627" y="2423938"/>
                  <a:pt x="69979" y="2423938"/>
                </a:cubicBezTo>
                <a:cubicBezTo>
                  <a:pt x="31331" y="2423938"/>
                  <a:pt x="0" y="2391735"/>
                  <a:pt x="0" y="2352011"/>
                </a:cubicBezTo>
                <a:cubicBezTo>
                  <a:pt x="0" y="2312287"/>
                  <a:pt x="31331" y="2280084"/>
                  <a:pt x="69979" y="2280084"/>
                </a:cubicBezTo>
                <a:close/>
                <a:moveTo>
                  <a:pt x="2240519" y="2273775"/>
                </a:moveTo>
                <a:cubicBezTo>
                  <a:pt x="2279166" y="2273775"/>
                  <a:pt x="2310497" y="2305978"/>
                  <a:pt x="2310497" y="2345701"/>
                </a:cubicBezTo>
                <a:cubicBezTo>
                  <a:pt x="2310497" y="2385426"/>
                  <a:pt x="2279166" y="2417629"/>
                  <a:pt x="2240519" y="2417629"/>
                </a:cubicBezTo>
                <a:cubicBezTo>
                  <a:pt x="2201871" y="2417629"/>
                  <a:pt x="2170540" y="2385426"/>
                  <a:pt x="2170540" y="2345701"/>
                </a:cubicBezTo>
                <a:cubicBezTo>
                  <a:pt x="2170540" y="2305978"/>
                  <a:pt x="2201871" y="2273775"/>
                  <a:pt x="2240519" y="2273775"/>
                </a:cubicBezTo>
                <a:close/>
                <a:moveTo>
                  <a:pt x="2050178" y="2273775"/>
                </a:moveTo>
                <a:cubicBezTo>
                  <a:pt x="2088826" y="2273775"/>
                  <a:pt x="2120156" y="2305978"/>
                  <a:pt x="2120156" y="2345701"/>
                </a:cubicBezTo>
                <a:cubicBezTo>
                  <a:pt x="2120156" y="2385426"/>
                  <a:pt x="2088826" y="2417629"/>
                  <a:pt x="2050178" y="2417629"/>
                </a:cubicBezTo>
                <a:cubicBezTo>
                  <a:pt x="2011530" y="2417629"/>
                  <a:pt x="1980200" y="2385426"/>
                  <a:pt x="1980200" y="2345701"/>
                </a:cubicBezTo>
                <a:cubicBezTo>
                  <a:pt x="1980200" y="2305978"/>
                  <a:pt x="2011530" y="2273775"/>
                  <a:pt x="2050178" y="2273775"/>
                </a:cubicBezTo>
                <a:close/>
                <a:moveTo>
                  <a:pt x="1843042" y="2273775"/>
                </a:moveTo>
                <a:cubicBezTo>
                  <a:pt x="1881690" y="2273775"/>
                  <a:pt x="1913021" y="2305978"/>
                  <a:pt x="1913021" y="2345701"/>
                </a:cubicBezTo>
                <a:cubicBezTo>
                  <a:pt x="1913021" y="2385426"/>
                  <a:pt x="1881690" y="2417629"/>
                  <a:pt x="1843042" y="2417629"/>
                </a:cubicBezTo>
                <a:cubicBezTo>
                  <a:pt x="1804394" y="2417629"/>
                  <a:pt x="1773064" y="2385426"/>
                  <a:pt x="1773064" y="2345701"/>
                </a:cubicBezTo>
                <a:cubicBezTo>
                  <a:pt x="1773064" y="2305978"/>
                  <a:pt x="1804394" y="2273775"/>
                  <a:pt x="1843042" y="2273775"/>
                </a:cubicBezTo>
                <a:close/>
                <a:moveTo>
                  <a:pt x="1653634" y="2273775"/>
                </a:moveTo>
                <a:cubicBezTo>
                  <a:pt x="1692282" y="2273775"/>
                  <a:pt x="1723612" y="2305978"/>
                  <a:pt x="1723612" y="2345701"/>
                </a:cubicBezTo>
                <a:cubicBezTo>
                  <a:pt x="1723612" y="2385426"/>
                  <a:pt x="1692282" y="2417629"/>
                  <a:pt x="1653634" y="2417629"/>
                </a:cubicBezTo>
                <a:cubicBezTo>
                  <a:pt x="1614986" y="2417629"/>
                  <a:pt x="1583655" y="2385426"/>
                  <a:pt x="1583655" y="2345701"/>
                </a:cubicBezTo>
                <a:cubicBezTo>
                  <a:pt x="1583655" y="2305978"/>
                  <a:pt x="1614986" y="2273775"/>
                  <a:pt x="1653634" y="2273775"/>
                </a:cubicBezTo>
                <a:close/>
                <a:moveTo>
                  <a:pt x="3824967" y="2270613"/>
                </a:moveTo>
                <a:cubicBezTo>
                  <a:pt x="3863614" y="2270613"/>
                  <a:pt x="3894945" y="2302816"/>
                  <a:pt x="3894945" y="2342540"/>
                </a:cubicBezTo>
                <a:cubicBezTo>
                  <a:pt x="3894945" y="2382265"/>
                  <a:pt x="3863614" y="2414468"/>
                  <a:pt x="3824967" y="2414468"/>
                </a:cubicBezTo>
                <a:cubicBezTo>
                  <a:pt x="3786319" y="2414468"/>
                  <a:pt x="3754988" y="2382265"/>
                  <a:pt x="3754988" y="2342540"/>
                </a:cubicBezTo>
                <a:cubicBezTo>
                  <a:pt x="3754988" y="2302816"/>
                  <a:pt x="3786319" y="2270613"/>
                  <a:pt x="3824967" y="2270613"/>
                </a:cubicBezTo>
                <a:close/>
                <a:moveTo>
                  <a:pt x="3634626" y="2270613"/>
                </a:moveTo>
                <a:cubicBezTo>
                  <a:pt x="3673274" y="2270613"/>
                  <a:pt x="3704604" y="2302816"/>
                  <a:pt x="3704604" y="2342540"/>
                </a:cubicBezTo>
                <a:cubicBezTo>
                  <a:pt x="3704604" y="2382265"/>
                  <a:pt x="3673274" y="2414468"/>
                  <a:pt x="3634626" y="2414468"/>
                </a:cubicBezTo>
                <a:cubicBezTo>
                  <a:pt x="3595978" y="2414468"/>
                  <a:pt x="3564648" y="2382265"/>
                  <a:pt x="3564648" y="2342540"/>
                </a:cubicBezTo>
                <a:cubicBezTo>
                  <a:pt x="3564648" y="2302816"/>
                  <a:pt x="3595978" y="2270613"/>
                  <a:pt x="3634626" y="2270613"/>
                </a:cubicBezTo>
                <a:close/>
                <a:moveTo>
                  <a:pt x="3427490" y="2270613"/>
                </a:moveTo>
                <a:cubicBezTo>
                  <a:pt x="3466138" y="2270613"/>
                  <a:pt x="3497469" y="2302816"/>
                  <a:pt x="3497469" y="2342540"/>
                </a:cubicBezTo>
                <a:cubicBezTo>
                  <a:pt x="3497469" y="2382265"/>
                  <a:pt x="3466138" y="2414468"/>
                  <a:pt x="3427490" y="2414468"/>
                </a:cubicBezTo>
                <a:cubicBezTo>
                  <a:pt x="3388842" y="2414468"/>
                  <a:pt x="3357512" y="2382265"/>
                  <a:pt x="3357512" y="2342540"/>
                </a:cubicBezTo>
                <a:cubicBezTo>
                  <a:pt x="3357512" y="2302816"/>
                  <a:pt x="3388842" y="2270613"/>
                  <a:pt x="3427490" y="2270613"/>
                </a:cubicBezTo>
                <a:close/>
                <a:moveTo>
                  <a:pt x="3238082" y="2270613"/>
                </a:moveTo>
                <a:cubicBezTo>
                  <a:pt x="3276730" y="2270613"/>
                  <a:pt x="3308060" y="2302816"/>
                  <a:pt x="3308060" y="2342540"/>
                </a:cubicBezTo>
                <a:cubicBezTo>
                  <a:pt x="3308060" y="2382265"/>
                  <a:pt x="3276730" y="2414468"/>
                  <a:pt x="3238082" y="2414468"/>
                </a:cubicBezTo>
                <a:cubicBezTo>
                  <a:pt x="3199434" y="2414468"/>
                  <a:pt x="3168104" y="2382265"/>
                  <a:pt x="3168104" y="2342540"/>
                </a:cubicBezTo>
                <a:cubicBezTo>
                  <a:pt x="3168104" y="2302816"/>
                  <a:pt x="3199434" y="2270613"/>
                  <a:pt x="3238082" y="2270613"/>
                </a:cubicBezTo>
                <a:close/>
                <a:moveTo>
                  <a:pt x="3028722" y="2269351"/>
                </a:moveTo>
                <a:cubicBezTo>
                  <a:pt x="3067370" y="2269351"/>
                  <a:pt x="3098700" y="2301554"/>
                  <a:pt x="3098700" y="2341278"/>
                </a:cubicBezTo>
                <a:cubicBezTo>
                  <a:pt x="3098700" y="2381002"/>
                  <a:pt x="3067370" y="2413205"/>
                  <a:pt x="3028722" y="2413205"/>
                </a:cubicBezTo>
                <a:cubicBezTo>
                  <a:pt x="2990074" y="2413205"/>
                  <a:pt x="2958744" y="2381002"/>
                  <a:pt x="2958744" y="2341278"/>
                </a:cubicBezTo>
                <a:cubicBezTo>
                  <a:pt x="2958744" y="2301554"/>
                  <a:pt x="2990074" y="2269351"/>
                  <a:pt x="3028722" y="2269351"/>
                </a:cubicBezTo>
                <a:close/>
                <a:moveTo>
                  <a:pt x="2838381" y="2269351"/>
                </a:moveTo>
                <a:cubicBezTo>
                  <a:pt x="2877029" y="2269351"/>
                  <a:pt x="2908360" y="2301554"/>
                  <a:pt x="2908360" y="2341278"/>
                </a:cubicBezTo>
                <a:cubicBezTo>
                  <a:pt x="2908360" y="2381002"/>
                  <a:pt x="2877029" y="2413205"/>
                  <a:pt x="2838381" y="2413205"/>
                </a:cubicBezTo>
                <a:cubicBezTo>
                  <a:pt x="2799733" y="2413205"/>
                  <a:pt x="2768403" y="2381002"/>
                  <a:pt x="2768403" y="2341278"/>
                </a:cubicBezTo>
                <a:cubicBezTo>
                  <a:pt x="2768403" y="2301554"/>
                  <a:pt x="2799733" y="2269351"/>
                  <a:pt x="2838381" y="2269351"/>
                </a:cubicBezTo>
                <a:close/>
                <a:moveTo>
                  <a:pt x="2631246" y="2269351"/>
                </a:moveTo>
                <a:cubicBezTo>
                  <a:pt x="2669894" y="2269351"/>
                  <a:pt x="2701224" y="2301554"/>
                  <a:pt x="2701224" y="2341278"/>
                </a:cubicBezTo>
                <a:cubicBezTo>
                  <a:pt x="2701224" y="2381002"/>
                  <a:pt x="2669894" y="2413205"/>
                  <a:pt x="2631246" y="2413205"/>
                </a:cubicBezTo>
                <a:cubicBezTo>
                  <a:pt x="2592598" y="2413205"/>
                  <a:pt x="2561268" y="2381002"/>
                  <a:pt x="2561268" y="2341278"/>
                </a:cubicBezTo>
                <a:cubicBezTo>
                  <a:pt x="2561268" y="2301554"/>
                  <a:pt x="2592598" y="2269351"/>
                  <a:pt x="2631246" y="2269351"/>
                </a:cubicBezTo>
                <a:close/>
                <a:moveTo>
                  <a:pt x="2441838" y="2269351"/>
                </a:moveTo>
                <a:cubicBezTo>
                  <a:pt x="2480486" y="2269351"/>
                  <a:pt x="2511816" y="2301554"/>
                  <a:pt x="2511816" y="2341278"/>
                </a:cubicBezTo>
                <a:cubicBezTo>
                  <a:pt x="2511816" y="2381002"/>
                  <a:pt x="2480486" y="2413205"/>
                  <a:pt x="2441838" y="2413205"/>
                </a:cubicBezTo>
                <a:cubicBezTo>
                  <a:pt x="2403190" y="2413205"/>
                  <a:pt x="2371859" y="2381002"/>
                  <a:pt x="2371859" y="2341278"/>
                </a:cubicBezTo>
                <a:cubicBezTo>
                  <a:pt x="2371859" y="2301554"/>
                  <a:pt x="2403190" y="2269351"/>
                  <a:pt x="2441838" y="2269351"/>
                </a:cubicBezTo>
                <a:close/>
                <a:moveTo>
                  <a:pt x="4612378" y="2263042"/>
                </a:moveTo>
                <a:cubicBezTo>
                  <a:pt x="4651025" y="2263042"/>
                  <a:pt x="4682356" y="2295245"/>
                  <a:pt x="4682356" y="2334968"/>
                </a:cubicBezTo>
                <a:cubicBezTo>
                  <a:pt x="4682356" y="2374693"/>
                  <a:pt x="4651025" y="2406896"/>
                  <a:pt x="4612378" y="2406896"/>
                </a:cubicBezTo>
                <a:cubicBezTo>
                  <a:pt x="4573730" y="2406896"/>
                  <a:pt x="4542399" y="2374693"/>
                  <a:pt x="4542399" y="2334968"/>
                </a:cubicBezTo>
                <a:cubicBezTo>
                  <a:pt x="4542399" y="2295245"/>
                  <a:pt x="4573730" y="2263042"/>
                  <a:pt x="4612378" y="2263042"/>
                </a:cubicBezTo>
                <a:close/>
                <a:moveTo>
                  <a:pt x="4422036" y="2263042"/>
                </a:moveTo>
                <a:cubicBezTo>
                  <a:pt x="4460684" y="2263042"/>
                  <a:pt x="4492015" y="2295245"/>
                  <a:pt x="4492015" y="2334968"/>
                </a:cubicBezTo>
                <a:cubicBezTo>
                  <a:pt x="4492015" y="2374693"/>
                  <a:pt x="4460684" y="2406896"/>
                  <a:pt x="4422036" y="2406896"/>
                </a:cubicBezTo>
                <a:cubicBezTo>
                  <a:pt x="4383388" y="2406896"/>
                  <a:pt x="4352058" y="2374693"/>
                  <a:pt x="4352058" y="2334968"/>
                </a:cubicBezTo>
                <a:cubicBezTo>
                  <a:pt x="4352058" y="2295245"/>
                  <a:pt x="4383388" y="2263042"/>
                  <a:pt x="4422036" y="2263042"/>
                </a:cubicBezTo>
                <a:close/>
                <a:moveTo>
                  <a:pt x="4214901" y="2263042"/>
                </a:moveTo>
                <a:cubicBezTo>
                  <a:pt x="4253549" y="2263042"/>
                  <a:pt x="4284879" y="2295245"/>
                  <a:pt x="4284879" y="2334968"/>
                </a:cubicBezTo>
                <a:cubicBezTo>
                  <a:pt x="4284879" y="2374693"/>
                  <a:pt x="4253549" y="2406896"/>
                  <a:pt x="4214901" y="2406896"/>
                </a:cubicBezTo>
                <a:cubicBezTo>
                  <a:pt x="4176253" y="2406896"/>
                  <a:pt x="4144923" y="2374693"/>
                  <a:pt x="4144923" y="2334968"/>
                </a:cubicBezTo>
                <a:cubicBezTo>
                  <a:pt x="4144923" y="2295245"/>
                  <a:pt x="4176253" y="2263042"/>
                  <a:pt x="4214901" y="2263042"/>
                </a:cubicBezTo>
                <a:close/>
                <a:moveTo>
                  <a:pt x="4025493" y="2263042"/>
                </a:moveTo>
                <a:cubicBezTo>
                  <a:pt x="4064141" y="2263042"/>
                  <a:pt x="4095471" y="2295245"/>
                  <a:pt x="4095471" y="2334968"/>
                </a:cubicBezTo>
                <a:cubicBezTo>
                  <a:pt x="4095471" y="2374693"/>
                  <a:pt x="4064141" y="2406896"/>
                  <a:pt x="4025493" y="2406896"/>
                </a:cubicBezTo>
                <a:cubicBezTo>
                  <a:pt x="3986845" y="2406896"/>
                  <a:pt x="3955514" y="2374693"/>
                  <a:pt x="3955514" y="2334968"/>
                </a:cubicBezTo>
                <a:cubicBezTo>
                  <a:pt x="3955514" y="2295245"/>
                  <a:pt x="3986845" y="2263042"/>
                  <a:pt x="4025493" y="2263042"/>
                </a:cubicBezTo>
                <a:close/>
                <a:moveTo>
                  <a:pt x="1453108" y="2092065"/>
                </a:moveTo>
                <a:cubicBezTo>
                  <a:pt x="1491755" y="2092065"/>
                  <a:pt x="1523086" y="2124268"/>
                  <a:pt x="1523086" y="2163992"/>
                </a:cubicBezTo>
                <a:cubicBezTo>
                  <a:pt x="1523086" y="2203716"/>
                  <a:pt x="1491755" y="2235919"/>
                  <a:pt x="1453108" y="2235919"/>
                </a:cubicBezTo>
                <a:cubicBezTo>
                  <a:pt x="1414460" y="2235919"/>
                  <a:pt x="1383129" y="2203716"/>
                  <a:pt x="1383129" y="2163992"/>
                </a:cubicBezTo>
                <a:cubicBezTo>
                  <a:pt x="1383129" y="2124268"/>
                  <a:pt x="1414460" y="2092065"/>
                  <a:pt x="1453108" y="2092065"/>
                </a:cubicBezTo>
                <a:close/>
                <a:moveTo>
                  <a:pt x="1262767" y="2092065"/>
                </a:moveTo>
                <a:cubicBezTo>
                  <a:pt x="1301415" y="2092065"/>
                  <a:pt x="1332746" y="2124268"/>
                  <a:pt x="1332746" y="2163992"/>
                </a:cubicBezTo>
                <a:cubicBezTo>
                  <a:pt x="1332746" y="2203716"/>
                  <a:pt x="1301415" y="2235919"/>
                  <a:pt x="1262767" y="2235919"/>
                </a:cubicBezTo>
                <a:cubicBezTo>
                  <a:pt x="1224119" y="2235919"/>
                  <a:pt x="1192789" y="2203716"/>
                  <a:pt x="1192789" y="2163992"/>
                </a:cubicBezTo>
                <a:cubicBezTo>
                  <a:pt x="1192789" y="2124268"/>
                  <a:pt x="1224119" y="2092065"/>
                  <a:pt x="1262767" y="2092065"/>
                </a:cubicBezTo>
                <a:close/>
                <a:moveTo>
                  <a:pt x="1055631" y="2092065"/>
                </a:moveTo>
                <a:cubicBezTo>
                  <a:pt x="1094279" y="2092065"/>
                  <a:pt x="1125610" y="2124268"/>
                  <a:pt x="1125610" y="2163992"/>
                </a:cubicBezTo>
                <a:cubicBezTo>
                  <a:pt x="1125610" y="2203716"/>
                  <a:pt x="1094279" y="2235919"/>
                  <a:pt x="1055631" y="2235919"/>
                </a:cubicBezTo>
                <a:cubicBezTo>
                  <a:pt x="1016984" y="2235919"/>
                  <a:pt x="985654" y="2203716"/>
                  <a:pt x="985654" y="2163992"/>
                </a:cubicBezTo>
                <a:cubicBezTo>
                  <a:pt x="985654" y="2124268"/>
                  <a:pt x="1016984" y="2092065"/>
                  <a:pt x="1055631" y="2092065"/>
                </a:cubicBezTo>
                <a:close/>
                <a:moveTo>
                  <a:pt x="866223" y="2092065"/>
                </a:moveTo>
                <a:cubicBezTo>
                  <a:pt x="904871" y="2092065"/>
                  <a:pt x="936201" y="2124268"/>
                  <a:pt x="936201" y="2163992"/>
                </a:cubicBezTo>
                <a:cubicBezTo>
                  <a:pt x="936201" y="2203716"/>
                  <a:pt x="904871" y="2235919"/>
                  <a:pt x="866223" y="2235919"/>
                </a:cubicBezTo>
                <a:cubicBezTo>
                  <a:pt x="827576" y="2235919"/>
                  <a:pt x="796245" y="2203716"/>
                  <a:pt x="796245" y="2163992"/>
                </a:cubicBezTo>
                <a:cubicBezTo>
                  <a:pt x="796245" y="2124268"/>
                  <a:pt x="827576" y="2092065"/>
                  <a:pt x="866223" y="2092065"/>
                </a:cubicBezTo>
                <a:close/>
                <a:moveTo>
                  <a:pt x="656863" y="2090803"/>
                </a:moveTo>
                <a:cubicBezTo>
                  <a:pt x="695511" y="2090803"/>
                  <a:pt x="726841" y="2123006"/>
                  <a:pt x="726841" y="2162729"/>
                </a:cubicBezTo>
                <a:cubicBezTo>
                  <a:pt x="726841" y="2202454"/>
                  <a:pt x="695511" y="2234657"/>
                  <a:pt x="656863" y="2234657"/>
                </a:cubicBezTo>
                <a:cubicBezTo>
                  <a:pt x="618215" y="2234657"/>
                  <a:pt x="586885" y="2202454"/>
                  <a:pt x="586885" y="2162729"/>
                </a:cubicBezTo>
                <a:cubicBezTo>
                  <a:pt x="586885" y="2123006"/>
                  <a:pt x="618215" y="2090803"/>
                  <a:pt x="656863" y="2090803"/>
                </a:cubicBezTo>
                <a:close/>
                <a:moveTo>
                  <a:pt x="466522" y="2090803"/>
                </a:moveTo>
                <a:cubicBezTo>
                  <a:pt x="505170" y="2090803"/>
                  <a:pt x="536501" y="2123006"/>
                  <a:pt x="536501" y="2162729"/>
                </a:cubicBezTo>
                <a:cubicBezTo>
                  <a:pt x="536501" y="2202454"/>
                  <a:pt x="505170" y="2234657"/>
                  <a:pt x="466522" y="2234657"/>
                </a:cubicBezTo>
                <a:cubicBezTo>
                  <a:pt x="427874" y="2234657"/>
                  <a:pt x="396544" y="2202454"/>
                  <a:pt x="396544" y="2162729"/>
                </a:cubicBezTo>
                <a:cubicBezTo>
                  <a:pt x="396544" y="2123006"/>
                  <a:pt x="427874" y="2090803"/>
                  <a:pt x="466522" y="2090803"/>
                </a:cubicBezTo>
                <a:close/>
                <a:moveTo>
                  <a:pt x="259387" y="2090803"/>
                </a:moveTo>
                <a:cubicBezTo>
                  <a:pt x="298035" y="2090803"/>
                  <a:pt x="329365" y="2123006"/>
                  <a:pt x="329365" y="2162729"/>
                </a:cubicBezTo>
                <a:cubicBezTo>
                  <a:pt x="329365" y="2202454"/>
                  <a:pt x="298035" y="2234657"/>
                  <a:pt x="259387" y="2234657"/>
                </a:cubicBezTo>
                <a:cubicBezTo>
                  <a:pt x="220739" y="2234657"/>
                  <a:pt x="189409" y="2202454"/>
                  <a:pt x="189409" y="2162729"/>
                </a:cubicBezTo>
                <a:cubicBezTo>
                  <a:pt x="189409" y="2123006"/>
                  <a:pt x="220739" y="2090803"/>
                  <a:pt x="259387" y="2090803"/>
                </a:cubicBezTo>
                <a:close/>
                <a:moveTo>
                  <a:pt x="69979" y="2090803"/>
                </a:moveTo>
                <a:cubicBezTo>
                  <a:pt x="108627" y="2090803"/>
                  <a:pt x="139957" y="2123006"/>
                  <a:pt x="139957" y="2162729"/>
                </a:cubicBezTo>
                <a:cubicBezTo>
                  <a:pt x="139957" y="2202454"/>
                  <a:pt x="108627" y="2234657"/>
                  <a:pt x="69979" y="2234657"/>
                </a:cubicBezTo>
                <a:cubicBezTo>
                  <a:pt x="31331" y="2234657"/>
                  <a:pt x="0" y="2202454"/>
                  <a:pt x="0" y="2162729"/>
                </a:cubicBezTo>
                <a:cubicBezTo>
                  <a:pt x="0" y="2123006"/>
                  <a:pt x="31331" y="2090803"/>
                  <a:pt x="69979" y="2090803"/>
                </a:cubicBezTo>
                <a:close/>
                <a:moveTo>
                  <a:pt x="2240519" y="2084493"/>
                </a:moveTo>
                <a:cubicBezTo>
                  <a:pt x="2279166" y="2084493"/>
                  <a:pt x="2310497" y="2116696"/>
                  <a:pt x="2310497" y="2156420"/>
                </a:cubicBezTo>
                <a:cubicBezTo>
                  <a:pt x="2310497" y="2196144"/>
                  <a:pt x="2279166" y="2228347"/>
                  <a:pt x="2240519" y="2228347"/>
                </a:cubicBezTo>
                <a:cubicBezTo>
                  <a:pt x="2201871" y="2228347"/>
                  <a:pt x="2170540" y="2196144"/>
                  <a:pt x="2170540" y="2156420"/>
                </a:cubicBezTo>
                <a:cubicBezTo>
                  <a:pt x="2170540" y="2116696"/>
                  <a:pt x="2201871" y="2084493"/>
                  <a:pt x="2240519" y="2084493"/>
                </a:cubicBezTo>
                <a:close/>
                <a:moveTo>
                  <a:pt x="2050178" y="2084493"/>
                </a:moveTo>
                <a:cubicBezTo>
                  <a:pt x="2088826" y="2084493"/>
                  <a:pt x="2120156" y="2116696"/>
                  <a:pt x="2120156" y="2156420"/>
                </a:cubicBezTo>
                <a:cubicBezTo>
                  <a:pt x="2120156" y="2196144"/>
                  <a:pt x="2088826" y="2228347"/>
                  <a:pt x="2050178" y="2228347"/>
                </a:cubicBezTo>
                <a:cubicBezTo>
                  <a:pt x="2011530" y="2228347"/>
                  <a:pt x="1980200" y="2196144"/>
                  <a:pt x="1980200" y="2156420"/>
                </a:cubicBezTo>
                <a:cubicBezTo>
                  <a:pt x="1980200" y="2116696"/>
                  <a:pt x="2011530" y="2084493"/>
                  <a:pt x="2050178" y="2084493"/>
                </a:cubicBezTo>
                <a:close/>
                <a:moveTo>
                  <a:pt x="1843042" y="2084493"/>
                </a:moveTo>
                <a:cubicBezTo>
                  <a:pt x="1881690" y="2084493"/>
                  <a:pt x="1913021" y="2116696"/>
                  <a:pt x="1913021" y="2156420"/>
                </a:cubicBezTo>
                <a:cubicBezTo>
                  <a:pt x="1913021" y="2196144"/>
                  <a:pt x="1881690" y="2228347"/>
                  <a:pt x="1843042" y="2228347"/>
                </a:cubicBezTo>
                <a:cubicBezTo>
                  <a:pt x="1804394" y="2228347"/>
                  <a:pt x="1773064" y="2196144"/>
                  <a:pt x="1773064" y="2156420"/>
                </a:cubicBezTo>
                <a:cubicBezTo>
                  <a:pt x="1773064" y="2116696"/>
                  <a:pt x="1804394" y="2084493"/>
                  <a:pt x="1843042" y="2084493"/>
                </a:cubicBezTo>
                <a:close/>
                <a:moveTo>
                  <a:pt x="1653634" y="2084493"/>
                </a:moveTo>
                <a:cubicBezTo>
                  <a:pt x="1692282" y="2084493"/>
                  <a:pt x="1723612" y="2116696"/>
                  <a:pt x="1723612" y="2156420"/>
                </a:cubicBezTo>
                <a:cubicBezTo>
                  <a:pt x="1723612" y="2196144"/>
                  <a:pt x="1692282" y="2228347"/>
                  <a:pt x="1653634" y="2228347"/>
                </a:cubicBezTo>
                <a:cubicBezTo>
                  <a:pt x="1614986" y="2228347"/>
                  <a:pt x="1583655" y="2196144"/>
                  <a:pt x="1583655" y="2156420"/>
                </a:cubicBezTo>
                <a:cubicBezTo>
                  <a:pt x="1583655" y="2116696"/>
                  <a:pt x="1614986" y="2084493"/>
                  <a:pt x="1653634" y="2084493"/>
                </a:cubicBezTo>
                <a:close/>
                <a:moveTo>
                  <a:pt x="3824967" y="2081332"/>
                </a:moveTo>
                <a:cubicBezTo>
                  <a:pt x="3863614" y="2081332"/>
                  <a:pt x="3894945" y="2113535"/>
                  <a:pt x="3894945" y="2153259"/>
                </a:cubicBezTo>
                <a:cubicBezTo>
                  <a:pt x="3894945" y="2192983"/>
                  <a:pt x="3863614" y="2225186"/>
                  <a:pt x="3824967" y="2225186"/>
                </a:cubicBezTo>
                <a:cubicBezTo>
                  <a:pt x="3786319" y="2225186"/>
                  <a:pt x="3754988" y="2192983"/>
                  <a:pt x="3754988" y="2153259"/>
                </a:cubicBezTo>
                <a:cubicBezTo>
                  <a:pt x="3754988" y="2113535"/>
                  <a:pt x="3786319" y="2081332"/>
                  <a:pt x="3824967" y="2081332"/>
                </a:cubicBezTo>
                <a:close/>
                <a:moveTo>
                  <a:pt x="3634626" y="2081332"/>
                </a:moveTo>
                <a:cubicBezTo>
                  <a:pt x="3673274" y="2081332"/>
                  <a:pt x="3704604" y="2113535"/>
                  <a:pt x="3704604" y="2153259"/>
                </a:cubicBezTo>
                <a:cubicBezTo>
                  <a:pt x="3704604" y="2192983"/>
                  <a:pt x="3673274" y="2225186"/>
                  <a:pt x="3634626" y="2225186"/>
                </a:cubicBezTo>
                <a:cubicBezTo>
                  <a:pt x="3595978" y="2225186"/>
                  <a:pt x="3564648" y="2192983"/>
                  <a:pt x="3564648" y="2153259"/>
                </a:cubicBezTo>
                <a:cubicBezTo>
                  <a:pt x="3564648" y="2113535"/>
                  <a:pt x="3595978" y="2081332"/>
                  <a:pt x="3634626" y="2081332"/>
                </a:cubicBezTo>
                <a:close/>
                <a:moveTo>
                  <a:pt x="3427490" y="2081332"/>
                </a:moveTo>
                <a:cubicBezTo>
                  <a:pt x="3466138" y="2081332"/>
                  <a:pt x="3497469" y="2113535"/>
                  <a:pt x="3497469" y="2153259"/>
                </a:cubicBezTo>
                <a:cubicBezTo>
                  <a:pt x="3497469" y="2192983"/>
                  <a:pt x="3466138" y="2225186"/>
                  <a:pt x="3427490" y="2225186"/>
                </a:cubicBezTo>
                <a:cubicBezTo>
                  <a:pt x="3388842" y="2225186"/>
                  <a:pt x="3357512" y="2192983"/>
                  <a:pt x="3357512" y="2153259"/>
                </a:cubicBezTo>
                <a:cubicBezTo>
                  <a:pt x="3357512" y="2113535"/>
                  <a:pt x="3388842" y="2081332"/>
                  <a:pt x="3427490" y="2081332"/>
                </a:cubicBezTo>
                <a:close/>
                <a:moveTo>
                  <a:pt x="3238082" y="2081332"/>
                </a:moveTo>
                <a:cubicBezTo>
                  <a:pt x="3276730" y="2081332"/>
                  <a:pt x="3308060" y="2113535"/>
                  <a:pt x="3308060" y="2153259"/>
                </a:cubicBezTo>
                <a:cubicBezTo>
                  <a:pt x="3308060" y="2192983"/>
                  <a:pt x="3276730" y="2225186"/>
                  <a:pt x="3238082" y="2225186"/>
                </a:cubicBezTo>
                <a:cubicBezTo>
                  <a:pt x="3199434" y="2225186"/>
                  <a:pt x="3168104" y="2192983"/>
                  <a:pt x="3168104" y="2153259"/>
                </a:cubicBezTo>
                <a:cubicBezTo>
                  <a:pt x="3168104" y="2113535"/>
                  <a:pt x="3199434" y="2081332"/>
                  <a:pt x="3238082" y="2081332"/>
                </a:cubicBezTo>
                <a:close/>
                <a:moveTo>
                  <a:pt x="3028722" y="2080070"/>
                </a:moveTo>
                <a:cubicBezTo>
                  <a:pt x="3067370" y="2080070"/>
                  <a:pt x="3098700" y="2112273"/>
                  <a:pt x="3098700" y="2151996"/>
                </a:cubicBezTo>
                <a:cubicBezTo>
                  <a:pt x="3098700" y="2191721"/>
                  <a:pt x="3067370" y="2223924"/>
                  <a:pt x="3028722" y="2223924"/>
                </a:cubicBezTo>
                <a:cubicBezTo>
                  <a:pt x="2990074" y="2223924"/>
                  <a:pt x="2958744" y="2191721"/>
                  <a:pt x="2958744" y="2151996"/>
                </a:cubicBezTo>
                <a:cubicBezTo>
                  <a:pt x="2958744" y="2112273"/>
                  <a:pt x="2990074" y="2080070"/>
                  <a:pt x="3028722" y="2080070"/>
                </a:cubicBezTo>
                <a:close/>
                <a:moveTo>
                  <a:pt x="2838381" y="2080070"/>
                </a:moveTo>
                <a:cubicBezTo>
                  <a:pt x="2877029" y="2080070"/>
                  <a:pt x="2908360" y="2112273"/>
                  <a:pt x="2908360" y="2151996"/>
                </a:cubicBezTo>
                <a:cubicBezTo>
                  <a:pt x="2908360" y="2191721"/>
                  <a:pt x="2877029" y="2223924"/>
                  <a:pt x="2838381" y="2223924"/>
                </a:cubicBezTo>
                <a:cubicBezTo>
                  <a:pt x="2799733" y="2223924"/>
                  <a:pt x="2768403" y="2191721"/>
                  <a:pt x="2768403" y="2151996"/>
                </a:cubicBezTo>
                <a:cubicBezTo>
                  <a:pt x="2768403" y="2112273"/>
                  <a:pt x="2799733" y="2080070"/>
                  <a:pt x="2838381" y="2080070"/>
                </a:cubicBezTo>
                <a:close/>
                <a:moveTo>
                  <a:pt x="2631246" y="2080070"/>
                </a:moveTo>
                <a:cubicBezTo>
                  <a:pt x="2669894" y="2080070"/>
                  <a:pt x="2701224" y="2112273"/>
                  <a:pt x="2701224" y="2151996"/>
                </a:cubicBezTo>
                <a:cubicBezTo>
                  <a:pt x="2701224" y="2191721"/>
                  <a:pt x="2669894" y="2223924"/>
                  <a:pt x="2631246" y="2223924"/>
                </a:cubicBezTo>
                <a:cubicBezTo>
                  <a:pt x="2592598" y="2223924"/>
                  <a:pt x="2561268" y="2191721"/>
                  <a:pt x="2561268" y="2151996"/>
                </a:cubicBezTo>
                <a:cubicBezTo>
                  <a:pt x="2561268" y="2112273"/>
                  <a:pt x="2592598" y="2080070"/>
                  <a:pt x="2631246" y="2080070"/>
                </a:cubicBezTo>
                <a:close/>
                <a:moveTo>
                  <a:pt x="2441838" y="2080070"/>
                </a:moveTo>
                <a:cubicBezTo>
                  <a:pt x="2480486" y="2080070"/>
                  <a:pt x="2511816" y="2112273"/>
                  <a:pt x="2511816" y="2151996"/>
                </a:cubicBezTo>
                <a:cubicBezTo>
                  <a:pt x="2511816" y="2191721"/>
                  <a:pt x="2480486" y="2223924"/>
                  <a:pt x="2441838" y="2223924"/>
                </a:cubicBezTo>
                <a:cubicBezTo>
                  <a:pt x="2403190" y="2223924"/>
                  <a:pt x="2371859" y="2191721"/>
                  <a:pt x="2371859" y="2151996"/>
                </a:cubicBezTo>
                <a:cubicBezTo>
                  <a:pt x="2371859" y="2112273"/>
                  <a:pt x="2403190" y="2080070"/>
                  <a:pt x="2441838" y="2080070"/>
                </a:cubicBezTo>
                <a:close/>
                <a:moveTo>
                  <a:pt x="4612378" y="2073760"/>
                </a:moveTo>
                <a:cubicBezTo>
                  <a:pt x="4651025" y="2073760"/>
                  <a:pt x="4682356" y="2105963"/>
                  <a:pt x="4682356" y="2145687"/>
                </a:cubicBezTo>
                <a:cubicBezTo>
                  <a:pt x="4682356" y="2185411"/>
                  <a:pt x="4651025" y="2217614"/>
                  <a:pt x="4612378" y="2217614"/>
                </a:cubicBezTo>
                <a:cubicBezTo>
                  <a:pt x="4573730" y="2217614"/>
                  <a:pt x="4542399" y="2185411"/>
                  <a:pt x="4542399" y="2145687"/>
                </a:cubicBezTo>
                <a:cubicBezTo>
                  <a:pt x="4542399" y="2105963"/>
                  <a:pt x="4573730" y="2073760"/>
                  <a:pt x="4612378" y="2073760"/>
                </a:cubicBezTo>
                <a:close/>
                <a:moveTo>
                  <a:pt x="4422036" y="2073760"/>
                </a:moveTo>
                <a:cubicBezTo>
                  <a:pt x="4460684" y="2073760"/>
                  <a:pt x="4492015" y="2105963"/>
                  <a:pt x="4492015" y="2145687"/>
                </a:cubicBezTo>
                <a:cubicBezTo>
                  <a:pt x="4492015" y="2185411"/>
                  <a:pt x="4460684" y="2217614"/>
                  <a:pt x="4422036" y="2217614"/>
                </a:cubicBezTo>
                <a:cubicBezTo>
                  <a:pt x="4383388" y="2217614"/>
                  <a:pt x="4352058" y="2185411"/>
                  <a:pt x="4352058" y="2145687"/>
                </a:cubicBezTo>
                <a:cubicBezTo>
                  <a:pt x="4352058" y="2105963"/>
                  <a:pt x="4383388" y="2073760"/>
                  <a:pt x="4422036" y="2073760"/>
                </a:cubicBezTo>
                <a:close/>
                <a:moveTo>
                  <a:pt x="4214901" y="2073760"/>
                </a:moveTo>
                <a:cubicBezTo>
                  <a:pt x="4253549" y="2073760"/>
                  <a:pt x="4284879" y="2105963"/>
                  <a:pt x="4284879" y="2145687"/>
                </a:cubicBezTo>
                <a:cubicBezTo>
                  <a:pt x="4284879" y="2185411"/>
                  <a:pt x="4253549" y="2217614"/>
                  <a:pt x="4214901" y="2217614"/>
                </a:cubicBezTo>
                <a:cubicBezTo>
                  <a:pt x="4176253" y="2217614"/>
                  <a:pt x="4144923" y="2185411"/>
                  <a:pt x="4144923" y="2145687"/>
                </a:cubicBezTo>
                <a:cubicBezTo>
                  <a:pt x="4144923" y="2105963"/>
                  <a:pt x="4176253" y="2073760"/>
                  <a:pt x="4214901" y="2073760"/>
                </a:cubicBezTo>
                <a:close/>
                <a:moveTo>
                  <a:pt x="4025493" y="2073760"/>
                </a:moveTo>
                <a:cubicBezTo>
                  <a:pt x="4064141" y="2073760"/>
                  <a:pt x="4095471" y="2105963"/>
                  <a:pt x="4095471" y="2145687"/>
                </a:cubicBezTo>
                <a:cubicBezTo>
                  <a:pt x="4095471" y="2185411"/>
                  <a:pt x="4064141" y="2217614"/>
                  <a:pt x="4025493" y="2217614"/>
                </a:cubicBezTo>
                <a:cubicBezTo>
                  <a:pt x="3986845" y="2217614"/>
                  <a:pt x="3955514" y="2185411"/>
                  <a:pt x="3955514" y="2145687"/>
                </a:cubicBezTo>
                <a:cubicBezTo>
                  <a:pt x="3955514" y="2105963"/>
                  <a:pt x="3986845" y="2073760"/>
                  <a:pt x="4025493" y="2073760"/>
                </a:cubicBezTo>
                <a:close/>
                <a:moveTo>
                  <a:pt x="1453108" y="1896474"/>
                </a:moveTo>
                <a:cubicBezTo>
                  <a:pt x="1491755" y="1896474"/>
                  <a:pt x="1523086" y="1928677"/>
                  <a:pt x="1523086" y="1968401"/>
                </a:cubicBezTo>
                <a:cubicBezTo>
                  <a:pt x="1523086" y="2008125"/>
                  <a:pt x="1491755" y="2040328"/>
                  <a:pt x="1453108" y="2040328"/>
                </a:cubicBezTo>
                <a:cubicBezTo>
                  <a:pt x="1414460" y="2040328"/>
                  <a:pt x="1383129" y="2008125"/>
                  <a:pt x="1383129" y="1968401"/>
                </a:cubicBezTo>
                <a:cubicBezTo>
                  <a:pt x="1383129" y="1928677"/>
                  <a:pt x="1414460" y="1896474"/>
                  <a:pt x="1453108" y="1896474"/>
                </a:cubicBezTo>
                <a:close/>
                <a:moveTo>
                  <a:pt x="1262767" y="1896474"/>
                </a:moveTo>
                <a:cubicBezTo>
                  <a:pt x="1301415" y="1896474"/>
                  <a:pt x="1332746" y="1928677"/>
                  <a:pt x="1332746" y="1968401"/>
                </a:cubicBezTo>
                <a:cubicBezTo>
                  <a:pt x="1332746" y="2008125"/>
                  <a:pt x="1301415" y="2040328"/>
                  <a:pt x="1262767" y="2040328"/>
                </a:cubicBezTo>
                <a:cubicBezTo>
                  <a:pt x="1224119" y="2040328"/>
                  <a:pt x="1192789" y="2008125"/>
                  <a:pt x="1192789" y="1968401"/>
                </a:cubicBezTo>
                <a:cubicBezTo>
                  <a:pt x="1192789" y="1928677"/>
                  <a:pt x="1224119" y="1896474"/>
                  <a:pt x="1262767" y="1896474"/>
                </a:cubicBezTo>
                <a:close/>
                <a:moveTo>
                  <a:pt x="1055631" y="1896474"/>
                </a:moveTo>
                <a:cubicBezTo>
                  <a:pt x="1094279" y="1896474"/>
                  <a:pt x="1125610" y="1928677"/>
                  <a:pt x="1125610" y="1968401"/>
                </a:cubicBezTo>
                <a:cubicBezTo>
                  <a:pt x="1125610" y="2008125"/>
                  <a:pt x="1094279" y="2040328"/>
                  <a:pt x="1055631" y="2040328"/>
                </a:cubicBezTo>
                <a:cubicBezTo>
                  <a:pt x="1016984" y="2040328"/>
                  <a:pt x="985654" y="2008125"/>
                  <a:pt x="985654" y="1968401"/>
                </a:cubicBezTo>
                <a:cubicBezTo>
                  <a:pt x="985654" y="1928677"/>
                  <a:pt x="1016984" y="1896474"/>
                  <a:pt x="1055631" y="1896474"/>
                </a:cubicBezTo>
                <a:close/>
                <a:moveTo>
                  <a:pt x="866223" y="1896474"/>
                </a:moveTo>
                <a:cubicBezTo>
                  <a:pt x="904871" y="1896474"/>
                  <a:pt x="936201" y="1928677"/>
                  <a:pt x="936201" y="1968401"/>
                </a:cubicBezTo>
                <a:cubicBezTo>
                  <a:pt x="936201" y="2008125"/>
                  <a:pt x="904871" y="2040328"/>
                  <a:pt x="866223" y="2040328"/>
                </a:cubicBezTo>
                <a:cubicBezTo>
                  <a:pt x="827576" y="2040328"/>
                  <a:pt x="796245" y="2008125"/>
                  <a:pt x="796245" y="1968401"/>
                </a:cubicBezTo>
                <a:cubicBezTo>
                  <a:pt x="796245" y="1928677"/>
                  <a:pt x="827576" y="1896474"/>
                  <a:pt x="866223" y="1896474"/>
                </a:cubicBezTo>
                <a:close/>
                <a:moveTo>
                  <a:pt x="656863" y="1895212"/>
                </a:moveTo>
                <a:cubicBezTo>
                  <a:pt x="695511" y="1895212"/>
                  <a:pt x="726841" y="1927415"/>
                  <a:pt x="726841" y="1967139"/>
                </a:cubicBezTo>
                <a:cubicBezTo>
                  <a:pt x="726841" y="2006863"/>
                  <a:pt x="695511" y="2039066"/>
                  <a:pt x="656863" y="2039066"/>
                </a:cubicBezTo>
                <a:cubicBezTo>
                  <a:pt x="618215" y="2039066"/>
                  <a:pt x="586885" y="2006863"/>
                  <a:pt x="586885" y="1967139"/>
                </a:cubicBezTo>
                <a:cubicBezTo>
                  <a:pt x="586885" y="1927415"/>
                  <a:pt x="618215" y="1895212"/>
                  <a:pt x="656863" y="1895212"/>
                </a:cubicBezTo>
                <a:close/>
                <a:moveTo>
                  <a:pt x="466522" y="1895212"/>
                </a:moveTo>
                <a:cubicBezTo>
                  <a:pt x="505170" y="1895212"/>
                  <a:pt x="536501" y="1927415"/>
                  <a:pt x="536501" y="1967139"/>
                </a:cubicBezTo>
                <a:cubicBezTo>
                  <a:pt x="536501" y="2006863"/>
                  <a:pt x="505170" y="2039066"/>
                  <a:pt x="466522" y="2039066"/>
                </a:cubicBezTo>
                <a:cubicBezTo>
                  <a:pt x="427874" y="2039066"/>
                  <a:pt x="396544" y="2006863"/>
                  <a:pt x="396544" y="1967139"/>
                </a:cubicBezTo>
                <a:cubicBezTo>
                  <a:pt x="396544" y="1927415"/>
                  <a:pt x="427874" y="1895212"/>
                  <a:pt x="466522" y="1895212"/>
                </a:cubicBezTo>
                <a:close/>
                <a:moveTo>
                  <a:pt x="259387" y="1895212"/>
                </a:moveTo>
                <a:cubicBezTo>
                  <a:pt x="298035" y="1895212"/>
                  <a:pt x="329365" y="1927415"/>
                  <a:pt x="329365" y="1967139"/>
                </a:cubicBezTo>
                <a:cubicBezTo>
                  <a:pt x="329365" y="2006863"/>
                  <a:pt x="298035" y="2039066"/>
                  <a:pt x="259387" y="2039066"/>
                </a:cubicBezTo>
                <a:cubicBezTo>
                  <a:pt x="220739" y="2039066"/>
                  <a:pt x="189409" y="2006863"/>
                  <a:pt x="189409" y="1967139"/>
                </a:cubicBezTo>
                <a:cubicBezTo>
                  <a:pt x="189409" y="1927415"/>
                  <a:pt x="220739" y="1895212"/>
                  <a:pt x="259387" y="1895212"/>
                </a:cubicBezTo>
                <a:close/>
                <a:moveTo>
                  <a:pt x="69979" y="1895212"/>
                </a:moveTo>
                <a:cubicBezTo>
                  <a:pt x="108627" y="1895212"/>
                  <a:pt x="139957" y="1927415"/>
                  <a:pt x="139957" y="1967139"/>
                </a:cubicBezTo>
                <a:cubicBezTo>
                  <a:pt x="139957" y="2006863"/>
                  <a:pt x="108627" y="2039066"/>
                  <a:pt x="69979" y="2039066"/>
                </a:cubicBezTo>
                <a:cubicBezTo>
                  <a:pt x="31331" y="2039066"/>
                  <a:pt x="0" y="2006863"/>
                  <a:pt x="0" y="1967139"/>
                </a:cubicBezTo>
                <a:cubicBezTo>
                  <a:pt x="0" y="1927415"/>
                  <a:pt x="31331" y="1895212"/>
                  <a:pt x="69979" y="1895212"/>
                </a:cubicBezTo>
                <a:close/>
                <a:moveTo>
                  <a:pt x="2240519" y="1888902"/>
                </a:moveTo>
                <a:cubicBezTo>
                  <a:pt x="2279166" y="1888902"/>
                  <a:pt x="2310497" y="1921105"/>
                  <a:pt x="2310497" y="1960829"/>
                </a:cubicBezTo>
                <a:cubicBezTo>
                  <a:pt x="2310497" y="2000553"/>
                  <a:pt x="2279166" y="2032756"/>
                  <a:pt x="2240519" y="2032756"/>
                </a:cubicBezTo>
                <a:cubicBezTo>
                  <a:pt x="2201871" y="2032756"/>
                  <a:pt x="2170540" y="2000553"/>
                  <a:pt x="2170540" y="1960829"/>
                </a:cubicBezTo>
                <a:cubicBezTo>
                  <a:pt x="2170540" y="1921105"/>
                  <a:pt x="2201871" y="1888902"/>
                  <a:pt x="2240519" y="1888902"/>
                </a:cubicBezTo>
                <a:close/>
                <a:moveTo>
                  <a:pt x="2050178" y="1888902"/>
                </a:moveTo>
                <a:cubicBezTo>
                  <a:pt x="2088826" y="1888902"/>
                  <a:pt x="2120156" y="1921105"/>
                  <a:pt x="2120156" y="1960829"/>
                </a:cubicBezTo>
                <a:cubicBezTo>
                  <a:pt x="2120156" y="2000553"/>
                  <a:pt x="2088826" y="2032756"/>
                  <a:pt x="2050178" y="2032756"/>
                </a:cubicBezTo>
                <a:cubicBezTo>
                  <a:pt x="2011530" y="2032756"/>
                  <a:pt x="1980200" y="2000553"/>
                  <a:pt x="1980200" y="1960829"/>
                </a:cubicBezTo>
                <a:cubicBezTo>
                  <a:pt x="1980200" y="1921105"/>
                  <a:pt x="2011530" y="1888902"/>
                  <a:pt x="2050178" y="1888902"/>
                </a:cubicBezTo>
                <a:close/>
                <a:moveTo>
                  <a:pt x="1843042" y="1888902"/>
                </a:moveTo>
                <a:cubicBezTo>
                  <a:pt x="1881690" y="1888902"/>
                  <a:pt x="1913021" y="1921105"/>
                  <a:pt x="1913021" y="1960829"/>
                </a:cubicBezTo>
                <a:cubicBezTo>
                  <a:pt x="1913021" y="2000553"/>
                  <a:pt x="1881690" y="2032756"/>
                  <a:pt x="1843042" y="2032756"/>
                </a:cubicBezTo>
                <a:cubicBezTo>
                  <a:pt x="1804394" y="2032756"/>
                  <a:pt x="1773064" y="2000553"/>
                  <a:pt x="1773064" y="1960829"/>
                </a:cubicBezTo>
                <a:cubicBezTo>
                  <a:pt x="1773064" y="1921105"/>
                  <a:pt x="1804394" y="1888902"/>
                  <a:pt x="1843042" y="1888902"/>
                </a:cubicBezTo>
                <a:close/>
                <a:moveTo>
                  <a:pt x="1653634" y="1888902"/>
                </a:moveTo>
                <a:cubicBezTo>
                  <a:pt x="1692282" y="1888902"/>
                  <a:pt x="1723612" y="1921105"/>
                  <a:pt x="1723612" y="1960829"/>
                </a:cubicBezTo>
                <a:cubicBezTo>
                  <a:pt x="1723612" y="2000553"/>
                  <a:pt x="1692282" y="2032756"/>
                  <a:pt x="1653634" y="2032756"/>
                </a:cubicBezTo>
                <a:cubicBezTo>
                  <a:pt x="1614986" y="2032756"/>
                  <a:pt x="1583655" y="2000553"/>
                  <a:pt x="1583655" y="1960829"/>
                </a:cubicBezTo>
                <a:cubicBezTo>
                  <a:pt x="1583655" y="1921105"/>
                  <a:pt x="1614986" y="1888902"/>
                  <a:pt x="1653634" y="1888902"/>
                </a:cubicBezTo>
                <a:close/>
                <a:moveTo>
                  <a:pt x="3824967" y="1885741"/>
                </a:moveTo>
                <a:cubicBezTo>
                  <a:pt x="3863614" y="1885741"/>
                  <a:pt x="3894945" y="1917944"/>
                  <a:pt x="3894945" y="1957668"/>
                </a:cubicBezTo>
                <a:cubicBezTo>
                  <a:pt x="3894945" y="1997392"/>
                  <a:pt x="3863614" y="2029595"/>
                  <a:pt x="3824967" y="2029595"/>
                </a:cubicBezTo>
                <a:cubicBezTo>
                  <a:pt x="3786319" y="2029595"/>
                  <a:pt x="3754988" y="1997392"/>
                  <a:pt x="3754988" y="1957668"/>
                </a:cubicBezTo>
                <a:cubicBezTo>
                  <a:pt x="3754988" y="1917944"/>
                  <a:pt x="3786319" y="1885741"/>
                  <a:pt x="3824967" y="1885741"/>
                </a:cubicBezTo>
                <a:close/>
                <a:moveTo>
                  <a:pt x="3634626" y="1885741"/>
                </a:moveTo>
                <a:cubicBezTo>
                  <a:pt x="3673274" y="1885741"/>
                  <a:pt x="3704604" y="1917944"/>
                  <a:pt x="3704604" y="1957668"/>
                </a:cubicBezTo>
                <a:cubicBezTo>
                  <a:pt x="3704604" y="1997392"/>
                  <a:pt x="3673274" y="2029595"/>
                  <a:pt x="3634626" y="2029595"/>
                </a:cubicBezTo>
                <a:cubicBezTo>
                  <a:pt x="3595978" y="2029595"/>
                  <a:pt x="3564648" y="1997392"/>
                  <a:pt x="3564648" y="1957668"/>
                </a:cubicBezTo>
                <a:cubicBezTo>
                  <a:pt x="3564648" y="1917944"/>
                  <a:pt x="3595978" y="1885741"/>
                  <a:pt x="3634626" y="1885741"/>
                </a:cubicBezTo>
                <a:close/>
                <a:moveTo>
                  <a:pt x="3427490" y="1885741"/>
                </a:moveTo>
                <a:cubicBezTo>
                  <a:pt x="3466138" y="1885741"/>
                  <a:pt x="3497469" y="1917944"/>
                  <a:pt x="3497469" y="1957668"/>
                </a:cubicBezTo>
                <a:cubicBezTo>
                  <a:pt x="3497469" y="1997392"/>
                  <a:pt x="3466138" y="2029595"/>
                  <a:pt x="3427490" y="2029595"/>
                </a:cubicBezTo>
                <a:cubicBezTo>
                  <a:pt x="3388842" y="2029595"/>
                  <a:pt x="3357512" y="1997392"/>
                  <a:pt x="3357512" y="1957668"/>
                </a:cubicBezTo>
                <a:cubicBezTo>
                  <a:pt x="3357512" y="1917944"/>
                  <a:pt x="3388842" y="1885741"/>
                  <a:pt x="3427490" y="1885741"/>
                </a:cubicBezTo>
                <a:close/>
                <a:moveTo>
                  <a:pt x="3238082" y="1885741"/>
                </a:moveTo>
                <a:cubicBezTo>
                  <a:pt x="3276730" y="1885741"/>
                  <a:pt x="3308060" y="1917944"/>
                  <a:pt x="3308060" y="1957668"/>
                </a:cubicBezTo>
                <a:cubicBezTo>
                  <a:pt x="3308060" y="1997392"/>
                  <a:pt x="3276730" y="2029595"/>
                  <a:pt x="3238082" y="2029595"/>
                </a:cubicBezTo>
                <a:cubicBezTo>
                  <a:pt x="3199434" y="2029595"/>
                  <a:pt x="3168104" y="1997392"/>
                  <a:pt x="3168104" y="1957668"/>
                </a:cubicBezTo>
                <a:cubicBezTo>
                  <a:pt x="3168104" y="1917944"/>
                  <a:pt x="3199434" y="1885741"/>
                  <a:pt x="3238082" y="1885741"/>
                </a:cubicBezTo>
                <a:close/>
                <a:moveTo>
                  <a:pt x="3028722" y="1884479"/>
                </a:moveTo>
                <a:cubicBezTo>
                  <a:pt x="3067370" y="1884479"/>
                  <a:pt x="3098700" y="1916682"/>
                  <a:pt x="3098700" y="1956406"/>
                </a:cubicBezTo>
                <a:cubicBezTo>
                  <a:pt x="3098700" y="1996130"/>
                  <a:pt x="3067370" y="2028333"/>
                  <a:pt x="3028722" y="2028333"/>
                </a:cubicBezTo>
                <a:cubicBezTo>
                  <a:pt x="2990074" y="2028333"/>
                  <a:pt x="2958744" y="1996130"/>
                  <a:pt x="2958744" y="1956406"/>
                </a:cubicBezTo>
                <a:cubicBezTo>
                  <a:pt x="2958744" y="1916682"/>
                  <a:pt x="2990074" y="1884479"/>
                  <a:pt x="3028722" y="1884479"/>
                </a:cubicBezTo>
                <a:close/>
                <a:moveTo>
                  <a:pt x="2838381" y="1884479"/>
                </a:moveTo>
                <a:cubicBezTo>
                  <a:pt x="2877029" y="1884479"/>
                  <a:pt x="2908360" y="1916682"/>
                  <a:pt x="2908360" y="1956406"/>
                </a:cubicBezTo>
                <a:cubicBezTo>
                  <a:pt x="2908360" y="1996130"/>
                  <a:pt x="2877029" y="2028333"/>
                  <a:pt x="2838381" y="2028333"/>
                </a:cubicBezTo>
                <a:cubicBezTo>
                  <a:pt x="2799733" y="2028333"/>
                  <a:pt x="2768403" y="1996130"/>
                  <a:pt x="2768403" y="1956406"/>
                </a:cubicBezTo>
                <a:cubicBezTo>
                  <a:pt x="2768403" y="1916682"/>
                  <a:pt x="2799733" y="1884479"/>
                  <a:pt x="2838381" y="1884479"/>
                </a:cubicBezTo>
                <a:close/>
                <a:moveTo>
                  <a:pt x="2631246" y="1884479"/>
                </a:moveTo>
                <a:cubicBezTo>
                  <a:pt x="2669894" y="1884479"/>
                  <a:pt x="2701224" y="1916682"/>
                  <a:pt x="2701224" y="1956406"/>
                </a:cubicBezTo>
                <a:cubicBezTo>
                  <a:pt x="2701224" y="1996130"/>
                  <a:pt x="2669894" y="2028333"/>
                  <a:pt x="2631246" y="2028333"/>
                </a:cubicBezTo>
                <a:cubicBezTo>
                  <a:pt x="2592598" y="2028333"/>
                  <a:pt x="2561268" y="1996130"/>
                  <a:pt x="2561268" y="1956406"/>
                </a:cubicBezTo>
                <a:cubicBezTo>
                  <a:pt x="2561268" y="1916682"/>
                  <a:pt x="2592598" y="1884479"/>
                  <a:pt x="2631246" y="1884479"/>
                </a:cubicBezTo>
                <a:close/>
                <a:moveTo>
                  <a:pt x="2441838" y="1884479"/>
                </a:moveTo>
                <a:cubicBezTo>
                  <a:pt x="2480486" y="1884479"/>
                  <a:pt x="2511816" y="1916682"/>
                  <a:pt x="2511816" y="1956406"/>
                </a:cubicBezTo>
                <a:cubicBezTo>
                  <a:pt x="2511816" y="1996130"/>
                  <a:pt x="2480486" y="2028333"/>
                  <a:pt x="2441838" y="2028333"/>
                </a:cubicBezTo>
                <a:cubicBezTo>
                  <a:pt x="2403190" y="2028333"/>
                  <a:pt x="2371859" y="1996130"/>
                  <a:pt x="2371859" y="1956406"/>
                </a:cubicBezTo>
                <a:cubicBezTo>
                  <a:pt x="2371859" y="1916682"/>
                  <a:pt x="2403190" y="1884479"/>
                  <a:pt x="2441838" y="1884479"/>
                </a:cubicBezTo>
                <a:close/>
                <a:moveTo>
                  <a:pt x="4612378" y="1878169"/>
                </a:moveTo>
                <a:cubicBezTo>
                  <a:pt x="4651025" y="1878169"/>
                  <a:pt x="4682356" y="1910372"/>
                  <a:pt x="4682356" y="1950096"/>
                </a:cubicBezTo>
                <a:cubicBezTo>
                  <a:pt x="4682356" y="1989820"/>
                  <a:pt x="4651025" y="2022023"/>
                  <a:pt x="4612378" y="2022023"/>
                </a:cubicBezTo>
                <a:cubicBezTo>
                  <a:pt x="4573730" y="2022023"/>
                  <a:pt x="4542399" y="1989820"/>
                  <a:pt x="4542399" y="1950096"/>
                </a:cubicBezTo>
                <a:cubicBezTo>
                  <a:pt x="4542399" y="1910372"/>
                  <a:pt x="4573730" y="1878169"/>
                  <a:pt x="4612378" y="1878169"/>
                </a:cubicBezTo>
                <a:close/>
                <a:moveTo>
                  <a:pt x="4422036" y="1878169"/>
                </a:moveTo>
                <a:cubicBezTo>
                  <a:pt x="4460684" y="1878169"/>
                  <a:pt x="4492015" y="1910372"/>
                  <a:pt x="4492015" y="1950096"/>
                </a:cubicBezTo>
                <a:cubicBezTo>
                  <a:pt x="4492015" y="1989820"/>
                  <a:pt x="4460684" y="2022023"/>
                  <a:pt x="4422036" y="2022023"/>
                </a:cubicBezTo>
                <a:cubicBezTo>
                  <a:pt x="4383388" y="2022023"/>
                  <a:pt x="4352058" y="1989820"/>
                  <a:pt x="4352058" y="1950096"/>
                </a:cubicBezTo>
                <a:cubicBezTo>
                  <a:pt x="4352058" y="1910372"/>
                  <a:pt x="4383388" y="1878169"/>
                  <a:pt x="4422036" y="1878169"/>
                </a:cubicBezTo>
                <a:close/>
                <a:moveTo>
                  <a:pt x="4214901" y="1878169"/>
                </a:moveTo>
                <a:cubicBezTo>
                  <a:pt x="4253549" y="1878169"/>
                  <a:pt x="4284879" y="1910372"/>
                  <a:pt x="4284879" y="1950096"/>
                </a:cubicBezTo>
                <a:cubicBezTo>
                  <a:pt x="4284879" y="1989820"/>
                  <a:pt x="4253549" y="2022023"/>
                  <a:pt x="4214901" y="2022023"/>
                </a:cubicBezTo>
                <a:cubicBezTo>
                  <a:pt x="4176253" y="2022023"/>
                  <a:pt x="4144923" y="1989820"/>
                  <a:pt x="4144923" y="1950096"/>
                </a:cubicBezTo>
                <a:cubicBezTo>
                  <a:pt x="4144923" y="1910372"/>
                  <a:pt x="4176253" y="1878169"/>
                  <a:pt x="4214901" y="1878169"/>
                </a:cubicBezTo>
                <a:close/>
                <a:moveTo>
                  <a:pt x="4025493" y="1878169"/>
                </a:moveTo>
                <a:cubicBezTo>
                  <a:pt x="4064141" y="1878169"/>
                  <a:pt x="4095471" y="1910372"/>
                  <a:pt x="4095471" y="1950096"/>
                </a:cubicBezTo>
                <a:cubicBezTo>
                  <a:pt x="4095471" y="1989820"/>
                  <a:pt x="4064141" y="2022023"/>
                  <a:pt x="4025493" y="2022023"/>
                </a:cubicBezTo>
                <a:cubicBezTo>
                  <a:pt x="3986845" y="2022023"/>
                  <a:pt x="3955514" y="1989820"/>
                  <a:pt x="3955514" y="1950096"/>
                </a:cubicBezTo>
                <a:cubicBezTo>
                  <a:pt x="3955514" y="1910372"/>
                  <a:pt x="3986845" y="1878169"/>
                  <a:pt x="4025493" y="1878169"/>
                </a:cubicBezTo>
                <a:close/>
                <a:moveTo>
                  <a:pt x="1454370" y="1721839"/>
                </a:moveTo>
                <a:cubicBezTo>
                  <a:pt x="1493017" y="1721839"/>
                  <a:pt x="1524348" y="1754042"/>
                  <a:pt x="1524348" y="1793766"/>
                </a:cubicBezTo>
                <a:cubicBezTo>
                  <a:pt x="1524348" y="1833490"/>
                  <a:pt x="1493017" y="1865693"/>
                  <a:pt x="1454370" y="1865693"/>
                </a:cubicBezTo>
                <a:cubicBezTo>
                  <a:pt x="1415722" y="1865693"/>
                  <a:pt x="1384391" y="1833490"/>
                  <a:pt x="1384391" y="1793766"/>
                </a:cubicBezTo>
                <a:cubicBezTo>
                  <a:pt x="1384391" y="1754042"/>
                  <a:pt x="1415722" y="1721839"/>
                  <a:pt x="1454370" y="1721839"/>
                </a:cubicBezTo>
                <a:close/>
                <a:moveTo>
                  <a:pt x="1264029" y="1721839"/>
                </a:moveTo>
                <a:cubicBezTo>
                  <a:pt x="1302677" y="1721839"/>
                  <a:pt x="1334007" y="1754042"/>
                  <a:pt x="1334007" y="1793766"/>
                </a:cubicBezTo>
                <a:cubicBezTo>
                  <a:pt x="1334007" y="1833490"/>
                  <a:pt x="1302677" y="1865693"/>
                  <a:pt x="1264029" y="1865693"/>
                </a:cubicBezTo>
                <a:cubicBezTo>
                  <a:pt x="1225381" y="1865693"/>
                  <a:pt x="1194051" y="1833490"/>
                  <a:pt x="1194051" y="1793766"/>
                </a:cubicBezTo>
                <a:cubicBezTo>
                  <a:pt x="1194051" y="1754042"/>
                  <a:pt x="1225381" y="1721839"/>
                  <a:pt x="1264029" y="1721839"/>
                </a:cubicBezTo>
                <a:close/>
                <a:moveTo>
                  <a:pt x="1056893" y="1721839"/>
                </a:moveTo>
                <a:cubicBezTo>
                  <a:pt x="1095541" y="1721839"/>
                  <a:pt x="1126872" y="1754042"/>
                  <a:pt x="1126872" y="1793766"/>
                </a:cubicBezTo>
                <a:cubicBezTo>
                  <a:pt x="1126872" y="1833490"/>
                  <a:pt x="1095541" y="1865693"/>
                  <a:pt x="1056893" y="1865693"/>
                </a:cubicBezTo>
                <a:cubicBezTo>
                  <a:pt x="1018245" y="1865693"/>
                  <a:pt x="986915" y="1833490"/>
                  <a:pt x="986915" y="1793766"/>
                </a:cubicBezTo>
                <a:cubicBezTo>
                  <a:pt x="986915" y="1754042"/>
                  <a:pt x="1018245" y="1721839"/>
                  <a:pt x="1056893" y="1721839"/>
                </a:cubicBezTo>
                <a:close/>
                <a:moveTo>
                  <a:pt x="867485" y="1721839"/>
                </a:moveTo>
                <a:cubicBezTo>
                  <a:pt x="906133" y="1721839"/>
                  <a:pt x="937463" y="1754042"/>
                  <a:pt x="937463" y="1793766"/>
                </a:cubicBezTo>
                <a:cubicBezTo>
                  <a:pt x="937463" y="1833490"/>
                  <a:pt x="906133" y="1865693"/>
                  <a:pt x="867485" y="1865693"/>
                </a:cubicBezTo>
                <a:cubicBezTo>
                  <a:pt x="828837" y="1865693"/>
                  <a:pt x="797507" y="1833490"/>
                  <a:pt x="797507" y="1793766"/>
                </a:cubicBezTo>
                <a:cubicBezTo>
                  <a:pt x="797507" y="1754042"/>
                  <a:pt x="828837" y="1721839"/>
                  <a:pt x="867485" y="1721839"/>
                </a:cubicBezTo>
                <a:close/>
                <a:moveTo>
                  <a:pt x="658125" y="1720576"/>
                </a:moveTo>
                <a:cubicBezTo>
                  <a:pt x="696772" y="1720576"/>
                  <a:pt x="728103" y="1752779"/>
                  <a:pt x="728103" y="1792504"/>
                </a:cubicBezTo>
                <a:cubicBezTo>
                  <a:pt x="728103" y="1832228"/>
                  <a:pt x="696772" y="1864431"/>
                  <a:pt x="658125" y="1864431"/>
                </a:cubicBezTo>
                <a:cubicBezTo>
                  <a:pt x="619477" y="1864431"/>
                  <a:pt x="588146" y="1832228"/>
                  <a:pt x="588146" y="1792504"/>
                </a:cubicBezTo>
                <a:cubicBezTo>
                  <a:pt x="588146" y="1752779"/>
                  <a:pt x="619477" y="1720576"/>
                  <a:pt x="658125" y="1720576"/>
                </a:cubicBezTo>
                <a:close/>
                <a:moveTo>
                  <a:pt x="467784" y="1720576"/>
                </a:moveTo>
                <a:cubicBezTo>
                  <a:pt x="506432" y="1720576"/>
                  <a:pt x="537763" y="1752779"/>
                  <a:pt x="537763" y="1792504"/>
                </a:cubicBezTo>
                <a:cubicBezTo>
                  <a:pt x="537763" y="1832228"/>
                  <a:pt x="506432" y="1864431"/>
                  <a:pt x="467784" y="1864431"/>
                </a:cubicBezTo>
                <a:cubicBezTo>
                  <a:pt x="429136" y="1864431"/>
                  <a:pt x="397806" y="1832228"/>
                  <a:pt x="397806" y="1792504"/>
                </a:cubicBezTo>
                <a:cubicBezTo>
                  <a:pt x="397806" y="1752779"/>
                  <a:pt x="429136" y="1720576"/>
                  <a:pt x="467784" y="1720576"/>
                </a:cubicBezTo>
                <a:close/>
                <a:moveTo>
                  <a:pt x="260648" y="1720576"/>
                </a:moveTo>
                <a:cubicBezTo>
                  <a:pt x="299296" y="1720576"/>
                  <a:pt x="330627" y="1752779"/>
                  <a:pt x="330627" y="1792504"/>
                </a:cubicBezTo>
                <a:cubicBezTo>
                  <a:pt x="330627" y="1832228"/>
                  <a:pt x="299296" y="1864431"/>
                  <a:pt x="260648" y="1864431"/>
                </a:cubicBezTo>
                <a:cubicBezTo>
                  <a:pt x="222000" y="1864431"/>
                  <a:pt x="190670" y="1832228"/>
                  <a:pt x="190670" y="1792504"/>
                </a:cubicBezTo>
                <a:cubicBezTo>
                  <a:pt x="190670" y="1752779"/>
                  <a:pt x="222000" y="1720576"/>
                  <a:pt x="260648" y="1720576"/>
                </a:cubicBezTo>
                <a:close/>
                <a:moveTo>
                  <a:pt x="71240" y="1720576"/>
                </a:moveTo>
                <a:cubicBezTo>
                  <a:pt x="109888" y="1720576"/>
                  <a:pt x="141218" y="1752779"/>
                  <a:pt x="141218" y="1792504"/>
                </a:cubicBezTo>
                <a:cubicBezTo>
                  <a:pt x="141218" y="1832228"/>
                  <a:pt x="109888" y="1864431"/>
                  <a:pt x="71240" y="1864431"/>
                </a:cubicBezTo>
                <a:cubicBezTo>
                  <a:pt x="32592" y="1864431"/>
                  <a:pt x="1262" y="1832228"/>
                  <a:pt x="1262" y="1792504"/>
                </a:cubicBezTo>
                <a:cubicBezTo>
                  <a:pt x="1262" y="1752779"/>
                  <a:pt x="32592" y="1720576"/>
                  <a:pt x="71240" y="1720576"/>
                </a:cubicBezTo>
                <a:close/>
                <a:moveTo>
                  <a:pt x="2241780" y="1714267"/>
                </a:moveTo>
                <a:cubicBezTo>
                  <a:pt x="2280428" y="1714267"/>
                  <a:pt x="2311758" y="1746470"/>
                  <a:pt x="2311758" y="1786194"/>
                </a:cubicBezTo>
                <a:cubicBezTo>
                  <a:pt x="2311758" y="1825918"/>
                  <a:pt x="2280428" y="1858121"/>
                  <a:pt x="2241780" y="1858121"/>
                </a:cubicBezTo>
                <a:cubicBezTo>
                  <a:pt x="2203132" y="1858121"/>
                  <a:pt x="2171802" y="1825918"/>
                  <a:pt x="2171802" y="1786194"/>
                </a:cubicBezTo>
                <a:cubicBezTo>
                  <a:pt x="2171802" y="1746470"/>
                  <a:pt x="2203132" y="1714267"/>
                  <a:pt x="2241780" y="1714267"/>
                </a:cubicBezTo>
                <a:close/>
                <a:moveTo>
                  <a:pt x="2051439" y="1714267"/>
                </a:moveTo>
                <a:cubicBezTo>
                  <a:pt x="2090087" y="1714267"/>
                  <a:pt x="2121418" y="1746470"/>
                  <a:pt x="2121418" y="1786194"/>
                </a:cubicBezTo>
                <a:cubicBezTo>
                  <a:pt x="2121418" y="1825918"/>
                  <a:pt x="2090087" y="1858121"/>
                  <a:pt x="2051439" y="1858121"/>
                </a:cubicBezTo>
                <a:cubicBezTo>
                  <a:pt x="2012791" y="1858121"/>
                  <a:pt x="1981461" y="1825918"/>
                  <a:pt x="1981461" y="1786194"/>
                </a:cubicBezTo>
                <a:cubicBezTo>
                  <a:pt x="1981461" y="1746470"/>
                  <a:pt x="2012791" y="1714267"/>
                  <a:pt x="2051439" y="1714267"/>
                </a:cubicBezTo>
                <a:close/>
                <a:moveTo>
                  <a:pt x="1844304" y="1714267"/>
                </a:moveTo>
                <a:cubicBezTo>
                  <a:pt x="1882952" y="1714267"/>
                  <a:pt x="1914282" y="1746470"/>
                  <a:pt x="1914282" y="1786194"/>
                </a:cubicBezTo>
                <a:cubicBezTo>
                  <a:pt x="1914282" y="1825918"/>
                  <a:pt x="1882952" y="1858121"/>
                  <a:pt x="1844304" y="1858121"/>
                </a:cubicBezTo>
                <a:cubicBezTo>
                  <a:pt x="1805656" y="1858121"/>
                  <a:pt x="1774326" y="1825918"/>
                  <a:pt x="1774326" y="1786194"/>
                </a:cubicBezTo>
                <a:cubicBezTo>
                  <a:pt x="1774326" y="1746470"/>
                  <a:pt x="1805656" y="1714267"/>
                  <a:pt x="1844304" y="1714267"/>
                </a:cubicBezTo>
                <a:close/>
                <a:moveTo>
                  <a:pt x="1654896" y="1714267"/>
                </a:moveTo>
                <a:cubicBezTo>
                  <a:pt x="1693544" y="1714267"/>
                  <a:pt x="1724874" y="1746470"/>
                  <a:pt x="1724874" y="1786194"/>
                </a:cubicBezTo>
                <a:cubicBezTo>
                  <a:pt x="1724874" y="1825918"/>
                  <a:pt x="1693544" y="1858121"/>
                  <a:pt x="1654896" y="1858121"/>
                </a:cubicBezTo>
                <a:cubicBezTo>
                  <a:pt x="1616248" y="1858121"/>
                  <a:pt x="1584917" y="1825918"/>
                  <a:pt x="1584917" y="1786194"/>
                </a:cubicBezTo>
                <a:cubicBezTo>
                  <a:pt x="1584917" y="1746470"/>
                  <a:pt x="1616248" y="1714267"/>
                  <a:pt x="1654896" y="1714267"/>
                </a:cubicBezTo>
                <a:close/>
                <a:moveTo>
                  <a:pt x="3826228" y="1711106"/>
                </a:moveTo>
                <a:cubicBezTo>
                  <a:pt x="3864876" y="1711106"/>
                  <a:pt x="3896206" y="1743309"/>
                  <a:pt x="3896206" y="1783033"/>
                </a:cubicBezTo>
                <a:cubicBezTo>
                  <a:pt x="3896206" y="1822757"/>
                  <a:pt x="3864876" y="1854960"/>
                  <a:pt x="3826228" y="1854960"/>
                </a:cubicBezTo>
                <a:cubicBezTo>
                  <a:pt x="3787580" y="1854960"/>
                  <a:pt x="3756250" y="1822757"/>
                  <a:pt x="3756250" y="1783033"/>
                </a:cubicBezTo>
                <a:cubicBezTo>
                  <a:pt x="3756250" y="1743309"/>
                  <a:pt x="3787580" y="1711106"/>
                  <a:pt x="3826228" y="1711106"/>
                </a:cubicBezTo>
                <a:close/>
                <a:moveTo>
                  <a:pt x="3635888" y="1711106"/>
                </a:moveTo>
                <a:cubicBezTo>
                  <a:pt x="3674535" y="1711106"/>
                  <a:pt x="3705866" y="1743309"/>
                  <a:pt x="3705866" y="1783033"/>
                </a:cubicBezTo>
                <a:cubicBezTo>
                  <a:pt x="3705866" y="1822757"/>
                  <a:pt x="3674535" y="1854960"/>
                  <a:pt x="3635888" y="1854960"/>
                </a:cubicBezTo>
                <a:cubicBezTo>
                  <a:pt x="3597240" y="1854960"/>
                  <a:pt x="3565910" y="1822757"/>
                  <a:pt x="3565910" y="1783033"/>
                </a:cubicBezTo>
                <a:cubicBezTo>
                  <a:pt x="3565910" y="1743309"/>
                  <a:pt x="3597240" y="1711106"/>
                  <a:pt x="3635888" y="1711106"/>
                </a:cubicBezTo>
                <a:close/>
                <a:moveTo>
                  <a:pt x="3428752" y="1711106"/>
                </a:moveTo>
                <a:cubicBezTo>
                  <a:pt x="3467400" y="1711106"/>
                  <a:pt x="3498730" y="1743309"/>
                  <a:pt x="3498730" y="1783033"/>
                </a:cubicBezTo>
                <a:cubicBezTo>
                  <a:pt x="3498730" y="1822757"/>
                  <a:pt x="3467400" y="1854960"/>
                  <a:pt x="3428752" y="1854960"/>
                </a:cubicBezTo>
                <a:cubicBezTo>
                  <a:pt x="3390104" y="1854960"/>
                  <a:pt x="3358774" y="1822757"/>
                  <a:pt x="3358774" y="1783033"/>
                </a:cubicBezTo>
                <a:cubicBezTo>
                  <a:pt x="3358774" y="1743309"/>
                  <a:pt x="3390104" y="1711106"/>
                  <a:pt x="3428752" y="1711106"/>
                </a:cubicBezTo>
                <a:close/>
                <a:moveTo>
                  <a:pt x="3239344" y="1711106"/>
                </a:moveTo>
                <a:cubicBezTo>
                  <a:pt x="3277992" y="1711106"/>
                  <a:pt x="3309322" y="1743309"/>
                  <a:pt x="3309322" y="1783033"/>
                </a:cubicBezTo>
                <a:cubicBezTo>
                  <a:pt x="3309322" y="1822757"/>
                  <a:pt x="3277992" y="1854960"/>
                  <a:pt x="3239344" y="1854960"/>
                </a:cubicBezTo>
                <a:cubicBezTo>
                  <a:pt x="3200696" y="1854960"/>
                  <a:pt x="3169365" y="1822757"/>
                  <a:pt x="3169365" y="1783033"/>
                </a:cubicBezTo>
                <a:cubicBezTo>
                  <a:pt x="3169365" y="1743309"/>
                  <a:pt x="3200696" y="1711106"/>
                  <a:pt x="3239344" y="1711106"/>
                </a:cubicBezTo>
                <a:close/>
                <a:moveTo>
                  <a:pt x="3029984" y="1709843"/>
                </a:moveTo>
                <a:cubicBezTo>
                  <a:pt x="3068631" y="1709843"/>
                  <a:pt x="3099962" y="1742046"/>
                  <a:pt x="3099962" y="1781771"/>
                </a:cubicBezTo>
                <a:cubicBezTo>
                  <a:pt x="3099962" y="1821495"/>
                  <a:pt x="3068631" y="1853698"/>
                  <a:pt x="3029984" y="1853698"/>
                </a:cubicBezTo>
                <a:cubicBezTo>
                  <a:pt x="2991336" y="1853698"/>
                  <a:pt x="2960005" y="1821495"/>
                  <a:pt x="2960005" y="1781771"/>
                </a:cubicBezTo>
                <a:cubicBezTo>
                  <a:pt x="2960005" y="1742046"/>
                  <a:pt x="2991336" y="1709843"/>
                  <a:pt x="3029984" y="1709843"/>
                </a:cubicBezTo>
                <a:close/>
                <a:moveTo>
                  <a:pt x="2839643" y="1709843"/>
                </a:moveTo>
                <a:cubicBezTo>
                  <a:pt x="2878291" y="1709843"/>
                  <a:pt x="2909621" y="1742046"/>
                  <a:pt x="2909621" y="1781771"/>
                </a:cubicBezTo>
                <a:cubicBezTo>
                  <a:pt x="2909621" y="1821495"/>
                  <a:pt x="2878291" y="1853698"/>
                  <a:pt x="2839643" y="1853698"/>
                </a:cubicBezTo>
                <a:cubicBezTo>
                  <a:pt x="2800995" y="1853698"/>
                  <a:pt x="2769665" y="1821495"/>
                  <a:pt x="2769665" y="1781771"/>
                </a:cubicBezTo>
                <a:cubicBezTo>
                  <a:pt x="2769665" y="1742046"/>
                  <a:pt x="2800995" y="1709843"/>
                  <a:pt x="2839643" y="1709843"/>
                </a:cubicBezTo>
                <a:close/>
                <a:moveTo>
                  <a:pt x="2632507" y="1709843"/>
                </a:moveTo>
                <a:cubicBezTo>
                  <a:pt x="2671155" y="1709843"/>
                  <a:pt x="2702486" y="1742046"/>
                  <a:pt x="2702486" y="1781771"/>
                </a:cubicBezTo>
                <a:cubicBezTo>
                  <a:pt x="2702486" y="1821495"/>
                  <a:pt x="2671155" y="1853698"/>
                  <a:pt x="2632507" y="1853698"/>
                </a:cubicBezTo>
                <a:cubicBezTo>
                  <a:pt x="2593859" y="1853698"/>
                  <a:pt x="2562529" y="1821495"/>
                  <a:pt x="2562529" y="1781771"/>
                </a:cubicBezTo>
                <a:cubicBezTo>
                  <a:pt x="2562529" y="1742046"/>
                  <a:pt x="2593859" y="1709843"/>
                  <a:pt x="2632507" y="1709843"/>
                </a:cubicBezTo>
                <a:close/>
                <a:moveTo>
                  <a:pt x="2443099" y="1709843"/>
                </a:moveTo>
                <a:cubicBezTo>
                  <a:pt x="2481747" y="1709843"/>
                  <a:pt x="2513077" y="1742046"/>
                  <a:pt x="2513077" y="1781771"/>
                </a:cubicBezTo>
                <a:cubicBezTo>
                  <a:pt x="2513077" y="1821495"/>
                  <a:pt x="2481747" y="1853698"/>
                  <a:pt x="2443099" y="1853698"/>
                </a:cubicBezTo>
                <a:cubicBezTo>
                  <a:pt x="2404451" y="1853698"/>
                  <a:pt x="2373121" y="1821495"/>
                  <a:pt x="2373121" y="1781771"/>
                </a:cubicBezTo>
                <a:cubicBezTo>
                  <a:pt x="2373121" y="1742046"/>
                  <a:pt x="2404451" y="1709843"/>
                  <a:pt x="2443099" y="1709843"/>
                </a:cubicBezTo>
                <a:close/>
                <a:moveTo>
                  <a:pt x="4613639" y="1703534"/>
                </a:moveTo>
                <a:cubicBezTo>
                  <a:pt x="4652286" y="1703534"/>
                  <a:pt x="4683617" y="1735737"/>
                  <a:pt x="4683617" y="1775461"/>
                </a:cubicBezTo>
                <a:cubicBezTo>
                  <a:pt x="4683617" y="1815185"/>
                  <a:pt x="4652286" y="1847388"/>
                  <a:pt x="4613639" y="1847388"/>
                </a:cubicBezTo>
                <a:cubicBezTo>
                  <a:pt x="4574991" y="1847388"/>
                  <a:pt x="4543660" y="1815185"/>
                  <a:pt x="4543660" y="1775461"/>
                </a:cubicBezTo>
                <a:cubicBezTo>
                  <a:pt x="4543660" y="1735737"/>
                  <a:pt x="4574991" y="1703534"/>
                  <a:pt x="4613639" y="1703534"/>
                </a:cubicBezTo>
                <a:close/>
                <a:moveTo>
                  <a:pt x="4423298" y="1703534"/>
                </a:moveTo>
                <a:cubicBezTo>
                  <a:pt x="4461946" y="1703534"/>
                  <a:pt x="4493276" y="1735737"/>
                  <a:pt x="4493276" y="1775461"/>
                </a:cubicBezTo>
                <a:cubicBezTo>
                  <a:pt x="4493276" y="1815185"/>
                  <a:pt x="4461946" y="1847388"/>
                  <a:pt x="4423298" y="1847388"/>
                </a:cubicBezTo>
                <a:cubicBezTo>
                  <a:pt x="4384650" y="1847388"/>
                  <a:pt x="4353320" y="1815185"/>
                  <a:pt x="4353320" y="1775461"/>
                </a:cubicBezTo>
                <a:cubicBezTo>
                  <a:pt x="4353320" y="1735737"/>
                  <a:pt x="4384650" y="1703534"/>
                  <a:pt x="4423298" y="1703534"/>
                </a:cubicBezTo>
                <a:close/>
                <a:moveTo>
                  <a:pt x="4216162" y="1703534"/>
                </a:moveTo>
                <a:cubicBezTo>
                  <a:pt x="4254810" y="1703534"/>
                  <a:pt x="4286141" y="1735737"/>
                  <a:pt x="4286141" y="1775461"/>
                </a:cubicBezTo>
                <a:cubicBezTo>
                  <a:pt x="4286141" y="1815185"/>
                  <a:pt x="4254810" y="1847388"/>
                  <a:pt x="4216162" y="1847388"/>
                </a:cubicBezTo>
                <a:cubicBezTo>
                  <a:pt x="4177514" y="1847388"/>
                  <a:pt x="4146184" y="1815185"/>
                  <a:pt x="4146184" y="1775461"/>
                </a:cubicBezTo>
                <a:cubicBezTo>
                  <a:pt x="4146184" y="1735737"/>
                  <a:pt x="4177514" y="1703534"/>
                  <a:pt x="4216162" y="1703534"/>
                </a:cubicBezTo>
                <a:close/>
                <a:moveTo>
                  <a:pt x="4026754" y="1703534"/>
                </a:moveTo>
                <a:cubicBezTo>
                  <a:pt x="4065402" y="1703534"/>
                  <a:pt x="4096732" y="1735737"/>
                  <a:pt x="4096732" y="1775461"/>
                </a:cubicBezTo>
                <a:cubicBezTo>
                  <a:pt x="4096732" y="1815185"/>
                  <a:pt x="4065402" y="1847388"/>
                  <a:pt x="4026754" y="1847388"/>
                </a:cubicBezTo>
                <a:cubicBezTo>
                  <a:pt x="3988106" y="1847388"/>
                  <a:pt x="3956776" y="1815185"/>
                  <a:pt x="3956776" y="1775461"/>
                </a:cubicBezTo>
                <a:cubicBezTo>
                  <a:pt x="3956776" y="1735737"/>
                  <a:pt x="3988106" y="1703534"/>
                  <a:pt x="4026754" y="1703534"/>
                </a:cubicBezTo>
                <a:close/>
                <a:moveTo>
                  <a:pt x="1454370" y="1532557"/>
                </a:moveTo>
                <a:cubicBezTo>
                  <a:pt x="1493017" y="1532557"/>
                  <a:pt x="1524348" y="1564760"/>
                  <a:pt x="1524348" y="1604484"/>
                </a:cubicBezTo>
                <a:cubicBezTo>
                  <a:pt x="1524348" y="1644208"/>
                  <a:pt x="1493017" y="1676411"/>
                  <a:pt x="1454370" y="1676411"/>
                </a:cubicBezTo>
                <a:cubicBezTo>
                  <a:pt x="1415722" y="1676411"/>
                  <a:pt x="1384391" y="1644208"/>
                  <a:pt x="1384391" y="1604484"/>
                </a:cubicBezTo>
                <a:cubicBezTo>
                  <a:pt x="1384391" y="1564760"/>
                  <a:pt x="1415722" y="1532557"/>
                  <a:pt x="1454370" y="1532557"/>
                </a:cubicBezTo>
                <a:close/>
                <a:moveTo>
                  <a:pt x="1264029" y="1532557"/>
                </a:moveTo>
                <a:cubicBezTo>
                  <a:pt x="1302677" y="1532557"/>
                  <a:pt x="1334007" y="1564760"/>
                  <a:pt x="1334007" y="1604484"/>
                </a:cubicBezTo>
                <a:cubicBezTo>
                  <a:pt x="1334007" y="1644208"/>
                  <a:pt x="1302677" y="1676411"/>
                  <a:pt x="1264029" y="1676411"/>
                </a:cubicBezTo>
                <a:cubicBezTo>
                  <a:pt x="1225381" y="1676411"/>
                  <a:pt x="1194051" y="1644208"/>
                  <a:pt x="1194051" y="1604484"/>
                </a:cubicBezTo>
                <a:cubicBezTo>
                  <a:pt x="1194051" y="1564760"/>
                  <a:pt x="1225381" y="1532557"/>
                  <a:pt x="1264029" y="1532557"/>
                </a:cubicBezTo>
                <a:close/>
                <a:moveTo>
                  <a:pt x="1056893" y="1532557"/>
                </a:moveTo>
                <a:cubicBezTo>
                  <a:pt x="1095541" y="1532557"/>
                  <a:pt x="1126872" y="1564760"/>
                  <a:pt x="1126872" y="1604484"/>
                </a:cubicBezTo>
                <a:cubicBezTo>
                  <a:pt x="1126872" y="1644208"/>
                  <a:pt x="1095541" y="1676411"/>
                  <a:pt x="1056893" y="1676411"/>
                </a:cubicBezTo>
                <a:cubicBezTo>
                  <a:pt x="1018245" y="1676411"/>
                  <a:pt x="986915" y="1644208"/>
                  <a:pt x="986915" y="1604484"/>
                </a:cubicBezTo>
                <a:cubicBezTo>
                  <a:pt x="986915" y="1564760"/>
                  <a:pt x="1018245" y="1532557"/>
                  <a:pt x="1056893" y="1532557"/>
                </a:cubicBezTo>
                <a:close/>
                <a:moveTo>
                  <a:pt x="867485" y="1532557"/>
                </a:moveTo>
                <a:cubicBezTo>
                  <a:pt x="906133" y="1532557"/>
                  <a:pt x="937463" y="1564760"/>
                  <a:pt x="937463" y="1604484"/>
                </a:cubicBezTo>
                <a:cubicBezTo>
                  <a:pt x="937463" y="1644208"/>
                  <a:pt x="906133" y="1676411"/>
                  <a:pt x="867485" y="1676411"/>
                </a:cubicBezTo>
                <a:cubicBezTo>
                  <a:pt x="828837" y="1676411"/>
                  <a:pt x="797507" y="1644208"/>
                  <a:pt x="797507" y="1604484"/>
                </a:cubicBezTo>
                <a:cubicBezTo>
                  <a:pt x="797507" y="1564760"/>
                  <a:pt x="828837" y="1532557"/>
                  <a:pt x="867485" y="1532557"/>
                </a:cubicBezTo>
                <a:close/>
                <a:moveTo>
                  <a:pt x="658125" y="1531295"/>
                </a:moveTo>
                <a:cubicBezTo>
                  <a:pt x="696772" y="1531295"/>
                  <a:pt x="728103" y="1563498"/>
                  <a:pt x="728103" y="1603222"/>
                </a:cubicBezTo>
                <a:cubicBezTo>
                  <a:pt x="728103" y="1642946"/>
                  <a:pt x="696772" y="1675149"/>
                  <a:pt x="658125" y="1675149"/>
                </a:cubicBezTo>
                <a:cubicBezTo>
                  <a:pt x="619477" y="1675149"/>
                  <a:pt x="588146" y="1642946"/>
                  <a:pt x="588146" y="1603222"/>
                </a:cubicBezTo>
                <a:cubicBezTo>
                  <a:pt x="588146" y="1563498"/>
                  <a:pt x="619477" y="1531295"/>
                  <a:pt x="658125" y="1531295"/>
                </a:cubicBezTo>
                <a:close/>
                <a:moveTo>
                  <a:pt x="467784" y="1531295"/>
                </a:moveTo>
                <a:cubicBezTo>
                  <a:pt x="506432" y="1531295"/>
                  <a:pt x="537763" y="1563498"/>
                  <a:pt x="537763" y="1603222"/>
                </a:cubicBezTo>
                <a:cubicBezTo>
                  <a:pt x="537763" y="1642946"/>
                  <a:pt x="506432" y="1675149"/>
                  <a:pt x="467784" y="1675149"/>
                </a:cubicBezTo>
                <a:cubicBezTo>
                  <a:pt x="429136" y="1675149"/>
                  <a:pt x="397806" y="1642946"/>
                  <a:pt x="397806" y="1603222"/>
                </a:cubicBezTo>
                <a:cubicBezTo>
                  <a:pt x="397806" y="1563498"/>
                  <a:pt x="429136" y="1531295"/>
                  <a:pt x="467784" y="1531295"/>
                </a:cubicBezTo>
                <a:close/>
                <a:moveTo>
                  <a:pt x="260648" y="1531295"/>
                </a:moveTo>
                <a:cubicBezTo>
                  <a:pt x="299296" y="1531295"/>
                  <a:pt x="330627" y="1563498"/>
                  <a:pt x="330627" y="1603222"/>
                </a:cubicBezTo>
                <a:cubicBezTo>
                  <a:pt x="330627" y="1642946"/>
                  <a:pt x="299296" y="1675149"/>
                  <a:pt x="260648" y="1675149"/>
                </a:cubicBezTo>
                <a:cubicBezTo>
                  <a:pt x="222000" y="1675149"/>
                  <a:pt x="190670" y="1642946"/>
                  <a:pt x="190670" y="1603222"/>
                </a:cubicBezTo>
                <a:cubicBezTo>
                  <a:pt x="190670" y="1563498"/>
                  <a:pt x="222000" y="1531295"/>
                  <a:pt x="260648" y="1531295"/>
                </a:cubicBezTo>
                <a:close/>
                <a:moveTo>
                  <a:pt x="71240" y="1531295"/>
                </a:moveTo>
                <a:cubicBezTo>
                  <a:pt x="109888" y="1531295"/>
                  <a:pt x="141218" y="1563498"/>
                  <a:pt x="141218" y="1603222"/>
                </a:cubicBezTo>
                <a:cubicBezTo>
                  <a:pt x="141218" y="1642946"/>
                  <a:pt x="109888" y="1675149"/>
                  <a:pt x="71240" y="1675149"/>
                </a:cubicBezTo>
                <a:cubicBezTo>
                  <a:pt x="32592" y="1675149"/>
                  <a:pt x="1262" y="1642946"/>
                  <a:pt x="1262" y="1603222"/>
                </a:cubicBezTo>
                <a:cubicBezTo>
                  <a:pt x="1262" y="1563498"/>
                  <a:pt x="32592" y="1531295"/>
                  <a:pt x="71240" y="1531295"/>
                </a:cubicBezTo>
                <a:close/>
                <a:moveTo>
                  <a:pt x="2241780" y="1524985"/>
                </a:moveTo>
                <a:cubicBezTo>
                  <a:pt x="2280428" y="1524985"/>
                  <a:pt x="2311758" y="1557188"/>
                  <a:pt x="2311758" y="1596912"/>
                </a:cubicBezTo>
                <a:cubicBezTo>
                  <a:pt x="2311758" y="1636636"/>
                  <a:pt x="2280428" y="1668839"/>
                  <a:pt x="2241780" y="1668839"/>
                </a:cubicBezTo>
                <a:cubicBezTo>
                  <a:pt x="2203132" y="1668839"/>
                  <a:pt x="2171802" y="1636636"/>
                  <a:pt x="2171802" y="1596912"/>
                </a:cubicBezTo>
                <a:cubicBezTo>
                  <a:pt x="2171802" y="1557188"/>
                  <a:pt x="2203132" y="1524985"/>
                  <a:pt x="2241780" y="1524985"/>
                </a:cubicBezTo>
                <a:close/>
                <a:moveTo>
                  <a:pt x="2051439" y="1524985"/>
                </a:moveTo>
                <a:cubicBezTo>
                  <a:pt x="2090087" y="1524985"/>
                  <a:pt x="2121418" y="1557188"/>
                  <a:pt x="2121418" y="1596912"/>
                </a:cubicBezTo>
                <a:cubicBezTo>
                  <a:pt x="2121418" y="1636636"/>
                  <a:pt x="2090087" y="1668839"/>
                  <a:pt x="2051439" y="1668839"/>
                </a:cubicBezTo>
                <a:cubicBezTo>
                  <a:pt x="2012791" y="1668839"/>
                  <a:pt x="1981461" y="1636636"/>
                  <a:pt x="1981461" y="1596912"/>
                </a:cubicBezTo>
                <a:cubicBezTo>
                  <a:pt x="1981461" y="1557188"/>
                  <a:pt x="2012791" y="1524985"/>
                  <a:pt x="2051439" y="1524985"/>
                </a:cubicBezTo>
                <a:close/>
                <a:moveTo>
                  <a:pt x="1844304" y="1524985"/>
                </a:moveTo>
                <a:cubicBezTo>
                  <a:pt x="1882952" y="1524985"/>
                  <a:pt x="1914282" y="1557188"/>
                  <a:pt x="1914282" y="1596912"/>
                </a:cubicBezTo>
                <a:cubicBezTo>
                  <a:pt x="1914282" y="1636636"/>
                  <a:pt x="1882952" y="1668839"/>
                  <a:pt x="1844304" y="1668839"/>
                </a:cubicBezTo>
                <a:cubicBezTo>
                  <a:pt x="1805656" y="1668839"/>
                  <a:pt x="1774326" y="1636636"/>
                  <a:pt x="1774326" y="1596912"/>
                </a:cubicBezTo>
                <a:cubicBezTo>
                  <a:pt x="1774326" y="1557188"/>
                  <a:pt x="1805656" y="1524985"/>
                  <a:pt x="1844304" y="1524985"/>
                </a:cubicBezTo>
                <a:close/>
                <a:moveTo>
                  <a:pt x="1654896" y="1524985"/>
                </a:moveTo>
                <a:cubicBezTo>
                  <a:pt x="1693544" y="1524985"/>
                  <a:pt x="1724874" y="1557188"/>
                  <a:pt x="1724874" y="1596912"/>
                </a:cubicBezTo>
                <a:cubicBezTo>
                  <a:pt x="1724874" y="1636636"/>
                  <a:pt x="1693544" y="1668839"/>
                  <a:pt x="1654896" y="1668839"/>
                </a:cubicBezTo>
                <a:cubicBezTo>
                  <a:pt x="1616248" y="1668839"/>
                  <a:pt x="1584917" y="1636636"/>
                  <a:pt x="1584917" y="1596912"/>
                </a:cubicBezTo>
                <a:cubicBezTo>
                  <a:pt x="1584917" y="1557188"/>
                  <a:pt x="1616248" y="1524985"/>
                  <a:pt x="1654896" y="1524985"/>
                </a:cubicBezTo>
                <a:close/>
                <a:moveTo>
                  <a:pt x="3826228" y="1521824"/>
                </a:moveTo>
                <a:cubicBezTo>
                  <a:pt x="3864876" y="1521824"/>
                  <a:pt x="3896206" y="1554027"/>
                  <a:pt x="3896206" y="1593751"/>
                </a:cubicBezTo>
                <a:cubicBezTo>
                  <a:pt x="3896206" y="1633475"/>
                  <a:pt x="3864876" y="1665678"/>
                  <a:pt x="3826228" y="1665678"/>
                </a:cubicBezTo>
                <a:cubicBezTo>
                  <a:pt x="3787580" y="1665678"/>
                  <a:pt x="3756250" y="1633475"/>
                  <a:pt x="3756250" y="1593751"/>
                </a:cubicBezTo>
                <a:cubicBezTo>
                  <a:pt x="3756250" y="1554027"/>
                  <a:pt x="3787580" y="1521824"/>
                  <a:pt x="3826228" y="1521824"/>
                </a:cubicBezTo>
                <a:close/>
                <a:moveTo>
                  <a:pt x="3635888" y="1521824"/>
                </a:moveTo>
                <a:cubicBezTo>
                  <a:pt x="3674535" y="1521824"/>
                  <a:pt x="3705866" y="1554027"/>
                  <a:pt x="3705866" y="1593751"/>
                </a:cubicBezTo>
                <a:cubicBezTo>
                  <a:pt x="3705866" y="1633475"/>
                  <a:pt x="3674535" y="1665678"/>
                  <a:pt x="3635888" y="1665678"/>
                </a:cubicBezTo>
                <a:cubicBezTo>
                  <a:pt x="3597240" y="1665678"/>
                  <a:pt x="3565910" y="1633475"/>
                  <a:pt x="3565910" y="1593751"/>
                </a:cubicBezTo>
                <a:cubicBezTo>
                  <a:pt x="3565910" y="1554027"/>
                  <a:pt x="3597240" y="1521824"/>
                  <a:pt x="3635888" y="1521824"/>
                </a:cubicBezTo>
                <a:close/>
                <a:moveTo>
                  <a:pt x="3428752" y="1521824"/>
                </a:moveTo>
                <a:cubicBezTo>
                  <a:pt x="3467400" y="1521824"/>
                  <a:pt x="3498730" y="1554027"/>
                  <a:pt x="3498730" y="1593751"/>
                </a:cubicBezTo>
                <a:cubicBezTo>
                  <a:pt x="3498730" y="1633475"/>
                  <a:pt x="3467400" y="1665678"/>
                  <a:pt x="3428752" y="1665678"/>
                </a:cubicBezTo>
                <a:cubicBezTo>
                  <a:pt x="3390104" y="1665678"/>
                  <a:pt x="3358774" y="1633475"/>
                  <a:pt x="3358774" y="1593751"/>
                </a:cubicBezTo>
                <a:cubicBezTo>
                  <a:pt x="3358774" y="1554027"/>
                  <a:pt x="3390104" y="1521824"/>
                  <a:pt x="3428752" y="1521824"/>
                </a:cubicBezTo>
                <a:close/>
                <a:moveTo>
                  <a:pt x="3239344" y="1521824"/>
                </a:moveTo>
                <a:cubicBezTo>
                  <a:pt x="3277992" y="1521824"/>
                  <a:pt x="3309322" y="1554027"/>
                  <a:pt x="3309322" y="1593751"/>
                </a:cubicBezTo>
                <a:cubicBezTo>
                  <a:pt x="3309322" y="1633475"/>
                  <a:pt x="3277992" y="1665678"/>
                  <a:pt x="3239344" y="1665678"/>
                </a:cubicBezTo>
                <a:cubicBezTo>
                  <a:pt x="3200696" y="1665678"/>
                  <a:pt x="3169365" y="1633475"/>
                  <a:pt x="3169365" y="1593751"/>
                </a:cubicBezTo>
                <a:cubicBezTo>
                  <a:pt x="3169365" y="1554027"/>
                  <a:pt x="3200696" y="1521824"/>
                  <a:pt x="3239344" y="1521824"/>
                </a:cubicBezTo>
                <a:close/>
                <a:moveTo>
                  <a:pt x="3029984" y="1520562"/>
                </a:moveTo>
                <a:cubicBezTo>
                  <a:pt x="3068631" y="1520562"/>
                  <a:pt x="3099962" y="1552765"/>
                  <a:pt x="3099962" y="1592489"/>
                </a:cubicBezTo>
                <a:cubicBezTo>
                  <a:pt x="3099962" y="1632213"/>
                  <a:pt x="3068631" y="1664416"/>
                  <a:pt x="3029984" y="1664416"/>
                </a:cubicBezTo>
                <a:cubicBezTo>
                  <a:pt x="2991336" y="1664416"/>
                  <a:pt x="2960005" y="1632213"/>
                  <a:pt x="2960005" y="1592489"/>
                </a:cubicBezTo>
                <a:cubicBezTo>
                  <a:pt x="2960005" y="1552765"/>
                  <a:pt x="2991336" y="1520562"/>
                  <a:pt x="3029984" y="1520562"/>
                </a:cubicBezTo>
                <a:close/>
                <a:moveTo>
                  <a:pt x="2839643" y="1520562"/>
                </a:moveTo>
                <a:cubicBezTo>
                  <a:pt x="2878291" y="1520562"/>
                  <a:pt x="2909621" y="1552765"/>
                  <a:pt x="2909621" y="1592489"/>
                </a:cubicBezTo>
                <a:cubicBezTo>
                  <a:pt x="2909621" y="1632213"/>
                  <a:pt x="2878291" y="1664416"/>
                  <a:pt x="2839643" y="1664416"/>
                </a:cubicBezTo>
                <a:cubicBezTo>
                  <a:pt x="2800995" y="1664416"/>
                  <a:pt x="2769665" y="1632213"/>
                  <a:pt x="2769665" y="1592489"/>
                </a:cubicBezTo>
                <a:cubicBezTo>
                  <a:pt x="2769665" y="1552765"/>
                  <a:pt x="2800995" y="1520562"/>
                  <a:pt x="2839643" y="1520562"/>
                </a:cubicBezTo>
                <a:close/>
                <a:moveTo>
                  <a:pt x="2632507" y="1520562"/>
                </a:moveTo>
                <a:cubicBezTo>
                  <a:pt x="2671155" y="1520562"/>
                  <a:pt x="2702486" y="1552765"/>
                  <a:pt x="2702486" y="1592489"/>
                </a:cubicBezTo>
                <a:cubicBezTo>
                  <a:pt x="2702486" y="1632213"/>
                  <a:pt x="2671155" y="1664416"/>
                  <a:pt x="2632507" y="1664416"/>
                </a:cubicBezTo>
                <a:cubicBezTo>
                  <a:pt x="2593859" y="1664416"/>
                  <a:pt x="2562529" y="1632213"/>
                  <a:pt x="2562529" y="1592489"/>
                </a:cubicBezTo>
                <a:cubicBezTo>
                  <a:pt x="2562529" y="1552765"/>
                  <a:pt x="2593859" y="1520562"/>
                  <a:pt x="2632507" y="1520562"/>
                </a:cubicBezTo>
                <a:close/>
                <a:moveTo>
                  <a:pt x="2443099" y="1520562"/>
                </a:moveTo>
                <a:cubicBezTo>
                  <a:pt x="2481747" y="1520562"/>
                  <a:pt x="2513077" y="1552765"/>
                  <a:pt x="2513077" y="1592489"/>
                </a:cubicBezTo>
                <a:cubicBezTo>
                  <a:pt x="2513077" y="1632213"/>
                  <a:pt x="2481747" y="1664416"/>
                  <a:pt x="2443099" y="1664416"/>
                </a:cubicBezTo>
                <a:cubicBezTo>
                  <a:pt x="2404451" y="1664416"/>
                  <a:pt x="2373121" y="1632213"/>
                  <a:pt x="2373121" y="1592489"/>
                </a:cubicBezTo>
                <a:cubicBezTo>
                  <a:pt x="2373121" y="1552765"/>
                  <a:pt x="2404451" y="1520562"/>
                  <a:pt x="2443099" y="1520562"/>
                </a:cubicBezTo>
                <a:close/>
                <a:moveTo>
                  <a:pt x="4613639" y="1514252"/>
                </a:moveTo>
                <a:cubicBezTo>
                  <a:pt x="4652286" y="1514252"/>
                  <a:pt x="4683617" y="1546455"/>
                  <a:pt x="4683617" y="1586179"/>
                </a:cubicBezTo>
                <a:cubicBezTo>
                  <a:pt x="4683617" y="1625903"/>
                  <a:pt x="4652286" y="1658106"/>
                  <a:pt x="4613639" y="1658106"/>
                </a:cubicBezTo>
                <a:cubicBezTo>
                  <a:pt x="4574991" y="1658106"/>
                  <a:pt x="4543660" y="1625903"/>
                  <a:pt x="4543660" y="1586179"/>
                </a:cubicBezTo>
                <a:cubicBezTo>
                  <a:pt x="4543660" y="1546455"/>
                  <a:pt x="4574991" y="1514252"/>
                  <a:pt x="4613639" y="1514252"/>
                </a:cubicBezTo>
                <a:close/>
                <a:moveTo>
                  <a:pt x="4423298" y="1514252"/>
                </a:moveTo>
                <a:cubicBezTo>
                  <a:pt x="4461946" y="1514252"/>
                  <a:pt x="4493276" y="1546455"/>
                  <a:pt x="4493276" y="1586179"/>
                </a:cubicBezTo>
                <a:cubicBezTo>
                  <a:pt x="4493276" y="1625903"/>
                  <a:pt x="4461946" y="1658106"/>
                  <a:pt x="4423298" y="1658106"/>
                </a:cubicBezTo>
                <a:cubicBezTo>
                  <a:pt x="4384650" y="1658106"/>
                  <a:pt x="4353320" y="1625903"/>
                  <a:pt x="4353320" y="1586179"/>
                </a:cubicBezTo>
                <a:cubicBezTo>
                  <a:pt x="4353320" y="1546455"/>
                  <a:pt x="4384650" y="1514252"/>
                  <a:pt x="4423298" y="1514252"/>
                </a:cubicBezTo>
                <a:close/>
                <a:moveTo>
                  <a:pt x="4216162" y="1514252"/>
                </a:moveTo>
                <a:cubicBezTo>
                  <a:pt x="4254810" y="1514252"/>
                  <a:pt x="4286141" y="1546455"/>
                  <a:pt x="4286141" y="1586179"/>
                </a:cubicBezTo>
                <a:cubicBezTo>
                  <a:pt x="4286141" y="1625903"/>
                  <a:pt x="4254810" y="1658106"/>
                  <a:pt x="4216162" y="1658106"/>
                </a:cubicBezTo>
                <a:cubicBezTo>
                  <a:pt x="4177514" y="1658106"/>
                  <a:pt x="4146184" y="1625903"/>
                  <a:pt x="4146184" y="1586179"/>
                </a:cubicBezTo>
                <a:cubicBezTo>
                  <a:pt x="4146184" y="1546455"/>
                  <a:pt x="4177514" y="1514252"/>
                  <a:pt x="4216162" y="1514252"/>
                </a:cubicBezTo>
                <a:close/>
                <a:moveTo>
                  <a:pt x="4026754" y="1514252"/>
                </a:moveTo>
                <a:cubicBezTo>
                  <a:pt x="4065402" y="1514252"/>
                  <a:pt x="4096732" y="1546455"/>
                  <a:pt x="4096732" y="1586179"/>
                </a:cubicBezTo>
                <a:cubicBezTo>
                  <a:pt x="4096732" y="1625903"/>
                  <a:pt x="4065402" y="1658106"/>
                  <a:pt x="4026754" y="1658106"/>
                </a:cubicBezTo>
                <a:cubicBezTo>
                  <a:pt x="3988106" y="1658106"/>
                  <a:pt x="3956776" y="1625903"/>
                  <a:pt x="3956776" y="1586179"/>
                </a:cubicBezTo>
                <a:cubicBezTo>
                  <a:pt x="3956776" y="1546455"/>
                  <a:pt x="3988106" y="1514252"/>
                  <a:pt x="4026754" y="1514252"/>
                </a:cubicBezTo>
                <a:close/>
                <a:moveTo>
                  <a:pt x="1454370" y="1350847"/>
                </a:moveTo>
                <a:cubicBezTo>
                  <a:pt x="1493017" y="1350847"/>
                  <a:pt x="1524348" y="1383050"/>
                  <a:pt x="1524348" y="1422774"/>
                </a:cubicBezTo>
                <a:cubicBezTo>
                  <a:pt x="1524348" y="1462498"/>
                  <a:pt x="1493017" y="1494701"/>
                  <a:pt x="1454370" y="1494701"/>
                </a:cubicBezTo>
                <a:cubicBezTo>
                  <a:pt x="1415722" y="1494701"/>
                  <a:pt x="1384391" y="1462498"/>
                  <a:pt x="1384391" y="1422774"/>
                </a:cubicBezTo>
                <a:cubicBezTo>
                  <a:pt x="1384391" y="1383050"/>
                  <a:pt x="1415722" y="1350847"/>
                  <a:pt x="1454370" y="1350847"/>
                </a:cubicBezTo>
                <a:close/>
                <a:moveTo>
                  <a:pt x="1264029" y="1350847"/>
                </a:moveTo>
                <a:cubicBezTo>
                  <a:pt x="1302677" y="1350847"/>
                  <a:pt x="1334007" y="1383050"/>
                  <a:pt x="1334007" y="1422774"/>
                </a:cubicBezTo>
                <a:cubicBezTo>
                  <a:pt x="1334007" y="1462498"/>
                  <a:pt x="1302677" y="1494701"/>
                  <a:pt x="1264029" y="1494701"/>
                </a:cubicBezTo>
                <a:cubicBezTo>
                  <a:pt x="1225381" y="1494701"/>
                  <a:pt x="1194051" y="1462498"/>
                  <a:pt x="1194051" y="1422774"/>
                </a:cubicBezTo>
                <a:cubicBezTo>
                  <a:pt x="1194051" y="1383050"/>
                  <a:pt x="1225381" y="1350847"/>
                  <a:pt x="1264029" y="1350847"/>
                </a:cubicBezTo>
                <a:close/>
                <a:moveTo>
                  <a:pt x="1056893" y="1350847"/>
                </a:moveTo>
                <a:cubicBezTo>
                  <a:pt x="1095541" y="1350847"/>
                  <a:pt x="1126872" y="1383050"/>
                  <a:pt x="1126872" y="1422774"/>
                </a:cubicBezTo>
                <a:cubicBezTo>
                  <a:pt x="1126872" y="1462498"/>
                  <a:pt x="1095541" y="1494701"/>
                  <a:pt x="1056893" y="1494701"/>
                </a:cubicBezTo>
                <a:cubicBezTo>
                  <a:pt x="1018245" y="1494701"/>
                  <a:pt x="986915" y="1462498"/>
                  <a:pt x="986915" y="1422774"/>
                </a:cubicBezTo>
                <a:cubicBezTo>
                  <a:pt x="986915" y="1383050"/>
                  <a:pt x="1018245" y="1350847"/>
                  <a:pt x="1056893" y="1350847"/>
                </a:cubicBezTo>
                <a:close/>
                <a:moveTo>
                  <a:pt x="867485" y="1350847"/>
                </a:moveTo>
                <a:cubicBezTo>
                  <a:pt x="906133" y="1350847"/>
                  <a:pt x="937463" y="1383050"/>
                  <a:pt x="937463" y="1422774"/>
                </a:cubicBezTo>
                <a:cubicBezTo>
                  <a:pt x="937463" y="1462498"/>
                  <a:pt x="906133" y="1494701"/>
                  <a:pt x="867485" y="1494701"/>
                </a:cubicBezTo>
                <a:cubicBezTo>
                  <a:pt x="828837" y="1494701"/>
                  <a:pt x="797507" y="1462498"/>
                  <a:pt x="797507" y="1422774"/>
                </a:cubicBezTo>
                <a:cubicBezTo>
                  <a:pt x="797507" y="1383050"/>
                  <a:pt x="828837" y="1350847"/>
                  <a:pt x="867485" y="1350847"/>
                </a:cubicBezTo>
                <a:close/>
                <a:moveTo>
                  <a:pt x="658125" y="1349585"/>
                </a:moveTo>
                <a:cubicBezTo>
                  <a:pt x="696772" y="1349585"/>
                  <a:pt x="728103" y="1381788"/>
                  <a:pt x="728103" y="1421511"/>
                </a:cubicBezTo>
                <a:cubicBezTo>
                  <a:pt x="728103" y="1461236"/>
                  <a:pt x="696772" y="1493439"/>
                  <a:pt x="658125" y="1493439"/>
                </a:cubicBezTo>
                <a:cubicBezTo>
                  <a:pt x="619477" y="1493439"/>
                  <a:pt x="588146" y="1461236"/>
                  <a:pt x="588146" y="1421511"/>
                </a:cubicBezTo>
                <a:cubicBezTo>
                  <a:pt x="588146" y="1381788"/>
                  <a:pt x="619477" y="1349585"/>
                  <a:pt x="658125" y="1349585"/>
                </a:cubicBezTo>
                <a:close/>
                <a:moveTo>
                  <a:pt x="467784" y="1349585"/>
                </a:moveTo>
                <a:cubicBezTo>
                  <a:pt x="506432" y="1349585"/>
                  <a:pt x="537763" y="1381788"/>
                  <a:pt x="537763" y="1421511"/>
                </a:cubicBezTo>
                <a:cubicBezTo>
                  <a:pt x="537763" y="1461236"/>
                  <a:pt x="506432" y="1493439"/>
                  <a:pt x="467784" y="1493439"/>
                </a:cubicBezTo>
                <a:cubicBezTo>
                  <a:pt x="429136" y="1493439"/>
                  <a:pt x="397806" y="1461236"/>
                  <a:pt x="397806" y="1421511"/>
                </a:cubicBezTo>
                <a:cubicBezTo>
                  <a:pt x="397806" y="1381788"/>
                  <a:pt x="429136" y="1349585"/>
                  <a:pt x="467784" y="1349585"/>
                </a:cubicBezTo>
                <a:close/>
                <a:moveTo>
                  <a:pt x="260648" y="1349585"/>
                </a:moveTo>
                <a:cubicBezTo>
                  <a:pt x="299296" y="1349585"/>
                  <a:pt x="330627" y="1381788"/>
                  <a:pt x="330627" y="1421511"/>
                </a:cubicBezTo>
                <a:cubicBezTo>
                  <a:pt x="330627" y="1461236"/>
                  <a:pt x="299296" y="1493439"/>
                  <a:pt x="260648" y="1493439"/>
                </a:cubicBezTo>
                <a:cubicBezTo>
                  <a:pt x="222000" y="1493439"/>
                  <a:pt x="190670" y="1461236"/>
                  <a:pt x="190670" y="1421511"/>
                </a:cubicBezTo>
                <a:cubicBezTo>
                  <a:pt x="190670" y="1381788"/>
                  <a:pt x="222000" y="1349585"/>
                  <a:pt x="260648" y="1349585"/>
                </a:cubicBezTo>
                <a:close/>
                <a:moveTo>
                  <a:pt x="71240" y="1349585"/>
                </a:moveTo>
                <a:cubicBezTo>
                  <a:pt x="109888" y="1349585"/>
                  <a:pt x="141218" y="1381788"/>
                  <a:pt x="141218" y="1421511"/>
                </a:cubicBezTo>
                <a:cubicBezTo>
                  <a:pt x="141218" y="1461236"/>
                  <a:pt x="109888" y="1493439"/>
                  <a:pt x="71240" y="1493439"/>
                </a:cubicBezTo>
                <a:cubicBezTo>
                  <a:pt x="32592" y="1493439"/>
                  <a:pt x="1262" y="1461236"/>
                  <a:pt x="1262" y="1421511"/>
                </a:cubicBezTo>
                <a:cubicBezTo>
                  <a:pt x="1262" y="1381788"/>
                  <a:pt x="32592" y="1349585"/>
                  <a:pt x="71240" y="1349585"/>
                </a:cubicBezTo>
                <a:close/>
                <a:moveTo>
                  <a:pt x="2241780" y="1343275"/>
                </a:moveTo>
                <a:cubicBezTo>
                  <a:pt x="2280428" y="1343275"/>
                  <a:pt x="2311758" y="1375478"/>
                  <a:pt x="2311758" y="1415202"/>
                </a:cubicBezTo>
                <a:cubicBezTo>
                  <a:pt x="2311758" y="1454926"/>
                  <a:pt x="2280428" y="1487129"/>
                  <a:pt x="2241780" y="1487129"/>
                </a:cubicBezTo>
                <a:cubicBezTo>
                  <a:pt x="2203132" y="1487129"/>
                  <a:pt x="2171802" y="1454926"/>
                  <a:pt x="2171802" y="1415202"/>
                </a:cubicBezTo>
                <a:cubicBezTo>
                  <a:pt x="2171802" y="1375478"/>
                  <a:pt x="2203132" y="1343275"/>
                  <a:pt x="2241780" y="1343275"/>
                </a:cubicBezTo>
                <a:close/>
                <a:moveTo>
                  <a:pt x="2051439" y="1343275"/>
                </a:moveTo>
                <a:cubicBezTo>
                  <a:pt x="2090087" y="1343275"/>
                  <a:pt x="2121418" y="1375478"/>
                  <a:pt x="2121418" y="1415202"/>
                </a:cubicBezTo>
                <a:cubicBezTo>
                  <a:pt x="2121418" y="1454926"/>
                  <a:pt x="2090087" y="1487129"/>
                  <a:pt x="2051439" y="1487129"/>
                </a:cubicBezTo>
                <a:cubicBezTo>
                  <a:pt x="2012791" y="1487129"/>
                  <a:pt x="1981461" y="1454926"/>
                  <a:pt x="1981461" y="1415202"/>
                </a:cubicBezTo>
                <a:cubicBezTo>
                  <a:pt x="1981461" y="1375478"/>
                  <a:pt x="2012791" y="1343275"/>
                  <a:pt x="2051439" y="1343275"/>
                </a:cubicBezTo>
                <a:close/>
                <a:moveTo>
                  <a:pt x="1844304" y="1343275"/>
                </a:moveTo>
                <a:cubicBezTo>
                  <a:pt x="1882952" y="1343275"/>
                  <a:pt x="1914282" y="1375478"/>
                  <a:pt x="1914282" y="1415202"/>
                </a:cubicBezTo>
                <a:cubicBezTo>
                  <a:pt x="1914282" y="1454926"/>
                  <a:pt x="1882952" y="1487129"/>
                  <a:pt x="1844304" y="1487129"/>
                </a:cubicBezTo>
                <a:cubicBezTo>
                  <a:pt x="1805656" y="1487129"/>
                  <a:pt x="1774326" y="1454926"/>
                  <a:pt x="1774326" y="1415202"/>
                </a:cubicBezTo>
                <a:cubicBezTo>
                  <a:pt x="1774326" y="1375478"/>
                  <a:pt x="1805656" y="1343275"/>
                  <a:pt x="1844304" y="1343275"/>
                </a:cubicBezTo>
                <a:close/>
                <a:moveTo>
                  <a:pt x="1654896" y="1343275"/>
                </a:moveTo>
                <a:cubicBezTo>
                  <a:pt x="1693544" y="1343275"/>
                  <a:pt x="1724874" y="1375478"/>
                  <a:pt x="1724874" y="1415202"/>
                </a:cubicBezTo>
                <a:cubicBezTo>
                  <a:pt x="1724874" y="1454926"/>
                  <a:pt x="1693544" y="1487129"/>
                  <a:pt x="1654896" y="1487129"/>
                </a:cubicBezTo>
                <a:cubicBezTo>
                  <a:pt x="1616248" y="1487129"/>
                  <a:pt x="1584917" y="1454926"/>
                  <a:pt x="1584917" y="1415202"/>
                </a:cubicBezTo>
                <a:cubicBezTo>
                  <a:pt x="1584917" y="1375478"/>
                  <a:pt x="1616248" y="1343275"/>
                  <a:pt x="1654896" y="1343275"/>
                </a:cubicBezTo>
                <a:close/>
                <a:moveTo>
                  <a:pt x="3826228" y="1340114"/>
                </a:moveTo>
                <a:cubicBezTo>
                  <a:pt x="3864876" y="1340114"/>
                  <a:pt x="3896206" y="1372317"/>
                  <a:pt x="3896206" y="1412041"/>
                </a:cubicBezTo>
                <a:cubicBezTo>
                  <a:pt x="3896206" y="1451765"/>
                  <a:pt x="3864876" y="1483968"/>
                  <a:pt x="3826228" y="1483968"/>
                </a:cubicBezTo>
                <a:cubicBezTo>
                  <a:pt x="3787580" y="1483968"/>
                  <a:pt x="3756250" y="1451765"/>
                  <a:pt x="3756250" y="1412041"/>
                </a:cubicBezTo>
                <a:cubicBezTo>
                  <a:pt x="3756250" y="1372317"/>
                  <a:pt x="3787580" y="1340114"/>
                  <a:pt x="3826228" y="1340114"/>
                </a:cubicBezTo>
                <a:close/>
                <a:moveTo>
                  <a:pt x="3635888" y="1340114"/>
                </a:moveTo>
                <a:cubicBezTo>
                  <a:pt x="3674535" y="1340114"/>
                  <a:pt x="3705866" y="1372317"/>
                  <a:pt x="3705866" y="1412041"/>
                </a:cubicBezTo>
                <a:cubicBezTo>
                  <a:pt x="3705866" y="1451765"/>
                  <a:pt x="3674535" y="1483968"/>
                  <a:pt x="3635888" y="1483968"/>
                </a:cubicBezTo>
                <a:cubicBezTo>
                  <a:pt x="3597240" y="1483968"/>
                  <a:pt x="3565910" y="1451765"/>
                  <a:pt x="3565910" y="1412041"/>
                </a:cubicBezTo>
                <a:cubicBezTo>
                  <a:pt x="3565910" y="1372317"/>
                  <a:pt x="3597240" y="1340114"/>
                  <a:pt x="3635888" y="1340114"/>
                </a:cubicBezTo>
                <a:close/>
                <a:moveTo>
                  <a:pt x="3428752" y="1340114"/>
                </a:moveTo>
                <a:cubicBezTo>
                  <a:pt x="3467400" y="1340114"/>
                  <a:pt x="3498730" y="1372317"/>
                  <a:pt x="3498730" y="1412041"/>
                </a:cubicBezTo>
                <a:cubicBezTo>
                  <a:pt x="3498730" y="1451765"/>
                  <a:pt x="3467400" y="1483968"/>
                  <a:pt x="3428752" y="1483968"/>
                </a:cubicBezTo>
                <a:cubicBezTo>
                  <a:pt x="3390104" y="1483968"/>
                  <a:pt x="3358774" y="1451765"/>
                  <a:pt x="3358774" y="1412041"/>
                </a:cubicBezTo>
                <a:cubicBezTo>
                  <a:pt x="3358774" y="1372317"/>
                  <a:pt x="3390104" y="1340114"/>
                  <a:pt x="3428752" y="1340114"/>
                </a:cubicBezTo>
                <a:close/>
                <a:moveTo>
                  <a:pt x="3239344" y="1340114"/>
                </a:moveTo>
                <a:cubicBezTo>
                  <a:pt x="3277992" y="1340114"/>
                  <a:pt x="3309322" y="1372317"/>
                  <a:pt x="3309322" y="1412041"/>
                </a:cubicBezTo>
                <a:cubicBezTo>
                  <a:pt x="3309322" y="1451765"/>
                  <a:pt x="3277992" y="1483968"/>
                  <a:pt x="3239344" y="1483968"/>
                </a:cubicBezTo>
                <a:cubicBezTo>
                  <a:pt x="3200696" y="1483968"/>
                  <a:pt x="3169365" y="1451765"/>
                  <a:pt x="3169365" y="1412041"/>
                </a:cubicBezTo>
                <a:cubicBezTo>
                  <a:pt x="3169365" y="1372317"/>
                  <a:pt x="3200696" y="1340114"/>
                  <a:pt x="3239344" y="1340114"/>
                </a:cubicBezTo>
                <a:close/>
                <a:moveTo>
                  <a:pt x="3029984" y="1338852"/>
                </a:moveTo>
                <a:cubicBezTo>
                  <a:pt x="3068631" y="1338852"/>
                  <a:pt x="3099962" y="1371055"/>
                  <a:pt x="3099962" y="1410778"/>
                </a:cubicBezTo>
                <a:cubicBezTo>
                  <a:pt x="3099962" y="1450503"/>
                  <a:pt x="3068631" y="1482706"/>
                  <a:pt x="3029984" y="1482706"/>
                </a:cubicBezTo>
                <a:cubicBezTo>
                  <a:pt x="2991336" y="1482706"/>
                  <a:pt x="2960005" y="1450503"/>
                  <a:pt x="2960005" y="1410778"/>
                </a:cubicBezTo>
                <a:cubicBezTo>
                  <a:pt x="2960005" y="1371055"/>
                  <a:pt x="2991336" y="1338852"/>
                  <a:pt x="3029984" y="1338852"/>
                </a:cubicBezTo>
                <a:close/>
                <a:moveTo>
                  <a:pt x="2839643" y="1338852"/>
                </a:moveTo>
                <a:cubicBezTo>
                  <a:pt x="2878291" y="1338852"/>
                  <a:pt x="2909621" y="1371055"/>
                  <a:pt x="2909621" y="1410778"/>
                </a:cubicBezTo>
                <a:cubicBezTo>
                  <a:pt x="2909621" y="1450503"/>
                  <a:pt x="2878291" y="1482706"/>
                  <a:pt x="2839643" y="1482706"/>
                </a:cubicBezTo>
                <a:cubicBezTo>
                  <a:pt x="2800995" y="1482706"/>
                  <a:pt x="2769665" y="1450503"/>
                  <a:pt x="2769665" y="1410778"/>
                </a:cubicBezTo>
                <a:cubicBezTo>
                  <a:pt x="2769665" y="1371055"/>
                  <a:pt x="2800995" y="1338852"/>
                  <a:pt x="2839643" y="1338852"/>
                </a:cubicBezTo>
                <a:close/>
                <a:moveTo>
                  <a:pt x="2632507" y="1338852"/>
                </a:moveTo>
                <a:cubicBezTo>
                  <a:pt x="2671155" y="1338852"/>
                  <a:pt x="2702486" y="1371055"/>
                  <a:pt x="2702486" y="1410778"/>
                </a:cubicBezTo>
                <a:cubicBezTo>
                  <a:pt x="2702486" y="1450503"/>
                  <a:pt x="2671155" y="1482706"/>
                  <a:pt x="2632507" y="1482706"/>
                </a:cubicBezTo>
                <a:cubicBezTo>
                  <a:pt x="2593859" y="1482706"/>
                  <a:pt x="2562529" y="1450503"/>
                  <a:pt x="2562529" y="1410778"/>
                </a:cubicBezTo>
                <a:cubicBezTo>
                  <a:pt x="2562529" y="1371055"/>
                  <a:pt x="2593859" y="1338852"/>
                  <a:pt x="2632507" y="1338852"/>
                </a:cubicBezTo>
                <a:close/>
                <a:moveTo>
                  <a:pt x="2443099" y="1338852"/>
                </a:moveTo>
                <a:cubicBezTo>
                  <a:pt x="2481747" y="1338852"/>
                  <a:pt x="2513077" y="1371055"/>
                  <a:pt x="2513077" y="1410778"/>
                </a:cubicBezTo>
                <a:cubicBezTo>
                  <a:pt x="2513077" y="1450503"/>
                  <a:pt x="2481747" y="1482706"/>
                  <a:pt x="2443099" y="1482706"/>
                </a:cubicBezTo>
                <a:cubicBezTo>
                  <a:pt x="2404451" y="1482706"/>
                  <a:pt x="2373121" y="1450503"/>
                  <a:pt x="2373121" y="1410778"/>
                </a:cubicBezTo>
                <a:cubicBezTo>
                  <a:pt x="2373121" y="1371055"/>
                  <a:pt x="2404451" y="1338852"/>
                  <a:pt x="2443099" y="1338852"/>
                </a:cubicBezTo>
                <a:close/>
                <a:moveTo>
                  <a:pt x="4613639" y="1332542"/>
                </a:moveTo>
                <a:cubicBezTo>
                  <a:pt x="4652286" y="1332542"/>
                  <a:pt x="4683617" y="1364745"/>
                  <a:pt x="4683617" y="1404469"/>
                </a:cubicBezTo>
                <a:cubicBezTo>
                  <a:pt x="4683617" y="1444193"/>
                  <a:pt x="4652286" y="1476396"/>
                  <a:pt x="4613639" y="1476396"/>
                </a:cubicBezTo>
                <a:cubicBezTo>
                  <a:pt x="4574991" y="1476396"/>
                  <a:pt x="4543660" y="1444193"/>
                  <a:pt x="4543660" y="1404469"/>
                </a:cubicBezTo>
                <a:cubicBezTo>
                  <a:pt x="4543660" y="1364745"/>
                  <a:pt x="4574991" y="1332542"/>
                  <a:pt x="4613639" y="1332542"/>
                </a:cubicBezTo>
                <a:close/>
                <a:moveTo>
                  <a:pt x="4423298" y="1332542"/>
                </a:moveTo>
                <a:cubicBezTo>
                  <a:pt x="4461946" y="1332542"/>
                  <a:pt x="4493276" y="1364745"/>
                  <a:pt x="4493276" y="1404469"/>
                </a:cubicBezTo>
                <a:cubicBezTo>
                  <a:pt x="4493276" y="1444193"/>
                  <a:pt x="4461946" y="1476396"/>
                  <a:pt x="4423298" y="1476396"/>
                </a:cubicBezTo>
                <a:cubicBezTo>
                  <a:pt x="4384650" y="1476396"/>
                  <a:pt x="4353320" y="1444193"/>
                  <a:pt x="4353320" y="1404469"/>
                </a:cubicBezTo>
                <a:cubicBezTo>
                  <a:pt x="4353320" y="1364745"/>
                  <a:pt x="4384650" y="1332542"/>
                  <a:pt x="4423298" y="1332542"/>
                </a:cubicBezTo>
                <a:close/>
                <a:moveTo>
                  <a:pt x="4216162" y="1332542"/>
                </a:moveTo>
                <a:cubicBezTo>
                  <a:pt x="4254810" y="1332542"/>
                  <a:pt x="4286141" y="1364745"/>
                  <a:pt x="4286141" y="1404469"/>
                </a:cubicBezTo>
                <a:cubicBezTo>
                  <a:pt x="4286141" y="1444193"/>
                  <a:pt x="4254810" y="1476396"/>
                  <a:pt x="4216162" y="1476396"/>
                </a:cubicBezTo>
                <a:cubicBezTo>
                  <a:pt x="4177514" y="1476396"/>
                  <a:pt x="4146184" y="1444193"/>
                  <a:pt x="4146184" y="1404469"/>
                </a:cubicBezTo>
                <a:cubicBezTo>
                  <a:pt x="4146184" y="1364745"/>
                  <a:pt x="4177514" y="1332542"/>
                  <a:pt x="4216162" y="1332542"/>
                </a:cubicBezTo>
                <a:close/>
                <a:moveTo>
                  <a:pt x="4026754" y="1332542"/>
                </a:moveTo>
                <a:cubicBezTo>
                  <a:pt x="4065402" y="1332542"/>
                  <a:pt x="4096732" y="1364745"/>
                  <a:pt x="4096732" y="1404469"/>
                </a:cubicBezTo>
                <a:cubicBezTo>
                  <a:pt x="4096732" y="1444193"/>
                  <a:pt x="4065402" y="1476396"/>
                  <a:pt x="4026754" y="1476396"/>
                </a:cubicBezTo>
                <a:cubicBezTo>
                  <a:pt x="3988106" y="1476396"/>
                  <a:pt x="3956776" y="1444193"/>
                  <a:pt x="3956776" y="1404469"/>
                </a:cubicBezTo>
                <a:cubicBezTo>
                  <a:pt x="3956776" y="1364745"/>
                  <a:pt x="3988106" y="1332542"/>
                  <a:pt x="4026754" y="1332542"/>
                </a:cubicBezTo>
                <a:close/>
                <a:moveTo>
                  <a:pt x="1454370" y="1161565"/>
                </a:moveTo>
                <a:cubicBezTo>
                  <a:pt x="1493017" y="1161565"/>
                  <a:pt x="1524348" y="1193768"/>
                  <a:pt x="1524348" y="1233492"/>
                </a:cubicBezTo>
                <a:cubicBezTo>
                  <a:pt x="1524348" y="1273216"/>
                  <a:pt x="1493017" y="1305419"/>
                  <a:pt x="1454370" y="1305419"/>
                </a:cubicBezTo>
                <a:cubicBezTo>
                  <a:pt x="1415722" y="1305419"/>
                  <a:pt x="1384391" y="1273216"/>
                  <a:pt x="1384391" y="1233492"/>
                </a:cubicBezTo>
                <a:cubicBezTo>
                  <a:pt x="1384391" y="1193768"/>
                  <a:pt x="1415722" y="1161565"/>
                  <a:pt x="1454370" y="1161565"/>
                </a:cubicBezTo>
                <a:close/>
                <a:moveTo>
                  <a:pt x="1264029" y="1161565"/>
                </a:moveTo>
                <a:cubicBezTo>
                  <a:pt x="1302677" y="1161565"/>
                  <a:pt x="1334007" y="1193768"/>
                  <a:pt x="1334007" y="1233492"/>
                </a:cubicBezTo>
                <a:cubicBezTo>
                  <a:pt x="1334007" y="1273216"/>
                  <a:pt x="1302677" y="1305419"/>
                  <a:pt x="1264029" y="1305419"/>
                </a:cubicBezTo>
                <a:cubicBezTo>
                  <a:pt x="1225381" y="1305419"/>
                  <a:pt x="1194051" y="1273216"/>
                  <a:pt x="1194051" y="1233492"/>
                </a:cubicBezTo>
                <a:cubicBezTo>
                  <a:pt x="1194051" y="1193768"/>
                  <a:pt x="1225381" y="1161565"/>
                  <a:pt x="1264029" y="1161565"/>
                </a:cubicBezTo>
                <a:close/>
                <a:moveTo>
                  <a:pt x="1056893" y="1161565"/>
                </a:moveTo>
                <a:cubicBezTo>
                  <a:pt x="1095541" y="1161565"/>
                  <a:pt x="1126872" y="1193768"/>
                  <a:pt x="1126872" y="1233492"/>
                </a:cubicBezTo>
                <a:cubicBezTo>
                  <a:pt x="1126872" y="1273216"/>
                  <a:pt x="1095541" y="1305419"/>
                  <a:pt x="1056893" y="1305419"/>
                </a:cubicBezTo>
                <a:cubicBezTo>
                  <a:pt x="1018245" y="1305419"/>
                  <a:pt x="986915" y="1273216"/>
                  <a:pt x="986915" y="1233492"/>
                </a:cubicBezTo>
                <a:cubicBezTo>
                  <a:pt x="986915" y="1193768"/>
                  <a:pt x="1018245" y="1161565"/>
                  <a:pt x="1056893" y="1161565"/>
                </a:cubicBezTo>
                <a:close/>
                <a:moveTo>
                  <a:pt x="867485" y="1161565"/>
                </a:moveTo>
                <a:cubicBezTo>
                  <a:pt x="906133" y="1161565"/>
                  <a:pt x="937463" y="1193768"/>
                  <a:pt x="937463" y="1233492"/>
                </a:cubicBezTo>
                <a:cubicBezTo>
                  <a:pt x="937463" y="1273216"/>
                  <a:pt x="906133" y="1305419"/>
                  <a:pt x="867485" y="1305419"/>
                </a:cubicBezTo>
                <a:cubicBezTo>
                  <a:pt x="828837" y="1305419"/>
                  <a:pt x="797507" y="1273216"/>
                  <a:pt x="797507" y="1233492"/>
                </a:cubicBezTo>
                <a:cubicBezTo>
                  <a:pt x="797507" y="1193768"/>
                  <a:pt x="828837" y="1161565"/>
                  <a:pt x="867485" y="1161565"/>
                </a:cubicBezTo>
                <a:close/>
                <a:moveTo>
                  <a:pt x="658125" y="1160303"/>
                </a:moveTo>
                <a:cubicBezTo>
                  <a:pt x="696772" y="1160303"/>
                  <a:pt x="728103" y="1192506"/>
                  <a:pt x="728103" y="1232230"/>
                </a:cubicBezTo>
                <a:cubicBezTo>
                  <a:pt x="728103" y="1271954"/>
                  <a:pt x="696772" y="1304157"/>
                  <a:pt x="658125" y="1304157"/>
                </a:cubicBezTo>
                <a:cubicBezTo>
                  <a:pt x="619477" y="1304157"/>
                  <a:pt x="588146" y="1271954"/>
                  <a:pt x="588146" y="1232230"/>
                </a:cubicBezTo>
                <a:cubicBezTo>
                  <a:pt x="588146" y="1192506"/>
                  <a:pt x="619477" y="1160303"/>
                  <a:pt x="658125" y="1160303"/>
                </a:cubicBezTo>
                <a:close/>
                <a:moveTo>
                  <a:pt x="467784" y="1160303"/>
                </a:moveTo>
                <a:cubicBezTo>
                  <a:pt x="506432" y="1160303"/>
                  <a:pt x="537763" y="1192506"/>
                  <a:pt x="537763" y="1232230"/>
                </a:cubicBezTo>
                <a:cubicBezTo>
                  <a:pt x="537763" y="1271954"/>
                  <a:pt x="506432" y="1304157"/>
                  <a:pt x="467784" y="1304157"/>
                </a:cubicBezTo>
                <a:cubicBezTo>
                  <a:pt x="429136" y="1304157"/>
                  <a:pt x="397806" y="1271954"/>
                  <a:pt x="397806" y="1232230"/>
                </a:cubicBezTo>
                <a:cubicBezTo>
                  <a:pt x="397806" y="1192506"/>
                  <a:pt x="429136" y="1160303"/>
                  <a:pt x="467784" y="1160303"/>
                </a:cubicBezTo>
                <a:close/>
                <a:moveTo>
                  <a:pt x="260648" y="1160303"/>
                </a:moveTo>
                <a:cubicBezTo>
                  <a:pt x="299296" y="1160303"/>
                  <a:pt x="330627" y="1192506"/>
                  <a:pt x="330627" y="1232230"/>
                </a:cubicBezTo>
                <a:cubicBezTo>
                  <a:pt x="330627" y="1271954"/>
                  <a:pt x="299296" y="1304157"/>
                  <a:pt x="260648" y="1304157"/>
                </a:cubicBezTo>
                <a:cubicBezTo>
                  <a:pt x="222000" y="1304157"/>
                  <a:pt x="190670" y="1271954"/>
                  <a:pt x="190670" y="1232230"/>
                </a:cubicBezTo>
                <a:cubicBezTo>
                  <a:pt x="190670" y="1192506"/>
                  <a:pt x="222000" y="1160303"/>
                  <a:pt x="260648" y="1160303"/>
                </a:cubicBezTo>
                <a:close/>
                <a:moveTo>
                  <a:pt x="71240" y="1160303"/>
                </a:moveTo>
                <a:cubicBezTo>
                  <a:pt x="109888" y="1160303"/>
                  <a:pt x="141218" y="1192506"/>
                  <a:pt x="141218" y="1232230"/>
                </a:cubicBezTo>
                <a:cubicBezTo>
                  <a:pt x="141218" y="1271954"/>
                  <a:pt x="109888" y="1304157"/>
                  <a:pt x="71240" y="1304157"/>
                </a:cubicBezTo>
                <a:cubicBezTo>
                  <a:pt x="32592" y="1304157"/>
                  <a:pt x="1262" y="1271954"/>
                  <a:pt x="1262" y="1232230"/>
                </a:cubicBezTo>
                <a:cubicBezTo>
                  <a:pt x="1262" y="1192506"/>
                  <a:pt x="32592" y="1160303"/>
                  <a:pt x="71240" y="1160303"/>
                </a:cubicBezTo>
                <a:close/>
                <a:moveTo>
                  <a:pt x="2241780" y="1153993"/>
                </a:moveTo>
                <a:cubicBezTo>
                  <a:pt x="2280428" y="1153993"/>
                  <a:pt x="2311758" y="1186196"/>
                  <a:pt x="2311758" y="1225920"/>
                </a:cubicBezTo>
                <a:cubicBezTo>
                  <a:pt x="2311758" y="1265644"/>
                  <a:pt x="2280428" y="1297847"/>
                  <a:pt x="2241780" y="1297847"/>
                </a:cubicBezTo>
                <a:cubicBezTo>
                  <a:pt x="2203132" y="1297847"/>
                  <a:pt x="2171802" y="1265644"/>
                  <a:pt x="2171802" y="1225920"/>
                </a:cubicBezTo>
                <a:cubicBezTo>
                  <a:pt x="2171802" y="1186196"/>
                  <a:pt x="2203132" y="1153993"/>
                  <a:pt x="2241780" y="1153993"/>
                </a:cubicBezTo>
                <a:close/>
                <a:moveTo>
                  <a:pt x="2051439" y="1153993"/>
                </a:moveTo>
                <a:cubicBezTo>
                  <a:pt x="2090087" y="1153993"/>
                  <a:pt x="2121418" y="1186196"/>
                  <a:pt x="2121418" y="1225920"/>
                </a:cubicBezTo>
                <a:cubicBezTo>
                  <a:pt x="2121418" y="1265644"/>
                  <a:pt x="2090087" y="1297847"/>
                  <a:pt x="2051439" y="1297847"/>
                </a:cubicBezTo>
                <a:cubicBezTo>
                  <a:pt x="2012791" y="1297847"/>
                  <a:pt x="1981461" y="1265644"/>
                  <a:pt x="1981461" y="1225920"/>
                </a:cubicBezTo>
                <a:cubicBezTo>
                  <a:pt x="1981461" y="1186196"/>
                  <a:pt x="2012791" y="1153993"/>
                  <a:pt x="2051439" y="1153993"/>
                </a:cubicBezTo>
                <a:close/>
                <a:moveTo>
                  <a:pt x="1844304" y="1153993"/>
                </a:moveTo>
                <a:cubicBezTo>
                  <a:pt x="1882952" y="1153993"/>
                  <a:pt x="1914282" y="1186196"/>
                  <a:pt x="1914282" y="1225920"/>
                </a:cubicBezTo>
                <a:cubicBezTo>
                  <a:pt x="1914282" y="1265644"/>
                  <a:pt x="1882952" y="1297847"/>
                  <a:pt x="1844304" y="1297847"/>
                </a:cubicBezTo>
                <a:cubicBezTo>
                  <a:pt x="1805656" y="1297847"/>
                  <a:pt x="1774326" y="1265644"/>
                  <a:pt x="1774326" y="1225920"/>
                </a:cubicBezTo>
                <a:cubicBezTo>
                  <a:pt x="1774326" y="1186196"/>
                  <a:pt x="1805656" y="1153993"/>
                  <a:pt x="1844304" y="1153993"/>
                </a:cubicBezTo>
                <a:close/>
                <a:moveTo>
                  <a:pt x="1654896" y="1153993"/>
                </a:moveTo>
                <a:cubicBezTo>
                  <a:pt x="1693544" y="1153993"/>
                  <a:pt x="1724874" y="1186196"/>
                  <a:pt x="1724874" y="1225920"/>
                </a:cubicBezTo>
                <a:cubicBezTo>
                  <a:pt x="1724874" y="1265644"/>
                  <a:pt x="1693544" y="1297847"/>
                  <a:pt x="1654896" y="1297847"/>
                </a:cubicBezTo>
                <a:cubicBezTo>
                  <a:pt x="1616248" y="1297847"/>
                  <a:pt x="1584917" y="1265644"/>
                  <a:pt x="1584917" y="1225920"/>
                </a:cubicBezTo>
                <a:cubicBezTo>
                  <a:pt x="1584917" y="1186196"/>
                  <a:pt x="1616248" y="1153993"/>
                  <a:pt x="1654896" y="1153993"/>
                </a:cubicBezTo>
                <a:close/>
                <a:moveTo>
                  <a:pt x="3826228" y="1150832"/>
                </a:moveTo>
                <a:cubicBezTo>
                  <a:pt x="3864876" y="1150832"/>
                  <a:pt x="3896206" y="1183035"/>
                  <a:pt x="3896206" y="1222759"/>
                </a:cubicBezTo>
                <a:cubicBezTo>
                  <a:pt x="3896206" y="1262483"/>
                  <a:pt x="3864876" y="1294686"/>
                  <a:pt x="3826228" y="1294686"/>
                </a:cubicBezTo>
                <a:cubicBezTo>
                  <a:pt x="3787580" y="1294686"/>
                  <a:pt x="3756250" y="1262483"/>
                  <a:pt x="3756250" y="1222759"/>
                </a:cubicBezTo>
                <a:cubicBezTo>
                  <a:pt x="3756250" y="1183035"/>
                  <a:pt x="3787580" y="1150832"/>
                  <a:pt x="3826228" y="1150832"/>
                </a:cubicBezTo>
                <a:close/>
                <a:moveTo>
                  <a:pt x="3635888" y="1150832"/>
                </a:moveTo>
                <a:cubicBezTo>
                  <a:pt x="3674535" y="1150832"/>
                  <a:pt x="3705866" y="1183035"/>
                  <a:pt x="3705866" y="1222759"/>
                </a:cubicBezTo>
                <a:cubicBezTo>
                  <a:pt x="3705866" y="1262483"/>
                  <a:pt x="3674535" y="1294686"/>
                  <a:pt x="3635888" y="1294686"/>
                </a:cubicBezTo>
                <a:cubicBezTo>
                  <a:pt x="3597240" y="1294686"/>
                  <a:pt x="3565910" y="1262483"/>
                  <a:pt x="3565910" y="1222759"/>
                </a:cubicBezTo>
                <a:cubicBezTo>
                  <a:pt x="3565910" y="1183035"/>
                  <a:pt x="3597240" y="1150832"/>
                  <a:pt x="3635888" y="1150832"/>
                </a:cubicBezTo>
                <a:close/>
                <a:moveTo>
                  <a:pt x="3428752" y="1150832"/>
                </a:moveTo>
                <a:cubicBezTo>
                  <a:pt x="3467400" y="1150832"/>
                  <a:pt x="3498730" y="1183035"/>
                  <a:pt x="3498730" y="1222759"/>
                </a:cubicBezTo>
                <a:cubicBezTo>
                  <a:pt x="3498730" y="1262483"/>
                  <a:pt x="3467400" y="1294686"/>
                  <a:pt x="3428752" y="1294686"/>
                </a:cubicBezTo>
                <a:cubicBezTo>
                  <a:pt x="3390104" y="1294686"/>
                  <a:pt x="3358774" y="1262483"/>
                  <a:pt x="3358774" y="1222759"/>
                </a:cubicBezTo>
                <a:cubicBezTo>
                  <a:pt x="3358774" y="1183035"/>
                  <a:pt x="3390104" y="1150832"/>
                  <a:pt x="3428752" y="1150832"/>
                </a:cubicBezTo>
                <a:close/>
                <a:moveTo>
                  <a:pt x="3239344" y="1150832"/>
                </a:moveTo>
                <a:cubicBezTo>
                  <a:pt x="3277992" y="1150832"/>
                  <a:pt x="3309322" y="1183035"/>
                  <a:pt x="3309322" y="1222759"/>
                </a:cubicBezTo>
                <a:cubicBezTo>
                  <a:pt x="3309322" y="1262483"/>
                  <a:pt x="3277992" y="1294686"/>
                  <a:pt x="3239344" y="1294686"/>
                </a:cubicBezTo>
                <a:cubicBezTo>
                  <a:pt x="3200696" y="1294686"/>
                  <a:pt x="3169365" y="1262483"/>
                  <a:pt x="3169365" y="1222759"/>
                </a:cubicBezTo>
                <a:cubicBezTo>
                  <a:pt x="3169365" y="1183035"/>
                  <a:pt x="3200696" y="1150832"/>
                  <a:pt x="3239344" y="1150832"/>
                </a:cubicBezTo>
                <a:close/>
                <a:moveTo>
                  <a:pt x="3029984" y="1149570"/>
                </a:moveTo>
                <a:cubicBezTo>
                  <a:pt x="3068631" y="1149570"/>
                  <a:pt x="3099962" y="1181773"/>
                  <a:pt x="3099962" y="1221497"/>
                </a:cubicBezTo>
                <a:cubicBezTo>
                  <a:pt x="3099962" y="1261221"/>
                  <a:pt x="3068631" y="1293424"/>
                  <a:pt x="3029984" y="1293424"/>
                </a:cubicBezTo>
                <a:cubicBezTo>
                  <a:pt x="2991336" y="1293424"/>
                  <a:pt x="2960005" y="1261221"/>
                  <a:pt x="2960005" y="1221497"/>
                </a:cubicBezTo>
                <a:cubicBezTo>
                  <a:pt x="2960005" y="1181773"/>
                  <a:pt x="2991336" y="1149570"/>
                  <a:pt x="3029984" y="1149570"/>
                </a:cubicBezTo>
                <a:close/>
                <a:moveTo>
                  <a:pt x="2839643" y="1149570"/>
                </a:moveTo>
                <a:cubicBezTo>
                  <a:pt x="2878291" y="1149570"/>
                  <a:pt x="2909621" y="1181773"/>
                  <a:pt x="2909621" y="1221497"/>
                </a:cubicBezTo>
                <a:cubicBezTo>
                  <a:pt x="2909621" y="1261221"/>
                  <a:pt x="2878291" y="1293424"/>
                  <a:pt x="2839643" y="1293424"/>
                </a:cubicBezTo>
                <a:cubicBezTo>
                  <a:pt x="2800995" y="1293424"/>
                  <a:pt x="2769665" y="1261221"/>
                  <a:pt x="2769665" y="1221497"/>
                </a:cubicBezTo>
                <a:cubicBezTo>
                  <a:pt x="2769665" y="1181773"/>
                  <a:pt x="2800995" y="1149570"/>
                  <a:pt x="2839643" y="1149570"/>
                </a:cubicBezTo>
                <a:close/>
                <a:moveTo>
                  <a:pt x="2632507" y="1149570"/>
                </a:moveTo>
                <a:cubicBezTo>
                  <a:pt x="2671155" y="1149570"/>
                  <a:pt x="2702486" y="1181773"/>
                  <a:pt x="2702486" y="1221497"/>
                </a:cubicBezTo>
                <a:cubicBezTo>
                  <a:pt x="2702486" y="1261221"/>
                  <a:pt x="2671155" y="1293424"/>
                  <a:pt x="2632507" y="1293424"/>
                </a:cubicBezTo>
                <a:cubicBezTo>
                  <a:pt x="2593859" y="1293424"/>
                  <a:pt x="2562529" y="1261221"/>
                  <a:pt x="2562529" y="1221497"/>
                </a:cubicBezTo>
                <a:cubicBezTo>
                  <a:pt x="2562529" y="1181773"/>
                  <a:pt x="2593859" y="1149570"/>
                  <a:pt x="2632507" y="1149570"/>
                </a:cubicBezTo>
                <a:close/>
                <a:moveTo>
                  <a:pt x="2443099" y="1149570"/>
                </a:moveTo>
                <a:cubicBezTo>
                  <a:pt x="2481747" y="1149570"/>
                  <a:pt x="2513077" y="1181773"/>
                  <a:pt x="2513077" y="1221497"/>
                </a:cubicBezTo>
                <a:cubicBezTo>
                  <a:pt x="2513077" y="1261221"/>
                  <a:pt x="2481747" y="1293424"/>
                  <a:pt x="2443099" y="1293424"/>
                </a:cubicBezTo>
                <a:cubicBezTo>
                  <a:pt x="2404451" y="1293424"/>
                  <a:pt x="2373121" y="1261221"/>
                  <a:pt x="2373121" y="1221497"/>
                </a:cubicBezTo>
                <a:cubicBezTo>
                  <a:pt x="2373121" y="1181773"/>
                  <a:pt x="2404451" y="1149570"/>
                  <a:pt x="2443099" y="1149570"/>
                </a:cubicBezTo>
                <a:close/>
                <a:moveTo>
                  <a:pt x="4613639" y="1143260"/>
                </a:moveTo>
                <a:cubicBezTo>
                  <a:pt x="4652286" y="1143260"/>
                  <a:pt x="4683617" y="1175463"/>
                  <a:pt x="4683617" y="1215187"/>
                </a:cubicBezTo>
                <a:cubicBezTo>
                  <a:pt x="4683617" y="1254911"/>
                  <a:pt x="4652286" y="1287114"/>
                  <a:pt x="4613639" y="1287114"/>
                </a:cubicBezTo>
                <a:cubicBezTo>
                  <a:pt x="4574991" y="1287114"/>
                  <a:pt x="4543660" y="1254911"/>
                  <a:pt x="4543660" y="1215187"/>
                </a:cubicBezTo>
                <a:cubicBezTo>
                  <a:pt x="4543660" y="1175463"/>
                  <a:pt x="4574991" y="1143260"/>
                  <a:pt x="4613639" y="1143260"/>
                </a:cubicBezTo>
                <a:close/>
                <a:moveTo>
                  <a:pt x="4423298" y="1143260"/>
                </a:moveTo>
                <a:cubicBezTo>
                  <a:pt x="4461946" y="1143260"/>
                  <a:pt x="4493276" y="1175463"/>
                  <a:pt x="4493276" y="1215187"/>
                </a:cubicBezTo>
                <a:cubicBezTo>
                  <a:pt x="4493276" y="1254911"/>
                  <a:pt x="4461946" y="1287114"/>
                  <a:pt x="4423298" y="1287114"/>
                </a:cubicBezTo>
                <a:cubicBezTo>
                  <a:pt x="4384650" y="1287114"/>
                  <a:pt x="4353320" y="1254911"/>
                  <a:pt x="4353320" y="1215187"/>
                </a:cubicBezTo>
                <a:cubicBezTo>
                  <a:pt x="4353320" y="1175463"/>
                  <a:pt x="4384650" y="1143260"/>
                  <a:pt x="4423298" y="1143260"/>
                </a:cubicBezTo>
                <a:close/>
                <a:moveTo>
                  <a:pt x="4216162" y="1143260"/>
                </a:moveTo>
                <a:cubicBezTo>
                  <a:pt x="4254810" y="1143260"/>
                  <a:pt x="4286141" y="1175463"/>
                  <a:pt x="4286141" y="1215187"/>
                </a:cubicBezTo>
                <a:cubicBezTo>
                  <a:pt x="4286141" y="1254911"/>
                  <a:pt x="4254810" y="1287114"/>
                  <a:pt x="4216162" y="1287114"/>
                </a:cubicBezTo>
                <a:cubicBezTo>
                  <a:pt x="4177514" y="1287114"/>
                  <a:pt x="4146184" y="1254911"/>
                  <a:pt x="4146184" y="1215187"/>
                </a:cubicBezTo>
                <a:cubicBezTo>
                  <a:pt x="4146184" y="1175463"/>
                  <a:pt x="4177514" y="1143260"/>
                  <a:pt x="4216162" y="1143260"/>
                </a:cubicBezTo>
                <a:close/>
                <a:moveTo>
                  <a:pt x="4026754" y="1143260"/>
                </a:moveTo>
                <a:cubicBezTo>
                  <a:pt x="4065402" y="1143260"/>
                  <a:pt x="4096732" y="1175463"/>
                  <a:pt x="4096732" y="1215187"/>
                </a:cubicBezTo>
                <a:cubicBezTo>
                  <a:pt x="4096732" y="1254911"/>
                  <a:pt x="4065402" y="1287114"/>
                  <a:pt x="4026754" y="1287114"/>
                </a:cubicBezTo>
                <a:cubicBezTo>
                  <a:pt x="3988106" y="1287114"/>
                  <a:pt x="3956776" y="1254911"/>
                  <a:pt x="3956776" y="1215187"/>
                </a:cubicBezTo>
                <a:cubicBezTo>
                  <a:pt x="3956776" y="1175463"/>
                  <a:pt x="3988106" y="1143260"/>
                  <a:pt x="4026754" y="1143260"/>
                </a:cubicBezTo>
                <a:close/>
                <a:moveTo>
                  <a:pt x="1454370" y="965974"/>
                </a:moveTo>
                <a:cubicBezTo>
                  <a:pt x="1493017" y="965974"/>
                  <a:pt x="1524348" y="998177"/>
                  <a:pt x="1524348" y="1037901"/>
                </a:cubicBezTo>
                <a:cubicBezTo>
                  <a:pt x="1524348" y="1077626"/>
                  <a:pt x="1493017" y="1109829"/>
                  <a:pt x="1454370" y="1109829"/>
                </a:cubicBezTo>
                <a:cubicBezTo>
                  <a:pt x="1415722" y="1109829"/>
                  <a:pt x="1384391" y="1077626"/>
                  <a:pt x="1384391" y="1037901"/>
                </a:cubicBezTo>
                <a:cubicBezTo>
                  <a:pt x="1384391" y="998177"/>
                  <a:pt x="1415722" y="965974"/>
                  <a:pt x="1454370" y="965974"/>
                </a:cubicBezTo>
                <a:close/>
                <a:moveTo>
                  <a:pt x="1264029" y="965974"/>
                </a:moveTo>
                <a:cubicBezTo>
                  <a:pt x="1302677" y="965974"/>
                  <a:pt x="1334007" y="998177"/>
                  <a:pt x="1334007" y="1037901"/>
                </a:cubicBezTo>
                <a:cubicBezTo>
                  <a:pt x="1334007" y="1077626"/>
                  <a:pt x="1302677" y="1109829"/>
                  <a:pt x="1264029" y="1109829"/>
                </a:cubicBezTo>
                <a:cubicBezTo>
                  <a:pt x="1225381" y="1109829"/>
                  <a:pt x="1194051" y="1077626"/>
                  <a:pt x="1194051" y="1037901"/>
                </a:cubicBezTo>
                <a:cubicBezTo>
                  <a:pt x="1194051" y="998177"/>
                  <a:pt x="1225381" y="965974"/>
                  <a:pt x="1264029" y="965974"/>
                </a:cubicBezTo>
                <a:close/>
                <a:moveTo>
                  <a:pt x="1056893" y="965974"/>
                </a:moveTo>
                <a:cubicBezTo>
                  <a:pt x="1095541" y="965974"/>
                  <a:pt x="1126872" y="998177"/>
                  <a:pt x="1126872" y="1037901"/>
                </a:cubicBezTo>
                <a:cubicBezTo>
                  <a:pt x="1126872" y="1077626"/>
                  <a:pt x="1095541" y="1109829"/>
                  <a:pt x="1056893" y="1109829"/>
                </a:cubicBezTo>
                <a:cubicBezTo>
                  <a:pt x="1018245" y="1109829"/>
                  <a:pt x="986915" y="1077626"/>
                  <a:pt x="986915" y="1037901"/>
                </a:cubicBezTo>
                <a:cubicBezTo>
                  <a:pt x="986915" y="998177"/>
                  <a:pt x="1018245" y="965974"/>
                  <a:pt x="1056893" y="965974"/>
                </a:cubicBezTo>
                <a:close/>
                <a:moveTo>
                  <a:pt x="867485" y="965974"/>
                </a:moveTo>
                <a:cubicBezTo>
                  <a:pt x="906133" y="965974"/>
                  <a:pt x="937463" y="998177"/>
                  <a:pt x="937463" y="1037901"/>
                </a:cubicBezTo>
                <a:cubicBezTo>
                  <a:pt x="937463" y="1077626"/>
                  <a:pt x="906133" y="1109829"/>
                  <a:pt x="867485" y="1109829"/>
                </a:cubicBezTo>
                <a:cubicBezTo>
                  <a:pt x="828837" y="1109829"/>
                  <a:pt x="797507" y="1077626"/>
                  <a:pt x="797507" y="1037901"/>
                </a:cubicBezTo>
                <a:cubicBezTo>
                  <a:pt x="797507" y="998177"/>
                  <a:pt x="828837" y="965974"/>
                  <a:pt x="867485" y="965974"/>
                </a:cubicBezTo>
                <a:close/>
                <a:moveTo>
                  <a:pt x="658125" y="964712"/>
                </a:moveTo>
                <a:cubicBezTo>
                  <a:pt x="696772" y="964712"/>
                  <a:pt x="728103" y="996915"/>
                  <a:pt x="728103" y="1036639"/>
                </a:cubicBezTo>
                <a:cubicBezTo>
                  <a:pt x="728103" y="1076363"/>
                  <a:pt x="696772" y="1108566"/>
                  <a:pt x="658125" y="1108566"/>
                </a:cubicBezTo>
                <a:cubicBezTo>
                  <a:pt x="619477" y="1108566"/>
                  <a:pt x="588146" y="1076363"/>
                  <a:pt x="588146" y="1036639"/>
                </a:cubicBezTo>
                <a:cubicBezTo>
                  <a:pt x="588146" y="996915"/>
                  <a:pt x="619477" y="964712"/>
                  <a:pt x="658125" y="964712"/>
                </a:cubicBezTo>
                <a:close/>
                <a:moveTo>
                  <a:pt x="467784" y="964712"/>
                </a:moveTo>
                <a:cubicBezTo>
                  <a:pt x="506432" y="964712"/>
                  <a:pt x="537763" y="996915"/>
                  <a:pt x="537763" y="1036639"/>
                </a:cubicBezTo>
                <a:cubicBezTo>
                  <a:pt x="537763" y="1076363"/>
                  <a:pt x="506432" y="1108566"/>
                  <a:pt x="467784" y="1108566"/>
                </a:cubicBezTo>
                <a:cubicBezTo>
                  <a:pt x="429136" y="1108566"/>
                  <a:pt x="397806" y="1076363"/>
                  <a:pt x="397806" y="1036639"/>
                </a:cubicBezTo>
                <a:cubicBezTo>
                  <a:pt x="397806" y="996915"/>
                  <a:pt x="429136" y="964712"/>
                  <a:pt x="467784" y="964712"/>
                </a:cubicBezTo>
                <a:close/>
                <a:moveTo>
                  <a:pt x="260648" y="964712"/>
                </a:moveTo>
                <a:cubicBezTo>
                  <a:pt x="299296" y="964712"/>
                  <a:pt x="330627" y="996915"/>
                  <a:pt x="330627" y="1036639"/>
                </a:cubicBezTo>
                <a:cubicBezTo>
                  <a:pt x="330627" y="1076363"/>
                  <a:pt x="299296" y="1108566"/>
                  <a:pt x="260648" y="1108566"/>
                </a:cubicBezTo>
                <a:cubicBezTo>
                  <a:pt x="222000" y="1108566"/>
                  <a:pt x="190670" y="1076363"/>
                  <a:pt x="190670" y="1036639"/>
                </a:cubicBezTo>
                <a:cubicBezTo>
                  <a:pt x="190670" y="996915"/>
                  <a:pt x="222000" y="964712"/>
                  <a:pt x="260648" y="964712"/>
                </a:cubicBezTo>
                <a:close/>
                <a:moveTo>
                  <a:pt x="71240" y="964712"/>
                </a:moveTo>
                <a:cubicBezTo>
                  <a:pt x="109888" y="964712"/>
                  <a:pt x="141218" y="996915"/>
                  <a:pt x="141218" y="1036639"/>
                </a:cubicBezTo>
                <a:cubicBezTo>
                  <a:pt x="141218" y="1076363"/>
                  <a:pt x="109888" y="1108566"/>
                  <a:pt x="71240" y="1108566"/>
                </a:cubicBezTo>
                <a:cubicBezTo>
                  <a:pt x="32592" y="1108566"/>
                  <a:pt x="1262" y="1076363"/>
                  <a:pt x="1262" y="1036639"/>
                </a:cubicBezTo>
                <a:cubicBezTo>
                  <a:pt x="1262" y="996915"/>
                  <a:pt x="32592" y="964712"/>
                  <a:pt x="71240" y="964712"/>
                </a:cubicBezTo>
                <a:close/>
                <a:moveTo>
                  <a:pt x="2241780" y="958402"/>
                </a:moveTo>
                <a:cubicBezTo>
                  <a:pt x="2280428" y="958402"/>
                  <a:pt x="2311758" y="990605"/>
                  <a:pt x="2311758" y="1030329"/>
                </a:cubicBezTo>
                <a:cubicBezTo>
                  <a:pt x="2311758" y="1070054"/>
                  <a:pt x="2280428" y="1102257"/>
                  <a:pt x="2241780" y="1102257"/>
                </a:cubicBezTo>
                <a:cubicBezTo>
                  <a:pt x="2203132" y="1102257"/>
                  <a:pt x="2171802" y="1070054"/>
                  <a:pt x="2171802" y="1030329"/>
                </a:cubicBezTo>
                <a:cubicBezTo>
                  <a:pt x="2171802" y="990605"/>
                  <a:pt x="2203132" y="958402"/>
                  <a:pt x="2241780" y="958402"/>
                </a:cubicBezTo>
                <a:close/>
                <a:moveTo>
                  <a:pt x="2051439" y="958402"/>
                </a:moveTo>
                <a:cubicBezTo>
                  <a:pt x="2090087" y="958402"/>
                  <a:pt x="2121418" y="990605"/>
                  <a:pt x="2121418" y="1030329"/>
                </a:cubicBezTo>
                <a:cubicBezTo>
                  <a:pt x="2121418" y="1070054"/>
                  <a:pt x="2090087" y="1102257"/>
                  <a:pt x="2051439" y="1102257"/>
                </a:cubicBezTo>
                <a:cubicBezTo>
                  <a:pt x="2012791" y="1102257"/>
                  <a:pt x="1981461" y="1070054"/>
                  <a:pt x="1981461" y="1030329"/>
                </a:cubicBezTo>
                <a:cubicBezTo>
                  <a:pt x="1981461" y="990605"/>
                  <a:pt x="2012791" y="958402"/>
                  <a:pt x="2051439" y="958402"/>
                </a:cubicBezTo>
                <a:close/>
                <a:moveTo>
                  <a:pt x="1844304" y="958402"/>
                </a:moveTo>
                <a:cubicBezTo>
                  <a:pt x="1882952" y="958402"/>
                  <a:pt x="1914282" y="990605"/>
                  <a:pt x="1914282" y="1030329"/>
                </a:cubicBezTo>
                <a:cubicBezTo>
                  <a:pt x="1914282" y="1070054"/>
                  <a:pt x="1882952" y="1102257"/>
                  <a:pt x="1844304" y="1102257"/>
                </a:cubicBezTo>
                <a:cubicBezTo>
                  <a:pt x="1805656" y="1102257"/>
                  <a:pt x="1774326" y="1070054"/>
                  <a:pt x="1774326" y="1030329"/>
                </a:cubicBezTo>
                <a:cubicBezTo>
                  <a:pt x="1774326" y="990605"/>
                  <a:pt x="1805656" y="958402"/>
                  <a:pt x="1844304" y="958402"/>
                </a:cubicBezTo>
                <a:close/>
                <a:moveTo>
                  <a:pt x="1654896" y="958402"/>
                </a:moveTo>
                <a:cubicBezTo>
                  <a:pt x="1693544" y="958402"/>
                  <a:pt x="1724874" y="990605"/>
                  <a:pt x="1724874" y="1030329"/>
                </a:cubicBezTo>
                <a:cubicBezTo>
                  <a:pt x="1724874" y="1070054"/>
                  <a:pt x="1693544" y="1102257"/>
                  <a:pt x="1654896" y="1102257"/>
                </a:cubicBezTo>
                <a:cubicBezTo>
                  <a:pt x="1616248" y="1102257"/>
                  <a:pt x="1584917" y="1070054"/>
                  <a:pt x="1584917" y="1030329"/>
                </a:cubicBezTo>
                <a:cubicBezTo>
                  <a:pt x="1584917" y="990605"/>
                  <a:pt x="1616248" y="958402"/>
                  <a:pt x="1654896" y="958402"/>
                </a:cubicBezTo>
                <a:close/>
                <a:moveTo>
                  <a:pt x="3826228" y="955241"/>
                </a:moveTo>
                <a:cubicBezTo>
                  <a:pt x="3864876" y="955241"/>
                  <a:pt x="3896206" y="987444"/>
                  <a:pt x="3896206" y="1027168"/>
                </a:cubicBezTo>
                <a:cubicBezTo>
                  <a:pt x="3896206" y="1066893"/>
                  <a:pt x="3864876" y="1099096"/>
                  <a:pt x="3826228" y="1099096"/>
                </a:cubicBezTo>
                <a:cubicBezTo>
                  <a:pt x="3787580" y="1099096"/>
                  <a:pt x="3756250" y="1066893"/>
                  <a:pt x="3756250" y="1027168"/>
                </a:cubicBezTo>
                <a:cubicBezTo>
                  <a:pt x="3756250" y="987444"/>
                  <a:pt x="3787580" y="955241"/>
                  <a:pt x="3826228" y="955241"/>
                </a:cubicBezTo>
                <a:close/>
                <a:moveTo>
                  <a:pt x="3635888" y="955241"/>
                </a:moveTo>
                <a:cubicBezTo>
                  <a:pt x="3674535" y="955241"/>
                  <a:pt x="3705866" y="987444"/>
                  <a:pt x="3705866" y="1027168"/>
                </a:cubicBezTo>
                <a:cubicBezTo>
                  <a:pt x="3705866" y="1066893"/>
                  <a:pt x="3674535" y="1099096"/>
                  <a:pt x="3635888" y="1099096"/>
                </a:cubicBezTo>
                <a:cubicBezTo>
                  <a:pt x="3597240" y="1099096"/>
                  <a:pt x="3565910" y="1066893"/>
                  <a:pt x="3565910" y="1027168"/>
                </a:cubicBezTo>
                <a:cubicBezTo>
                  <a:pt x="3565910" y="987444"/>
                  <a:pt x="3597240" y="955241"/>
                  <a:pt x="3635888" y="955241"/>
                </a:cubicBezTo>
                <a:close/>
                <a:moveTo>
                  <a:pt x="3428752" y="955241"/>
                </a:moveTo>
                <a:cubicBezTo>
                  <a:pt x="3467400" y="955241"/>
                  <a:pt x="3498730" y="987444"/>
                  <a:pt x="3498730" y="1027168"/>
                </a:cubicBezTo>
                <a:cubicBezTo>
                  <a:pt x="3498730" y="1066893"/>
                  <a:pt x="3467400" y="1099096"/>
                  <a:pt x="3428752" y="1099096"/>
                </a:cubicBezTo>
                <a:cubicBezTo>
                  <a:pt x="3390104" y="1099096"/>
                  <a:pt x="3358774" y="1066893"/>
                  <a:pt x="3358774" y="1027168"/>
                </a:cubicBezTo>
                <a:cubicBezTo>
                  <a:pt x="3358774" y="987444"/>
                  <a:pt x="3390104" y="955241"/>
                  <a:pt x="3428752" y="955241"/>
                </a:cubicBezTo>
                <a:close/>
                <a:moveTo>
                  <a:pt x="3239344" y="955241"/>
                </a:moveTo>
                <a:cubicBezTo>
                  <a:pt x="3277992" y="955241"/>
                  <a:pt x="3309322" y="987444"/>
                  <a:pt x="3309322" y="1027168"/>
                </a:cubicBezTo>
                <a:cubicBezTo>
                  <a:pt x="3309322" y="1066893"/>
                  <a:pt x="3277992" y="1099096"/>
                  <a:pt x="3239344" y="1099096"/>
                </a:cubicBezTo>
                <a:cubicBezTo>
                  <a:pt x="3200696" y="1099096"/>
                  <a:pt x="3169365" y="1066893"/>
                  <a:pt x="3169365" y="1027168"/>
                </a:cubicBezTo>
                <a:cubicBezTo>
                  <a:pt x="3169365" y="987444"/>
                  <a:pt x="3200696" y="955241"/>
                  <a:pt x="3239344" y="955241"/>
                </a:cubicBezTo>
                <a:close/>
                <a:moveTo>
                  <a:pt x="3029984" y="953979"/>
                </a:moveTo>
                <a:cubicBezTo>
                  <a:pt x="3068631" y="953979"/>
                  <a:pt x="3099962" y="986182"/>
                  <a:pt x="3099962" y="1025906"/>
                </a:cubicBezTo>
                <a:cubicBezTo>
                  <a:pt x="3099962" y="1065630"/>
                  <a:pt x="3068631" y="1097833"/>
                  <a:pt x="3029984" y="1097833"/>
                </a:cubicBezTo>
                <a:cubicBezTo>
                  <a:pt x="2991336" y="1097833"/>
                  <a:pt x="2960005" y="1065630"/>
                  <a:pt x="2960005" y="1025906"/>
                </a:cubicBezTo>
                <a:cubicBezTo>
                  <a:pt x="2960005" y="986182"/>
                  <a:pt x="2991336" y="953979"/>
                  <a:pt x="3029984" y="953979"/>
                </a:cubicBezTo>
                <a:close/>
                <a:moveTo>
                  <a:pt x="2839643" y="953979"/>
                </a:moveTo>
                <a:cubicBezTo>
                  <a:pt x="2878291" y="953979"/>
                  <a:pt x="2909621" y="986182"/>
                  <a:pt x="2909621" y="1025906"/>
                </a:cubicBezTo>
                <a:cubicBezTo>
                  <a:pt x="2909621" y="1065630"/>
                  <a:pt x="2878291" y="1097833"/>
                  <a:pt x="2839643" y="1097833"/>
                </a:cubicBezTo>
                <a:cubicBezTo>
                  <a:pt x="2800995" y="1097833"/>
                  <a:pt x="2769665" y="1065630"/>
                  <a:pt x="2769665" y="1025906"/>
                </a:cubicBezTo>
                <a:cubicBezTo>
                  <a:pt x="2769665" y="986182"/>
                  <a:pt x="2800995" y="953979"/>
                  <a:pt x="2839643" y="953979"/>
                </a:cubicBezTo>
                <a:close/>
                <a:moveTo>
                  <a:pt x="2632507" y="953979"/>
                </a:moveTo>
                <a:cubicBezTo>
                  <a:pt x="2671155" y="953979"/>
                  <a:pt x="2702486" y="986182"/>
                  <a:pt x="2702486" y="1025906"/>
                </a:cubicBezTo>
                <a:cubicBezTo>
                  <a:pt x="2702486" y="1065630"/>
                  <a:pt x="2671155" y="1097833"/>
                  <a:pt x="2632507" y="1097833"/>
                </a:cubicBezTo>
                <a:cubicBezTo>
                  <a:pt x="2593859" y="1097833"/>
                  <a:pt x="2562529" y="1065630"/>
                  <a:pt x="2562529" y="1025906"/>
                </a:cubicBezTo>
                <a:cubicBezTo>
                  <a:pt x="2562529" y="986182"/>
                  <a:pt x="2593859" y="953979"/>
                  <a:pt x="2632507" y="953979"/>
                </a:cubicBezTo>
                <a:close/>
                <a:moveTo>
                  <a:pt x="2443099" y="953979"/>
                </a:moveTo>
                <a:cubicBezTo>
                  <a:pt x="2481747" y="953979"/>
                  <a:pt x="2513077" y="986182"/>
                  <a:pt x="2513077" y="1025906"/>
                </a:cubicBezTo>
                <a:cubicBezTo>
                  <a:pt x="2513077" y="1065630"/>
                  <a:pt x="2481747" y="1097833"/>
                  <a:pt x="2443099" y="1097833"/>
                </a:cubicBezTo>
                <a:cubicBezTo>
                  <a:pt x="2404451" y="1097833"/>
                  <a:pt x="2373121" y="1065630"/>
                  <a:pt x="2373121" y="1025906"/>
                </a:cubicBezTo>
                <a:cubicBezTo>
                  <a:pt x="2373121" y="986182"/>
                  <a:pt x="2404451" y="953979"/>
                  <a:pt x="2443099" y="953979"/>
                </a:cubicBezTo>
                <a:close/>
                <a:moveTo>
                  <a:pt x="4613639" y="947669"/>
                </a:moveTo>
                <a:cubicBezTo>
                  <a:pt x="4652286" y="947669"/>
                  <a:pt x="4683617" y="979872"/>
                  <a:pt x="4683617" y="1019596"/>
                </a:cubicBezTo>
                <a:cubicBezTo>
                  <a:pt x="4683617" y="1059321"/>
                  <a:pt x="4652286" y="1091524"/>
                  <a:pt x="4613639" y="1091524"/>
                </a:cubicBezTo>
                <a:cubicBezTo>
                  <a:pt x="4574991" y="1091524"/>
                  <a:pt x="4543660" y="1059321"/>
                  <a:pt x="4543660" y="1019596"/>
                </a:cubicBezTo>
                <a:cubicBezTo>
                  <a:pt x="4543660" y="979872"/>
                  <a:pt x="4574991" y="947669"/>
                  <a:pt x="4613639" y="947669"/>
                </a:cubicBezTo>
                <a:close/>
                <a:moveTo>
                  <a:pt x="4423298" y="947669"/>
                </a:moveTo>
                <a:cubicBezTo>
                  <a:pt x="4461946" y="947669"/>
                  <a:pt x="4493276" y="979872"/>
                  <a:pt x="4493276" y="1019596"/>
                </a:cubicBezTo>
                <a:cubicBezTo>
                  <a:pt x="4493276" y="1059321"/>
                  <a:pt x="4461946" y="1091524"/>
                  <a:pt x="4423298" y="1091524"/>
                </a:cubicBezTo>
                <a:cubicBezTo>
                  <a:pt x="4384650" y="1091524"/>
                  <a:pt x="4353320" y="1059321"/>
                  <a:pt x="4353320" y="1019596"/>
                </a:cubicBezTo>
                <a:cubicBezTo>
                  <a:pt x="4353320" y="979872"/>
                  <a:pt x="4384650" y="947669"/>
                  <a:pt x="4423298" y="947669"/>
                </a:cubicBezTo>
                <a:close/>
                <a:moveTo>
                  <a:pt x="4216162" y="947669"/>
                </a:moveTo>
                <a:cubicBezTo>
                  <a:pt x="4254810" y="947669"/>
                  <a:pt x="4286141" y="979872"/>
                  <a:pt x="4286141" y="1019596"/>
                </a:cubicBezTo>
                <a:cubicBezTo>
                  <a:pt x="4286141" y="1059321"/>
                  <a:pt x="4254810" y="1091524"/>
                  <a:pt x="4216162" y="1091524"/>
                </a:cubicBezTo>
                <a:cubicBezTo>
                  <a:pt x="4177514" y="1091524"/>
                  <a:pt x="4146184" y="1059321"/>
                  <a:pt x="4146184" y="1019596"/>
                </a:cubicBezTo>
                <a:cubicBezTo>
                  <a:pt x="4146184" y="979872"/>
                  <a:pt x="4177514" y="947669"/>
                  <a:pt x="4216162" y="947669"/>
                </a:cubicBezTo>
                <a:close/>
                <a:moveTo>
                  <a:pt x="4026754" y="947669"/>
                </a:moveTo>
                <a:cubicBezTo>
                  <a:pt x="4065402" y="947669"/>
                  <a:pt x="4096732" y="979872"/>
                  <a:pt x="4096732" y="1019596"/>
                </a:cubicBezTo>
                <a:cubicBezTo>
                  <a:pt x="4096732" y="1059321"/>
                  <a:pt x="4065402" y="1091524"/>
                  <a:pt x="4026754" y="1091524"/>
                </a:cubicBezTo>
                <a:cubicBezTo>
                  <a:pt x="3988106" y="1091524"/>
                  <a:pt x="3956776" y="1059321"/>
                  <a:pt x="3956776" y="1019596"/>
                </a:cubicBezTo>
                <a:cubicBezTo>
                  <a:pt x="3956776" y="979872"/>
                  <a:pt x="3988106" y="947669"/>
                  <a:pt x="4026754" y="947669"/>
                </a:cubicBezTo>
                <a:close/>
                <a:moveTo>
                  <a:pt x="1453108" y="774169"/>
                </a:moveTo>
                <a:cubicBezTo>
                  <a:pt x="1491755" y="774169"/>
                  <a:pt x="1523086" y="806372"/>
                  <a:pt x="1523086" y="846096"/>
                </a:cubicBezTo>
                <a:cubicBezTo>
                  <a:pt x="1523086" y="885820"/>
                  <a:pt x="1491755" y="918023"/>
                  <a:pt x="1453108" y="918023"/>
                </a:cubicBezTo>
                <a:cubicBezTo>
                  <a:pt x="1414460" y="918023"/>
                  <a:pt x="1383129" y="885820"/>
                  <a:pt x="1383129" y="846096"/>
                </a:cubicBezTo>
                <a:cubicBezTo>
                  <a:pt x="1383129" y="806372"/>
                  <a:pt x="1414460" y="774169"/>
                  <a:pt x="1453108" y="774169"/>
                </a:cubicBezTo>
                <a:close/>
                <a:moveTo>
                  <a:pt x="1262767" y="774169"/>
                </a:moveTo>
                <a:cubicBezTo>
                  <a:pt x="1301415" y="774169"/>
                  <a:pt x="1332746" y="806372"/>
                  <a:pt x="1332746" y="846096"/>
                </a:cubicBezTo>
                <a:cubicBezTo>
                  <a:pt x="1332746" y="885820"/>
                  <a:pt x="1301415" y="918023"/>
                  <a:pt x="1262767" y="918023"/>
                </a:cubicBezTo>
                <a:cubicBezTo>
                  <a:pt x="1224119" y="918023"/>
                  <a:pt x="1192789" y="885820"/>
                  <a:pt x="1192789" y="846096"/>
                </a:cubicBezTo>
                <a:cubicBezTo>
                  <a:pt x="1192789" y="806372"/>
                  <a:pt x="1224119" y="774169"/>
                  <a:pt x="1262767" y="774169"/>
                </a:cubicBezTo>
                <a:close/>
                <a:moveTo>
                  <a:pt x="1055631" y="774169"/>
                </a:moveTo>
                <a:cubicBezTo>
                  <a:pt x="1094279" y="774169"/>
                  <a:pt x="1125610" y="806372"/>
                  <a:pt x="1125610" y="846096"/>
                </a:cubicBezTo>
                <a:cubicBezTo>
                  <a:pt x="1125610" y="885820"/>
                  <a:pt x="1094279" y="918023"/>
                  <a:pt x="1055631" y="918023"/>
                </a:cubicBezTo>
                <a:cubicBezTo>
                  <a:pt x="1016984" y="918023"/>
                  <a:pt x="985654" y="885820"/>
                  <a:pt x="985654" y="846096"/>
                </a:cubicBezTo>
                <a:cubicBezTo>
                  <a:pt x="985654" y="806372"/>
                  <a:pt x="1016984" y="774169"/>
                  <a:pt x="1055631" y="774169"/>
                </a:cubicBezTo>
                <a:close/>
                <a:moveTo>
                  <a:pt x="866223" y="774169"/>
                </a:moveTo>
                <a:cubicBezTo>
                  <a:pt x="904871" y="774169"/>
                  <a:pt x="936201" y="806372"/>
                  <a:pt x="936201" y="846096"/>
                </a:cubicBezTo>
                <a:cubicBezTo>
                  <a:pt x="936201" y="885820"/>
                  <a:pt x="904871" y="918023"/>
                  <a:pt x="866223" y="918023"/>
                </a:cubicBezTo>
                <a:cubicBezTo>
                  <a:pt x="827576" y="918023"/>
                  <a:pt x="796245" y="885820"/>
                  <a:pt x="796245" y="846096"/>
                </a:cubicBezTo>
                <a:cubicBezTo>
                  <a:pt x="796245" y="806372"/>
                  <a:pt x="827576" y="774169"/>
                  <a:pt x="866223" y="774169"/>
                </a:cubicBezTo>
                <a:close/>
                <a:moveTo>
                  <a:pt x="656863" y="772907"/>
                </a:moveTo>
                <a:cubicBezTo>
                  <a:pt x="695511" y="772907"/>
                  <a:pt x="726841" y="805110"/>
                  <a:pt x="726841" y="844834"/>
                </a:cubicBezTo>
                <a:cubicBezTo>
                  <a:pt x="726841" y="884558"/>
                  <a:pt x="695511" y="916761"/>
                  <a:pt x="656863" y="916761"/>
                </a:cubicBezTo>
                <a:cubicBezTo>
                  <a:pt x="618215" y="916761"/>
                  <a:pt x="586885" y="884558"/>
                  <a:pt x="586885" y="844834"/>
                </a:cubicBezTo>
                <a:cubicBezTo>
                  <a:pt x="586885" y="805110"/>
                  <a:pt x="618215" y="772907"/>
                  <a:pt x="656863" y="772907"/>
                </a:cubicBezTo>
                <a:close/>
                <a:moveTo>
                  <a:pt x="466522" y="772907"/>
                </a:moveTo>
                <a:cubicBezTo>
                  <a:pt x="505170" y="772907"/>
                  <a:pt x="536501" y="805110"/>
                  <a:pt x="536501" y="844834"/>
                </a:cubicBezTo>
                <a:cubicBezTo>
                  <a:pt x="536501" y="884558"/>
                  <a:pt x="505170" y="916761"/>
                  <a:pt x="466522" y="916761"/>
                </a:cubicBezTo>
                <a:cubicBezTo>
                  <a:pt x="427874" y="916761"/>
                  <a:pt x="396544" y="884558"/>
                  <a:pt x="396544" y="844834"/>
                </a:cubicBezTo>
                <a:cubicBezTo>
                  <a:pt x="396544" y="805110"/>
                  <a:pt x="427874" y="772907"/>
                  <a:pt x="466522" y="772907"/>
                </a:cubicBezTo>
                <a:close/>
                <a:moveTo>
                  <a:pt x="259387" y="772907"/>
                </a:moveTo>
                <a:cubicBezTo>
                  <a:pt x="298035" y="772907"/>
                  <a:pt x="329365" y="805110"/>
                  <a:pt x="329365" y="844834"/>
                </a:cubicBezTo>
                <a:cubicBezTo>
                  <a:pt x="329365" y="884558"/>
                  <a:pt x="298035" y="916761"/>
                  <a:pt x="259387" y="916761"/>
                </a:cubicBezTo>
                <a:cubicBezTo>
                  <a:pt x="220739" y="916761"/>
                  <a:pt x="189409" y="884558"/>
                  <a:pt x="189409" y="844834"/>
                </a:cubicBezTo>
                <a:cubicBezTo>
                  <a:pt x="189409" y="805110"/>
                  <a:pt x="220739" y="772907"/>
                  <a:pt x="259387" y="772907"/>
                </a:cubicBezTo>
                <a:close/>
                <a:moveTo>
                  <a:pt x="69979" y="772907"/>
                </a:moveTo>
                <a:cubicBezTo>
                  <a:pt x="108627" y="772907"/>
                  <a:pt x="139957" y="805110"/>
                  <a:pt x="139957" y="844834"/>
                </a:cubicBezTo>
                <a:cubicBezTo>
                  <a:pt x="139957" y="884558"/>
                  <a:pt x="108627" y="916761"/>
                  <a:pt x="69979" y="916761"/>
                </a:cubicBezTo>
                <a:cubicBezTo>
                  <a:pt x="31331" y="916761"/>
                  <a:pt x="0" y="884558"/>
                  <a:pt x="0" y="844834"/>
                </a:cubicBezTo>
                <a:cubicBezTo>
                  <a:pt x="0" y="805110"/>
                  <a:pt x="31331" y="772907"/>
                  <a:pt x="69979" y="772907"/>
                </a:cubicBezTo>
                <a:close/>
                <a:moveTo>
                  <a:pt x="2240519" y="766597"/>
                </a:moveTo>
                <a:cubicBezTo>
                  <a:pt x="2279166" y="766597"/>
                  <a:pt x="2310497" y="798800"/>
                  <a:pt x="2310497" y="838524"/>
                </a:cubicBezTo>
                <a:cubicBezTo>
                  <a:pt x="2310497" y="878248"/>
                  <a:pt x="2279166" y="910451"/>
                  <a:pt x="2240519" y="910451"/>
                </a:cubicBezTo>
                <a:cubicBezTo>
                  <a:pt x="2201871" y="910451"/>
                  <a:pt x="2170540" y="878248"/>
                  <a:pt x="2170540" y="838524"/>
                </a:cubicBezTo>
                <a:cubicBezTo>
                  <a:pt x="2170540" y="798800"/>
                  <a:pt x="2201871" y="766597"/>
                  <a:pt x="2240519" y="766597"/>
                </a:cubicBezTo>
                <a:close/>
                <a:moveTo>
                  <a:pt x="2050178" y="766597"/>
                </a:moveTo>
                <a:cubicBezTo>
                  <a:pt x="2088826" y="766597"/>
                  <a:pt x="2120156" y="798800"/>
                  <a:pt x="2120156" y="838524"/>
                </a:cubicBezTo>
                <a:cubicBezTo>
                  <a:pt x="2120156" y="878248"/>
                  <a:pt x="2088826" y="910451"/>
                  <a:pt x="2050178" y="910451"/>
                </a:cubicBezTo>
                <a:cubicBezTo>
                  <a:pt x="2011530" y="910451"/>
                  <a:pt x="1980200" y="878248"/>
                  <a:pt x="1980200" y="838524"/>
                </a:cubicBezTo>
                <a:cubicBezTo>
                  <a:pt x="1980200" y="798800"/>
                  <a:pt x="2011530" y="766597"/>
                  <a:pt x="2050178" y="766597"/>
                </a:cubicBezTo>
                <a:close/>
                <a:moveTo>
                  <a:pt x="1843042" y="766597"/>
                </a:moveTo>
                <a:cubicBezTo>
                  <a:pt x="1881690" y="766597"/>
                  <a:pt x="1913021" y="798800"/>
                  <a:pt x="1913021" y="838524"/>
                </a:cubicBezTo>
                <a:cubicBezTo>
                  <a:pt x="1913021" y="878248"/>
                  <a:pt x="1881690" y="910451"/>
                  <a:pt x="1843042" y="910451"/>
                </a:cubicBezTo>
                <a:cubicBezTo>
                  <a:pt x="1804394" y="910451"/>
                  <a:pt x="1773064" y="878248"/>
                  <a:pt x="1773064" y="838524"/>
                </a:cubicBezTo>
                <a:cubicBezTo>
                  <a:pt x="1773064" y="798800"/>
                  <a:pt x="1804394" y="766597"/>
                  <a:pt x="1843042" y="766597"/>
                </a:cubicBezTo>
                <a:close/>
                <a:moveTo>
                  <a:pt x="1653634" y="766597"/>
                </a:moveTo>
                <a:cubicBezTo>
                  <a:pt x="1692282" y="766597"/>
                  <a:pt x="1723612" y="798800"/>
                  <a:pt x="1723612" y="838524"/>
                </a:cubicBezTo>
                <a:cubicBezTo>
                  <a:pt x="1723612" y="878248"/>
                  <a:pt x="1692282" y="910451"/>
                  <a:pt x="1653634" y="910451"/>
                </a:cubicBezTo>
                <a:cubicBezTo>
                  <a:pt x="1614986" y="910451"/>
                  <a:pt x="1583655" y="878248"/>
                  <a:pt x="1583655" y="838524"/>
                </a:cubicBezTo>
                <a:cubicBezTo>
                  <a:pt x="1583655" y="798800"/>
                  <a:pt x="1614986" y="766597"/>
                  <a:pt x="1653634" y="766597"/>
                </a:cubicBezTo>
                <a:close/>
                <a:moveTo>
                  <a:pt x="3824967" y="763436"/>
                </a:moveTo>
                <a:cubicBezTo>
                  <a:pt x="3863614" y="763436"/>
                  <a:pt x="3894945" y="795639"/>
                  <a:pt x="3894945" y="835363"/>
                </a:cubicBezTo>
                <a:cubicBezTo>
                  <a:pt x="3894945" y="875087"/>
                  <a:pt x="3863614" y="907290"/>
                  <a:pt x="3824967" y="907290"/>
                </a:cubicBezTo>
                <a:cubicBezTo>
                  <a:pt x="3786319" y="907290"/>
                  <a:pt x="3754988" y="875087"/>
                  <a:pt x="3754988" y="835363"/>
                </a:cubicBezTo>
                <a:cubicBezTo>
                  <a:pt x="3754988" y="795639"/>
                  <a:pt x="3786319" y="763436"/>
                  <a:pt x="3824967" y="763436"/>
                </a:cubicBezTo>
                <a:close/>
                <a:moveTo>
                  <a:pt x="3634626" y="763436"/>
                </a:moveTo>
                <a:cubicBezTo>
                  <a:pt x="3673274" y="763436"/>
                  <a:pt x="3704604" y="795639"/>
                  <a:pt x="3704604" y="835363"/>
                </a:cubicBezTo>
                <a:cubicBezTo>
                  <a:pt x="3704604" y="875087"/>
                  <a:pt x="3673274" y="907290"/>
                  <a:pt x="3634626" y="907290"/>
                </a:cubicBezTo>
                <a:cubicBezTo>
                  <a:pt x="3595978" y="907290"/>
                  <a:pt x="3564648" y="875087"/>
                  <a:pt x="3564648" y="835363"/>
                </a:cubicBezTo>
                <a:cubicBezTo>
                  <a:pt x="3564648" y="795639"/>
                  <a:pt x="3595978" y="763436"/>
                  <a:pt x="3634626" y="763436"/>
                </a:cubicBezTo>
                <a:close/>
                <a:moveTo>
                  <a:pt x="3427490" y="763436"/>
                </a:moveTo>
                <a:cubicBezTo>
                  <a:pt x="3466138" y="763436"/>
                  <a:pt x="3497469" y="795639"/>
                  <a:pt x="3497469" y="835363"/>
                </a:cubicBezTo>
                <a:cubicBezTo>
                  <a:pt x="3497469" y="875087"/>
                  <a:pt x="3466138" y="907290"/>
                  <a:pt x="3427490" y="907290"/>
                </a:cubicBezTo>
                <a:cubicBezTo>
                  <a:pt x="3388842" y="907290"/>
                  <a:pt x="3357512" y="875087"/>
                  <a:pt x="3357512" y="835363"/>
                </a:cubicBezTo>
                <a:cubicBezTo>
                  <a:pt x="3357512" y="795639"/>
                  <a:pt x="3388842" y="763436"/>
                  <a:pt x="3427490" y="763436"/>
                </a:cubicBezTo>
                <a:close/>
                <a:moveTo>
                  <a:pt x="3238082" y="763436"/>
                </a:moveTo>
                <a:cubicBezTo>
                  <a:pt x="3276730" y="763436"/>
                  <a:pt x="3308060" y="795639"/>
                  <a:pt x="3308060" y="835363"/>
                </a:cubicBezTo>
                <a:cubicBezTo>
                  <a:pt x="3308060" y="875087"/>
                  <a:pt x="3276730" y="907290"/>
                  <a:pt x="3238082" y="907290"/>
                </a:cubicBezTo>
                <a:cubicBezTo>
                  <a:pt x="3199434" y="907290"/>
                  <a:pt x="3168104" y="875087"/>
                  <a:pt x="3168104" y="835363"/>
                </a:cubicBezTo>
                <a:cubicBezTo>
                  <a:pt x="3168104" y="795639"/>
                  <a:pt x="3199434" y="763436"/>
                  <a:pt x="3238082" y="763436"/>
                </a:cubicBezTo>
                <a:close/>
                <a:moveTo>
                  <a:pt x="3028722" y="762174"/>
                </a:moveTo>
                <a:cubicBezTo>
                  <a:pt x="3067370" y="762174"/>
                  <a:pt x="3098700" y="794377"/>
                  <a:pt x="3098700" y="834101"/>
                </a:cubicBezTo>
                <a:cubicBezTo>
                  <a:pt x="3098700" y="873825"/>
                  <a:pt x="3067370" y="906028"/>
                  <a:pt x="3028722" y="906028"/>
                </a:cubicBezTo>
                <a:cubicBezTo>
                  <a:pt x="2990074" y="906028"/>
                  <a:pt x="2958744" y="873825"/>
                  <a:pt x="2958744" y="834101"/>
                </a:cubicBezTo>
                <a:cubicBezTo>
                  <a:pt x="2958744" y="794377"/>
                  <a:pt x="2990074" y="762174"/>
                  <a:pt x="3028722" y="762174"/>
                </a:cubicBezTo>
                <a:close/>
                <a:moveTo>
                  <a:pt x="2838381" y="762174"/>
                </a:moveTo>
                <a:cubicBezTo>
                  <a:pt x="2877029" y="762174"/>
                  <a:pt x="2908360" y="794377"/>
                  <a:pt x="2908360" y="834101"/>
                </a:cubicBezTo>
                <a:cubicBezTo>
                  <a:pt x="2908360" y="873825"/>
                  <a:pt x="2877029" y="906028"/>
                  <a:pt x="2838381" y="906028"/>
                </a:cubicBezTo>
                <a:cubicBezTo>
                  <a:pt x="2799733" y="906028"/>
                  <a:pt x="2768403" y="873825"/>
                  <a:pt x="2768403" y="834101"/>
                </a:cubicBezTo>
                <a:cubicBezTo>
                  <a:pt x="2768403" y="794377"/>
                  <a:pt x="2799733" y="762174"/>
                  <a:pt x="2838381" y="762174"/>
                </a:cubicBezTo>
                <a:close/>
                <a:moveTo>
                  <a:pt x="2631246" y="762174"/>
                </a:moveTo>
                <a:cubicBezTo>
                  <a:pt x="2669894" y="762174"/>
                  <a:pt x="2701224" y="794377"/>
                  <a:pt x="2701224" y="834101"/>
                </a:cubicBezTo>
                <a:cubicBezTo>
                  <a:pt x="2701224" y="873825"/>
                  <a:pt x="2669894" y="906028"/>
                  <a:pt x="2631246" y="906028"/>
                </a:cubicBezTo>
                <a:cubicBezTo>
                  <a:pt x="2592598" y="906028"/>
                  <a:pt x="2561268" y="873825"/>
                  <a:pt x="2561268" y="834101"/>
                </a:cubicBezTo>
                <a:cubicBezTo>
                  <a:pt x="2561268" y="794377"/>
                  <a:pt x="2592598" y="762174"/>
                  <a:pt x="2631246" y="762174"/>
                </a:cubicBezTo>
                <a:close/>
                <a:moveTo>
                  <a:pt x="2441838" y="762174"/>
                </a:moveTo>
                <a:cubicBezTo>
                  <a:pt x="2480486" y="762174"/>
                  <a:pt x="2511816" y="794377"/>
                  <a:pt x="2511816" y="834101"/>
                </a:cubicBezTo>
                <a:cubicBezTo>
                  <a:pt x="2511816" y="873825"/>
                  <a:pt x="2480486" y="906028"/>
                  <a:pt x="2441838" y="906028"/>
                </a:cubicBezTo>
                <a:cubicBezTo>
                  <a:pt x="2403190" y="906028"/>
                  <a:pt x="2371859" y="873825"/>
                  <a:pt x="2371859" y="834101"/>
                </a:cubicBezTo>
                <a:cubicBezTo>
                  <a:pt x="2371859" y="794377"/>
                  <a:pt x="2403190" y="762174"/>
                  <a:pt x="2441838" y="762174"/>
                </a:cubicBezTo>
                <a:close/>
                <a:moveTo>
                  <a:pt x="4612378" y="755864"/>
                </a:moveTo>
                <a:cubicBezTo>
                  <a:pt x="4651025" y="755864"/>
                  <a:pt x="4682356" y="788067"/>
                  <a:pt x="4682356" y="827791"/>
                </a:cubicBezTo>
                <a:cubicBezTo>
                  <a:pt x="4682356" y="867515"/>
                  <a:pt x="4651025" y="899718"/>
                  <a:pt x="4612378" y="899718"/>
                </a:cubicBezTo>
                <a:cubicBezTo>
                  <a:pt x="4573730" y="899718"/>
                  <a:pt x="4542399" y="867515"/>
                  <a:pt x="4542399" y="827791"/>
                </a:cubicBezTo>
                <a:cubicBezTo>
                  <a:pt x="4542399" y="788067"/>
                  <a:pt x="4573730" y="755864"/>
                  <a:pt x="4612378" y="755864"/>
                </a:cubicBezTo>
                <a:close/>
                <a:moveTo>
                  <a:pt x="4422036" y="755864"/>
                </a:moveTo>
                <a:cubicBezTo>
                  <a:pt x="4460684" y="755864"/>
                  <a:pt x="4492015" y="788067"/>
                  <a:pt x="4492015" y="827791"/>
                </a:cubicBezTo>
                <a:cubicBezTo>
                  <a:pt x="4492015" y="867515"/>
                  <a:pt x="4460684" y="899718"/>
                  <a:pt x="4422036" y="899718"/>
                </a:cubicBezTo>
                <a:cubicBezTo>
                  <a:pt x="4383388" y="899718"/>
                  <a:pt x="4352058" y="867515"/>
                  <a:pt x="4352058" y="827791"/>
                </a:cubicBezTo>
                <a:cubicBezTo>
                  <a:pt x="4352058" y="788067"/>
                  <a:pt x="4383388" y="755864"/>
                  <a:pt x="4422036" y="755864"/>
                </a:cubicBezTo>
                <a:close/>
                <a:moveTo>
                  <a:pt x="4214901" y="755864"/>
                </a:moveTo>
                <a:cubicBezTo>
                  <a:pt x="4253549" y="755864"/>
                  <a:pt x="4284879" y="788067"/>
                  <a:pt x="4284879" y="827791"/>
                </a:cubicBezTo>
                <a:cubicBezTo>
                  <a:pt x="4284879" y="867515"/>
                  <a:pt x="4253549" y="899718"/>
                  <a:pt x="4214901" y="899718"/>
                </a:cubicBezTo>
                <a:cubicBezTo>
                  <a:pt x="4176253" y="899718"/>
                  <a:pt x="4144923" y="867515"/>
                  <a:pt x="4144923" y="827791"/>
                </a:cubicBezTo>
                <a:cubicBezTo>
                  <a:pt x="4144923" y="788067"/>
                  <a:pt x="4176253" y="755864"/>
                  <a:pt x="4214901" y="755864"/>
                </a:cubicBezTo>
                <a:close/>
                <a:moveTo>
                  <a:pt x="4025493" y="755864"/>
                </a:moveTo>
                <a:cubicBezTo>
                  <a:pt x="4064141" y="755864"/>
                  <a:pt x="4095471" y="788067"/>
                  <a:pt x="4095471" y="827791"/>
                </a:cubicBezTo>
                <a:cubicBezTo>
                  <a:pt x="4095471" y="867515"/>
                  <a:pt x="4064141" y="899718"/>
                  <a:pt x="4025493" y="899718"/>
                </a:cubicBezTo>
                <a:cubicBezTo>
                  <a:pt x="3986845" y="899718"/>
                  <a:pt x="3955514" y="867515"/>
                  <a:pt x="3955514" y="827791"/>
                </a:cubicBezTo>
                <a:cubicBezTo>
                  <a:pt x="3955514" y="788067"/>
                  <a:pt x="3986845" y="755864"/>
                  <a:pt x="4025493" y="755864"/>
                </a:cubicBezTo>
                <a:close/>
                <a:moveTo>
                  <a:pt x="1453108" y="584887"/>
                </a:moveTo>
                <a:cubicBezTo>
                  <a:pt x="1491755" y="584887"/>
                  <a:pt x="1523086" y="617090"/>
                  <a:pt x="1523086" y="656814"/>
                </a:cubicBezTo>
                <a:cubicBezTo>
                  <a:pt x="1523086" y="696539"/>
                  <a:pt x="1491755" y="728742"/>
                  <a:pt x="1453108" y="728742"/>
                </a:cubicBezTo>
                <a:cubicBezTo>
                  <a:pt x="1414460" y="728742"/>
                  <a:pt x="1383129" y="696539"/>
                  <a:pt x="1383129" y="656814"/>
                </a:cubicBezTo>
                <a:cubicBezTo>
                  <a:pt x="1383129" y="617090"/>
                  <a:pt x="1414460" y="584887"/>
                  <a:pt x="1453108" y="584887"/>
                </a:cubicBezTo>
                <a:close/>
                <a:moveTo>
                  <a:pt x="1262767" y="584887"/>
                </a:moveTo>
                <a:cubicBezTo>
                  <a:pt x="1301415" y="584887"/>
                  <a:pt x="1332746" y="617090"/>
                  <a:pt x="1332746" y="656814"/>
                </a:cubicBezTo>
                <a:cubicBezTo>
                  <a:pt x="1332746" y="696539"/>
                  <a:pt x="1301415" y="728742"/>
                  <a:pt x="1262767" y="728742"/>
                </a:cubicBezTo>
                <a:cubicBezTo>
                  <a:pt x="1224119" y="728742"/>
                  <a:pt x="1192789" y="696539"/>
                  <a:pt x="1192789" y="656814"/>
                </a:cubicBezTo>
                <a:cubicBezTo>
                  <a:pt x="1192789" y="617090"/>
                  <a:pt x="1224119" y="584887"/>
                  <a:pt x="1262767" y="584887"/>
                </a:cubicBezTo>
                <a:close/>
                <a:moveTo>
                  <a:pt x="1055631" y="584887"/>
                </a:moveTo>
                <a:cubicBezTo>
                  <a:pt x="1094279" y="584887"/>
                  <a:pt x="1125610" y="617090"/>
                  <a:pt x="1125610" y="656814"/>
                </a:cubicBezTo>
                <a:cubicBezTo>
                  <a:pt x="1125610" y="696539"/>
                  <a:pt x="1094279" y="728742"/>
                  <a:pt x="1055631" y="728742"/>
                </a:cubicBezTo>
                <a:cubicBezTo>
                  <a:pt x="1016984" y="728742"/>
                  <a:pt x="985654" y="696539"/>
                  <a:pt x="985654" y="656814"/>
                </a:cubicBezTo>
                <a:cubicBezTo>
                  <a:pt x="985654" y="617090"/>
                  <a:pt x="1016984" y="584887"/>
                  <a:pt x="1055631" y="584887"/>
                </a:cubicBezTo>
                <a:close/>
                <a:moveTo>
                  <a:pt x="866223" y="584887"/>
                </a:moveTo>
                <a:cubicBezTo>
                  <a:pt x="904871" y="584887"/>
                  <a:pt x="936201" y="617090"/>
                  <a:pt x="936201" y="656814"/>
                </a:cubicBezTo>
                <a:cubicBezTo>
                  <a:pt x="936201" y="696539"/>
                  <a:pt x="904871" y="728742"/>
                  <a:pt x="866223" y="728742"/>
                </a:cubicBezTo>
                <a:cubicBezTo>
                  <a:pt x="827576" y="728742"/>
                  <a:pt x="796245" y="696539"/>
                  <a:pt x="796245" y="656814"/>
                </a:cubicBezTo>
                <a:cubicBezTo>
                  <a:pt x="796245" y="617090"/>
                  <a:pt x="827576" y="584887"/>
                  <a:pt x="866223" y="584887"/>
                </a:cubicBezTo>
                <a:close/>
                <a:moveTo>
                  <a:pt x="656863" y="583625"/>
                </a:moveTo>
                <a:cubicBezTo>
                  <a:pt x="695511" y="583625"/>
                  <a:pt x="726841" y="615828"/>
                  <a:pt x="726841" y="655552"/>
                </a:cubicBezTo>
                <a:cubicBezTo>
                  <a:pt x="726841" y="695276"/>
                  <a:pt x="695511" y="727479"/>
                  <a:pt x="656863" y="727479"/>
                </a:cubicBezTo>
                <a:cubicBezTo>
                  <a:pt x="618215" y="727479"/>
                  <a:pt x="586885" y="695276"/>
                  <a:pt x="586885" y="655552"/>
                </a:cubicBezTo>
                <a:cubicBezTo>
                  <a:pt x="586885" y="615828"/>
                  <a:pt x="618215" y="583625"/>
                  <a:pt x="656863" y="583625"/>
                </a:cubicBezTo>
                <a:close/>
                <a:moveTo>
                  <a:pt x="466522" y="583625"/>
                </a:moveTo>
                <a:cubicBezTo>
                  <a:pt x="505170" y="583625"/>
                  <a:pt x="536501" y="615828"/>
                  <a:pt x="536501" y="655552"/>
                </a:cubicBezTo>
                <a:cubicBezTo>
                  <a:pt x="536501" y="695276"/>
                  <a:pt x="505170" y="727479"/>
                  <a:pt x="466522" y="727479"/>
                </a:cubicBezTo>
                <a:cubicBezTo>
                  <a:pt x="427874" y="727479"/>
                  <a:pt x="396544" y="695276"/>
                  <a:pt x="396544" y="655552"/>
                </a:cubicBezTo>
                <a:cubicBezTo>
                  <a:pt x="396544" y="615828"/>
                  <a:pt x="427874" y="583625"/>
                  <a:pt x="466522" y="583625"/>
                </a:cubicBezTo>
                <a:close/>
                <a:moveTo>
                  <a:pt x="259387" y="583625"/>
                </a:moveTo>
                <a:cubicBezTo>
                  <a:pt x="298035" y="583625"/>
                  <a:pt x="329365" y="615828"/>
                  <a:pt x="329365" y="655552"/>
                </a:cubicBezTo>
                <a:cubicBezTo>
                  <a:pt x="329365" y="695276"/>
                  <a:pt x="298035" y="727479"/>
                  <a:pt x="259387" y="727479"/>
                </a:cubicBezTo>
                <a:cubicBezTo>
                  <a:pt x="220739" y="727479"/>
                  <a:pt x="189409" y="695276"/>
                  <a:pt x="189409" y="655552"/>
                </a:cubicBezTo>
                <a:cubicBezTo>
                  <a:pt x="189409" y="615828"/>
                  <a:pt x="220739" y="583625"/>
                  <a:pt x="259387" y="583625"/>
                </a:cubicBezTo>
                <a:close/>
                <a:moveTo>
                  <a:pt x="69979" y="583625"/>
                </a:moveTo>
                <a:cubicBezTo>
                  <a:pt x="108627" y="583625"/>
                  <a:pt x="139957" y="615828"/>
                  <a:pt x="139957" y="655552"/>
                </a:cubicBezTo>
                <a:cubicBezTo>
                  <a:pt x="139957" y="695276"/>
                  <a:pt x="108627" y="727479"/>
                  <a:pt x="69979" y="727479"/>
                </a:cubicBezTo>
                <a:cubicBezTo>
                  <a:pt x="31331" y="727479"/>
                  <a:pt x="0" y="695276"/>
                  <a:pt x="0" y="655552"/>
                </a:cubicBezTo>
                <a:cubicBezTo>
                  <a:pt x="0" y="615828"/>
                  <a:pt x="31331" y="583625"/>
                  <a:pt x="69979" y="583625"/>
                </a:cubicBezTo>
                <a:close/>
                <a:moveTo>
                  <a:pt x="2240519" y="577316"/>
                </a:moveTo>
                <a:cubicBezTo>
                  <a:pt x="2279166" y="577316"/>
                  <a:pt x="2310497" y="609519"/>
                  <a:pt x="2310497" y="649242"/>
                </a:cubicBezTo>
                <a:cubicBezTo>
                  <a:pt x="2310497" y="688967"/>
                  <a:pt x="2279166" y="721170"/>
                  <a:pt x="2240519" y="721170"/>
                </a:cubicBezTo>
                <a:cubicBezTo>
                  <a:pt x="2201871" y="721170"/>
                  <a:pt x="2170540" y="688967"/>
                  <a:pt x="2170540" y="649242"/>
                </a:cubicBezTo>
                <a:cubicBezTo>
                  <a:pt x="2170540" y="609519"/>
                  <a:pt x="2201871" y="577316"/>
                  <a:pt x="2240519" y="577316"/>
                </a:cubicBezTo>
                <a:close/>
                <a:moveTo>
                  <a:pt x="2050178" y="577316"/>
                </a:moveTo>
                <a:cubicBezTo>
                  <a:pt x="2088826" y="577316"/>
                  <a:pt x="2120156" y="609519"/>
                  <a:pt x="2120156" y="649242"/>
                </a:cubicBezTo>
                <a:cubicBezTo>
                  <a:pt x="2120156" y="688967"/>
                  <a:pt x="2088826" y="721170"/>
                  <a:pt x="2050178" y="721170"/>
                </a:cubicBezTo>
                <a:cubicBezTo>
                  <a:pt x="2011530" y="721170"/>
                  <a:pt x="1980200" y="688967"/>
                  <a:pt x="1980200" y="649242"/>
                </a:cubicBezTo>
                <a:cubicBezTo>
                  <a:pt x="1980200" y="609519"/>
                  <a:pt x="2011530" y="577316"/>
                  <a:pt x="2050178" y="577316"/>
                </a:cubicBezTo>
                <a:close/>
                <a:moveTo>
                  <a:pt x="1843042" y="577316"/>
                </a:moveTo>
                <a:cubicBezTo>
                  <a:pt x="1881690" y="577316"/>
                  <a:pt x="1913021" y="609519"/>
                  <a:pt x="1913021" y="649242"/>
                </a:cubicBezTo>
                <a:cubicBezTo>
                  <a:pt x="1913021" y="688967"/>
                  <a:pt x="1881690" y="721170"/>
                  <a:pt x="1843042" y="721170"/>
                </a:cubicBezTo>
                <a:cubicBezTo>
                  <a:pt x="1804394" y="721170"/>
                  <a:pt x="1773064" y="688967"/>
                  <a:pt x="1773064" y="649242"/>
                </a:cubicBezTo>
                <a:cubicBezTo>
                  <a:pt x="1773064" y="609519"/>
                  <a:pt x="1804394" y="577316"/>
                  <a:pt x="1843042" y="577316"/>
                </a:cubicBezTo>
                <a:close/>
                <a:moveTo>
                  <a:pt x="1653634" y="577316"/>
                </a:moveTo>
                <a:cubicBezTo>
                  <a:pt x="1692282" y="577316"/>
                  <a:pt x="1723612" y="609519"/>
                  <a:pt x="1723612" y="649242"/>
                </a:cubicBezTo>
                <a:cubicBezTo>
                  <a:pt x="1723612" y="688967"/>
                  <a:pt x="1692282" y="721170"/>
                  <a:pt x="1653634" y="721170"/>
                </a:cubicBezTo>
                <a:cubicBezTo>
                  <a:pt x="1614986" y="721170"/>
                  <a:pt x="1583655" y="688967"/>
                  <a:pt x="1583655" y="649242"/>
                </a:cubicBezTo>
                <a:cubicBezTo>
                  <a:pt x="1583655" y="609519"/>
                  <a:pt x="1614986" y="577316"/>
                  <a:pt x="1653634" y="577316"/>
                </a:cubicBezTo>
                <a:close/>
                <a:moveTo>
                  <a:pt x="3824967" y="574155"/>
                </a:moveTo>
                <a:cubicBezTo>
                  <a:pt x="3863614" y="574155"/>
                  <a:pt x="3894945" y="606358"/>
                  <a:pt x="3894945" y="646081"/>
                </a:cubicBezTo>
                <a:cubicBezTo>
                  <a:pt x="3894945" y="685806"/>
                  <a:pt x="3863614" y="718009"/>
                  <a:pt x="3824967" y="718009"/>
                </a:cubicBezTo>
                <a:cubicBezTo>
                  <a:pt x="3786319" y="718009"/>
                  <a:pt x="3754988" y="685806"/>
                  <a:pt x="3754988" y="646081"/>
                </a:cubicBezTo>
                <a:cubicBezTo>
                  <a:pt x="3754988" y="606358"/>
                  <a:pt x="3786319" y="574155"/>
                  <a:pt x="3824967" y="574155"/>
                </a:cubicBezTo>
                <a:close/>
                <a:moveTo>
                  <a:pt x="3634626" y="574155"/>
                </a:moveTo>
                <a:cubicBezTo>
                  <a:pt x="3673274" y="574155"/>
                  <a:pt x="3704604" y="606358"/>
                  <a:pt x="3704604" y="646081"/>
                </a:cubicBezTo>
                <a:cubicBezTo>
                  <a:pt x="3704604" y="685806"/>
                  <a:pt x="3673274" y="718009"/>
                  <a:pt x="3634626" y="718009"/>
                </a:cubicBezTo>
                <a:cubicBezTo>
                  <a:pt x="3595978" y="718009"/>
                  <a:pt x="3564648" y="685806"/>
                  <a:pt x="3564648" y="646081"/>
                </a:cubicBezTo>
                <a:cubicBezTo>
                  <a:pt x="3564648" y="606358"/>
                  <a:pt x="3595978" y="574155"/>
                  <a:pt x="3634626" y="574155"/>
                </a:cubicBezTo>
                <a:close/>
                <a:moveTo>
                  <a:pt x="3427490" y="574155"/>
                </a:moveTo>
                <a:cubicBezTo>
                  <a:pt x="3466138" y="574155"/>
                  <a:pt x="3497469" y="606358"/>
                  <a:pt x="3497469" y="646081"/>
                </a:cubicBezTo>
                <a:cubicBezTo>
                  <a:pt x="3497469" y="685806"/>
                  <a:pt x="3466138" y="718009"/>
                  <a:pt x="3427490" y="718009"/>
                </a:cubicBezTo>
                <a:cubicBezTo>
                  <a:pt x="3388842" y="718009"/>
                  <a:pt x="3357512" y="685806"/>
                  <a:pt x="3357512" y="646081"/>
                </a:cubicBezTo>
                <a:cubicBezTo>
                  <a:pt x="3357512" y="606358"/>
                  <a:pt x="3388842" y="574155"/>
                  <a:pt x="3427490" y="574155"/>
                </a:cubicBezTo>
                <a:close/>
                <a:moveTo>
                  <a:pt x="3238082" y="574155"/>
                </a:moveTo>
                <a:cubicBezTo>
                  <a:pt x="3276730" y="574155"/>
                  <a:pt x="3308060" y="606358"/>
                  <a:pt x="3308060" y="646081"/>
                </a:cubicBezTo>
                <a:cubicBezTo>
                  <a:pt x="3308060" y="685806"/>
                  <a:pt x="3276730" y="718009"/>
                  <a:pt x="3238082" y="718009"/>
                </a:cubicBezTo>
                <a:cubicBezTo>
                  <a:pt x="3199434" y="718009"/>
                  <a:pt x="3168104" y="685806"/>
                  <a:pt x="3168104" y="646081"/>
                </a:cubicBezTo>
                <a:cubicBezTo>
                  <a:pt x="3168104" y="606358"/>
                  <a:pt x="3199434" y="574155"/>
                  <a:pt x="3238082" y="574155"/>
                </a:cubicBezTo>
                <a:close/>
                <a:moveTo>
                  <a:pt x="3028722" y="572892"/>
                </a:moveTo>
                <a:cubicBezTo>
                  <a:pt x="3067370" y="572892"/>
                  <a:pt x="3098700" y="605095"/>
                  <a:pt x="3098700" y="644819"/>
                </a:cubicBezTo>
                <a:cubicBezTo>
                  <a:pt x="3098700" y="684544"/>
                  <a:pt x="3067370" y="716747"/>
                  <a:pt x="3028722" y="716747"/>
                </a:cubicBezTo>
                <a:cubicBezTo>
                  <a:pt x="2990074" y="716747"/>
                  <a:pt x="2958744" y="684544"/>
                  <a:pt x="2958744" y="644819"/>
                </a:cubicBezTo>
                <a:cubicBezTo>
                  <a:pt x="2958744" y="605095"/>
                  <a:pt x="2990074" y="572892"/>
                  <a:pt x="3028722" y="572892"/>
                </a:cubicBezTo>
                <a:close/>
                <a:moveTo>
                  <a:pt x="2838381" y="572892"/>
                </a:moveTo>
                <a:cubicBezTo>
                  <a:pt x="2877029" y="572892"/>
                  <a:pt x="2908360" y="605095"/>
                  <a:pt x="2908360" y="644819"/>
                </a:cubicBezTo>
                <a:cubicBezTo>
                  <a:pt x="2908360" y="684544"/>
                  <a:pt x="2877029" y="716747"/>
                  <a:pt x="2838381" y="716747"/>
                </a:cubicBezTo>
                <a:cubicBezTo>
                  <a:pt x="2799733" y="716747"/>
                  <a:pt x="2768403" y="684544"/>
                  <a:pt x="2768403" y="644819"/>
                </a:cubicBezTo>
                <a:cubicBezTo>
                  <a:pt x="2768403" y="605095"/>
                  <a:pt x="2799733" y="572892"/>
                  <a:pt x="2838381" y="572892"/>
                </a:cubicBezTo>
                <a:close/>
                <a:moveTo>
                  <a:pt x="2631246" y="572892"/>
                </a:moveTo>
                <a:cubicBezTo>
                  <a:pt x="2669894" y="572892"/>
                  <a:pt x="2701224" y="605095"/>
                  <a:pt x="2701224" y="644819"/>
                </a:cubicBezTo>
                <a:cubicBezTo>
                  <a:pt x="2701224" y="684544"/>
                  <a:pt x="2669894" y="716747"/>
                  <a:pt x="2631246" y="716747"/>
                </a:cubicBezTo>
                <a:cubicBezTo>
                  <a:pt x="2592598" y="716747"/>
                  <a:pt x="2561268" y="684544"/>
                  <a:pt x="2561268" y="644819"/>
                </a:cubicBezTo>
                <a:cubicBezTo>
                  <a:pt x="2561268" y="605095"/>
                  <a:pt x="2592598" y="572892"/>
                  <a:pt x="2631246" y="572892"/>
                </a:cubicBezTo>
                <a:close/>
                <a:moveTo>
                  <a:pt x="2441838" y="572892"/>
                </a:moveTo>
                <a:cubicBezTo>
                  <a:pt x="2480486" y="572892"/>
                  <a:pt x="2511816" y="605095"/>
                  <a:pt x="2511816" y="644819"/>
                </a:cubicBezTo>
                <a:cubicBezTo>
                  <a:pt x="2511816" y="684544"/>
                  <a:pt x="2480486" y="716747"/>
                  <a:pt x="2441838" y="716747"/>
                </a:cubicBezTo>
                <a:cubicBezTo>
                  <a:pt x="2403190" y="716747"/>
                  <a:pt x="2371859" y="684544"/>
                  <a:pt x="2371859" y="644819"/>
                </a:cubicBezTo>
                <a:cubicBezTo>
                  <a:pt x="2371859" y="605095"/>
                  <a:pt x="2403190" y="572892"/>
                  <a:pt x="2441838" y="572892"/>
                </a:cubicBezTo>
                <a:close/>
                <a:moveTo>
                  <a:pt x="4612378" y="566583"/>
                </a:moveTo>
                <a:cubicBezTo>
                  <a:pt x="4651025" y="566583"/>
                  <a:pt x="4682356" y="598786"/>
                  <a:pt x="4682356" y="638510"/>
                </a:cubicBezTo>
                <a:cubicBezTo>
                  <a:pt x="4682356" y="678234"/>
                  <a:pt x="4651025" y="710437"/>
                  <a:pt x="4612378" y="710437"/>
                </a:cubicBezTo>
                <a:cubicBezTo>
                  <a:pt x="4573730" y="710437"/>
                  <a:pt x="4542399" y="678234"/>
                  <a:pt x="4542399" y="638510"/>
                </a:cubicBezTo>
                <a:cubicBezTo>
                  <a:pt x="4542399" y="598786"/>
                  <a:pt x="4573730" y="566583"/>
                  <a:pt x="4612378" y="566583"/>
                </a:cubicBezTo>
                <a:close/>
                <a:moveTo>
                  <a:pt x="4422036" y="566583"/>
                </a:moveTo>
                <a:cubicBezTo>
                  <a:pt x="4460684" y="566583"/>
                  <a:pt x="4492015" y="598786"/>
                  <a:pt x="4492015" y="638510"/>
                </a:cubicBezTo>
                <a:cubicBezTo>
                  <a:pt x="4492015" y="678234"/>
                  <a:pt x="4460684" y="710437"/>
                  <a:pt x="4422036" y="710437"/>
                </a:cubicBezTo>
                <a:cubicBezTo>
                  <a:pt x="4383388" y="710437"/>
                  <a:pt x="4352058" y="678234"/>
                  <a:pt x="4352058" y="638510"/>
                </a:cubicBezTo>
                <a:cubicBezTo>
                  <a:pt x="4352058" y="598786"/>
                  <a:pt x="4383388" y="566583"/>
                  <a:pt x="4422036" y="566583"/>
                </a:cubicBezTo>
                <a:close/>
                <a:moveTo>
                  <a:pt x="4214901" y="566583"/>
                </a:moveTo>
                <a:cubicBezTo>
                  <a:pt x="4253549" y="566583"/>
                  <a:pt x="4284879" y="598786"/>
                  <a:pt x="4284879" y="638510"/>
                </a:cubicBezTo>
                <a:cubicBezTo>
                  <a:pt x="4284879" y="678234"/>
                  <a:pt x="4253549" y="710437"/>
                  <a:pt x="4214901" y="710437"/>
                </a:cubicBezTo>
                <a:cubicBezTo>
                  <a:pt x="4176253" y="710437"/>
                  <a:pt x="4144923" y="678234"/>
                  <a:pt x="4144923" y="638510"/>
                </a:cubicBezTo>
                <a:cubicBezTo>
                  <a:pt x="4144923" y="598786"/>
                  <a:pt x="4176253" y="566583"/>
                  <a:pt x="4214901" y="566583"/>
                </a:cubicBezTo>
                <a:close/>
                <a:moveTo>
                  <a:pt x="4025493" y="566583"/>
                </a:moveTo>
                <a:cubicBezTo>
                  <a:pt x="4064141" y="566583"/>
                  <a:pt x="4095471" y="598786"/>
                  <a:pt x="4095471" y="638510"/>
                </a:cubicBezTo>
                <a:cubicBezTo>
                  <a:pt x="4095471" y="678234"/>
                  <a:pt x="4064141" y="710437"/>
                  <a:pt x="4025493" y="710437"/>
                </a:cubicBezTo>
                <a:cubicBezTo>
                  <a:pt x="3986845" y="710437"/>
                  <a:pt x="3955514" y="678234"/>
                  <a:pt x="3955514" y="638510"/>
                </a:cubicBezTo>
                <a:cubicBezTo>
                  <a:pt x="3955514" y="598786"/>
                  <a:pt x="3986845" y="566583"/>
                  <a:pt x="4025493" y="566583"/>
                </a:cubicBezTo>
                <a:close/>
                <a:moveTo>
                  <a:pt x="1453108" y="403177"/>
                </a:moveTo>
                <a:cubicBezTo>
                  <a:pt x="1491755" y="403177"/>
                  <a:pt x="1523086" y="435380"/>
                  <a:pt x="1523086" y="475104"/>
                </a:cubicBezTo>
                <a:cubicBezTo>
                  <a:pt x="1523086" y="514828"/>
                  <a:pt x="1491755" y="547031"/>
                  <a:pt x="1453108" y="547031"/>
                </a:cubicBezTo>
                <a:cubicBezTo>
                  <a:pt x="1414460" y="547031"/>
                  <a:pt x="1383129" y="514828"/>
                  <a:pt x="1383129" y="475104"/>
                </a:cubicBezTo>
                <a:cubicBezTo>
                  <a:pt x="1383129" y="435380"/>
                  <a:pt x="1414460" y="403177"/>
                  <a:pt x="1453108" y="403177"/>
                </a:cubicBezTo>
                <a:close/>
                <a:moveTo>
                  <a:pt x="1262767" y="403177"/>
                </a:moveTo>
                <a:cubicBezTo>
                  <a:pt x="1301415" y="403177"/>
                  <a:pt x="1332746" y="435380"/>
                  <a:pt x="1332746" y="475104"/>
                </a:cubicBezTo>
                <a:cubicBezTo>
                  <a:pt x="1332746" y="514828"/>
                  <a:pt x="1301415" y="547031"/>
                  <a:pt x="1262767" y="547031"/>
                </a:cubicBezTo>
                <a:cubicBezTo>
                  <a:pt x="1224119" y="547031"/>
                  <a:pt x="1192789" y="514828"/>
                  <a:pt x="1192789" y="475104"/>
                </a:cubicBezTo>
                <a:cubicBezTo>
                  <a:pt x="1192789" y="435380"/>
                  <a:pt x="1224119" y="403177"/>
                  <a:pt x="1262767" y="403177"/>
                </a:cubicBezTo>
                <a:close/>
                <a:moveTo>
                  <a:pt x="1055631" y="403177"/>
                </a:moveTo>
                <a:cubicBezTo>
                  <a:pt x="1094279" y="403177"/>
                  <a:pt x="1125610" y="435380"/>
                  <a:pt x="1125610" y="475104"/>
                </a:cubicBezTo>
                <a:cubicBezTo>
                  <a:pt x="1125610" y="514828"/>
                  <a:pt x="1094279" y="547031"/>
                  <a:pt x="1055631" y="547031"/>
                </a:cubicBezTo>
                <a:cubicBezTo>
                  <a:pt x="1016984" y="547031"/>
                  <a:pt x="985654" y="514828"/>
                  <a:pt x="985654" y="475104"/>
                </a:cubicBezTo>
                <a:cubicBezTo>
                  <a:pt x="985654" y="435380"/>
                  <a:pt x="1016984" y="403177"/>
                  <a:pt x="1055631" y="403177"/>
                </a:cubicBezTo>
                <a:close/>
                <a:moveTo>
                  <a:pt x="866223" y="403177"/>
                </a:moveTo>
                <a:cubicBezTo>
                  <a:pt x="904871" y="403177"/>
                  <a:pt x="936201" y="435380"/>
                  <a:pt x="936201" y="475104"/>
                </a:cubicBezTo>
                <a:cubicBezTo>
                  <a:pt x="936201" y="514828"/>
                  <a:pt x="904871" y="547031"/>
                  <a:pt x="866223" y="547031"/>
                </a:cubicBezTo>
                <a:cubicBezTo>
                  <a:pt x="827576" y="547031"/>
                  <a:pt x="796245" y="514828"/>
                  <a:pt x="796245" y="475104"/>
                </a:cubicBezTo>
                <a:cubicBezTo>
                  <a:pt x="796245" y="435380"/>
                  <a:pt x="827576" y="403177"/>
                  <a:pt x="866223" y="403177"/>
                </a:cubicBezTo>
                <a:close/>
                <a:moveTo>
                  <a:pt x="656863" y="401915"/>
                </a:moveTo>
                <a:cubicBezTo>
                  <a:pt x="695511" y="401915"/>
                  <a:pt x="726841" y="434118"/>
                  <a:pt x="726841" y="473842"/>
                </a:cubicBezTo>
                <a:cubicBezTo>
                  <a:pt x="726841" y="513566"/>
                  <a:pt x="695511" y="545769"/>
                  <a:pt x="656863" y="545769"/>
                </a:cubicBezTo>
                <a:cubicBezTo>
                  <a:pt x="618215" y="545769"/>
                  <a:pt x="586885" y="513566"/>
                  <a:pt x="586885" y="473842"/>
                </a:cubicBezTo>
                <a:cubicBezTo>
                  <a:pt x="586885" y="434118"/>
                  <a:pt x="618215" y="401915"/>
                  <a:pt x="656863" y="401915"/>
                </a:cubicBezTo>
                <a:close/>
                <a:moveTo>
                  <a:pt x="466522" y="401915"/>
                </a:moveTo>
                <a:cubicBezTo>
                  <a:pt x="505170" y="401915"/>
                  <a:pt x="536501" y="434118"/>
                  <a:pt x="536501" y="473842"/>
                </a:cubicBezTo>
                <a:cubicBezTo>
                  <a:pt x="536501" y="513566"/>
                  <a:pt x="505170" y="545769"/>
                  <a:pt x="466522" y="545769"/>
                </a:cubicBezTo>
                <a:cubicBezTo>
                  <a:pt x="427874" y="545769"/>
                  <a:pt x="396544" y="513566"/>
                  <a:pt x="396544" y="473842"/>
                </a:cubicBezTo>
                <a:cubicBezTo>
                  <a:pt x="396544" y="434118"/>
                  <a:pt x="427874" y="401915"/>
                  <a:pt x="466522" y="401915"/>
                </a:cubicBezTo>
                <a:close/>
                <a:moveTo>
                  <a:pt x="259387" y="401915"/>
                </a:moveTo>
                <a:cubicBezTo>
                  <a:pt x="298035" y="401915"/>
                  <a:pt x="329365" y="434118"/>
                  <a:pt x="329365" y="473842"/>
                </a:cubicBezTo>
                <a:cubicBezTo>
                  <a:pt x="329365" y="513566"/>
                  <a:pt x="298035" y="545769"/>
                  <a:pt x="259387" y="545769"/>
                </a:cubicBezTo>
                <a:cubicBezTo>
                  <a:pt x="220739" y="545769"/>
                  <a:pt x="189409" y="513566"/>
                  <a:pt x="189409" y="473842"/>
                </a:cubicBezTo>
                <a:cubicBezTo>
                  <a:pt x="189409" y="434118"/>
                  <a:pt x="220739" y="401915"/>
                  <a:pt x="259387" y="401915"/>
                </a:cubicBezTo>
                <a:close/>
                <a:moveTo>
                  <a:pt x="69979" y="401915"/>
                </a:moveTo>
                <a:cubicBezTo>
                  <a:pt x="108627" y="401915"/>
                  <a:pt x="139957" y="434118"/>
                  <a:pt x="139957" y="473842"/>
                </a:cubicBezTo>
                <a:cubicBezTo>
                  <a:pt x="139957" y="513566"/>
                  <a:pt x="108627" y="545769"/>
                  <a:pt x="69979" y="545769"/>
                </a:cubicBezTo>
                <a:cubicBezTo>
                  <a:pt x="31331" y="545769"/>
                  <a:pt x="0" y="513566"/>
                  <a:pt x="0" y="473842"/>
                </a:cubicBezTo>
                <a:cubicBezTo>
                  <a:pt x="0" y="434118"/>
                  <a:pt x="31331" y="401915"/>
                  <a:pt x="69979" y="401915"/>
                </a:cubicBezTo>
                <a:close/>
                <a:moveTo>
                  <a:pt x="2240519" y="395605"/>
                </a:moveTo>
                <a:cubicBezTo>
                  <a:pt x="2279166" y="395605"/>
                  <a:pt x="2310497" y="427808"/>
                  <a:pt x="2310497" y="467532"/>
                </a:cubicBezTo>
                <a:cubicBezTo>
                  <a:pt x="2310497" y="507257"/>
                  <a:pt x="2279166" y="539460"/>
                  <a:pt x="2240519" y="539460"/>
                </a:cubicBezTo>
                <a:cubicBezTo>
                  <a:pt x="2201871" y="539460"/>
                  <a:pt x="2170540" y="507257"/>
                  <a:pt x="2170540" y="467532"/>
                </a:cubicBezTo>
                <a:cubicBezTo>
                  <a:pt x="2170540" y="427808"/>
                  <a:pt x="2201871" y="395605"/>
                  <a:pt x="2240519" y="395605"/>
                </a:cubicBezTo>
                <a:close/>
                <a:moveTo>
                  <a:pt x="2050178" y="395605"/>
                </a:moveTo>
                <a:cubicBezTo>
                  <a:pt x="2088826" y="395605"/>
                  <a:pt x="2120156" y="427808"/>
                  <a:pt x="2120156" y="467532"/>
                </a:cubicBezTo>
                <a:cubicBezTo>
                  <a:pt x="2120156" y="507257"/>
                  <a:pt x="2088826" y="539460"/>
                  <a:pt x="2050178" y="539460"/>
                </a:cubicBezTo>
                <a:cubicBezTo>
                  <a:pt x="2011530" y="539460"/>
                  <a:pt x="1980200" y="507257"/>
                  <a:pt x="1980200" y="467532"/>
                </a:cubicBezTo>
                <a:cubicBezTo>
                  <a:pt x="1980200" y="427808"/>
                  <a:pt x="2011530" y="395605"/>
                  <a:pt x="2050178" y="395605"/>
                </a:cubicBezTo>
                <a:close/>
                <a:moveTo>
                  <a:pt x="1843042" y="395605"/>
                </a:moveTo>
                <a:cubicBezTo>
                  <a:pt x="1881690" y="395605"/>
                  <a:pt x="1913021" y="427808"/>
                  <a:pt x="1913021" y="467532"/>
                </a:cubicBezTo>
                <a:cubicBezTo>
                  <a:pt x="1913021" y="507257"/>
                  <a:pt x="1881690" y="539460"/>
                  <a:pt x="1843042" y="539460"/>
                </a:cubicBezTo>
                <a:cubicBezTo>
                  <a:pt x="1804394" y="539460"/>
                  <a:pt x="1773064" y="507257"/>
                  <a:pt x="1773064" y="467532"/>
                </a:cubicBezTo>
                <a:cubicBezTo>
                  <a:pt x="1773064" y="427808"/>
                  <a:pt x="1804394" y="395605"/>
                  <a:pt x="1843042" y="395605"/>
                </a:cubicBezTo>
                <a:close/>
                <a:moveTo>
                  <a:pt x="1653634" y="395605"/>
                </a:moveTo>
                <a:cubicBezTo>
                  <a:pt x="1692282" y="395605"/>
                  <a:pt x="1723612" y="427808"/>
                  <a:pt x="1723612" y="467532"/>
                </a:cubicBezTo>
                <a:cubicBezTo>
                  <a:pt x="1723612" y="507257"/>
                  <a:pt x="1692282" y="539460"/>
                  <a:pt x="1653634" y="539460"/>
                </a:cubicBezTo>
                <a:cubicBezTo>
                  <a:pt x="1614986" y="539460"/>
                  <a:pt x="1583655" y="507257"/>
                  <a:pt x="1583655" y="467532"/>
                </a:cubicBezTo>
                <a:cubicBezTo>
                  <a:pt x="1583655" y="427808"/>
                  <a:pt x="1614986" y="395605"/>
                  <a:pt x="1653634" y="395605"/>
                </a:cubicBezTo>
                <a:close/>
                <a:moveTo>
                  <a:pt x="3824967" y="392444"/>
                </a:moveTo>
                <a:cubicBezTo>
                  <a:pt x="3863614" y="392444"/>
                  <a:pt x="3894945" y="424647"/>
                  <a:pt x="3894945" y="464371"/>
                </a:cubicBezTo>
                <a:cubicBezTo>
                  <a:pt x="3894945" y="504096"/>
                  <a:pt x="3863614" y="536299"/>
                  <a:pt x="3824967" y="536299"/>
                </a:cubicBezTo>
                <a:cubicBezTo>
                  <a:pt x="3786319" y="536299"/>
                  <a:pt x="3754988" y="504096"/>
                  <a:pt x="3754988" y="464371"/>
                </a:cubicBezTo>
                <a:cubicBezTo>
                  <a:pt x="3754988" y="424647"/>
                  <a:pt x="3786319" y="392444"/>
                  <a:pt x="3824967" y="392444"/>
                </a:cubicBezTo>
                <a:close/>
                <a:moveTo>
                  <a:pt x="3634626" y="392444"/>
                </a:moveTo>
                <a:cubicBezTo>
                  <a:pt x="3673274" y="392444"/>
                  <a:pt x="3704604" y="424647"/>
                  <a:pt x="3704604" y="464371"/>
                </a:cubicBezTo>
                <a:cubicBezTo>
                  <a:pt x="3704604" y="504096"/>
                  <a:pt x="3673274" y="536299"/>
                  <a:pt x="3634626" y="536299"/>
                </a:cubicBezTo>
                <a:cubicBezTo>
                  <a:pt x="3595978" y="536299"/>
                  <a:pt x="3564648" y="504096"/>
                  <a:pt x="3564648" y="464371"/>
                </a:cubicBezTo>
                <a:cubicBezTo>
                  <a:pt x="3564648" y="424647"/>
                  <a:pt x="3595978" y="392444"/>
                  <a:pt x="3634626" y="392444"/>
                </a:cubicBezTo>
                <a:close/>
                <a:moveTo>
                  <a:pt x="3427490" y="392444"/>
                </a:moveTo>
                <a:cubicBezTo>
                  <a:pt x="3466138" y="392444"/>
                  <a:pt x="3497469" y="424647"/>
                  <a:pt x="3497469" y="464371"/>
                </a:cubicBezTo>
                <a:cubicBezTo>
                  <a:pt x="3497469" y="504096"/>
                  <a:pt x="3466138" y="536299"/>
                  <a:pt x="3427490" y="536299"/>
                </a:cubicBezTo>
                <a:cubicBezTo>
                  <a:pt x="3388842" y="536299"/>
                  <a:pt x="3357512" y="504096"/>
                  <a:pt x="3357512" y="464371"/>
                </a:cubicBezTo>
                <a:cubicBezTo>
                  <a:pt x="3357512" y="424647"/>
                  <a:pt x="3388842" y="392444"/>
                  <a:pt x="3427490" y="392444"/>
                </a:cubicBezTo>
                <a:close/>
                <a:moveTo>
                  <a:pt x="3238082" y="392444"/>
                </a:moveTo>
                <a:cubicBezTo>
                  <a:pt x="3276730" y="392444"/>
                  <a:pt x="3308060" y="424647"/>
                  <a:pt x="3308060" y="464371"/>
                </a:cubicBezTo>
                <a:cubicBezTo>
                  <a:pt x="3308060" y="504096"/>
                  <a:pt x="3276730" y="536299"/>
                  <a:pt x="3238082" y="536299"/>
                </a:cubicBezTo>
                <a:cubicBezTo>
                  <a:pt x="3199434" y="536299"/>
                  <a:pt x="3168104" y="504096"/>
                  <a:pt x="3168104" y="464371"/>
                </a:cubicBezTo>
                <a:cubicBezTo>
                  <a:pt x="3168104" y="424647"/>
                  <a:pt x="3199434" y="392444"/>
                  <a:pt x="3238082" y="392444"/>
                </a:cubicBezTo>
                <a:close/>
                <a:moveTo>
                  <a:pt x="3028722" y="391182"/>
                </a:moveTo>
                <a:cubicBezTo>
                  <a:pt x="3067370" y="391182"/>
                  <a:pt x="3098700" y="423385"/>
                  <a:pt x="3098700" y="463109"/>
                </a:cubicBezTo>
                <a:cubicBezTo>
                  <a:pt x="3098700" y="502833"/>
                  <a:pt x="3067370" y="535036"/>
                  <a:pt x="3028722" y="535036"/>
                </a:cubicBezTo>
                <a:cubicBezTo>
                  <a:pt x="2990074" y="535036"/>
                  <a:pt x="2958744" y="502833"/>
                  <a:pt x="2958744" y="463109"/>
                </a:cubicBezTo>
                <a:cubicBezTo>
                  <a:pt x="2958744" y="423385"/>
                  <a:pt x="2990074" y="391182"/>
                  <a:pt x="3028722" y="391182"/>
                </a:cubicBezTo>
                <a:close/>
                <a:moveTo>
                  <a:pt x="2838381" y="391182"/>
                </a:moveTo>
                <a:cubicBezTo>
                  <a:pt x="2877029" y="391182"/>
                  <a:pt x="2908360" y="423385"/>
                  <a:pt x="2908360" y="463109"/>
                </a:cubicBezTo>
                <a:cubicBezTo>
                  <a:pt x="2908360" y="502833"/>
                  <a:pt x="2877029" y="535036"/>
                  <a:pt x="2838381" y="535036"/>
                </a:cubicBezTo>
                <a:cubicBezTo>
                  <a:pt x="2799733" y="535036"/>
                  <a:pt x="2768403" y="502833"/>
                  <a:pt x="2768403" y="463109"/>
                </a:cubicBezTo>
                <a:cubicBezTo>
                  <a:pt x="2768403" y="423385"/>
                  <a:pt x="2799733" y="391182"/>
                  <a:pt x="2838381" y="391182"/>
                </a:cubicBezTo>
                <a:close/>
                <a:moveTo>
                  <a:pt x="2631246" y="391182"/>
                </a:moveTo>
                <a:cubicBezTo>
                  <a:pt x="2669894" y="391182"/>
                  <a:pt x="2701224" y="423385"/>
                  <a:pt x="2701224" y="463109"/>
                </a:cubicBezTo>
                <a:cubicBezTo>
                  <a:pt x="2701224" y="502833"/>
                  <a:pt x="2669894" y="535036"/>
                  <a:pt x="2631246" y="535036"/>
                </a:cubicBezTo>
                <a:cubicBezTo>
                  <a:pt x="2592598" y="535036"/>
                  <a:pt x="2561268" y="502833"/>
                  <a:pt x="2561268" y="463109"/>
                </a:cubicBezTo>
                <a:cubicBezTo>
                  <a:pt x="2561268" y="423385"/>
                  <a:pt x="2592598" y="391182"/>
                  <a:pt x="2631246" y="391182"/>
                </a:cubicBezTo>
                <a:close/>
                <a:moveTo>
                  <a:pt x="2441838" y="391182"/>
                </a:moveTo>
                <a:cubicBezTo>
                  <a:pt x="2480486" y="391182"/>
                  <a:pt x="2511816" y="423385"/>
                  <a:pt x="2511816" y="463109"/>
                </a:cubicBezTo>
                <a:cubicBezTo>
                  <a:pt x="2511816" y="502833"/>
                  <a:pt x="2480486" y="535036"/>
                  <a:pt x="2441838" y="535036"/>
                </a:cubicBezTo>
                <a:cubicBezTo>
                  <a:pt x="2403190" y="535036"/>
                  <a:pt x="2371859" y="502833"/>
                  <a:pt x="2371859" y="463109"/>
                </a:cubicBezTo>
                <a:cubicBezTo>
                  <a:pt x="2371859" y="423385"/>
                  <a:pt x="2403190" y="391182"/>
                  <a:pt x="2441838" y="391182"/>
                </a:cubicBezTo>
                <a:close/>
                <a:moveTo>
                  <a:pt x="4612378" y="384872"/>
                </a:moveTo>
                <a:cubicBezTo>
                  <a:pt x="4651025" y="384872"/>
                  <a:pt x="4682356" y="417075"/>
                  <a:pt x="4682356" y="456799"/>
                </a:cubicBezTo>
                <a:cubicBezTo>
                  <a:pt x="4682356" y="496523"/>
                  <a:pt x="4651025" y="528726"/>
                  <a:pt x="4612378" y="528726"/>
                </a:cubicBezTo>
                <a:cubicBezTo>
                  <a:pt x="4573730" y="528726"/>
                  <a:pt x="4542399" y="496523"/>
                  <a:pt x="4542399" y="456799"/>
                </a:cubicBezTo>
                <a:cubicBezTo>
                  <a:pt x="4542399" y="417075"/>
                  <a:pt x="4573730" y="384872"/>
                  <a:pt x="4612378" y="384872"/>
                </a:cubicBezTo>
                <a:close/>
                <a:moveTo>
                  <a:pt x="4422036" y="384872"/>
                </a:moveTo>
                <a:cubicBezTo>
                  <a:pt x="4460684" y="384872"/>
                  <a:pt x="4492015" y="417075"/>
                  <a:pt x="4492015" y="456799"/>
                </a:cubicBezTo>
                <a:cubicBezTo>
                  <a:pt x="4492015" y="496523"/>
                  <a:pt x="4460684" y="528726"/>
                  <a:pt x="4422036" y="528726"/>
                </a:cubicBezTo>
                <a:cubicBezTo>
                  <a:pt x="4383388" y="528726"/>
                  <a:pt x="4352058" y="496523"/>
                  <a:pt x="4352058" y="456799"/>
                </a:cubicBezTo>
                <a:cubicBezTo>
                  <a:pt x="4352058" y="417075"/>
                  <a:pt x="4383388" y="384872"/>
                  <a:pt x="4422036" y="384872"/>
                </a:cubicBezTo>
                <a:close/>
                <a:moveTo>
                  <a:pt x="4214901" y="384872"/>
                </a:moveTo>
                <a:cubicBezTo>
                  <a:pt x="4253549" y="384872"/>
                  <a:pt x="4284879" y="417075"/>
                  <a:pt x="4284879" y="456799"/>
                </a:cubicBezTo>
                <a:cubicBezTo>
                  <a:pt x="4284879" y="496523"/>
                  <a:pt x="4253549" y="528726"/>
                  <a:pt x="4214901" y="528726"/>
                </a:cubicBezTo>
                <a:cubicBezTo>
                  <a:pt x="4176253" y="528726"/>
                  <a:pt x="4144923" y="496523"/>
                  <a:pt x="4144923" y="456799"/>
                </a:cubicBezTo>
                <a:cubicBezTo>
                  <a:pt x="4144923" y="417075"/>
                  <a:pt x="4176253" y="384872"/>
                  <a:pt x="4214901" y="384872"/>
                </a:cubicBezTo>
                <a:close/>
                <a:moveTo>
                  <a:pt x="4025493" y="384872"/>
                </a:moveTo>
                <a:cubicBezTo>
                  <a:pt x="4064141" y="384872"/>
                  <a:pt x="4095471" y="417075"/>
                  <a:pt x="4095471" y="456799"/>
                </a:cubicBezTo>
                <a:cubicBezTo>
                  <a:pt x="4095471" y="496523"/>
                  <a:pt x="4064141" y="528726"/>
                  <a:pt x="4025493" y="528726"/>
                </a:cubicBezTo>
                <a:cubicBezTo>
                  <a:pt x="3986845" y="528726"/>
                  <a:pt x="3955514" y="496523"/>
                  <a:pt x="3955514" y="456799"/>
                </a:cubicBezTo>
                <a:cubicBezTo>
                  <a:pt x="3955514" y="417075"/>
                  <a:pt x="3986845" y="384872"/>
                  <a:pt x="4025493" y="384872"/>
                </a:cubicBezTo>
                <a:close/>
                <a:moveTo>
                  <a:pt x="1453108" y="213896"/>
                </a:moveTo>
                <a:cubicBezTo>
                  <a:pt x="1491755" y="213896"/>
                  <a:pt x="1523086" y="246099"/>
                  <a:pt x="1523086" y="285822"/>
                </a:cubicBezTo>
                <a:cubicBezTo>
                  <a:pt x="1523086" y="325547"/>
                  <a:pt x="1491755" y="357750"/>
                  <a:pt x="1453108" y="357750"/>
                </a:cubicBezTo>
                <a:cubicBezTo>
                  <a:pt x="1414460" y="357750"/>
                  <a:pt x="1383129" y="325547"/>
                  <a:pt x="1383129" y="285822"/>
                </a:cubicBezTo>
                <a:cubicBezTo>
                  <a:pt x="1383129" y="246099"/>
                  <a:pt x="1414460" y="213896"/>
                  <a:pt x="1453108" y="213896"/>
                </a:cubicBezTo>
                <a:close/>
                <a:moveTo>
                  <a:pt x="1262767" y="213896"/>
                </a:moveTo>
                <a:cubicBezTo>
                  <a:pt x="1301415" y="213896"/>
                  <a:pt x="1332746" y="246099"/>
                  <a:pt x="1332746" y="285822"/>
                </a:cubicBezTo>
                <a:cubicBezTo>
                  <a:pt x="1332746" y="325547"/>
                  <a:pt x="1301415" y="357750"/>
                  <a:pt x="1262767" y="357750"/>
                </a:cubicBezTo>
                <a:cubicBezTo>
                  <a:pt x="1224119" y="357750"/>
                  <a:pt x="1192789" y="325547"/>
                  <a:pt x="1192789" y="285822"/>
                </a:cubicBezTo>
                <a:cubicBezTo>
                  <a:pt x="1192789" y="246099"/>
                  <a:pt x="1224119" y="213896"/>
                  <a:pt x="1262767" y="213896"/>
                </a:cubicBezTo>
                <a:close/>
                <a:moveTo>
                  <a:pt x="1055631" y="213896"/>
                </a:moveTo>
                <a:cubicBezTo>
                  <a:pt x="1094279" y="213896"/>
                  <a:pt x="1125610" y="246099"/>
                  <a:pt x="1125610" y="285822"/>
                </a:cubicBezTo>
                <a:cubicBezTo>
                  <a:pt x="1125610" y="325547"/>
                  <a:pt x="1094279" y="357750"/>
                  <a:pt x="1055631" y="357750"/>
                </a:cubicBezTo>
                <a:cubicBezTo>
                  <a:pt x="1016984" y="357750"/>
                  <a:pt x="985654" y="325547"/>
                  <a:pt x="985654" y="285822"/>
                </a:cubicBezTo>
                <a:cubicBezTo>
                  <a:pt x="985654" y="246099"/>
                  <a:pt x="1016984" y="213896"/>
                  <a:pt x="1055631" y="213896"/>
                </a:cubicBezTo>
                <a:close/>
                <a:moveTo>
                  <a:pt x="866223" y="213896"/>
                </a:moveTo>
                <a:cubicBezTo>
                  <a:pt x="904871" y="213896"/>
                  <a:pt x="936201" y="246099"/>
                  <a:pt x="936201" y="285822"/>
                </a:cubicBezTo>
                <a:cubicBezTo>
                  <a:pt x="936201" y="325547"/>
                  <a:pt x="904871" y="357750"/>
                  <a:pt x="866223" y="357750"/>
                </a:cubicBezTo>
                <a:cubicBezTo>
                  <a:pt x="827576" y="357750"/>
                  <a:pt x="796245" y="325547"/>
                  <a:pt x="796245" y="285822"/>
                </a:cubicBezTo>
                <a:cubicBezTo>
                  <a:pt x="796245" y="246099"/>
                  <a:pt x="827576" y="213896"/>
                  <a:pt x="866223" y="213896"/>
                </a:cubicBezTo>
                <a:close/>
                <a:moveTo>
                  <a:pt x="656863" y="212634"/>
                </a:moveTo>
                <a:cubicBezTo>
                  <a:pt x="695511" y="212634"/>
                  <a:pt x="726841" y="244837"/>
                  <a:pt x="726841" y="284560"/>
                </a:cubicBezTo>
                <a:cubicBezTo>
                  <a:pt x="726841" y="324285"/>
                  <a:pt x="695511" y="356488"/>
                  <a:pt x="656863" y="356488"/>
                </a:cubicBezTo>
                <a:cubicBezTo>
                  <a:pt x="618215" y="356488"/>
                  <a:pt x="586885" y="324285"/>
                  <a:pt x="586885" y="284560"/>
                </a:cubicBezTo>
                <a:cubicBezTo>
                  <a:pt x="586885" y="244837"/>
                  <a:pt x="618215" y="212634"/>
                  <a:pt x="656863" y="212634"/>
                </a:cubicBezTo>
                <a:close/>
                <a:moveTo>
                  <a:pt x="466522" y="212634"/>
                </a:moveTo>
                <a:cubicBezTo>
                  <a:pt x="505170" y="212634"/>
                  <a:pt x="536501" y="244837"/>
                  <a:pt x="536501" y="284560"/>
                </a:cubicBezTo>
                <a:cubicBezTo>
                  <a:pt x="536501" y="324285"/>
                  <a:pt x="505170" y="356488"/>
                  <a:pt x="466522" y="356488"/>
                </a:cubicBezTo>
                <a:cubicBezTo>
                  <a:pt x="427874" y="356488"/>
                  <a:pt x="396544" y="324285"/>
                  <a:pt x="396544" y="284560"/>
                </a:cubicBezTo>
                <a:cubicBezTo>
                  <a:pt x="396544" y="244837"/>
                  <a:pt x="427874" y="212634"/>
                  <a:pt x="466522" y="212634"/>
                </a:cubicBezTo>
                <a:close/>
                <a:moveTo>
                  <a:pt x="259387" y="212634"/>
                </a:moveTo>
                <a:cubicBezTo>
                  <a:pt x="298035" y="212634"/>
                  <a:pt x="329365" y="244837"/>
                  <a:pt x="329365" y="284560"/>
                </a:cubicBezTo>
                <a:cubicBezTo>
                  <a:pt x="329365" y="324285"/>
                  <a:pt x="298035" y="356488"/>
                  <a:pt x="259387" y="356488"/>
                </a:cubicBezTo>
                <a:cubicBezTo>
                  <a:pt x="220739" y="356488"/>
                  <a:pt x="189409" y="324285"/>
                  <a:pt x="189409" y="284560"/>
                </a:cubicBezTo>
                <a:cubicBezTo>
                  <a:pt x="189409" y="244837"/>
                  <a:pt x="220739" y="212634"/>
                  <a:pt x="259387" y="212634"/>
                </a:cubicBezTo>
                <a:close/>
                <a:moveTo>
                  <a:pt x="69979" y="212634"/>
                </a:moveTo>
                <a:cubicBezTo>
                  <a:pt x="108627" y="212634"/>
                  <a:pt x="139957" y="244837"/>
                  <a:pt x="139957" y="284560"/>
                </a:cubicBezTo>
                <a:cubicBezTo>
                  <a:pt x="139957" y="324285"/>
                  <a:pt x="108627" y="356488"/>
                  <a:pt x="69979" y="356488"/>
                </a:cubicBezTo>
                <a:cubicBezTo>
                  <a:pt x="31331" y="356488"/>
                  <a:pt x="0" y="324285"/>
                  <a:pt x="0" y="284560"/>
                </a:cubicBezTo>
                <a:cubicBezTo>
                  <a:pt x="0" y="244837"/>
                  <a:pt x="31331" y="212634"/>
                  <a:pt x="69979" y="212634"/>
                </a:cubicBezTo>
                <a:close/>
                <a:moveTo>
                  <a:pt x="2240519" y="206324"/>
                </a:moveTo>
                <a:cubicBezTo>
                  <a:pt x="2279166" y="206324"/>
                  <a:pt x="2310497" y="238527"/>
                  <a:pt x="2310497" y="278251"/>
                </a:cubicBezTo>
                <a:cubicBezTo>
                  <a:pt x="2310497" y="317975"/>
                  <a:pt x="2279166" y="350178"/>
                  <a:pt x="2240519" y="350178"/>
                </a:cubicBezTo>
                <a:cubicBezTo>
                  <a:pt x="2201871" y="350178"/>
                  <a:pt x="2170540" y="317975"/>
                  <a:pt x="2170540" y="278251"/>
                </a:cubicBezTo>
                <a:cubicBezTo>
                  <a:pt x="2170540" y="238527"/>
                  <a:pt x="2201871" y="206324"/>
                  <a:pt x="2240519" y="206324"/>
                </a:cubicBezTo>
                <a:close/>
                <a:moveTo>
                  <a:pt x="2050178" y="206324"/>
                </a:moveTo>
                <a:cubicBezTo>
                  <a:pt x="2088826" y="206324"/>
                  <a:pt x="2120156" y="238527"/>
                  <a:pt x="2120156" y="278251"/>
                </a:cubicBezTo>
                <a:cubicBezTo>
                  <a:pt x="2120156" y="317975"/>
                  <a:pt x="2088826" y="350178"/>
                  <a:pt x="2050178" y="350178"/>
                </a:cubicBezTo>
                <a:cubicBezTo>
                  <a:pt x="2011530" y="350178"/>
                  <a:pt x="1980200" y="317975"/>
                  <a:pt x="1980200" y="278251"/>
                </a:cubicBezTo>
                <a:cubicBezTo>
                  <a:pt x="1980200" y="238527"/>
                  <a:pt x="2011530" y="206324"/>
                  <a:pt x="2050178" y="206324"/>
                </a:cubicBezTo>
                <a:close/>
                <a:moveTo>
                  <a:pt x="1843042" y="206324"/>
                </a:moveTo>
                <a:cubicBezTo>
                  <a:pt x="1881690" y="206324"/>
                  <a:pt x="1913021" y="238527"/>
                  <a:pt x="1913021" y="278251"/>
                </a:cubicBezTo>
                <a:cubicBezTo>
                  <a:pt x="1913021" y="317975"/>
                  <a:pt x="1881690" y="350178"/>
                  <a:pt x="1843042" y="350178"/>
                </a:cubicBezTo>
                <a:cubicBezTo>
                  <a:pt x="1804394" y="350178"/>
                  <a:pt x="1773064" y="317975"/>
                  <a:pt x="1773064" y="278251"/>
                </a:cubicBezTo>
                <a:cubicBezTo>
                  <a:pt x="1773064" y="238527"/>
                  <a:pt x="1804394" y="206324"/>
                  <a:pt x="1843042" y="206324"/>
                </a:cubicBezTo>
                <a:close/>
                <a:moveTo>
                  <a:pt x="1653634" y="206324"/>
                </a:moveTo>
                <a:cubicBezTo>
                  <a:pt x="1692282" y="206324"/>
                  <a:pt x="1723612" y="238527"/>
                  <a:pt x="1723612" y="278251"/>
                </a:cubicBezTo>
                <a:cubicBezTo>
                  <a:pt x="1723612" y="317975"/>
                  <a:pt x="1692282" y="350178"/>
                  <a:pt x="1653634" y="350178"/>
                </a:cubicBezTo>
                <a:cubicBezTo>
                  <a:pt x="1614986" y="350178"/>
                  <a:pt x="1583655" y="317975"/>
                  <a:pt x="1583655" y="278251"/>
                </a:cubicBezTo>
                <a:cubicBezTo>
                  <a:pt x="1583655" y="238527"/>
                  <a:pt x="1614986" y="206324"/>
                  <a:pt x="1653634" y="206324"/>
                </a:cubicBezTo>
                <a:close/>
                <a:moveTo>
                  <a:pt x="3824967" y="203163"/>
                </a:moveTo>
                <a:cubicBezTo>
                  <a:pt x="3863614" y="203163"/>
                  <a:pt x="3894945" y="235366"/>
                  <a:pt x="3894945" y="275090"/>
                </a:cubicBezTo>
                <a:cubicBezTo>
                  <a:pt x="3894945" y="314814"/>
                  <a:pt x="3863614" y="347017"/>
                  <a:pt x="3824967" y="347017"/>
                </a:cubicBezTo>
                <a:cubicBezTo>
                  <a:pt x="3786319" y="347017"/>
                  <a:pt x="3754988" y="314814"/>
                  <a:pt x="3754988" y="275090"/>
                </a:cubicBezTo>
                <a:cubicBezTo>
                  <a:pt x="3754988" y="235366"/>
                  <a:pt x="3786319" y="203163"/>
                  <a:pt x="3824967" y="203163"/>
                </a:cubicBezTo>
                <a:close/>
                <a:moveTo>
                  <a:pt x="3634626" y="203163"/>
                </a:moveTo>
                <a:cubicBezTo>
                  <a:pt x="3673274" y="203163"/>
                  <a:pt x="3704604" y="235366"/>
                  <a:pt x="3704604" y="275090"/>
                </a:cubicBezTo>
                <a:cubicBezTo>
                  <a:pt x="3704604" y="314814"/>
                  <a:pt x="3673274" y="347017"/>
                  <a:pt x="3634626" y="347017"/>
                </a:cubicBezTo>
                <a:cubicBezTo>
                  <a:pt x="3595978" y="347017"/>
                  <a:pt x="3564648" y="314814"/>
                  <a:pt x="3564648" y="275090"/>
                </a:cubicBezTo>
                <a:cubicBezTo>
                  <a:pt x="3564648" y="235366"/>
                  <a:pt x="3595978" y="203163"/>
                  <a:pt x="3634626" y="203163"/>
                </a:cubicBezTo>
                <a:close/>
                <a:moveTo>
                  <a:pt x="3427490" y="203163"/>
                </a:moveTo>
                <a:cubicBezTo>
                  <a:pt x="3466138" y="203163"/>
                  <a:pt x="3497469" y="235366"/>
                  <a:pt x="3497469" y="275090"/>
                </a:cubicBezTo>
                <a:cubicBezTo>
                  <a:pt x="3497469" y="314814"/>
                  <a:pt x="3466138" y="347017"/>
                  <a:pt x="3427490" y="347017"/>
                </a:cubicBezTo>
                <a:cubicBezTo>
                  <a:pt x="3388842" y="347017"/>
                  <a:pt x="3357512" y="314814"/>
                  <a:pt x="3357512" y="275090"/>
                </a:cubicBezTo>
                <a:cubicBezTo>
                  <a:pt x="3357512" y="235366"/>
                  <a:pt x="3388842" y="203163"/>
                  <a:pt x="3427490" y="203163"/>
                </a:cubicBezTo>
                <a:close/>
                <a:moveTo>
                  <a:pt x="3238082" y="203163"/>
                </a:moveTo>
                <a:cubicBezTo>
                  <a:pt x="3276730" y="203163"/>
                  <a:pt x="3308060" y="235366"/>
                  <a:pt x="3308060" y="275090"/>
                </a:cubicBezTo>
                <a:cubicBezTo>
                  <a:pt x="3308060" y="314814"/>
                  <a:pt x="3276730" y="347017"/>
                  <a:pt x="3238082" y="347017"/>
                </a:cubicBezTo>
                <a:cubicBezTo>
                  <a:pt x="3199434" y="347017"/>
                  <a:pt x="3168104" y="314814"/>
                  <a:pt x="3168104" y="275090"/>
                </a:cubicBezTo>
                <a:cubicBezTo>
                  <a:pt x="3168104" y="235366"/>
                  <a:pt x="3199434" y="203163"/>
                  <a:pt x="3238082" y="203163"/>
                </a:cubicBezTo>
                <a:close/>
                <a:moveTo>
                  <a:pt x="3028722" y="201900"/>
                </a:moveTo>
                <a:cubicBezTo>
                  <a:pt x="3067370" y="201900"/>
                  <a:pt x="3098700" y="234103"/>
                  <a:pt x="3098700" y="273827"/>
                </a:cubicBezTo>
                <a:cubicBezTo>
                  <a:pt x="3098700" y="313552"/>
                  <a:pt x="3067370" y="345755"/>
                  <a:pt x="3028722" y="345755"/>
                </a:cubicBezTo>
                <a:cubicBezTo>
                  <a:pt x="2990074" y="345755"/>
                  <a:pt x="2958744" y="313552"/>
                  <a:pt x="2958744" y="273827"/>
                </a:cubicBezTo>
                <a:cubicBezTo>
                  <a:pt x="2958744" y="234103"/>
                  <a:pt x="2990074" y="201900"/>
                  <a:pt x="3028722" y="201900"/>
                </a:cubicBezTo>
                <a:close/>
                <a:moveTo>
                  <a:pt x="2838381" y="201900"/>
                </a:moveTo>
                <a:cubicBezTo>
                  <a:pt x="2877029" y="201900"/>
                  <a:pt x="2908360" y="234103"/>
                  <a:pt x="2908360" y="273827"/>
                </a:cubicBezTo>
                <a:cubicBezTo>
                  <a:pt x="2908360" y="313552"/>
                  <a:pt x="2877029" y="345755"/>
                  <a:pt x="2838381" y="345755"/>
                </a:cubicBezTo>
                <a:cubicBezTo>
                  <a:pt x="2799733" y="345755"/>
                  <a:pt x="2768403" y="313552"/>
                  <a:pt x="2768403" y="273827"/>
                </a:cubicBezTo>
                <a:cubicBezTo>
                  <a:pt x="2768403" y="234103"/>
                  <a:pt x="2799733" y="201900"/>
                  <a:pt x="2838381" y="201900"/>
                </a:cubicBezTo>
                <a:close/>
                <a:moveTo>
                  <a:pt x="2631246" y="201900"/>
                </a:moveTo>
                <a:cubicBezTo>
                  <a:pt x="2669894" y="201900"/>
                  <a:pt x="2701224" y="234103"/>
                  <a:pt x="2701224" y="273827"/>
                </a:cubicBezTo>
                <a:cubicBezTo>
                  <a:pt x="2701224" y="313552"/>
                  <a:pt x="2669894" y="345755"/>
                  <a:pt x="2631246" y="345755"/>
                </a:cubicBezTo>
                <a:cubicBezTo>
                  <a:pt x="2592598" y="345755"/>
                  <a:pt x="2561268" y="313552"/>
                  <a:pt x="2561268" y="273827"/>
                </a:cubicBezTo>
                <a:cubicBezTo>
                  <a:pt x="2561268" y="234103"/>
                  <a:pt x="2592598" y="201900"/>
                  <a:pt x="2631246" y="201900"/>
                </a:cubicBezTo>
                <a:close/>
                <a:moveTo>
                  <a:pt x="2441838" y="201900"/>
                </a:moveTo>
                <a:cubicBezTo>
                  <a:pt x="2480486" y="201900"/>
                  <a:pt x="2511816" y="234103"/>
                  <a:pt x="2511816" y="273827"/>
                </a:cubicBezTo>
                <a:cubicBezTo>
                  <a:pt x="2511816" y="313552"/>
                  <a:pt x="2480486" y="345755"/>
                  <a:pt x="2441838" y="345755"/>
                </a:cubicBezTo>
                <a:cubicBezTo>
                  <a:pt x="2403190" y="345755"/>
                  <a:pt x="2371859" y="313552"/>
                  <a:pt x="2371859" y="273827"/>
                </a:cubicBezTo>
                <a:cubicBezTo>
                  <a:pt x="2371859" y="234103"/>
                  <a:pt x="2403190" y="201900"/>
                  <a:pt x="2441838" y="201900"/>
                </a:cubicBezTo>
                <a:close/>
                <a:moveTo>
                  <a:pt x="4612378" y="195591"/>
                </a:moveTo>
                <a:cubicBezTo>
                  <a:pt x="4651025" y="195591"/>
                  <a:pt x="4682356" y="227794"/>
                  <a:pt x="4682356" y="267517"/>
                </a:cubicBezTo>
                <a:cubicBezTo>
                  <a:pt x="4682356" y="307242"/>
                  <a:pt x="4651025" y="339445"/>
                  <a:pt x="4612378" y="339445"/>
                </a:cubicBezTo>
                <a:cubicBezTo>
                  <a:pt x="4573730" y="339445"/>
                  <a:pt x="4542399" y="307242"/>
                  <a:pt x="4542399" y="267517"/>
                </a:cubicBezTo>
                <a:cubicBezTo>
                  <a:pt x="4542399" y="227794"/>
                  <a:pt x="4573730" y="195591"/>
                  <a:pt x="4612378" y="195591"/>
                </a:cubicBezTo>
                <a:close/>
                <a:moveTo>
                  <a:pt x="4422036" y="195591"/>
                </a:moveTo>
                <a:cubicBezTo>
                  <a:pt x="4460684" y="195591"/>
                  <a:pt x="4492015" y="227794"/>
                  <a:pt x="4492015" y="267517"/>
                </a:cubicBezTo>
                <a:cubicBezTo>
                  <a:pt x="4492015" y="307242"/>
                  <a:pt x="4460684" y="339445"/>
                  <a:pt x="4422036" y="339445"/>
                </a:cubicBezTo>
                <a:cubicBezTo>
                  <a:pt x="4383388" y="339445"/>
                  <a:pt x="4352058" y="307242"/>
                  <a:pt x="4352058" y="267517"/>
                </a:cubicBezTo>
                <a:cubicBezTo>
                  <a:pt x="4352058" y="227794"/>
                  <a:pt x="4383388" y="195591"/>
                  <a:pt x="4422036" y="195591"/>
                </a:cubicBezTo>
                <a:close/>
                <a:moveTo>
                  <a:pt x="4214901" y="195591"/>
                </a:moveTo>
                <a:cubicBezTo>
                  <a:pt x="4253549" y="195591"/>
                  <a:pt x="4284879" y="227794"/>
                  <a:pt x="4284879" y="267517"/>
                </a:cubicBezTo>
                <a:cubicBezTo>
                  <a:pt x="4284879" y="307242"/>
                  <a:pt x="4253549" y="339445"/>
                  <a:pt x="4214901" y="339445"/>
                </a:cubicBezTo>
                <a:cubicBezTo>
                  <a:pt x="4176253" y="339445"/>
                  <a:pt x="4144923" y="307242"/>
                  <a:pt x="4144923" y="267517"/>
                </a:cubicBezTo>
                <a:cubicBezTo>
                  <a:pt x="4144923" y="227794"/>
                  <a:pt x="4176253" y="195591"/>
                  <a:pt x="4214901" y="195591"/>
                </a:cubicBezTo>
                <a:close/>
                <a:moveTo>
                  <a:pt x="4025493" y="195591"/>
                </a:moveTo>
                <a:cubicBezTo>
                  <a:pt x="4064141" y="195591"/>
                  <a:pt x="4095471" y="227794"/>
                  <a:pt x="4095471" y="267517"/>
                </a:cubicBezTo>
                <a:cubicBezTo>
                  <a:pt x="4095471" y="307242"/>
                  <a:pt x="4064141" y="339445"/>
                  <a:pt x="4025493" y="339445"/>
                </a:cubicBezTo>
                <a:cubicBezTo>
                  <a:pt x="3986845" y="339445"/>
                  <a:pt x="3955514" y="307242"/>
                  <a:pt x="3955514" y="267517"/>
                </a:cubicBezTo>
                <a:cubicBezTo>
                  <a:pt x="3955514" y="227794"/>
                  <a:pt x="3986845" y="195591"/>
                  <a:pt x="4025493" y="195591"/>
                </a:cubicBezTo>
                <a:close/>
                <a:moveTo>
                  <a:pt x="1453108" y="18305"/>
                </a:moveTo>
                <a:cubicBezTo>
                  <a:pt x="1491755" y="18305"/>
                  <a:pt x="1523086" y="50508"/>
                  <a:pt x="1523086" y="90232"/>
                </a:cubicBezTo>
                <a:cubicBezTo>
                  <a:pt x="1523086" y="129956"/>
                  <a:pt x="1491755" y="162159"/>
                  <a:pt x="1453108" y="162159"/>
                </a:cubicBezTo>
                <a:cubicBezTo>
                  <a:pt x="1414460" y="162159"/>
                  <a:pt x="1383129" y="129956"/>
                  <a:pt x="1383129" y="90232"/>
                </a:cubicBezTo>
                <a:cubicBezTo>
                  <a:pt x="1383129" y="50508"/>
                  <a:pt x="1414460" y="18305"/>
                  <a:pt x="1453108" y="18305"/>
                </a:cubicBezTo>
                <a:close/>
                <a:moveTo>
                  <a:pt x="1262767" y="18305"/>
                </a:moveTo>
                <a:cubicBezTo>
                  <a:pt x="1301415" y="18305"/>
                  <a:pt x="1332746" y="50508"/>
                  <a:pt x="1332746" y="90232"/>
                </a:cubicBezTo>
                <a:cubicBezTo>
                  <a:pt x="1332746" y="129956"/>
                  <a:pt x="1301415" y="162159"/>
                  <a:pt x="1262767" y="162159"/>
                </a:cubicBezTo>
                <a:cubicBezTo>
                  <a:pt x="1224119" y="162159"/>
                  <a:pt x="1192789" y="129956"/>
                  <a:pt x="1192789" y="90232"/>
                </a:cubicBezTo>
                <a:cubicBezTo>
                  <a:pt x="1192789" y="50508"/>
                  <a:pt x="1224119" y="18305"/>
                  <a:pt x="1262767" y="18305"/>
                </a:cubicBezTo>
                <a:close/>
                <a:moveTo>
                  <a:pt x="1055631" y="18305"/>
                </a:moveTo>
                <a:cubicBezTo>
                  <a:pt x="1094279" y="18305"/>
                  <a:pt x="1125610" y="50508"/>
                  <a:pt x="1125610" y="90232"/>
                </a:cubicBezTo>
                <a:cubicBezTo>
                  <a:pt x="1125610" y="129956"/>
                  <a:pt x="1094279" y="162159"/>
                  <a:pt x="1055631" y="162159"/>
                </a:cubicBezTo>
                <a:cubicBezTo>
                  <a:pt x="1016984" y="162159"/>
                  <a:pt x="985654" y="129956"/>
                  <a:pt x="985654" y="90232"/>
                </a:cubicBezTo>
                <a:cubicBezTo>
                  <a:pt x="985654" y="50508"/>
                  <a:pt x="1016984" y="18305"/>
                  <a:pt x="1055631" y="18305"/>
                </a:cubicBezTo>
                <a:close/>
                <a:moveTo>
                  <a:pt x="866223" y="18305"/>
                </a:moveTo>
                <a:cubicBezTo>
                  <a:pt x="904871" y="18305"/>
                  <a:pt x="936201" y="50508"/>
                  <a:pt x="936201" y="90232"/>
                </a:cubicBezTo>
                <a:cubicBezTo>
                  <a:pt x="936201" y="129956"/>
                  <a:pt x="904871" y="162159"/>
                  <a:pt x="866223" y="162159"/>
                </a:cubicBezTo>
                <a:cubicBezTo>
                  <a:pt x="827576" y="162159"/>
                  <a:pt x="796245" y="129956"/>
                  <a:pt x="796245" y="90232"/>
                </a:cubicBezTo>
                <a:cubicBezTo>
                  <a:pt x="796245" y="50508"/>
                  <a:pt x="827576" y="18305"/>
                  <a:pt x="866223" y="18305"/>
                </a:cubicBezTo>
                <a:close/>
                <a:moveTo>
                  <a:pt x="656863" y="17043"/>
                </a:moveTo>
                <a:cubicBezTo>
                  <a:pt x="695511" y="17043"/>
                  <a:pt x="726841" y="49246"/>
                  <a:pt x="726841" y="88969"/>
                </a:cubicBezTo>
                <a:cubicBezTo>
                  <a:pt x="726841" y="128694"/>
                  <a:pt x="695511" y="160897"/>
                  <a:pt x="656863" y="160897"/>
                </a:cubicBezTo>
                <a:cubicBezTo>
                  <a:pt x="618215" y="160897"/>
                  <a:pt x="586885" y="128694"/>
                  <a:pt x="586885" y="88969"/>
                </a:cubicBezTo>
                <a:cubicBezTo>
                  <a:pt x="586885" y="49246"/>
                  <a:pt x="618215" y="17043"/>
                  <a:pt x="656863" y="17043"/>
                </a:cubicBezTo>
                <a:close/>
                <a:moveTo>
                  <a:pt x="466522" y="17043"/>
                </a:moveTo>
                <a:cubicBezTo>
                  <a:pt x="505170" y="17043"/>
                  <a:pt x="536501" y="49246"/>
                  <a:pt x="536501" y="88969"/>
                </a:cubicBezTo>
                <a:cubicBezTo>
                  <a:pt x="536501" y="128694"/>
                  <a:pt x="505170" y="160897"/>
                  <a:pt x="466522" y="160897"/>
                </a:cubicBezTo>
                <a:cubicBezTo>
                  <a:pt x="427874" y="160897"/>
                  <a:pt x="396544" y="128694"/>
                  <a:pt x="396544" y="88969"/>
                </a:cubicBezTo>
                <a:cubicBezTo>
                  <a:pt x="396544" y="49246"/>
                  <a:pt x="427874" y="17043"/>
                  <a:pt x="466522" y="17043"/>
                </a:cubicBezTo>
                <a:close/>
                <a:moveTo>
                  <a:pt x="259387" y="17043"/>
                </a:moveTo>
                <a:cubicBezTo>
                  <a:pt x="298035" y="17043"/>
                  <a:pt x="329365" y="49246"/>
                  <a:pt x="329365" y="88969"/>
                </a:cubicBezTo>
                <a:cubicBezTo>
                  <a:pt x="329365" y="128694"/>
                  <a:pt x="298035" y="160897"/>
                  <a:pt x="259387" y="160897"/>
                </a:cubicBezTo>
                <a:cubicBezTo>
                  <a:pt x="220739" y="160897"/>
                  <a:pt x="189409" y="128694"/>
                  <a:pt x="189409" y="88969"/>
                </a:cubicBezTo>
                <a:cubicBezTo>
                  <a:pt x="189409" y="49246"/>
                  <a:pt x="220739" y="17043"/>
                  <a:pt x="259387" y="17043"/>
                </a:cubicBezTo>
                <a:close/>
                <a:moveTo>
                  <a:pt x="69979" y="17043"/>
                </a:moveTo>
                <a:cubicBezTo>
                  <a:pt x="108627" y="17043"/>
                  <a:pt x="139957" y="49246"/>
                  <a:pt x="139957" y="88969"/>
                </a:cubicBezTo>
                <a:cubicBezTo>
                  <a:pt x="139957" y="128694"/>
                  <a:pt x="108627" y="160897"/>
                  <a:pt x="69979" y="160897"/>
                </a:cubicBezTo>
                <a:cubicBezTo>
                  <a:pt x="31331" y="160897"/>
                  <a:pt x="0" y="128694"/>
                  <a:pt x="0" y="88969"/>
                </a:cubicBezTo>
                <a:cubicBezTo>
                  <a:pt x="0" y="49246"/>
                  <a:pt x="31331" y="17043"/>
                  <a:pt x="69979" y="17043"/>
                </a:cubicBezTo>
                <a:close/>
                <a:moveTo>
                  <a:pt x="2240519" y="10733"/>
                </a:moveTo>
                <a:cubicBezTo>
                  <a:pt x="2279166" y="10733"/>
                  <a:pt x="2310497" y="42936"/>
                  <a:pt x="2310497" y="82660"/>
                </a:cubicBezTo>
                <a:cubicBezTo>
                  <a:pt x="2310497" y="122384"/>
                  <a:pt x="2279166" y="154587"/>
                  <a:pt x="2240519" y="154587"/>
                </a:cubicBezTo>
                <a:cubicBezTo>
                  <a:pt x="2201871" y="154587"/>
                  <a:pt x="2170540" y="122384"/>
                  <a:pt x="2170540" y="82660"/>
                </a:cubicBezTo>
                <a:cubicBezTo>
                  <a:pt x="2170540" y="42936"/>
                  <a:pt x="2201871" y="10733"/>
                  <a:pt x="2240519" y="10733"/>
                </a:cubicBezTo>
                <a:close/>
                <a:moveTo>
                  <a:pt x="2050178" y="10733"/>
                </a:moveTo>
                <a:cubicBezTo>
                  <a:pt x="2088826" y="10733"/>
                  <a:pt x="2120156" y="42936"/>
                  <a:pt x="2120156" y="82660"/>
                </a:cubicBezTo>
                <a:cubicBezTo>
                  <a:pt x="2120156" y="122384"/>
                  <a:pt x="2088826" y="154587"/>
                  <a:pt x="2050178" y="154587"/>
                </a:cubicBezTo>
                <a:cubicBezTo>
                  <a:pt x="2011530" y="154587"/>
                  <a:pt x="1980200" y="122384"/>
                  <a:pt x="1980200" y="82660"/>
                </a:cubicBezTo>
                <a:cubicBezTo>
                  <a:pt x="1980200" y="42936"/>
                  <a:pt x="2011530" y="10733"/>
                  <a:pt x="2050178" y="10733"/>
                </a:cubicBezTo>
                <a:close/>
                <a:moveTo>
                  <a:pt x="1843042" y="10733"/>
                </a:moveTo>
                <a:cubicBezTo>
                  <a:pt x="1881690" y="10733"/>
                  <a:pt x="1913021" y="42936"/>
                  <a:pt x="1913021" y="82660"/>
                </a:cubicBezTo>
                <a:cubicBezTo>
                  <a:pt x="1913021" y="122384"/>
                  <a:pt x="1881690" y="154587"/>
                  <a:pt x="1843042" y="154587"/>
                </a:cubicBezTo>
                <a:cubicBezTo>
                  <a:pt x="1804394" y="154587"/>
                  <a:pt x="1773064" y="122384"/>
                  <a:pt x="1773064" y="82660"/>
                </a:cubicBezTo>
                <a:cubicBezTo>
                  <a:pt x="1773064" y="42936"/>
                  <a:pt x="1804394" y="10733"/>
                  <a:pt x="1843042" y="10733"/>
                </a:cubicBezTo>
                <a:close/>
                <a:moveTo>
                  <a:pt x="1653634" y="10733"/>
                </a:moveTo>
                <a:cubicBezTo>
                  <a:pt x="1692282" y="10733"/>
                  <a:pt x="1723612" y="42936"/>
                  <a:pt x="1723612" y="82660"/>
                </a:cubicBezTo>
                <a:cubicBezTo>
                  <a:pt x="1723612" y="122384"/>
                  <a:pt x="1692282" y="154587"/>
                  <a:pt x="1653634" y="154587"/>
                </a:cubicBezTo>
                <a:cubicBezTo>
                  <a:pt x="1614986" y="154587"/>
                  <a:pt x="1583655" y="122384"/>
                  <a:pt x="1583655" y="82660"/>
                </a:cubicBezTo>
                <a:cubicBezTo>
                  <a:pt x="1583655" y="42936"/>
                  <a:pt x="1614986" y="10733"/>
                  <a:pt x="1653634" y="10733"/>
                </a:cubicBezTo>
                <a:close/>
                <a:moveTo>
                  <a:pt x="3824967" y="7572"/>
                </a:moveTo>
                <a:cubicBezTo>
                  <a:pt x="3863614" y="7572"/>
                  <a:pt x="3894945" y="39775"/>
                  <a:pt x="3894945" y="79499"/>
                </a:cubicBezTo>
                <a:cubicBezTo>
                  <a:pt x="3894945" y="119223"/>
                  <a:pt x="3863614" y="151426"/>
                  <a:pt x="3824967" y="151426"/>
                </a:cubicBezTo>
                <a:cubicBezTo>
                  <a:pt x="3786319" y="151426"/>
                  <a:pt x="3754988" y="119223"/>
                  <a:pt x="3754988" y="79499"/>
                </a:cubicBezTo>
                <a:cubicBezTo>
                  <a:pt x="3754988" y="39775"/>
                  <a:pt x="3786319" y="7572"/>
                  <a:pt x="3824967" y="7572"/>
                </a:cubicBezTo>
                <a:close/>
                <a:moveTo>
                  <a:pt x="3634626" y="7572"/>
                </a:moveTo>
                <a:cubicBezTo>
                  <a:pt x="3673274" y="7572"/>
                  <a:pt x="3704604" y="39775"/>
                  <a:pt x="3704604" y="79499"/>
                </a:cubicBezTo>
                <a:cubicBezTo>
                  <a:pt x="3704604" y="119223"/>
                  <a:pt x="3673274" y="151426"/>
                  <a:pt x="3634626" y="151426"/>
                </a:cubicBezTo>
                <a:cubicBezTo>
                  <a:pt x="3595978" y="151426"/>
                  <a:pt x="3564648" y="119223"/>
                  <a:pt x="3564648" y="79499"/>
                </a:cubicBezTo>
                <a:cubicBezTo>
                  <a:pt x="3564648" y="39775"/>
                  <a:pt x="3595978" y="7572"/>
                  <a:pt x="3634626" y="7572"/>
                </a:cubicBezTo>
                <a:close/>
                <a:moveTo>
                  <a:pt x="3427490" y="7572"/>
                </a:moveTo>
                <a:cubicBezTo>
                  <a:pt x="3466138" y="7572"/>
                  <a:pt x="3497469" y="39775"/>
                  <a:pt x="3497469" y="79499"/>
                </a:cubicBezTo>
                <a:cubicBezTo>
                  <a:pt x="3497469" y="119223"/>
                  <a:pt x="3466138" y="151426"/>
                  <a:pt x="3427490" y="151426"/>
                </a:cubicBezTo>
                <a:cubicBezTo>
                  <a:pt x="3388842" y="151426"/>
                  <a:pt x="3357512" y="119223"/>
                  <a:pt x="3357512" y="79499"/>
                </a:cubicBezTo>
                <a:cubicBezTo>
                  <a:pt x="3357512" y="39775"/>
                  <a:pt x="3388842" y="7572"/>
                  <a:pt x="3427490" y="7572"/>
                </a:cubicBezTo>
                <a:close/>
                <a:moveTo>
                  <a:pt x="3238082" y="7572"/>
                </a:moveTo>
                <a:cubicBezTo>
                  <a:pt x="3276730" y="7572"/>
                  <a:pt x="3308060" y="39775"/>
                  <a:pt x="3308060" y="79499"/>
                </a:cubicBezTo>
                <a:cubicBezTo>
                  <a:pt x="3308060" y="119223"/>
                  <a:pt x="3276730" y="151426"/>
                  <a:pt x="3238082" y="151426"/>
                </a:cubicBezTo>
                <a:cubicBezTo>
                  <a:pt x="3199434" y="151426"/>
                  <a:pt x="3168104" y="119223"/>
                  <a:pt x="3168104" y="79499"/>
                </a:cubicBezTo>
                <a:cubicBezTo>
                  <a:pt x="3168104" y="39775"/>
                  <a:pt x="3199434" y="7572"/>
                  <a:pt x="3238082" y="7572"/>
                </a:cubicBezTo>
                <a:close/>
                <a:moveTo>
                  <a:pt x="3028722" y="6310"/>
                </a:moveTo>
                <a:cubicBezTo>
                  <a:pt x="3067370" y="6310"/>
                  <a:pt x="3098700" y="38513"/>
                  <a:pt x="3098700" y="78236"/>
                </a:cubicBezTo>
                <a:cubicBezTo>
                  <a:pt x="3098700" y="117961"/>
                  <a:pt x="3067370" y="150164"/>
                  <a:pt x="3028722" y="150164"/>
                </a:cubicBezTo>
                <a:cubicBezTo>
                  <a:pt x="2990074" y="150164"/>
                  <a:pt x="2958744" y="117961"/>
                  <a:pt x="2958744" y="78236"/>
                </a:cubicBezTo>
                <a:cubicBezTo>
                  <a:pt x="2958744" y="38513"/>
                  <a:pt x="2990074" y="6310"/>
                  <a:pt x="3028722" y="6310"/>
                </a:cubicBezTo>
                <a:close/>
                <a:moveTo>
                  <a:pt x="2838381" y="6310"/>
                </a:moveTo>
                <a:cubicBezTo>
                  <a:pt x="2877029" y="6310"/>
                  <a:pt x="2908360" y="38513"/>
                  <a:pt x="2908360" y="78236"/>
                </a:cubicBezTo>
                <a:cubicBezTo>
                  <a:pt x="2908360" y="117961"/>
                  <a:pt x="2877029" y="150164"/>
                  <a:pt x="2838381" y="150164"/>
                </a:cubicBezTo>
                <a:cubicBezTo>
                  <a:pt x="2799733" y="150164"/>
                  <a:pt x="2768403" y="117961"/>
                  <a:pt x="2768403" y="78236"/>
                </a:cubicBezTo>
                <a:cubicBezTo>
                  <a:pt x="2768403" y="38513"/>
                  <a:pt x="2799733" y="6310"/>
                  <a:pt x="2838381" y="6310"/>
                </a:cubicBezTo>
                <a:close/>
                <a:moveTo>
                  <a:pt x="2631246" y="6310"/>
                </a:moveTo>
                <a:cubicBezTo>
                  <a:pt x="2669894" y="6310"/>
                  <a:pt x="2701224" y="38513"/>
                  <a:pt x="2701224" y="78236"/>
                </a:cubicBezTo>
                <a:cubicBezTo>
                  <a:pt x="2701224" y="117961"/>
                  <a:pt x="2669894" y="150164"/>
                  <a:pt x="2631246" y="150164"/>
                </a:cubicBezTo>
                <a:cubicBezTo>
                  <a:pt x="2592598" y="150164"/>
                  <a:pt x="2561268" y="117961"/>
                  <a:pt x="2561268" y="78236"/>
                </a:cubicBezTo>
                <a:cubicBezTo>
                  <a:pt x="2561268" y="38513"/>
                  <a:pt x="2592598" y="6310"/>
                  <a:pt x="2631246" y="6310"/>
                </a:cubicBezTo>
                <a:close/>
                <a:moveTo>
                  <a:pt x="2441838" y="6310"/>
                </a:moveTo>
                <a:cubicBezTo>
                  <a:pt x="2480486" y="6310"/>
                  <a:pt x="2511816" y="38513"/>
                  <a:pt x="2511816" y="78236"/>
                </a:cubicBezTo>
                <a:cubicBezTo>
                  <a:pt x="2511816" y="117961"/>
                  <a:pt x="2480486" y="150164"/>
                  <a:pt x="2441838" y="150164"/>
                </a:cubicBezTo>
                <a:cubicBezTo>
                  <a:pt x="2403190" y="150164"/>
                  <a:pt x="2371859" y="117961"/>
                  <a:pt x="2371859" y="78236"/>
                </a:cubicBezTo>
                <a:cubicBezTo>
                  <a:pt x="2371859" y="38513"/>
                  <a:pt x="2403190" y="6310"/>
                  <a:pt x="2441838" y="6310"/>
                </a:cubicBezTo>
                <a:close/>
                <a:moveTo>
                  <a:pt x="4612378" y="0"/>
                </a:moveTo>
                <a:cubicBezTo>
                  <a:pt x="4651025" y="0"/>
                  <a:pt x="4682356" y="32203"/>
                  <a:pt x="4682356" y="71927"/>
                </a:cubicBezTo>
                <a:cubicBezTo>
                  <a:pt x="4682356" y="111651"/>
                  <a:pt x="4651025" y="143854"/>
                  <a:pt x="4612378" y="143854"/>
                </a:cubicBezTo>
                <a:cubicBezTo>
                  <a:pt x="4573730" y="143854"/>
                  <a:pt x="4542399" y="111651"/>
                  <a:pt x="4542399" y="71927"/>
                </a:cubicBezTo>
                <a:cubicBezTo>
                  <a:pt x="4542399" y="32203"/>
                  <a:pt x="4573730" y="0"/>
                  <a:pt x="4612378" y="0"/>
                </a:cubicBezTo>
                <a:close/>
                <a:moveTo>
                  <a:pt x="4422036" y="0"/>
                </a:moveTo>
                <a:cubicBezTo>
                  <a:pt x="4460684" y="0"/>
                  <a:pt x="4492015" y="32203"/>
                  <a:pt x="4492015" y="71927"/>
                </a:cubicBezTo>
                <a:cubicBezTo>
                  <a:pt x="4492015" y="111651"/>
                  <a:pt x="4460684" y="143854"/>
                  <a:pt x="4422036" y="143854"/>
                </a:cubicBezTo>
                <a:cubicBezTo>
                  <a:pt x="4383388" y="143854"/>
                  <a:pt x="4352058" y="111651"/>
                  <a:pt x="4352058" y="71927"/>
                </a:cubicBezTo>
                <a:cubicBezTo>
                  <a:pt x="4352058" y="32203"/>
                  <a:pt x="4383388" y="0"/>
                  <a:pt x="4422036" y="0"/>
                </a:cubicBezTo>
                <a:close/>
                <a:moveTo>
                  <a:pt x="4214901" y="0"/>
                </a:moveTo>
                <a:cubicBezTo>
                  <a:pt x="4253549" y="0"/>
                  <a:pt x="4284879" y="32203"/>
                  <a:pt x="4284879" y="71927"/>
                </a:cubicBezTo>
                <a:cubicBezTo>
                  <a:pt x="4284879" y="111651"/>
                  <a:pt x="4253549" y="143854"/>
                  <a:pt x="4214901" y="143854"/>
                </a:cubicBezTo>
                <a:cubicBezTo>
                  <a:pt x="4176253" y="143854"/>
                  <a:pt x="4144923" y="111651"/>
                  <a:pt x="4144923" y="71927"/>
                </a:cubicBezTo>
                <a:cubicBezTo>
                  <a:pt x="4144923" y="32203"/>
                  <a:pt x="4176253" y="0"/>
                  <a:pt x="4214901" y="0"/>
                </a:cubicBezTo>
                <a:close/>
                <a:moveTo>
                  <a:pt x="4025493" y="0"/>
                </a:moveTo>
                <a:cubicBezTo>
                  <a:pt x="4064141" y="0"/>
                  <a:pt x="4095471" y="32203"/>
                  <a:pt x="4095471" y="71927"/>
                </a:cubicBezTo>
                <a:cubicBezTo>
                  <a:pt x="4095471" y="111651"/>
                  <a:pt x="4064141" y="143854"/>
                  <a:pt x="4025493" y="143854"/>
                </a:cubicBezTo>
                <a:cubicBezTo>
                  <a:pt x="3986845" y="143854"/>
                  <a:pt x="3955514" y="111651"/>
                  <a:pt x="3955514" y="71927"/>
                </a:cubicBezTo>
                <a:cubicBezTo>
                  <a:pt x="3955514" y="32203"/>
                  <a:pt x="3986845" y="0"/>
                  <a:pt x="4025493" y="0"/>
                </a:cubicBezTo>
                <a:close/>
              </a:path>
            </a:pathLst>
          </a:custGeom>
          <a:solidFill>
            <a:schemeClr val="bg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8" name="矩形 97"/>
          <p:cNvSpPr/>
          <p:nvPr/>
        </p:nvSpPr>
        <p:spPr>
          <a:xfrm>
            <a:off x="1171075" y="1838741"/>
            <a:ext cx="4598661" cy="3323987"/>
          </a:xfrm>
          <a:prstGeom prst="rect">
            <a:avLst/>
          </a:prstGeom>
        </p:spPr>
        <p:txBody>
          <a:bodyPr wrap="square">
            <a:spAutoFit/>
            <a:scene3d>
              <a:camera prst="orthographicFront"/>
              <a:lightRig rig="threePt" dir="t"/>
            </a:scene3d>
            <a:sp3d contourW="6350"/>
          </a:bodyPr>
          <a:lstStyle/>
          <a:p>
            <a:pPr>
              <a:lnSpc>
                <a:spcPct val="150000"/>
              </a:lnSpc>
            </a:pPr>
            <a:r>
              <a:rPr lang="zh-CN" altLang="en-US" sz="1400" dirty="0">
                <a:solidFill>
                  <a:schemeClr val="bg1"/>
                </a:solidFill>
                <a:cs typeface="+mn-ea"/>
                <a:sym typeface="+mn-lt"/>
              </a:rPr>
              <a:t>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a:t>
            </a:r>
            <a:endParaRPr lang="zh-CN" altLang="en-US" sz="1400" dirty="0">
              <a:solidFill>
                <a:schemeClr val="bg1"/>
              </a:solidFill>
              <a:cs typeface="+mn-ea"/>
              <a:sym typeface="+mn-lt"/>
            </a:endParaRPr>
          </a:p>
          <a:p>
            <a:pPr>
              <a:lnSpc>
                <a:spcPct val="150000"/>
              </a:lnSpc>
            </a:pPr>
            <a:endParaRPr lang="zh-CN" altLang="en-US" sz="1400" dirty="0">
              <a:solidFill>
                <a:schemeClr val="bg1"/>
              </a:solidFill>
              <a:cs typeface="+mn-ea"/>
              <a:sym typeface="+mn-lt"/>
            </a:endParaRPr>
          </a:p>
          <a:p>
            <a:pPr>
              <a:lnSpc>
                <a:spcPct val="150000"/>
              </a:lnSpc>
            </a:pPr>
            <a:endParaRPr lang="zh-CN" altLang="en-US" sz="1400" dirty="0">
              <a:solidFill>
                <a:schemeClr val="bg1"/>
              </a:solidFill>
              <a:cs typeface="+mn-ea"/>
              <a:sym typeface="+mn-lt"/>
            </a:endParaRPr>
          </a:p>
        </p:txBody>
      </p:sp>
      <p:sp>
        <p:nvSpPr>
          <p:cNvPr id="99" name="文本框 38"/>
          <p:cNvSpPr txBox="1">
            <a:spLocks noChangeArrowheads="1"/>
          </p:cNvSpPr>
          <p:nvPr/>
        </p:nvSpPr>
        <p:spPr bwMode="auto">
          <a:xfrm>
            <a:off x="2294251" y="1418556"/>
            <a:ext cx="2136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b="1" dirty="0">
                <a:solidFill>
                  <a:schemeClr val="bg1"/>
                </a:solidFill>
                <a:latin typeface="+mn-lt"/>
                <a:ea typeface="+mn-ea"/>
                <a:cs typeface="+mn-ea"/>
                <a:sym typeface="+mn-lt"/>
              </a:rPr>
              <a:t>点此添加您的标题</a:t>
            </a:r>
            <a:endParaRPr lang="zh-CN" altLang="en-US" b="1" dirty="0">
              <a:solidFill>
                <a:schemeClr val="bg1"/>
              </a:solidFill>
              <a:latin typeface="+mn-lt"/>
              <a:ea typeface="+mn-ea"/>
              <a:cs typeface="+mn-ea"/>
              <a:sym typeface="+mn-lt"/>
            </a:endParaRPr>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175978" y="4494727"/>
            <a:ext cx="2829302" cy="1790293"/>
          </a:xfrm>
          <a:prstGeom prst="rect">
            <a:avLst/>
          </a:prstGeom>
        </p:spPr>
      </p:pic>
    </p:spTree>
  </p:cSld>
  <p:clrMapOvr>
    <a:masterClrMapping/>
  </p:clrMapOvr>
  <p:transition spd="slow" advClick="0" advTm="3000">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094704"/>
            <a:ext cx="3438659" cy="4520485"/>
          </a:xfrm>
          <a:prstGeom prst="rect">
            <a:avLst/>
          </a:pr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8"/>
          <p:cNvSpPr/>
          <p:nvPr/>
        </p:nvSpPr>
        <p:spPr>
          <a:xfrm>
            <a:off x="7145628" y="-12879"/>
            <a:ext cx="5037787" cy="6858000"/>
          </a:xfrm>
          <a:prstGeom prst="rect">
            <a:avLst/>
          </a:pr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矩形 2"/>
          <p:cNvSpPr/>
          <p:nvPr/>
        </p:nvSpPr>
        <p:spPr>
          <a:xfrm>
            <a:off x="824248" y="1519708"/>
            <a:ext cx="10457645" cy="3657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文本框 38"/>
          <p:cNvSpPr txBox="1">
            <a:spLocks noChangeArrowheads="1"/>
          </p:cNvSpPr>
          <p:nvPr/>
        </p:nvSpPr>
        <p:spPr bwMode="auto">
          <a:xfrm>
            <a:off x="3893379" y="1781310"/>
            <a:ext cx="2507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3C4D76"/>
                </a:solidFill>
                <a:latin typeface="+mn-lt"/>
                <a:ea typeface="+mn-ea"/>
                <a:cs typeface="+mn-ea"/>
                <a:sym typeface="+mn-lt"/>
              </a:rPr>
              <a:t>点此添加您的标题</a:t>
            </a:r>
            <a:endParaRPr lang="zh-CN" altLang="en-US" sz="2000" b="1" dirty="0">
              <a:solidFill>
                <a:srgbClr val="3C4D76"/>
              </a:solidFill>
              <a:latin typeface="+mn-lt"/>
              <a:ea typeface="+mn-ea"/>
              <a:cs typeface="+mn-ea"/>
              <a:sym typeface="+mn-lt"/>
            </a:endParaRPr>
          </a:p>
        </p:txBody>
      </p:sp>
      <p:sp>
        <p:nvSpPr>
          <p:cNvPr id="13" name="矩形 12"/>
          <p:cNvSpPr/>
          <p:nvPr/>
        </p:nvSpPr>
        <p:spPr>
          <a:xfrm>
            <a:off x="1222590" y="2289501"/>
            <a:ext cx="6092610" cy="2677656"/>
          </a:xfrm>
          <a:prstGeom prst="rect">
            <a:avLst/>
          </a:prstGeom>
        </p:spPr>
        <p:txBody>
          <a:bodyPr wrap="square">
            <a:spAutoFit/>
            <a:scene3d>
              <a:camera prst="orthographicFront"/>
              <a:lightRig rig="threePt" dir="t"/>
            </a:scene3d>
            <a:sp3d contourW="6350"/>
          </a:bodyPr>
          <a:lstStyle/>
          <a:p>
            <a:pPr>
              <a:lnSpc>
                <a:spcPct val="150000"/>
              </a:lnSpc>
            </a:pPr>
            <a:r>
              <a:rPr lang="zh-CN" altLang="en-US" sz="1400" dirty="0">
                <a:solidFill>
                  <a:schemeClr val="bg2">
                    <a:lumMod val="50000"/>
                  </a:schemeClr>
                </a:solidFill>
                <a:cs typeface="+mn-ea"/>
                <a:sym typeface="+mn-lt"/>
              </a:rPr>
              <a:t>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a:t>
            </a:r>
            <a:endParaRPr lang="zh-CN" altLang="en-US" sz="1400" dirty="0">
              <a:solidFill>
                <a:schemeClr val="bg2">
                  <a:lumMod val="50000"/>
                </a:schemeClr>
              </a:solidFill>
              <a:cs typeface="+mn-ea"/>
              <a:sym typeface="+mn-lt"/>
            </a:endParaRPr>
          </a:p>
          <a:p>
            <a:pPr>
              <a:lnSpc>
                <a:spcPct val="150000"/>
              </a:lnSpc>
            </a:pPr>
            <a:endParaRPr lang="zh-CN" altLang="en-US" sz="1400" dirty="0">
              <a:solidFill>
                <a:schemeClr val="bg2">
                  <a:lumMod val="50000"/>
                </a:schemeClr>
              </a:solidFill>
              <a:cs typeface="+mn-ea"/>
              <a:sym typeface="+mn-lt"/>
            </a:endParaRPr>
          </a:p>
          <a:p>
            <a:pPr>
              <a:lnSpc>
                <a:spcPct val="150000"/>
              </a:lnSpc>
            </a:pPr>
            <a:endParaRPr lang="zh-CN" altLang="en-US" sz="1400" dirty="0">
              <a:solidFill>
                <a:schemeClr val="bg2">
                  <a:lumMod val="50000"/>
                </a:schemeClr>
              </a:solidFill>
              <a:cs typeface="+mn-ea"/>
              <a:sym typeface="+mn-lt"/>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18538" y="1107583"/>
            <a:ext cx="5943599" cy="5943599"/>
          </a:xfrm>
          <a:prstGeom prst="rect">
            <a:avLst/>
          </a:prstGeom>
        </p:spPr>
      </p:pic>
    </p:spTree>
  </p:cSld>
  <p:clrMapOvr>
    <a:masterClrMapping/>
  </p:clrMapOvr>
  <p:transition spd="slow" advClick="0" advTm="3000">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528034" y="824248"/>
            <a:ext cx="4443212" cy="5563673"/>
          </a:xfrm>
          <a:prstGeom prst="rect">
            <a:avLst/>
          </a:pr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文本框 38"/>
          <p:cNvSpPr txBox="1">
            <a:spLocks noChangeArrowheads="1"/>
          </p:cNvSpPr>
          <p:nvPr/>
        </p:nvSpPr>
        <p:spPr bwMode="auto">
          <a:xfrm>
            <a:off x="1600940" y="1253277"/>
            <a:ext cx="2507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chemeClr val="bg1"/>
                </a:solidFill>
                <a:latin typeface="+mn-lt"/>
                <a:ea typeface="+mn-ea"/>
                <a:cs typeface="+mn-ea"/>
                <a:sym typeface="+mn-lt"/>
              </a:rPr>
              <a:t>点此添加您的标题</a:t>
            </a:r>
            <a:endParaRPr lang="zh-CN" altLang="en-US" sz="2000" b="1" dirty="0">
              <a:solidFill>
                <a:schemeClr val="bg1"/>
              </a:solidFill>
              <a:latin typeface="+mn-lt"/>
              <a:ea typeface="+mn-ea"/>
              <a:cs typeface="+mn-ea"/>
              <a:sym typeface="+mn-lt"/>
            </a:endParaRPr>
          </a:p>
        </p:txBody>
      </p:sp>
      <p:sp>
        <p:nvSpPr>
          <p:cNvPr id="31" name="矩形 30"/>
          <p:cNvSpPr/>
          <p:nvPr/>
        </p:nvSpPr>
        <p:spPr>
          <a:xfrm>
            <a:off x="1183955" y="1954651"/>
            <a:ext cx="3233500" cy="3647152"/>
          </a:xfrm>
          <a:prstGeom prst="rect">
            <a:avLst/>
          </a:prstGeom>
        </p:spPr>
        <p:txBody>
          <a:bodyPr wrap="square">
            <a:spAutoFit/>
            <a:scene3d>
              <a:camera prst="orthographicFront"/>
              <a:lightRig rig="threePt" dir="t"/>
            </a:scene3d>
            <a:sp3d contourW="6350"/>
          </a:bodyPr>
          <a:lstStyle/>
          <a:p>
            <a:pPr>
              <a:lnSpc>
                <a:spcPct val="150000"/>
              </a:lnSpc>
            </a:pPr>
            <a:r>
              <a:rPr lang="zh-CN" altLang="en-US" sz="1400" dirty="0">
                <a:solidFill>
                  <a:schemeClr val="bg1"/>
                </a:solidFill>
                <a:cs typeface="+mn-ea"/>
                <a:sym typeface="+mn-lt"/>
              </a:rPr>
              <a:t>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用户可以在投影仪或者计算机上进行演示也可以将演示文稿打印出来制作成胶片以便应用到更广泛的以便应用到更广泛的</a:t>
            </a:r>
            <a:endParaRPr lang="zh-CN" altLang="en-US" sz="1400" dirty="0">
              <a:solidFill>
                <a:schemeClr val="bg1"/>
              </a:solidFill>
              <a:cs typeface="+mn-ea"/>
              <a:sym typeface="+mn-lt"/>
            </a:endParaRPr>
          </a:p>
          <a:p>
            <a:pPr>
              <a:lnSpc>
                <a:spcPct val="150000"/>
              </a:lnSpc>
            </a:pPr>
            <a:endParaRPr lang="zh-CN" altLang="en-US" sz="1400" dirty="0">
              <a:solidFill>
                <a:schemeClr val="bg1"/>
              </a:solidFill>
              <a:cs typeface="+mn-ea"/>
              <a:sym typeface="+mn-lt"/>
            </a:endParaRPr>
          </a:p>
          <a:p>
            <a:pPr>
              <a:lnSpc>
                <a:spcPct val="150000"/>
              </a:lnSpc>
            </a:pPr>
            <a:endParaRPr lang="zh-CN" altLang="en-US" sz="1400" dirty="0">
              <a:solidFill>
                <a:schemeClr val="bg1"/>
              </a:solidFill>
              <a:cs typeface="+mn-ea"/>
              <a:sym typeface="+mn-lt"/>
            </a:endParaRPr>
          </a:p>
        </p:txBody>
      </p:sp>
      <p:pic>
        <p:nvPicPr>
          <p:cNvPr id="3" name="图片 2"/>
          <p:cNvPicPr>
            <a:picLocks noChangeAspect="1"/>
          </p:cNvPicPr>
          <p:nvPr/>
        </p:nvPicPr>
        <p:blipFill rotWithShape="1">
          <a:blip r:embed="rId1" cstate="print">
            <a:extLst>
              <a:ext uri="{28A0092B-C50C-407E-A947-70E740481C1C}">
                <a14:useLocalDpi xmlns:a14="http://schemas.microsoft.com/office/drawing/2010/main" val="0"/>
              </a:ext>
            </a:extLst>
          </a:blip>
          <a:srcRect b="46291"/>
          <a:stretch>
            <a:fillRect/>
          </a:stretch>
        </p:blipFill>
        <p:spPr>
          <a:xfrm>
            <a:off x="4990908" y="798409"/>
            <a:ext cx="7201092" cy="5602391"/>
          </a:xfrm>
          <a:prstGeom prst="rect">
            <a:avLst/>
          </a:prstGeom>
        </p:spPr>
      </p:pic>
    </p:spTree>
  </p:cSld>
  <p:clrMapOvr>
    <a:masterClrMapping/>
  </p:clrMapOvr>
  <p:transition spd="slow" advClick="0" advTm="3000">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extLst>
              <a:ext uri="{28A0092B-C50C-407E-A947-70E740481C1C}">
                <a14:useLocalDpi xmlns:a14="http://schemas.microsoft.com/office/drawing/2010/main" val="0"/>
              </a:ext>
            </a:extLst>
          </a:blip>
          <a:srcRect b="7709"/>
          <a:stretch>
            <a:fillRect/>
          </a:stretch>
        </p:blipFill>
        <p:spPr>
          <a:xfrm>
            <a:off x="0" y="0"/>
            <a:ext cx="12192000" cy="6889476"/>
          </a:xfrm>
          <a:prstGeom prst="rect">
            <a:avLst/>
          </a:prstGeom>
        </p:spPr>
      </p:pic>
      <p:sp>
        <p:nvSpPr>
          <p:cNvPr id="28" name="矩形 27"/>
          <p:cNvSpPr/>
          <p:nvPr/>
        </p:nvSpPr>
        <p:spPr>
          <a:xfrm>
            <a:off x="0" y="0"/>
            <a:ext cx="12192000" cy="6858000"/>
          </a:xfrm>
          <a:prstGeom prst="rect">
            <a:avLst/>
          </a:prstGeom>
          <a:solidFill>
            <a:srgbClr val="3C4D76">
              <a:alpha val="5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矩形 30"/>
          <p:cNvSpPr/>
          <p:nvPr/>
        </p:nvSpPr>
        <p:spPr>
          <a:xfrm>
            <a:off x="9530366" y="3464417"/>
            <a:ext cx="1004552" cy="94015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矩形 29"/>
          <p:cNvSpPr/>
          <p:nvPr/>
        </p:nvSpPr>
        <p:spPr>
          <a:xfrm>
            <a:off x="3334727" y="1922961"/>
            <a:ext cx="5822151" cy="2354491"/>
          </a:xfrm>
          <a:prstGeom prst="rect">
            <a:avLst/>
          </a:prstGeom>
        </p:spPr>
        <p:txBody>
          <a:bodyPr wrap="square">
            <a:spAutoFit/>
            <a:scene3d>
              <a:camera prst="orthographicFront"/>
              <a:lightRig rig="threePt" dir="t"/>
            </a:scene3d>
            <a:sp3d contourW="6350"/>
          </a:bodyPr>
          <a:lstStyle/>
          <a:p>
            <a:pPr>
              <a:lnSpc>
                <a:spcPct val="150000"/>
              </a:lnSpc>
            </a:pPr>
            <a:r>
              <a:rPr lang="zh-CN" altLang="en-US" sz="1400" dirty="0">
                <a:solidFill>
                  <a:schemeClr val="bg1"/>
                </a:solidFill>
                <a:cs typeface="+mn-ea"/>
                <a:sym typeface="+mn-lt"/>
              </a:rPr>
              <a:t>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用户可以在投影仪或者计算机上进行演示也可以将演示文稿打印出来制作成胶片以便应用到更广泛的以便应用到更广泛的</a:t>
            </a:r>
            <a:endParaRPr lang="zh-CN" altLang="en-US" sz="1400" dirty="0">
              <a:solidFill>
                <a:schemeClr val="bg1"/>
              </a:solidFill>
              <a:cs typeface="+mn-ea"/>
              <a:sym typeface="+mn-lt"/>
            </a:endParaRPr>
          </a:p>
          <a:p>
            <a:pPr>
              <a:lnSpc>
                <a:spcPct val="150000"/>
              </a:lnSpc>
            </a:pPr>
            <a:endParaRPr lang="zh-CN" altLang="en-US" sz="1400" dirty="0">
              <a:solidFill>
                <a:schemeClr val="bg1"/>
              </a:solidFill>
              <a:cs typeface="+mn-ea"/>
              <a:sym typeface="+mn-lt"/>
            </a:endParaRPr>
          </a:p>
          <a:p>
            <a:pPr>
              <a:lnSpc>
                <a:spcPct val="150000"/>
              </a:lnSpc>
            </a:pPr>
            <a:endParaRPr lang="zh-CN" altLang="en-US" sz="1400" dirty="0">
              <a:solidFill>
                <a:schemeClr val="bg1"/>
              </a:solidFill>
              <a:cs typeface="+mn-ea"/>
              <a:sym typeface="+mn-lt"/>
            </a:endParaRPr>
          </a:p>
        </p:txBody>
      </p:sp>
      <p:sp>
        <p:nvSpPr>
          <p:cNvPr id="29" name="文本框 38"/>
          <p:cNvSpPr txBox="1">
            <a:spLocks noChangeArrowheads="1"/>
          </p:cNvSpPr>
          <p:nvPr/>
        </p:nvSpPr>
        <p:spPr bwMode="auto">
          <a:xfrm>
            <a:off x="4666113" y="1394945"/>
            <a:ext cx="2507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chemeClr val="bg1"/>
                </a:solidFill>
                <a:latin typeface="+mn-lt"/>
                <a:ea typeface="+mn-ea"/>
                <a:cs typeface="+mn-ea"/>
                <a:sym typeface="+mn-lt"/>
              </a:rPr>
              <a:t>点此添加您的标题</a:t>
            </a:r>
            <a:endParaRPr lang="zh-CN" altLang="en-US" sz="2000" b="1" dirty="0">
              <a:solidFill>
                <a:schemeClr val="bg1"/>
              </a:solidFill>
              <a:latin typeface="+mn-lt"/>
              <a:ea typeface="+mn-ea"/>
              <a:cs typeface="+mn-ea"/>
              <a:sym typeface="+mn-lt"/>
            </a:endParaRPr>
          </a:p>
        </p:txBody>
      </p:sp>
      <p:sp>
        <p:nvSpPr>
          <p:cNvPr id="3" name="矩形 2"/>
          <p:cNvSpPr/>
          <p:nvPr/>
        </p:nvSpPr>
        <p:spPr>
          <a:xfrm>
            <a:off x="2408349" y="1197736"/>
            <a:ext cx="7469747" cy="2704563"/>
          </a:xfrm>
          <a:prstGeom prst="rect">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p:transition spd="slow" advClick="0" advTm="3000">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2"/>
          <p:cNvSpPr txBox="1"/>
          <p:nvPr/>
        </p:nvSpPr>
        <p:spPr>
          <a:xfrm>
            <a:off x="3554569" y="1753587"/>
            <a:ext cx="6259132" cy="1107996"/>
          </a:xfrm>
          <a:prstGeom prst="rect">
            <a:avLst/>
          </a:prstGeom>
          <a:noFill/>
        </p:spPr>
        <p:txBody>
          <a:bodyPr wrap="square" rtlCol="0">
            <a:spAutoFit/>
          </a:bodyPr>
          <a:lstStyle>
            <a:defPPr>
              <a:defRPr lang="zh-CN"/>
            </a:defPPr>
            <a:lvl1pPr algn="ctr">
              <a:lnSpc>
                <a:spcPct val="100000"/>
              </a:lnSpc>
              <a:defRPr sz="4800" b="1">
                <a:gradFill>
                  <a:gsLst>
                    <a:gs pos="0">
                      <a:srgbClr val="FFEDA1">
                        <a:lumMod val="96000"/>
                        <a:lumOff val="4000"/>
                      </a:srgbClr>
                    </a:gs>
                    <a:gs pos="100000">
                      <a:srgbClr val="7B593B">
                        <a:lumMod val="98000"/>
                      </a:srgbClr>
                    </a:gs>
                    <a:gs pos="83000">
                      <a:srgbClr val="FFCB4B"/>
                    </a:gs>
                  </a:gsLst>
                  <a:lin ang="5400000" scaled="1"/>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en-US" altLang="zh-CN" sz="6600" dirty="0">
                <a:solidFill>
                  <a:schemeClr val="bg1"/>
                </a:solidFill>
                <a:effectLst/>
                <a:latin typeface="+mn-lt"/>
                <a:ea typeface="+mn-ea"/>
                <a:cs typeface="+mn-ea"/>
                <a:sym typeface="+mn-lt"/>
              </a:rPr>
              <a:t>PART </a:t>
            </a:r>
            <a:r>
              <a:rPr lang="en-US" altLang="zh-CN" sz="6600" dirty="0">
                <a:solidFill>
                  <a:srgbClr val="3C4D76"/>
                </a:solidFill>
                <a:effectLst/>
                <a:latin typeface="+mn-lt"/>
                <a:ea typeface="+mn-ea"/>
                <a:cs typeface="+mn-ea"/>
                <a:sym typeface="+mn-lt"/>
              </a:rPr>
              <a:t>FOUR</a:t>
            </a:r>
            <a:endParaRPr lang="zh-CN" altLang="en-US" sz="6600" dirty="0">
              <a:solidFill>
                <a:srgbClr val="3C4D76"/>
              </a:solidFill>
              <a:effectLst/>
              <a:latin typeface="+mn-lt"/>
              <a:ea typeface="+mn-ea"/>
              <a:cs typeface="+mn-ea"/>
              <a:sym typeface="+mn-lt"/>
            </a:endParaRPr>
          </a:p>
        </p:txBody>
      </p:sp>
      <p:sp>
        <p:nvSpPr>
          <p:cNvPr id="3" name="图文框 2"/>
          <p:cNvSpPr/>
          <p:nvPr/>
        </p:nvSpPr>
        <p:spPr>
          <a:xfrm>
            <a:off x="506174" y="348916"/>
            <a:ext cx="11136328" cy="6206430"/>
          </a:xfrm>
          <a:prstGeom prst="frame">
            <a:avLst>
              <a:gd name="adj1" fmla="val 220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5" name="文本框 4"/>
          <p:cNvSpPr txBox="1"/>
          <p:nvPr/>
        </p:nvSpPr>
        <p:spPr>
          <a:xfrm>
            <a:off x="4529496" y="3905002"/>
            <a:ext cx="4293545" cy="568810"/>
          </a:xfrm>
          <a:prstGeom prst="rect">
            <a:avLst/>
          </a:prstGeom>
          <a:noFill/>
        </p:spPr>
        <p:txBody>
          <a:bodyPr wrap="square" rtlCol="0">
            <a:spAutoFit/>
          </a:bodyPr>
          <a:lstStyle/>
          <a:p>
            <a:pPr algn="r">
              <a:lnSpc>
                <a:spcPct val="150000"/>
              </a:lnSpc>
            </a:pPr>
            <a:r>
              <a:rPr lang="en-US" altLang="zh-CN" sz="1100" spc="200" dirty="0">
                <a:solidFill>
                  <a:srgbClr val="3C4D76"/>
                </a:solidFill>
                <a:cs typeface="+mn-ea"/>
                <a:sym typeface="+mn-lt"/>
              </a:rPr>
              <a:t>Annual summary report of the personnel department PowerPoint Template</a:t>
            </a:r>
            <a:endParaRPr lang="zh-CN" altLang="en-US" sz="1100" spc="200" dirty="0">
              <a:solidFill>
                <a:srgbClr val="3C4D76"/>
              </a:solidFill>
              <a:cs typeface="+mn-ea"/>
              <a:sym typeface="+mn-lt"/>
            </a:endParaRPr>
          </a:p>
        </p:txBody>
      </p:sp>
      <p:sp>
        <p:nvSpPr>
          <p:cNvPr id="6" name="TextBox 52"/>
          <p:cNvSpPr txBox="1"/>
          <p:nvPr/>
        </p:nvSpPr>
        <p:spPr>
          <a:xfrm>
            <a:off x="4286518" y="2833266"/>
            <a:ext cx="5346879" cy="1015663"/>
          </a:xfrm>
          <a:prstGeom prst="rect">
            <a:avLst/>
          </a:prstGeom>
          <a:noFill/>
        </p:spPr>
        <p:txBody>
          <a:bodyPr wrap="square" rtlCol="0">
            <a:spAutoFit/>
          </a:bodyPr>
          <a:lstStyle>
            <a:defPPr>
              <a:defRPr lang="zh-CN"/>
            </a:defPPr>
            <a:lvl1pPr algn="ctr">
              <a:lnSpc>
                <a:spcPct val="100000"/>
              </a:lnSpc>
              <a:defRPr sz="4800" b="1">
                <a:gradFill>
                  <a:gsLst>
                    <a:gs pos="0">
                      <a:srgbClr val="FFEDA1">
                        <a:lumMod val="96000"/>
                        <a:lumOff val="4000"/>
                      </a:srgbClr>
                    </a:gs>
                    <a:gs pos="100000">
                      <a:srgbClr val="7B593B">
                        <a:lumMod val="98000"/>
                      </a:srgbClr>
                    </a:gs>
                    <a:gs pos="83000">
                      <a:srgbClr val="FFCB4B"/>
                    </a:gs>
                  </a:gsLst>
                  <a:lin ang="5400000" scaled="1"/>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sz="6000" dirty="0">
                <a:solidFill>
                  <a:schemeClr val="bg1"/>
                </a:solidFill>
                <a:effectLst/>
                <a:latin typeface="+mn-lt"/>
                <a:ea typeface="+mn-ea"/>
                <a:cs typeface="+mn-ea"/>
                <a:sym typeface="+mn-lt"/>
              </a:rPr>
              <a:t>对我的</a:t>
            </a:r>
            <a:r>
              <a:rPr lang="zh-CN" altLang="en-US" sz="6000" dirty="0">
                <a:solidFill>
                  <a:srgbClr val="3C4D76"/>
                </a:solidFill>
                <a:effectLst/>
                <a:latin typeface="+mn-lt"/>
                <a:ea typeface="+mn-ea"/>
                <a:cs typeface="+mn-ea"/>
                <a:sym typeface="+mn-lt"/>
              </a:rPr>
              <a:t>影响</a:t>
            </a:r>
            <a:endParaRPr lang="zh-CN" altLang="en-US" sz="6000" dirty="0">
              <a:solidFill>
                <a:srgbClr val="3C4D76"/>
              </a:solidFill>
              <a:effectLst/>
              <a:latin typeface="+mn-lt"/>
              <a:ea typeface="+mn-ea"/>
              <a:cs typeface="+mn-ea"/>
              <a:sym typeface="+mn-lt"/>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3134" y="2042375"/>
            <a:ext cx="4602050" cy="4602050"/>
          </a:xfrm>
          <a:prstGeom prst="rect">
            <a:avLst/>
          </a:prstGeom>
        </p:spPr>
      </p:pic>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25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0" y="1330378"/>
            <a:ext cx="12192000" cy="4671178"/>
          </a:xfrm>
          <a:prstGeom prst="rect">
            <a:avLst/>
          </a:prstGeom>
          <a:solidFill>
            <a:srgbClr val="3C4D76">
              <a:alpha val="5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cs typeface="+mn-ea"/>
              <a:sym typeface="+mn-lt"/>
            </a:endParaRPr>
          </a:p>
        </p:txBody>
      </p:sp>
      <p:sp>
        <p:nvSpPr>
          <p:cNvPr id="9218" name="文本框 38"/>
          <p:cNvSpPr txBox="1">
            <a:spLocks noChangeArrowheads="1"/>
          </p:cNvSpPr>
          <p:nvPr/>
        </p:nvSpPr>
        <p:spPr bwMode="auto">
          <a:xfrm>
            <a:off x="712296" y="403270"/>
            <a:ext cx="2136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b="1" dirty="0">
                <a:solidFill>
                  <a:schemeClr val="bg1"/>
                </a:solidFill>
                <a:latin typeface="+mn-lt"/>
                <a:ea typeface="+mn-ea"/>
                <a:cs typeface="+mn-ea"/>
                <a:sym typeface="+mn-lt"/>
              </a:rPr>
              <a:t>点此添加您的标题</a:t>
            </a:r>
            <a:endParaRPr lang="zh-CN" altLang="en-US" b="1" dirty="0">
              <a:solidFill>
                <a:schemeClr val="bg1"/>
              </a:solidFill>
              <a:latin typeface="+mn-lt"/>
              <a:ea typeface="+mn-ea"/>
              <a:cs typeface="+mn-ea"/>
              <a:sym typeface="+mn-lt"/>
            </a:endParaRPr>
          </a:p>
        </p:txBody>
      </p:sp>
      <p:grpSp>
        <p:nvGrpSpPr>
          <p:cNvPr id="9219" name="组合 3"/>
          <p:cNvGrpSpPr/>
          <p:nvPr/>
        </p:nvGrpSpPr>
        <p:grpSpPr bwMode="auto">
          <a:xfrm>
            <a:off x="390033" y="414383"/>
            <a:ext cx="238125" cy="347662"/>
            <a:chOff x="0" y="0"/>
            <a:chExt cx="569789" cy="829904"/>
          </a:xfrm>
        </p:grpSpPr>
        <p:sp>
          <p:nvSpPr>
            <p:cNvPr id="9220" name="菱形 39"/>
            <p:cNvSpPr>
              <a:spLocks noChangeArrowheads="1"/>
            </p:cNvSpPr>
            <p:nvPr/>
          </p:nvSpPr>
          <p:spPr bwMode="auto">
            <a:xfrm>
              <a:off x="0" y="0"/>
              <a:ext cx="569789" cy="569790"/>
            </a:xfrm>
            <a:prstGeom prst="diamond">
              <a:avLst/>
            </a:prstGeom>
            <a:noFill/>
            <a:ln w="12700">
              <a:solidFill>
                <a:schemeClr val="bg1"/>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chemeClr val="bg2">
                    <a:lumMod val="25000"/>
                  </a:schemeClr>
                </a:solidFill>
                <a:latin typeface="+mn-lt"/>
                <a:ea typeface="+mn-ea"/>
                <a:cs typeface="+mn-ea"/>
                <a:sym typeface="+mn-lt"/>
              </a:endParaRPr>
            </a:p>
          </p:txBody>
        </p:sp>
        <p:sp>
          <p:nvSpPr>
            <p:cNvPr id="9221" name="菱形 40"/>
            <p:cNvSpPr>
              <a:spLocks noChangeArrowheads="1"/>
            </p:cNvSpPr>
            <p:nvPr/>
          </p:nvSpPr>
          <p:spPr bwMode="auto">
            <a:xfrm>
              <a:off x="0" y="260114"/>
              <a:ext cx="569789" cy="569790"/>
            </a:xfrm>
            <a:prstGeom prst="diamond">
              <a:avLst/>
            </a:prstGeom>
            <a:noFill/>
            <a:ln w="12700">
              <a:solidFill>
                <a:schemeClr val="bg1"/>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chemeClr val="bg2">
                    <a:lumMod val="25000"/>
                  </a:schemeClr>
                </a:solidFill>
                <a:latin typeface="+mn-lt"/>
                <a:ea typeface="+mn-ea"/>
                <a:cs typeface="+mn-ea"/>
                <a:sym typeface="+mn-lt"/>
              </a:endParaRPr>
            </a:p>
          </p:txBody>
        </p:sp>
      </p:grpSp>
      <p:grpSp>
        <p:nvGrpSpPr>
          <p:cNvPr id="30" name="组合 29"/>
          <p:cNvGrpSpPr/>
          <p:nvPr/>
        </p:nvGrpSpPr>
        <p:grpSpPr>
          <a:xfrm>
            <a:off x="5865830" y="1767780"/>
            <a:ext cx="675445" cy="665861"/>
            <a:chOff x="5522785" y="1820755"/>
            <a:chExt cx="1011408" cy="997057"/>
          </a:xfrm>
        </p:grpSpPr>
        <p:sp>
          <p:nvSpPr>
            <p:cNvPr id="31" name="矩形 30"/>
            <p:cNvSpPr/>
            <p:nvPr/>
          </p:nvSpPr>
          <p:spPr>
            <a:xfrm>
              <a:off x="5522785" y="2079623"/>
              <a:ext cx="738189" cy="738189"/>
            </a:xfrm>
            <a:prstGeom prst="rect">
              <a:avLst/>
            </a:prstGeom>
            <a:noFill/>
            <a:ln w="762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2">
                    <a:lumMod val="25000"/>
                  </a:schemeClr>
                </a:solidFill>
                <a:cs typeface="+mn-ea"/>
                <a:sym typeface="+mn-lt"/>
              </a:endParaRPr>
            </a:p>
          </p:txBody>
        </p:sp>
        <p:sp>
          <p:nvSpPr>
            <p:cNvPr id="32" name="draw-check-mark_17153"/>
            <p:cNvSpPr>
              <a:spLocks noChangeAspect="1"/>
            </p:cNvSpPr>
            <p:nvPr/>
          </p:nvSpPr>
          <p:spPr bwMode="auto">
            <a:xfrm>
              <a:off x="5522785" y="1820755"/>
              <a:ext cx="1011408" cy="971657"/>
            </a:xfrm>
            <a:custGeom>
              <a:avLst/>
              <a:gdLst>
                <a:gd name="T0" fmla="*/ 114 w 276"/>
                <a:gd name="T1" fmla="*/ 257 h 265"/>
                <a:gd name="T2" fmla="*/ 143 w 276"/>
                <a:gd name="T3" fmla="*/ 249 h 265"/>
                <a:gd name="T4" fmla="*/ 263 w 276"/>
                <a:gd name="T5" fmla="*/ 35 h 265"/>
                <a:gd name="T6" fmla="*/ 234 w 276"/>
                <a:gd name="T7" fmla="*/ 17 h 265"/>
                <a:gd name="T8" fmla="*/ 117 w 276"/>
                <a:gd name="T9" fmla="*/ 210 h 265"/>
                <a:gd name="T10" fmla="*/ 42 w 276"/>
                <a:gd name="T11" fmla="*/ 140 h 265"/>
                <a:gd name="T12" fmla="*/ 18 w 276"/>
                <a:gd name="T13" fmla="*/ 164 h 265"/>
                <a:gd name="T14" fmla="*/ 114 w 276"/>
                <a:gd name="T15" fmla="*/ 257 h 2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6" h="265">
                  <a:moveTo>
                    <a:pt x="114" y="257"/>
                  </a:moveTo>
                  <a:cubicBezTo>
                    <a:pt x="123" y="265"/>
                    <a:pt x="141" y="262"/>
                    <a:pt x="143" y="249"/>
                  </a:cubicBezTo>
                  <a:cubicBezTo>
                    <a:pt x="155" y="168"/>
                    <a:pt x="217" y="99"/>
                    <a:pt x="263" y="35"/>
                  </a:cubicBezTo>
                  <a:cubicBezTo>
                    <a:pt x="276" y="17"/>
                    <a:pt x="246" y="0"/>
                    <a:pt x="234" y="17"/>
                  </a:cubicBezTo>
                  <a:cubicBezTo>
                    <a:pt x="191" y="77"/>
                    <a:pt x="138" y="139"/>
                    <a:pt x="117" y="210"/>
                  </a:cubicBezTo>
                  <a:cubicBezTo>
                    <a:pt x="93" y="186"/>
                    <a:pt x="69" y="162"/>
                    <a:pt x="42" y="140"/>
                  </a:cubicBezTo>
                  <a:cubicBezTo>
                    <a:pt x="25" y="126"/>
                    <a:pt x="0" y="150"/>
                    <a:pt x="18" y="164"/>
                  </a:cubicBezTo>
                  <a:cubicBezTo>
                    <a:pt x="53" y="192"/>
                    <a:pt x="83" y="225"/>
                    <a:pt x="114" y="257"/>
                  </a:cubicBezTo>
                  <a:close/>
                </a:path>
              </a:pathLst>
            </a:custGeom>
            <a:solidFill>
              <a:srgbClr val="4CA87F"/>
            </a:solidFill>
            <a:ln>
              <a:noFill/>
            </a:ln>
          </p:spPr>
          <p:txBody>
            <a:bodyPr/>
            <a:lstStyle/>
            <a:p>
              <a:endParaRPr lang="zh-CN" altLang="en-US">
                <a:cs typeface="+mn-ea"/>
                <a:sym typeface="+mn-lt"/>
              </a:endParaRPr>
            </a:p>
          </p:txBody>
        </p:sp>
      </p:grpSp>
      <p:grpSp>
        <p:nvGrpSpPr>
          <p:cNvPr id="33" name="组合 32"/>
          <p:cNvGrpSpPr/>
          <p:nvPr/>
        </p:nvGrpSpPr>
        <p:grpSpPr>
          <a:xfrm>
            <a:off x="5865830" y="3160071"/>
            <a:ext cx="675445" cy="665861"/>
            <a:chOff x="5522785" y="1820755"/>
            <a:chExt cx="1011408" cy="997057"/>
          </a:xfrm>
        </p:grpSpPr>
        <p:sp>
          <p:nvSpPr>
            <p:cNvPr id="34" name="矩形 33"/>
            <p:cNvSpPr/>
            <p:nvPr/>
          </p:nvSpPr>
          <p:spPr>
            <a:xfrm>
              <a:off x="5522785" y="2079623"/>
              <a:ext cx="738189" cy="738189"/>
            </a:xfrm>
            <a:prstGeom prst="rect">
              <a:avLst/>
            </a:prstGeom>
            <a:noFill/>
            <a:ln w="762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2">
                    <a:lumMod val="25000"/>
                  </a:schemeClr>
                </a:solidFill>
                <a:cs typeface="+mn-ea"/>
                <a:sym typeface="+mn-lt"/>
              </a:endParaRPr>
            </a:p>
          </p:txBody>
        </p:sp>
        <p:sp>
          <p:nvSpPr>
            <p:cNvPr id="35" name="draw-check-mark_17153"/>
            <p:cNvSpPr>
              <a:spLocks noChangeAspect="1"/>
            </p:cNvSpPr>
            <p:nvPr/>
          </p:nvSpPr>
          <p:spPr bwMode="auto">
            <a:xfrm>
              <a:off x="5522785" y="1820755"/>
              <a:ext cx="1011408" cy="971657"/>
            </a:xfrm>
            <a:custGeom>
              <a:avLst/>
              <a:gdLst>
                <a:gd name="T0" fmla="*/ 114 w 276"/>
                <a:gd name="T1" fmla="*/ 257 h 265"/>
                <a:gd name="T2" fmla="*/ 143 w 276"/>
                <a:gd name="T3" fmla="*/ 249 h 265"/>
                <a:gd name="T4" fmla="*/ 263 w 276"/>
                <a:gd name="T5" fmla="*/ 35 h 265"/>
                <a:gd name="T6" fmla="*/ 234 w 276"/>
                <a:gd name="T7" fmla="*/ 17 h 265"/>
                <a:gd name="T8" fmla="*/ 117 w 276"/>
                <a:gd name="T9" fmla="*/ 210 h 265"/>
                <a:gd name="T10" fmla="*/ 42 w 276"/>
                <a:gd name="T11" fmla="*/ 140 h 265"/>
                <a:gd name="T12" fmla="*/ 18 w 276"/>
                <a:gd name="T13" fmla="*/ 164 h 265"/>
                <a:gd name="T14" fmla="*/ 114 w 276"/>
                <a:gd name="T15" fmla="*/ 257 h 2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6" h="265">
                  <a:moveTo>
                    <a:pt x="114" y="257"/>
                  </a:moveTo>
                  <a:cubicBezTo>
                    <a:pt x="123" y="265"/>
                    <a:pt x="141" y="262"/>
                    <a:pt x="143" y="249"/>
                  </a:cubicBezTo>
                  <a:cubicBezTo>
                    <a:pt x="155" y="168"/>
                    <a:pt x="217" y="99"/>
                    <a:pt x="263" y="35"/>
                  </a:cubicBezTo>
                  <a:cubicBezTo>
                    <a:pt x="276" y="17"/>
                    <a:pt x="246" y="0"/>
                    <a:pt x="234" y="17"/>
                  </a:cubicBezTo>
                  <a:cubicBezTo>
                    <a:pt x="191" y="77"/>
                    <a:pt x="138" y="139"/>
                    <a:pt x="117" y="210"/>
                  </a:cubicBezTo>
                  <a:cubicBezTo>
                    <a:pt x="93" y="186"/>
                    <a:pt x="69" y="162"/>
                    <a:pt x="42" y="140"/>
                  </a:cubicBezTo>
                  <a:cubicBezTo>
                    <a:pt x="25" y="126"/>
                    <a:pt x="0" y="150"/>
                    <a:pt x="18" y="164"/>
                  </a:cubicBezTo>
                  <a:cubicBezTo>
                    <a:pt x="53" y="192"/>
                    <a:pt x="83" y="225"/>
                    <a:pt x="114" y="257"/>
                  </a:cubicBezTo>
                  <a:close/>
                </a:path>
              </a:pathLst>
            </a:custGeom>
            <a:solidFill>
              <a:schemeClr val="accent4"/>
            </a:solidFill>
            <a:ln>
              <a:noFill/>
            </a:ln>
          </p:spPr>
          <p:txBody>
            <a:bodyPr/>
            <a:lstStyle/>
            <a:p>
              <a:endParaRPr lang="zh-CN" altLang="en-US">
                <a:cs typeface="+mn-ea"/>
                <a:sym typeface="+mn-lt"/>
              </a:endParaRPr>
            </a:p>
          </p:txBody>
        </p:sp>
      </p:grpSp>
      <p:grpSp>
        <p:nvGrpSpPr>
          <p:cNvPr id="36" name="组合 35"/>
          <p:cNvGrpSpPr/>
          <p:nvPr/>
        </p:nvGrpSpPr>
        <p:grpSpPr>
          <a:xfrm>
            <a:off x="5865830" y="4552362"/>
            <a:ext cx="675445" cy="665861"/>
            <a:chOff x="5522785" y="1820755"/>
            <a:chExt cx="1011408" cy="997057"/>
          </a:xfrm>
        </p:grpSpPr>
        <p:sp>
          <p:nvSpPr>
            <p:cNvPr id="37" name="矩形 36"/>
            <p:cNvSpPr/>
            <p:nvPr/>
          </p:nvSpPr>
          <p:spPr>
            <a:xfrm>
              <a:off x="5522785" y="2079623"/>
              <a:ext cx="738189" cy="738189"/>
            </a:xfrm>
            <a:prstGeom prst="rect">
              <a:avLst/>
            </a:prstGeom>
            <a:noFill/>
            <a:ln w="762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2">
                    <a:lumMod val="25000"/>
                  </a:schemeClr>
                </a:solidFill>
                <a:cs typeface="+mn-ea"/>
                <a:sym typeface="+mn-lt"/>
              </a:endParaRPr>
            </a:p>
          </p:txBody>
        </p:sp>
        <p:sp>
          <p:nvSpPr>
            <p:cNvPr id="38" name="draw-check-mark_17153"/>
            <p:cNvSpPr>
              <a:spLocks noChangeAspect="1"/>
            </p:cNvSpPr>
            <p:nvPr/>
          </p:nvSpPr>
          <p:spPr bwMode="auto">
            <a:xfrm>
              <a:off x="5522785" y="1820755"/>
              <a:ext cx="1011408" cy="971657"/>
            </a:xfrm>
            <a:custGeom>
              <a:avLst/>
              <a:gdLst>
                <a:gd name="T0" fmla="*/ 114 w 276"/>
                <a:gd name="T1" fmla="*/ 257 h 265"/>
                <a:gd name="T2" fmla="*/ 143 w 276"/>
                <a:gd name="T3" fmla="*/ 249 h 265"/>
                <a:gd name="T4" fmla="*/ 263 w 276"/>
                <a:gd name="T5" fmla="*/ 35 h 265"/>
                <a:gd name="T6" fmla="*/ 234 w 276"/>
                <a:gd name="T7" fmla="*/ 17 h 265"/>
                <a:gd name="T8" fmla="*/ 117 w 276"/>
                <a:gd name="T9" fmla="*/ 210 h 265"/>
                <a:gd name="T10" fmla="*/ 42 w 276"/>
                <a:gd name="T11" fmla="*/ 140 h 265"/>
                <a:gd name="T12" fmla="*/ 18 w 276"/>
                <a:gd name="T13" fmla="*/ 164 h 265"/>
                <a:gd name="T14" fmla="*/ 114 w 276"/>
                <a:gd name="T15" fmla="*/ 257 h 2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6" h="265">
                  <a:moveTo>
                    <a:pt x="114" y="257"/>
                  </a:moveTo>
                  <a:cubicBezTo>
                    <a:pt x="123" y="265"/>
                    <a:pt x="141" y="262"/>
                    <a:pt x="143" y="249"/>
                  </a:cubicBezTo>
                  <a:cubicBezTo>
                    <a:pt x="155" y="168"/>
                    <a:pt x="217" y="99"/>
                    <a:pt x="263" y="35"/>
                  </a:cubicBezTo>
                  <a:cubicBezTo>
                    <a:pt x="276" y="17"/>
                    <a:pt x="246" y="0"/>
                    <a:pt x="234" y="17"/>
                  </a:cubicBezTo>
                  <a:cubicBezTo>
                    <a:pt x="191" y="77"/>
                    <a:pt x="138" y="139"/>
                    <a:pt x="117" y="210"/>
                  </a:cubicBezTo>
                  <a:cubicBezTo>
                    <a:pt x="93" y="186"/>
                    <a:pt x="69" y="162"/>
                    <a:pt x="42" y="140"/>
                  </a:cubicBezTo>
                  <a:cubicBezTo>
                    <a:pt x="25" y="126"/>
                    <a:pt x="0" y="150"/>
                    <a:pt x="18" y="164"/>
                  </a:cubicBezTo>
                  <a:cubicBezTo>
                    <a:pt x="53" y="192"/>
                    <a:pt x="83" y="225"/>
                    <a:pt x="114" y="257"/>
                  </a:cubicBezTo>
                  <a:close/>
                </a:path>
              </a:pathLst>
            </a:custGeom>
            <a:solidFill>
              <a:srgbClr val="DC4140"/>
            </a:solidFill>
            <a:ln>
              <a:noFill/>
            </a:ln>
          </p:spPr>
          <p:txBody>
            <a:bodyPr/>
            <a:lstStyle/>
            <a:p>
              <a:endParaRPr lang="zh-CN" altLang="en-US">
                <a:cs typeface="+mn-ea"/>
                <a:sym typeface="+mn-lt"/>
              </a:endParaRPr>
            </a:p>
          </p:txBody>
        </p:sp>
      </p:grpSp>
      <p:grpSp>
        <p:nvGrpSpPr>
          <p:cNvPr id="39" name="组合 38"/>
          <p:cNvGrpSpPr/>
          <p:nvPr/>
        </p:nvGrpSpPr>
        <p:grpSpPr>
          <a:xfrm>
            <a:off x="6670354" y="1839230"/>
            <a:ext cx="4688097" cy="930882"/>
            <a:chOff x="6335503" y="1864988"/>
            <a:chExt cx="4688097" cy="930882"/>
          </a:xfrm>
        </p:grpSpPr>
        <p:sp>
          <p:nvSpPr>
            <p:cNvPr id="40" name="矩形 39"/>
            <p:cNvSpPr/>
            <p:nvPr/>
          </p:nvSpPr>
          <p:spPr>
            <a:xfrm>
              <a:off x="6335503" y="2186472"/>
              <a:ext cx="4688097" cy="609398"/>
            </a:xfrm>
            <a:prstGeom prst="rect">
              <a:avLst/>
            </a:prstGeom>
          </p:spPr>
          <p:txBody>
            <a:bodyPr wrap="square">
              <a:spAutoFit/>
              <a:scene3d>
                <a:camera prst="orthographicFront"/>
                <a:lightRig rig="threePt" dir="t"/>
              </a:scene3d>
              <a:sp3d contourW="6350"/>
            </a:bodyPr>
            <a:lstStyle/>
            <a:p>
              <a:pPr>
                <a:lnSpc>
                  <a:spcPct val="120000"/>
                </a:lnSpc>
              </a:pPr>
              <a:r>
                <a:rPr lang="zh-CN" altLang="en-US" sz="1400" dirty="0">
                  <a:solidFill>
                    <a:schemeClr val="bg1"/>
                  </a:solidFill>
                  <a:cs typeface="+mn-ea"/>
                  <a:sym typeface="+mn-lt"/>
                </a:rPr>
                <a:t>用户可以在投影仪或者计算机上进行演示也可以将演示文稿打印出来制作成胶片以便应用到更广泛的领域中</a:t>
              </a:r>
              <a:endParaRPr lang="zh-CN" altLang="en-US" sz="1400" dirty="0">
                <a:solidFill>
                  <a:schemeClr val="bg1"/>
                </a:solidFill>
                <a:cs typeface="+mn-ea"/>
                <a:sym typeface="+mn-lt"/>
              </a:endParaRPr>
            </a:p>
          </p:txBody>
        </p:sp>
        <p:sp>
          <p:nvSpPr>
            <p:cNvPr id="41" name="矩形 40"/>
            <p:cNvSpPr/>
            <p:nvPr/>
          </p:nvSpPr>
          <p:spPr>
            <a:xfrm>
              <a:off x="6335503" y="1864988"/>
              <a:ext cx="2241974" cy="399789"/>
            </a:xfrm>
            <a:prstGeom prst="rect">
              <a:avLst/>
            </a:prstGeom>
          </p:spPr>
          <p:txBody>
            <a:bodyPr wrap="square">
              <a:spAutoFit/>
              <a:scene3d>
                <a:camera prst="orthographicFront"/>
                <a:lightRig rig="threePt" dir="t"/>
              </a:scene3d>
              <a:sp3d contourW="6350"/>
            </a:bodyPr>
            <a:lstStyle/>
            <a:p>
              <a:pPr>
                <a:lnSpc>
                  <a:spcPct val="120000"/>
                </a:lnSpc>
              </a:pPr>
              <a:r>
                <a:rPr lang="zh-CN" altLang="en-US" b="1" dirty="0">
                  <a:solidFill>
                    <a:schemeClr val="bg1"/>
                  </a:solidFill>
                  <a:cs typeface="+mn-ea"/>
                  <a:sym typeface="+mn-lt"/>
                </a:rPr>
                <a:t>标题文字添加</a:t>
              </a:r>
              <a:endParaRPr lang="zh-CN" altLang="en-US" b="1" dirty="0">
                <a:solidFill>
                  <a:schemeClr val="bg1"/>
                </a:solidFill>
                <a:cs typeface="+mn-ea"/>
                <a:sym typeface="+mn-lt"/>
              </a:endParaRPr>
            </a:p>
          </p:txBody>
        </p:sp>
      </p:grpSp>
      <p:grpSp>
        <p:nvGrpSpPr>
          <p:cNvPr id="42" name="组合 41"/>
          <p:cNvGrpSpPr/>
          <p:nvPr/>
        </p:nvGrpSpPr>
        <p:grpSpPr>
          <a:xfrm>
            <a:off x="6670354" y="3232382"/>
            <a:ext cx="4688097" cy="930882"/>
            <a:chOff x="6335503" y="3258140"/>
            <a:chExt cx="4688097" cy="930882"/>
          </a:xfrm>
        </p:grpSpPr>
        <p:sp>
          <p:nvSpPr>
            <p:cNvPr id="43" name="矩形 42"/>
            <p:cNvSpPr/>
            <p:nvPr/>
          </p:nvSpPr>
          <p:spPr>
            <a:xfrm>
              <a:off x="6335503" y="3579624"/>
              <a:ext cx="4688097" cy="609398"/>
            </a:xfrm>
            <a:prstGeom prst="rect">
              <a:avLst/>
            </a:prstGeom>
          </p:spPr>
          <p:txBody>
            <a:bodyPr wrap="square">
              <a:spAutoFit/>
              <a:scene3d>
                <a:camera prst="orthographicFront"/>
                <a:lightRig rig="threePt" dir="t"/>
              </a:scene3d>
              <a:sp3d contourW="6350"/>
            </a:bodyPr>
            <a:lstStyle/>
            <a:p>
              <a:pPr>
                <a:lnSpc>
                  <a:spcPct val="120000"/>
                </a:lnSpc>
              </a:pPr>
              <a:r>
                <a:rPr lang="zh-CN" altLang="en-US" sz="1400" dirty="0">
                  <a:solidFill>
                    <a:schemeClr val="bg1"/>
                  </a:solidFill>
                  <a:cs typeface="+mn-ea"/>
                  <a:sym typeface="+mn-lt"/>
                </a:rPr>
                <a:t>用户可以在投影仪或者计算机上进行演示也可以将演示文稿打印出来制作成胶片以便应用到更广泛的领域中</a:t>
              </a:r>
              <a:endParaRPr lang="zh-CN" altLang="en-US" sz="1400" dirty="0">
                <a:solidFill>
                  <a:schemeClr val="bg1"/>
                </a:solidFill>
                <a:cs typeface="+mn-ea"/>
                <a:sym typeface="+mn-lt"/>
              </a:endParaRPr>
            </a:p>
          </p:txBody>
        </p:sp>
        <p:sp>
          <p:nvSpPr>
            <p:cNvPr id="44" name="矩形 43"/>
            <p:cNvSpPr/>
            <p:nvPr/>
          </p:nvSpPr>
          <p:spPr>
            <a:xfrm>
              <a:off x="6335503" y="3258140"/>
              <a:ext cx="2241974" cy="399789"/>
            </a:xfrm>
            <a:prstGeom prst="rect">
              <a:avLst/>
            </a:prstGeom>
          </p:spPr>
          <p:txBody>
            <a:bodyPr wrap="square">
              <a:spAutoFit/>
              <a:scene3d>
                <a:camera prst="orthographicFront"/>
                <a:lightRig rig="threePt" dir="t"/>
              </a:scene3d>
              <a:sp3d contourW="6350"/>
            </a:bodyPr>
            <a:lstStyle/>
            <a:p>
              <a:pPr>
                <a:lnSpc>
                  <a:spcPct val="120000"/>
                </a:lnSpc>
              </a:pPr>
              <a:r>
                <a:rPr lang="zh-CN" altLang="en-US" b="1" dirty="0">
                  <a:solidFill>
                    <a:schemeClr val="bg1"/>
                  </a:solidFill>
                  <a:cs typeface="+mn-ea"/>
                  <a:sym typeface="+mn-lt"/>
                </a:rPr>
                <a:t>标题文字添加</a:t>
              </a:r>
              <a:endParaRPr lang="zh-CN" altLang="en-US" b="1" dirty="0">
                <a:solidFill>
                  <a:schemeClr val="bg1"/>
                </a:solidFill>
                <a:cs typeface="+mn-ea"/>
                <a:sym typeface="+mn-lt"/>
              </a:endParaRPr>
            </a:p>
          </p:txBody>
        </p:sp>
      </p:grpSp>
      <p:grpSp>
        <p:nvGrpSpPr>
          <p:cNvPr id="45" name="组合 44"/>
          <p:cNvGrpSpPr/>
          <p:nvPr/>
        </p:nvGrpSpPr>
        <p:grpSpPr>
          <a:xfrm>
            <a:off x="6670354" y="4625533"/>
            <a:ext cx="4688097" cy="930882"/>
            <a:chOff x="6335503" y="4651291"/>
            <a:chExt cx="4688097" cy="930882"/>
          </a:xfrm>
        </p:grpSpPr>
        <p:sp>
          <p:nvSpPr>
            <p:cNvPr id="46" name="矩形 45"/>
            <p:cNvSpPr/>
            <p:nvPr/>
          </p:nvSpPr>
          <p:spPr>
            <a:xfrm>
              <a:off x="6335503" y="4972775"/>
              <a:ext cx="4688097" cy="609398"/>
            </a:xfrm>
            <a:prstGeom prst="rect">
              <a:avLst/>
            </a:prstGeom>
          </p:spPr>
          <p:txBody>
            <a:bodyPr wrap="square">
              <a:spAutoFit/>
              <a:scene3d>
                <a:camera prst="orthographicFront"/>
                <a:lightRig rig="threePt" dir="t"/>
              </a:scene3d>
              <a:sp3d contourW="6350"/>
            </a:bodyPr>
            <a:lstStyle/>
            <a:p>
              <a:pPr>
                <a:lnSpc>
                  <a:spcPct val="120000"/>
                </a:lnSpc>
              </a:pPr>
              <a:r>
                <a:rPr lang="zh-CN" altLang="en-US" sz="1400" dirty="0">
                  <a:solidFill>
                    <a:schemeClr val="bg1"/>
                  </a:solidFill>
                  <a:cs typeface="+mn-ea"/>
                  <a:sym typeface="+mn-lt"/>
                </a:rPr>
                <a:t>用户可以在投影仪或者计算机上进行演示也可以将演示文稿打印出来制作成胶片以便应用到更广泛的领域中</a:t>
              </a:r>
              <a:endParaRPr lang="zh-CN" altLang="en-US" sz="1400" dirty="0">
                <a:solidFill>
                  <a:schemeClr val="bg1"/>
                </a:solidFill>
                <a:cs typeface="+mn-ea"/>
                <a:sym typeface="+mn-lt"/>
              </a:endParaRPr>
            </a:p>
          </p:txBody>
        </p:sp>
        <p:sp>
          <p:nvSpPr>
            <p:cNvPr id="47" name="矩形 46"/>
            <p:cNvSpPr/>
            <p:nvPr/>
          </p:nvSpPr>
          <p:spPr>
            <a:xfrm>
              <a:off x="6335503" y="4651291"/>
              <a:ext cx="2241974" cy="399789"/>
            </a:xfrm>
            <a:prstGeom prst="rect">
              <a:avLst/>
            </a:prstGeom>
          </p:spPr>
          <p:txBody>
            <a:bodyPr wrap="square">
              <a:spAutoFit/>
              <a:scene3d>
                <a:camera prst="orthographicFront"/>
                <a:lightRig rig="threePt" dir="t"/>
              </a:scene3d>
              <a:sp3d contourW="6350"/>
            </a:bodyPr>
            <a:lstStyle/>
            <a:p>
              <a:pPr>
                <a:lnSpc>
                  <a:spcPct val="120000"/>
                </a:lnSpc>
              </a:pPr>
              <a:r>
                <a:rPr lang="zh-CN" altLang="en-US" b="1" dirty="0">
                  <a:solidFill>
                    <a:schemeClr val="bg1"/>
                  </a:solidFill>
                  <a:cs typeface="+mn-ea"/>
                  <a:sym typeface="+mn-lt"/>
                </a:rPr>
                <a:t>标题文字添加</a:t>
              </a:r>
              <a:endParaRPr lang="zh-CN" altLang="en-US" b="1" dirty="0">
                <a:solidFill>
                  <a:schemeClr val="bg1"/>
                </a:solidFill>
                <a:cs typeface="+mn-ea"/>
                <a:sym typeface="+mn-lt"/>
              </a:endParaRPr>
            </a:p>
          </p:txBody>
        </p:sp>
      </p:grpSp>
      <p:sp>
        <p:nvSpPr>
          <p:cNvPr id="5" name="平行四边形 4"/>
          <p:cNvSpPr/>
          <p:nvPr/>
        </p:nvSpPr>
        <p:spPr>
          <a:xfrm>
            <a:off x="566671" y="1403797"/>
            <a:ext cx="5293217" cy="4391696"/>
          </a:xfrm>
          <a:prstGeom prst="parallelogram">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91675" y="978794"/>
            <a:ext cx="6420104" cy="5879206"/>
          </a:xfrm>
          <a:prstGeom prst="rect">
            <a:avLst/>
          </a:prstGeom>
        </p:spPr>
      </p:pic>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animEffect transition="in" filter="fade">
                                      <p:cBhvr>
                                        <p:cTn id="9" dur="500"/>
                                        <p:tgtEl>
                                          <p:spTgt spid="30"/>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wipe(left)">
                                      <p:cBhvr>
                                        <p:cTn id="13" dur="500"/>
                                        <p:tgtEl>
                                          <p:spTgt spid="39"/>
                                        </p:tgtEl>
                                      </p:cBhvr>
                                    </p:animEffect>
                                  </p:childTnLst>
                                </p:cTn>
                              </p:par>
                            </p:childTnLst>
                          </p:cTn>
                        </p:par>
                        <p:par>
                          <p:cTn id="14" fill="hold">
                            <p:stCondLst>
                              <p:cond delay="1000"/>
                            </p:stCondLst>
                            <p:childTnLst>
                              <p:par>
                                <p:cTn id="15" presetID="53" presetClass="entr" presetSubtype="16" fill="hold" nodeType="after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p:cTn id="17" dur="500" fill="hold"/>
                                        <p:tgtEl>
                                          <p:spTgt spid="33"/>
                                        </p:tgtEl>
                                        <p:attrNameLst>
                                          <p:attrName>ppt_w</p:attrName>
                                        </p:attrNameLst>
                                      </p:cBhvr>
                                      <p:tavLst>
                                        <p:tav tm="0">
                                          <p:val>
                                            <p:fltVal val="0"/>
                                          </p:val>
                                        </p:tav>
                                        <p:tav tm="100000">
                                          <p:val>
                                            <p:strVal val="#ppt_w"/>
                                          </p:val>
                                        </p:tav>
                                      </p:tavLst>
                                    </p:anim>
                                    <p:anim calcmode="lin" valueType="num">
                                      <p:cBhvr>
                                        <p:cTn id="18" dur="500" fill="hold"/>
                                        <p:tgtEl>
                                          <p:spTgt spid="33"/>
                                        </p:tgtEl>
                                        <p:attrNameLst>
                                          <p:attrName>ppt_h</p:attrName>
                                        </p:attrNameLst>
                                      </p:cBhvr>
                                      <p:tavLst>
                                        <p:tav tm="0">
                                          <p:val>
                                            <p:fltVal val="0"/>
                                          </p:val>
                                        </p:tav>
                                        <p:tav tm="100000">
                                          <p:val>
                                            <p:strVal val="#ppt_h"/>
                                          </p:val>
                                        </p:tav>
                                      </p:tavLst>
                                    </p:anim>
                                    <p:animEffect transition="in" filter="fade">
                                      <p:cBhvr>
                                        <p:cTn id="19" dur="500"/>
                                        <p:tgtEl>
                                          <p:spTgt spid="33"/>
                                        </p:tgtEl>
                                      </p:cBhvr>
                                    </p:animEffect>
                                  </p:childTnLst>
                                </p:cTn>
                              </p:par>
                            </p:childTnLst>
                          </p:cTn>
                        </p:par>
                        <p:par>
                          <p:cTn id="20" fill="hold">
                            <p:stCondLst>
                              <p:cond delay="1500"/>
                            </p:stCondLst>
                            <p:childTnLst>
                              <p:par>
                                <p:cTn id="21" presetID="22" presetClass="entr" presetSubtype="8" fill="hold" nodeType="after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wipe(left)">
                                      <p:cBhvr>
                                        <p:cTn id="23" dur="500"/>
                                        <p:tgtEl>
                                          <p:spTgt spid="42"/>
                                        </p:tgtEl>
                                      </p:cBhvr>
                                    </p:animEffect>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36"/>
                                        </p:tgtEl>
                                        <p:attrNameLst>
                                          <p:attrName>style.visibility</p:attrName>
                                        </p:attrNameLst>
                                      </p:cBhvr>
                                      <p:to>
                                        <p:strVal val="visible"/>
                                      </p:to>
                                    </p:set>
                                    <p:anim calcmode="lin" valueType="num">
                                      <p:cBhvr>
                                        <p:cTn id="27" dur="500" fill="hold"/>
                                        <p:tgtEl>
                                          <p:spTgt spid="36"/>
                                        </p:tgtEl>
                                        <p:attrNameLst>
                                          <p:attrName>ppt_w</p:attrName>
                                        </p:attrNameLst>
                                      </p:cBhvr>
                                      <p:tavLst>
                                        <p:tav tm="0">
                                          <p:val>
                                            <p:fltVal val="0"/>
                                          </p:val>
                                        </p:tav>
                                        <p:tav tm="100000">
                                          <p:val>
                                            <p:strVal val="#ppt_w"/>
                                          </p:val>
                                        </p:tav>
                                      </p:tavLst>
                                    </p:anim>
                                    <p:anim calcmode="lin" valueType="num">
                                      <p:cBhvr>
                                        <p:cTn id="28" dur="500" fill="hold"/>
                                        <p:tgtEl>
                                          <p:spTgt spid="36"/>
                                        </p:tgtEl>
                                        <p:attrNameLst>
                                          <p:attrName>ppt_h</p:attrName>
                                        </p:attrNameLst>
                                      </p:cBhvr>
                                      <p:tavLst>
                                        <p:tav tm="0">
                                          <p:val>
                                            <p:fltVal val="0"/>
                                          </p:val>
                                        </p:tav>
                                        <p:tav tm="100000">
                                          <p:val>
                                            <p:strVal val="#ppt_h"/>
                                          </p:val>
                                        </p:tav>
                                      </p:tavLst>
                                    </p:anim>
                                    <p:animEffect transition="in" filter="fade">
                                      <p:cBhvr>
                                        <p:cTn id="29" dur="500"/>
                                        <p:tgtEl>
                                          <p:spTgt spid="36"/>
                                        </p:tgtEl>
                                      </p:cBhvr>
                                    </p:animEffect>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45"/>
                                        </p:tgtEl>
                                        <p:attrNameLst>
                                          <p:attrName>style.visibility</p:attrName>
                                        </p:attrNameLst>
                                      </p:cBhvr>
                                      <p:to>
                                        <p:strVal val="visible"/>
                                      </p:to>
                                    </p:set>
                                    <p:animEffect transition="in" filter="wipe(left)">
                                      <p:cBhvr>
                                        <p:cTn id="33" dur="500"/>
                                        <p:tgtEl>
                                          <p:spTgt spid="45"/>
                                        </p:tgtEl>
                                      </p:cBhvr>
                                    </p:animEffect>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additive="base">
                                        <p:cTn id="37" dur="500" fill="hold"/>
                                        <p:tgtEl>
                                          <p:spTgt spid="26"/>
                                        </p:tgtEl>
                                        <p:attrNameLst>
                                          <p:attrName>ppt_x</p:attrName>
                                        </p:attrNameLst>
                                      </p:cBhvr>
                                      <p:tavLst>
                                        <p:tav tm="0">
                                          <p:val>
                                            <p:strVal val="#ppt_x"/>
                                          </p:val>
                                        </p:tav>
                                        <p:tav tm="100000">
                                          <p:val>
                                            <p:strVal val="#ppt_x"/>
                                          </p:val>
                                        </p:tav>
                                      </p:tavLst>
                                    </p:anim>
                                    <p:anim calcmode="lin" valueType="num">
                                      <p:cBhvr additive="base">
                                        <p:cTn id="3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38"/>
          <p:cNvSpPr txBox="1">
            <a:spLocks noChangeArrowheads="1"/>
          </p:cNvSpPr>
          <p:nvPr/>
        </p:nvSpPr>
        <p:spPr bwMode="auto">
          <a:xfrm>
            <a:off x="738054" y="403270"/>
            <a:ext cx="2136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b="1">
                <a:solidFill>
                  <a:schemeClr val="bg1"/>
                </a:solidFill>
                <a:latin typeface="+mn-lt"/>
                <a:ea typeface="+mn-ea"/>
                <a:cs typeface="+mn-ea"/>
                <a:sym typeface="+mn-lt"/>
              </a:rPr>
              <a:t>点此添加您的标题</a:t>
            </a:r>
            <a:endParaRPr lang="zh-CN" altLang="en-US" b="1">
              <a:solidFill>
                <a:schemeClr val="bg1"/>
              </a:solidFill>
              <a:latin typeface="+mn-lt"/>
              <a:ea typeface="+mn-ea"/>
              <a:cs typeface="+mn-ea"/>
              <a:sym typeface="+mn-lt"/>
            </a:endParaRPr>
          </a:p>
        </p:txBody>
      </p:sp>
      <p:grpSp>
        <p:nvGrpSpPr>
          <p:cNvPr id="10243" name="组合 3"/>
          <p:cNvGrpSpPr/>
          <p:nvPr/>
        </p:nvGrpSpPr>
        <p:grpSpPr bwMode="auto">
          <a:xfrm>
            <a:off x="415791" y="414383"/>
            <a:ext cx="238125" cy="347662"/>
            <a:chOff x="0" y="0"/>
            <a:chExt cx="569789" cy="829904"/>
          </a:xfrm>
        </p:grpSpPr>
        <p:sp>
          <p:nvSpPr>
            <p:cNvPr id="10244" name="菱形 39"/>
            <p:cNvSpPr>
              <a:spLocks noChangeArrowheads="1"/>
            </p:cNvSpPr>
            <p:nvPr/>
          </p:nvSpPr>
          <p:spPr bwMode="auto">
            <a:xfrm>
              <a:off x="0" y="0"/>
              <a:ext cx="569789" cy="569790"/>
            </a:xfrm>
            <a:prstGeom prst="diamond">
              <a:avLst/>
            </a:prstGeom>
            <a:noFill/>
            <a:ln w="12700">
              <a:solidFill>
                <a:schemeClr val="bg1"/>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0245" name="菱形 40"/>
            <p:cNvSpPr>
              <a:spLocks noChangeArrowheads="1"/>
            </p:cNvSpPr>
            <p:nvPr/>
          </p:nvSpPr>
          <p:spPr bwMode="auto">
            <a:xfrm>
              <a:off x="0" y="260114"/>
              <a:ext cx="569789" cy="569790"/>
            </a:xfrm>
            <a:prstGeom prst="diamond">
              <a:avLst/>
            </a:prstGeom>
            <a:noFill/>
            <a:ln w="12700">
              <a:solidFill>
                <a:schemeClr val="bg1"/>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grpSp>
      <p:sp>
        <p:nvSpPr>
          <p:cNvPr id="34" name="矩形 33"/>
          <p:cNvSpPr/>
          <p:nvPr/>
        </p:nvSpPr>
        <p:spPr>
          <a:xfrm>
            <a:off x="901141" y="1111437"/>
            <a:ext cx="9865597" cy="2108282"/>
          </a:xfrm>
          <a:prstGeom prst="rect">
            <a:avLst/>
          </a:pr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cs typeface="+mn-ea"/>
              <a:sym typeface="+mn-lt"/>
            </a:endParaRPr>
          </a:p>
        </p:txBody>
      </p:sp>
      <p:grpSp>
        <p:nvGrpSpPr>
          <p:cNvPr id="38" name="组合 37"/>
          <p:cNvGrpSpPr/>
          <p:nvPr/>
        </p:nvGrpSpPr>
        <p:grpSpPr>
          <a:xfrm>
            <a:off x="1213863" y="1537380"/>
            <a:ext cx="8767264" cy="1005532"/>
            <a:chOff x="1068768" y="3955330"/>
            <a:chExt cx="8767264" cy="1005532"/>
          </a:xfrm>
        </p:grpSpPr>
        <p:sp>
          <p:nvSpPr>
            <p:cNvPr id="39" name="矩形 38"/>
            <p:cNvSpPr/>
            <p:nvPr/>
          </p:nvSpPr>
          <p:spPr>
            <a:xfrm>
              <a:off x="1068768" y="4351464"/>
              <a:ext cx="8767264" cy="609398"/>
            </a:xfrm>
            <a:prstGeom prst="rect">
              <a:avLst/>
            </a:prstGeom>
          </p:spPr>
          <p:txBody>
            <a:bodyPr wrap="square">
              <a:spAutoFit/>
              <a:scene3d>
                <a:camera prst="orthographicFront"/>
                <a:lightRig rig="threePt" dir="t"/>
              </a:scene3d>
              <a:sp3d contourW="6350"/>
            </a:bodyPr>
            <a:lstStyle/>
            <a:p>
              <a:pPr>
                <a:lnSpc>
                  <a:spcPct val="120000"/>
                </a:lnSpc>
              </a:pPr>
              <a:r>
                <a:rPr lang="zh-CN" altLang="en-US" sz="1400" dirty="0">
                  <a:solidFill>
                    <a:schemeClr val="bg1"/>
                  </a:solidFill>
                  <a:cs typeface="+mn-ea"/>
                  <a:sym typeface="+mn-lt"/>
                </a:rPr>
                <a:t>用户可以在投影仪或者计算机上进行演示，也可以将演示文稿打印出来，制作成胶片，以便应用到更广泛的领域中利用不仅可以创建演示文稿，还可以在互联网上召开面对面会议、远程会议或在网上给观众展示演示文稿</a:t>
              </a:r>
              <a:endParaRPr lang="zh-CN" altLang="en-US" sz="1400" dirty="0">
                <a:solidFill>
                  <a:schemeClr val="bg1"/>
                </a:solidFill>
                <a:cs typeface="+mn-ea"/>
                <a:sym typeface="+mn-lt"/>
              </a:endParaRPr>
            </a:p>
          </p:txBody>
        </p:sp>
        <p:sp>
          <p:nvSpPr>
            <p:cNvPr id="40" name="矩形 39"/>
            <p:cNvSpPr/>
            <p:nvPr/>
          </p:nvSpPr>
          <p:spPr>
            <a:xfrm>
              <a:off x="1068768" y="3955330"/>
              <a:ext cx="2241974" cy="399789"/>
            </a:xfrm>
            <a:prstGeom prst="rect">
              <a:avLst/>
            </a:prstGeom>
          </p:spPr>
          <p:txBody>
            <a:bodyPr wrap="square">
              <a:spAutoFit/>
              <a:scene3d>
                <a:camera prst="orthographicFront"/>
                <a:lightRig rig="threePt" dir="t"/>
              </a:scene3d>
              <a:sp3d contourW="6350"/>
            </a:bodyPr>
            <a:lstStyle/>
            <a:p>
              <a:pPr>
                <a:lnSpc>
                  <a:spcPct val="120000"/>
                </a:lnSpc>
              </a:pPr>
              <a:r>
                <a:rPr lang="zh-CN" altLang="en-US" b="1" dirty="0">
                  <a:solidFill>
                    <a:schemeClr val="bg1"/>
                  </a:solidFill>
                  <a:cs typeface="+mn-ea"/>
                  <a:sym typeface="+mn-lt"/>
                </a:rPr>
                <a:t>标题文字添加</a:t>
              </a:r>
              <a:endParaRPr lang="zh-CN" altLang="en-US" b="1" dirty="0">
                <a:solidFill>
                  <a:schemeClr val="bg1"/>
                </a:solidFill>
                <a:cs typeface="+mn-ea"/>
                <a:sym typeface="+mn-lt"/>
              </a:endParaRPr>
            </a:p>
          </p:txBody>
        </p:sp>
      </p:gr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87787" y="3174114"/>
            <a:ext cx="5445318" cy="4291991"/>
          </a:xfrm>
          <a:prstGeom prst="rect">
            <a:avLst/>
          </a:prstGeom>
        </p:spPr>
      </p:pic>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43533" y="2408349"/>
            <a:ext cx="6877277" cy="4120745"/>
          </a:xfrm>
          <a:prstGeom prst="rect">
            <a:avLst/>
          </a:prstGeom>
        </p:spPr>
      </p:pic>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8"/>
                                        </p:tgtEl>
                                        <p:attrNameLst>
                                          <p:attrName>style.visibility</p:attrName>
                                        </p:attrNameLst>
                                      </p:cBhvr>
                                      <p:to>
                                        <p:strVal val="visible"/>
                                      </p:to>
                                    </p:set>
                                    <p:anim calcmode="lin" valueType="num">
                                      <p:cBhvr additive="base">
                                        <p:cTn id="11" dur="500" fill="hold"/>
                                        <p:tgtEl>
                                          <p:spTgt spid="38"/>
                                        </p:tgtEl>
                                        <p:attrNameLst>
                                          <p:attrName>ppt_x</p:attrName>
                                        </p:attrNameLst>
                                      </p:cBhvr>
                                      <p:tavLst>
                                        <p:tav tm="0">
                                          <p:val>
                                            <p:strVal val="#ppt_x"/>
                                          </p:val>
                                        </p:tav>
                                        <p:tav tm="100000">
                                          <p:val>
                                            <p:strVal val="#ppt_x"/>
                                          </p:val>
                                        </p:tav>
                                      </p:tavLst>
                                    </p:anim>
                                    <p:anim calcmode="lin" valueType="num">
                                      <p:cBhvr additive="base">
                                        <p:cTn id="12"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682201" y="1613712"/>
            <a:ext cx="5896655" cy="4413601"/>
          </a:xfrm>
          <a:prstGeom prst="rect">
            <a:avLst/>
          </a:prstGeom>
          <a:solidFill>
            <a:srgbClr val="3C4D76">
              <a:alpha val="5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cs typeface="+mn-ea"/>
              <a:sym typeface="+mn-lt"/>
            </a:endParaRPr>
          </a:p>
        </p:txBody>
      </p:sp>
      <p:sp>
        <p:nvSpPr>
          <p:cNvPr id="11266" name="文本框 38"/>
          <p:cNvSpPr txBox="1">
            <a:spLocks noChangeArrowheads="1"/>
          </p:cNvSpPr>
          <p:nvPr/>
        </p:nvSpPr>
        <p:spPr bwMode="auto">
          <a:xfrm>
            <a:off x="763812" y="441907"/>
            <a:ext cx="2136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b="1" dirty="0">
                <a:solidFill>
                  <a:schemeClr val="bg1"/>
                </a:solidFill>
                <a:latin typeface="+mn-lt"/>
                <a:ea typeface="+mn-ea"/>
                <a:cs typeface="+mn-ea"/>
                <a:sym typeface="+mn-lt"/>
              </a:rPr>
              <a:t>点此添加您的标题</a:t>
            </a:r>
            <a:endParaRPr lang="zh-CN" altLang="en-US" b="1" dirty="0">
              <a:solidFill>
                <a:schemeClr val="bg1"/>
              </a:solidFill>
              <a:latin typeface="+mn-lt"/>
              <a:ea typeface="+mn-ea"/>
              <a:cs typeface="+mn-ea"/>
              <a:sym typeface="+mn-lt"/>
            </a:endParaRPr>
          </a:p>
        </p:txBody>
      </p:sp>
      <p:grpSp>
        <p:nvGrpSpPr>
          <p:cNvPr id="11267" name="组合 3"/>
          <p:cNvGrpSpPr/>
          <p:nvPr/>
        </p:nvGrpSpPr>
        <p:grpSpPr bwMode="auto">
          <a:xfrm>
            <a:off x="441549" y="453020"/>
            <a:ext cx="238125" cy="347662"/>
            <a:chOff x="0" y="0"/>
            <a:chExt cx="569789" cy="829904"/>
          </a:xfrm>
        </p:grpSpPr>
        <p:sp>
          <p:nvSpPr>
            <p:cNvPr id="11268" name="菱形 39"/>
            <p:cNvSpPr>
              <a:spLocks noChangeArrowheads="1"/>
            </p:cNvSpPr>
            <p:nvPr/>
          </p:nvSpPr>
          <p:spPr bwMode="auto">
            <a:xfrm>
              <a:off x="0" y="0"/>
              <a:ext cx="569789" cy="569790"/>
            </a:xfrm>
            <a:prstGeom prst="diamond">
              <a:avLst/>
            </a:prstGeom>
            <a:noFill/>
            <a:ln w="12700">
              <a:solidFill>
                <a:schemeClr val="bg1"/>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chemeClr val="bg1"/>
                </a:solidFill>
                <a:latin typeface="+mn-lt"/>
                <a:ea typeface="+mn-ea"/>
                <a:cs typeface="+mn-ea"/>
                <a:sym typeface="+mn-lt"/>
              </a:endParaRPr>
            </a:p>
          </p:txBody>
        </p:sp>
        <p:sp>
          <p:nvSpPr>
            <p:cNvPr id="11269" name="菱形 40"/>
            <p:cNvSpPr>
              <a:spLocks noChangeArrowheads="1"/>
            </p:cNvSpPr>
            <p:nvPr/>
          </p:nvSpPr>
          <p:spPr bwMode="auto">
            <a:xfrm>
              <a:off x="0" y="260114"/>
              <a:ext cx="569789" cy="569790"/>
            </a:xfrm>
            <a:prstGeom prst="diamond">
              <a:avLst/>
            </a:prstGeom>
            <a:noFill/>
            <a:ln w="12700">
              <a:solidFill>
                <a:schemeClr val="bg1"/>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chemeClr val="bg1"/>
                </a:solidFill>
                <a:latin typeface="+mn-lt"/>
                <a:ea typeface="+mn-ea"/>
                <a:cs typeface="+mn-ea"/>
                <a:sym typeface="+mn-lt"/>
              </a:endParaRPr>
            </a:p>
          </p:txBody>
        </p:sp>
      </p:grpSp>
      <p:sp>
        <p:nvSpPr>
          <p:cNvPr id="39" name="矩形 47"/>
          <p:cNvSpPr>
            <a:spLocks noChangeArrowheads="1"/>
          </p:cNvSpPr>
          <p:nvPr/>
        </p:nvSpPr>
        <p:spPr bwMode="auto">
          <a:xfrm>
            <a:off x="1060718" y="1893745"/>
            <a:ext cx="5509099" cy="381515"/>
          </a:xfrm>
          <a:prstGeom prst="rect">
            <a:avLst/>
          </a:prstGeom>
        </p:spPr>
        <p:txBody>
          <a:bodyPr wrap="square">
            <a:spAutoFit/>
            <a:scene3d>
              <a:camera prst="orthographicFront"/>
              <a:lightRig rig="threePt" dir="t"/>
            </a:scene3d>
            <a:sp3d contourW="6350"/>
          </a:bodyPr>
          <a:lstStyle/>
          <a:p>
            <a:pPr>
              <a:lnSpc>
                <a:spcPct val="150000"/>
              </a:lnSpc>
            </a:pPr>
            <a:r>
              <a:rPr lang="zh-CN" altLang="en-US" sz="1400" dirty="0">
                <a:solidFill>
                  <a:schemeClr val="bg1"/>
                </a:solidFill>
                <a:cs typeface="+mn-ea"/>
                <a:sym typeface="+mn-lt"/>
              </a:rPr>
              <a:t>在此录入上述图表的描述说明，在此录入上述图表的描述说明</a:t>
            </a:r>
            <a:endParaRPr lang="zh-CN" altLang="en-US" sz="1400" dirty="0">
              <a:solidFill>
                <a:schemeClr val="bg1"/>
              </a:solidFill>
              <a:cs typeface="+mn-ea"/>
              <a:sym typeface="+mn-lt"/>
            </a:endParaRPr>
          </a:p>
        </p:txBody>
      </p:sp>
      <p:sp>
        <p:nvSpPr>
          <p:cNvPr id="40" name="矩形 47"/>
          <p:cNvSpPr>
            <a:spLocks noChangeArrowheads="1"/>
          </p:cNvSpPr>
          <p:nvPr/>
        </p:nvSpPr>
        <p:spPr bwMode="auto">
          <a:xfrm>
            <a:off x="1060718" y="2544697"/>
            <a:ext cx="5509099" cy="381515"/>
          </a:xfrm>
          <a:prstGeom prst="rect">
            <a:avLst/>
          </a:prstGeom>
        </p:spPr>
        <p:txBody>
          <a:bodyPr wrap="square">
            <a:spAutoFit/>
            <a:scene3d>
              <a:camera prst="orthographicFront"/>
              <a:lightRig rig="threePt" dir="t"/>
            </a:scene3d>
            <a:sp3d contourW="6350"/>
          </a:bodyPr>
          <a:lstStyle/>
          <a:p>
            <a:pPr>
              <a:lnSpc>
                <a:spcPct val="150000"/>
              </a:lnSpc>
            </a:pPr>
            <a:r>
              <a:rPr lang="zh-CN" altLang="en-US" sz="1400" dirty="0">
                <a:solidFill>
                  <a:schemeClr val="bg1"/>
                </a:solidFill>
                <a:cs typeface="+mn-ea"/>
                <a:sym typeface="+mn-lt"/>
              </a:rPr>
              <a:t>在此录入上述图表的描述说明，在此录入上述图表的描述说明</a:t>
            </a:r>
            <a:endParaRPr lang="zh-CN" altLang="en-US" sz="1400" dirty="0">
              <a:solidFill>
                <a:schemeClr val="bg1"/>
              </a:solidFill>
              <a:cs typeface="+mn-ea"/>
              <a:sym typeface="+mn-lt"/>
            </a:endParaRPr>
          </a:p>
        </p:txBody>
      </p:sp>
      <p:sp>
        <p:nvSpPr>
          <p:cNvPr id="41" name="矩形 47"/>
          <p:cNvSpPr>
            <a:spLocks noChangeArrowheads="1"/>
          </p:cNvSpPr>
          <p:nvPr/>
        </p:nvSpPr>
        <p:spPr bwMode="auto">
          <a:xfrm>
            <a:off x="1060718" y="3195649"/>
            <a:ext cx="5509099" cy="381515"/>
          </a:xfrm>
          <a:prstGeom prst="rect">
            <a:avLst/>
          </a:prstGeom>
        </p:spPr>
        <p:txBody>
          <a:bodyPr wrap="square">
            <a:spAutoFit/>
            <a:scene3d>
              <a:camera prst="orthographicFront"/>
              <a:lightRig rig="threePt" dir="t"/>
            </a:scene3d>
            <a:sp3d contourW="6350"/>
          </a:bodyPr>
          <a:lstStyle/>
          <a:p>
            <a:pPr>
              <a:lnSpc>
                <a:spcPct val="150000"/>
              </a:lnSpc>
            </a:pPr>
            <a:r>
              <a:rPr lang="zh-CN" altLang="en-US" sz="1400" dirty="0">
                <a:solidFill>
                  <a:schemeClr val="bg1"/>
                </a:solidFill>
                <a:cs typeface="+mn-ea"/>
                <a:sym typeface="+mn-lt"/>
              </a:rPr>
              <a:t>在此录入上述图表的描述说明，在此录入上述图表的描述说明</a:t>
            </a:r>
            <a:endParaRPr lang="zh-CN" altLang="en-US" sz="1400" dirty="0">
              <a:solidFill>
                <a:schemeClr val="bg1"/>
              </a:solidFill>
              <a:cs typeface="+mn-ea"/>
              <a:sym typeface="+mn-lt"/>
            </a:endParaRPr>
          </a:p>
        </p:txBody>
      </p:sp>
      <p:sp>
        <p:nvSpPr>
          <p:cNvPr id="42" name="矩形 47"/>
          <p:cNvSpPr>
            <a:spLocks noChangeArrowheads="1"/>
          </p:cNvSpPr>
          <p:nvPr/>
        </p:nvSpPr>
        <p:spPr bwMode="auto">
          <a:xfrm>
            <a:off x="1060718" y="3846601"/>
            <a:ext cx="5509099" cy="381515"/>
          </a:xfrm>
          <a:prstGeom prst="rect">
            <a:avLst/>
          </a:prstGeom>
        </p:spPr>
        <p:txBody>
          <a:bodyPr wrap="square">
            <a:spAutoFit/>
            <a:scene3d>
              <a:camera prst="orthographicFront"/>
              <a:lightRig rig="threePt" dir="t"/>
            </a:scene3d>
            <a:sp3d contourW="6350"/>
          </a:bodyPr>
          <a:lstStyle/>
          <a:p>
            <a:pPr>
              <a:lnSpc>
                <a:spcPct val="150000"/>
              </a:lnSpc>
            </a:pPr>
            <a:r>
              <a:rPr lang="zh-CN" altLang="en-US" sz="1400" dirty="0">
                <a:solidFill>
                  <a:schemeClr val="bg1"/>
                </a:solidFill>
                <a:cs typeface="+mn-ea"/>
                <a:sym typeface="+mn-lt"/>
              </a:rPr>
              <a:t>在此录入上述图表的描述说明，在此录入上述图表的描述说明</a:t>
            </a:r>
            <a:endParaRPr lang="zh-CN" altLang="en-US" sz="1400" dirty="0">
              <a:solidFill>
                <a:schemeClr val="bg1"/>
              </a:solidFill>
              <a:cs typeface="+mn-ea"/>
              <a:sym typeface="+mn-lt"/>
            </a:endParaRPr>
          </a:p>
        </p:txBody>
      </p:sp>
      <p:sp>
        <p:nvSpPr>
          <p:cNvPr id="43" name="矩形 47"/>
          <p:cNvSpPr>
            <a:spLocks noChangeArrowheads="1"/>
          </p:cNvSpPr>
          <p:nvPr/>
        </p:nvSpPr>
        <p:spPr bwMode="auto">
          <a:xfrm>
            <a:off x="1060718" y="4497553"/>
            <a:ext cx="5509099" cy="381515"/>
          </a:xfrm>
          <a:prstGeom prst="rect">
            <a:avLst/>
          </a:prstGeom>
        </p:spPr>
        <p:txBody>
          <a:bodyPr wrap="square">
            <a:spAutoFit/>
            <a:scene3d>
              <a:camera prst="orthographicFront"/>
              <a:lightRig rig="threePt" dir="t"/>
            </a:scene3d>
            <a:sp3d contourW="6350"/>
          </a:bodyPr>
          <a:lstStyle/>
          <a:p>
            <a:pPr>
              <a:lnSpc>
                <a:spcPct val="150000"/>
              </a:lnSpc>
            </a:pPr>
            <a:r>
              <a:rPr lang="zh-CN" altLang="en-US" sz="1400" dirty="0">
                <a:solidFill>
                  <a:schemeClr val="bg1"/>
                </a:solidFill>
                <a:cs typeface="+mn-ea"/>
                <a:sym typeface="+mn-lt"/>
              </a:rPr>
              <a:t>在此录入上述图表的描述说明，在此录入上述图表的描述说明</a:t>
            </a:r>
            <a:endParaRPr lang="zh-CN" altLang="en-US" sz="1400" dirty="0">
              <a:solidFill>
                <a:schemeClr val="bg1"/>
              </a:solidFill>
              <a:cs typeface="+mn-ea"/>
              <a:sym typeface="+mn-lt"/>
            </a:endParaRPr>
          </a:p>
        </p:txBody>
      </p:sp>
      <p:sp>
        <p:nvSpPr>
          <p:cNvPr id="44" name="矩形 47"/>
          <p:cNvSpPr>
            <a:spLocks noChangeArrowheads="1"/>
          </p:cNvSpPr>
          <p:nvPr/>
        </p:nvSpPr>
        <p:spPr bwMode="auto">
          <a:xfrm>
            <a:off x="1060718" y="5148505"/>
            <a:ext cx="5509099" cy="381515"/>
          </a:xfrm>
          <a:prstGeom prst="rect">
            <a:avLst/>
          </a:prstGeom>
        </p:spPr>
        <p:txBody>
          <a:bodyPr wrap="square">
            <a:spAutoFit/>
            <a:scene3d>
              <a:camera prst="orthographicFront"/>
              <a:lightRig rig="threePt" dir="t"/>
            </a:scene3d>
            <a:sp3d contourW="6350"/>
          </a:bodyPr>
          <a:lstStyle/>
          <a:p>
            <a:pPr>
              <a:lnSpc>
                <a:spcPct val="150000"/>
              </a:lnSpc>
            </a:pPr>
            <a:r>
              <a:rPr lang="zh-CN" altLang="en-US" sz="1400" dirty="0">
                <a:solidFill>
                  <a:schemeClr val="bg1"/>
                </a:solidFill>
                <a:cs typeface="+mn-ea"/>
                <a:sym typeface="+mn-lt"/>
              </a:rPr>
              <a:t>在此录入上述图表的描述说明，在此录入上述图表的描述说明</a:t>
            </a:r>
            <a:endParaRPr lang="zh-CN" altLang="en-US" sz="1400" dirty="0">
              <a:solidFill>
                <a:schemeClr val="bg1"/>
              </a:solidFill>
              <a:cs typeface="+mn-ea"/>
              <a:sym typeface="+mn-lt"/>
            </a:endParaRPr>
          </a:p>
        </p:txBody>
      </p:sp>
      <p:pic>
        <p:nvPicPr>
          <p:cNvPr id="22" name="图片 2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818722" y="1348457"/>
            <a:ext cx="6704583" cy="4740915"/>
          </a:xfrm>
          <a:prstGeom prst="rect">
            <a:avLst/>
          </a:prstGeom>
        </p:spPr>
      </p:pic>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additive="base">
                                        <p:cTn id="11" dur="500" fill="hold"/>
                                        <p:tgtEl>
                                          <p:spTgt spid="40"/>
                                        </p:tgtEl>
                                        <p:attrNameLst>
                                          <p:attrName>ppt_x</p:attrName>
                                        </p:attrNameLst>
                                      </p:cBhvr>
                                      <p:tavLst>
                                        <p:tav tm="0">
                                          <p:val>
                                            <p:strVal val="#ppt_x"/>
                                          </p:val>
                                        </p:tav>
                                        <p:tav tm="100000">
                                          <p:val>
                                            <p:strVal val="#ppt_x"/>
                                          </p:val>
                                        </p:tav>
                                      </p:tavLst>
                                    </p:anim>
                                    <p:anim calcmode="lin" valueType="num">
                                      <p:cBhvr additive="base">
                                        <p:cTn id="12" dur="500" fill="hold"/>
                                        <p:tgtEl>
                                          <p:spTgt spid="4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ppt_x"/>
                                          </p:val>
                                        </p:tav>
                                        <p:tav tm="100000">
                                          <p:val>
                                            <p:strVal val="#ppt_x"/>
                                          </p:val>
                                        </p:tav>
                                      </p:tavLst>
                                    </p:anim>
                                    <p:anim calcmode="lin" valueType="num">
                                      <p:cBhvr additive="base">
                                        <p:cTn id="16" dur="500" fill="hold"/>
                                        <p:tgtEl>
                                          <p:spTgt spid="4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500" fill="hold"/>
                                        <p:tgtEl>
                                          <p:spTgt spid="42"/>
                                        </p:tgtEl>
                                        <p:attrNameLst>
                                          <p:attrName>ppt_x</p:attrName>
                                        </p:attrNameLst>
                                      </p:cBhvr>
                                      <p:tavLst>
                                        <p:tav tm="0">
                                          <p:val>
                                            <p:strVal val="#ppt_x"/>
                                          </p:val>
                                        </p:tav>
                                        <p:tav tm="100000">
                                          <p:val>
                                            <p:strVal val="#ppt_x"/>
                                          </p:val>
                                        </p:tav>
                                      </p:tavLst>
                                    </p:anim>
                                    <p:anim calcmode="lin" valueType="num">
                                      <p:cBhvr additive="base">
                                        <p:cTn id="20" dur="500" fill="hold"/>
                                        <p:tgtEl>
                                          <p:spTgt spid="4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anim calcmode="lin" valueType="num">
                                      <p:cBhvr additive="base">
                                        <p:cTn id="23" dur="500" fill="hold"/>
                                        <p:tgtEl>
                                          <p:spTgt spid="43"/>
                                        </p:tgtEl>
                                        <p:attrNameLst>
                                          <p:attrName>ppt_x</p:attrName>
                                        </p:attrNameLst>
                                      </p:cBhvr>
                                      <p:tavLst>
                                        <p:tav tm="0">
                                          <p:val>
                                            <p:strVal val="#ppt_x"/>
                                          </p:val>
                                        </p:tav>
                                        <p:tav tm="100000">
                                          <p:val>
                                            <p:strVal val="#ppt_x"/>
                                          </p:val>
                                        </p:tav>
                                      </p:tavLst>
                                    </p:anim>
                                    <p:anim calcmode="lin" valueType="num">
                                      <p:cBhvr additive="base">
                                        <p:cTn id="24" dur="500" fill="hold"/>
                                        <p:tgtEl>
                                          <p:spTgt spid="4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anim calcmode="lin" valueType="num">
                                      <p:cBhvr additive="base">
                                        <p:cTn id="27" dur="500" fill="hold"/>
                                        <p:tgtEl>
                                          <p:spTgt spid="44"/>
                                        </p:tgtEl>
                                        <p:attrNameLst>
                                          <p:attrName>ppt_x</p:attrName>
                                        </p:attrNameLst>
                                      </p:cBhvr>
                                      <p:tavLst>
                                        <p:tav tm="0">
                                          <p:val>
                                            <p:strVal val="#ppt_x"/>
                                          </p:val>
                                        </p:tav>
                                        <p:tav tm="100000">
                                          <p:val>
                                            <p:strVal val="#ppt_x"/>
                                          </p:val>
                                        </p:tav>
                                      </p:tavLst>
                                    </p:anim>
                                    <p:anim calcmode="lin" valueType="num">
                                      <p:cBhvr additive="base">
                                        <p:cTn id="28" dur="500" fill="hold"/>
                                        <p:tgtEl>
                                          <p:spTgt spid="44"/>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2" presetClass="entr" presetSubtype="4" fill="hold" grpId="0" nodeType="afterEffect">
                                  <p:stCondLst>
                                    <p:cond delay="0"/>
                                  </p:stCondLst>
                                  <p:childTnLst>
                                    <p:set>
                                      <p:cBhvr>
                                        <p:cTn id="31" dur="1" fill="hold">
                                          <p:stCondLst>
                                            <p:cond delay="0"/>
                                          </p:stCondLst>
                                        </p:cTn>
                                        <p:tgtEl>
                                          <p:spTgt spid="21"/>
                                        </p:tgtEl>
                                        <p:attrNameLst>
                                          <p:attrName>style.visibility</p:attrName>
                                        </p:attrNameLst>
                                      </p:cBhvr>
                                      <p:to>
                                        <p:strVal val="visible"/>
                                      </p:to>
                                    </p:set>
                                    <p:anim calcmode="lin" valueType="num">
                                      <p:cBhvr additive="base">
                                        <p:cTn id="32" dur="500" fill="hold"/>
                                        <p:tgtEl>
                                          <p:spTgt spid="21"/>
                                        </p:tgtEl>
                                        <p:attrNameLst>
                                          <p:attrName>ppt_x</p:attrName>
                                        </p:attrNameLst>
                                      </p:cBhvr>
                                      <p:tavLst>
                                        <p:tav tm="0">
                                          <p:val>
                                            <p:strVal val="#ppt_x"/>
                                          </p:val>
                                        </p:tav>
                                        <p:tav tm="100000">
                                          <p:val>
                                            <p:strVal val="#ppt_x"/>
                                          </p:val>
                                        </p:tav>
                                      </p:tavLst>
                                    </p:anim>
                                    <p:anim calcmode="lin" valueType="num">
                                      <p:cBhvr additive="base">
                                        <p:cTn id="33"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39" grpId="0"/>
      <p:bldP spid="40" grpId="0"/>
      <p:bldP spid="41" grpId="0"/>
      <p:bldP spid="42" grpId="0"/>
      <p:bldP spid="43" grpId="0"/>
      <p:bldP spid="4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文本框 38"/>
          <p:cNvSpPr txBox="1">
            <a:spLocks noChangeArrowheads="1"/>
          </p:cNvSpPr>
          <p:nvPr/>
        </p:nvSpPr>
        <p:spPr bwMode="auto">
          <a:xfrm>
            <a:off x="738054" y="441906"/>
            <a:ext cx="25718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chemeClr val="bg1"/>
                </a:solidFill>
                <a:latin typeface="+mn-lt"/>
                <a:ea typeface="+mn-ea"/>
                <a:cs typeface="+mn-ea"/>
                <a:sym typeface="+mn-lt"/>
              </a:rPr>
              <a:t>点此添加您的标题</a:t>
            </a:r>
            <a:endParaRPr lang="zh-CN" altLang="en-US" sz="2000" b="1" dirty="0">
              <a:solidFill>
                <a:schemeClr val="bg1"/>
              </a:solidFill>
              <a:latin typeface="+mn-lt"/>
              <a:ea typeface="+mn-ea"/>
              <a:cs typeface="+mn-ea"/>
              <a:sym typeface="+mn-lt"/>
            </a:endParaRPr>
          </a:p>
        </p:txBody>
      </p:sp>
      <p:grpSp>
        <p:nvGrpSpPr>
          <p:cNvPr id="12291" name="组合 3"/>
          <p:cNvGrpSpPr/>
          <p:nvPr/>
        </p:nvGrpSpPr>
        <p:grpSpPr bwMode="auto">
          <a:xfrm>
            <a:off x="415791" y="453019"/>
            <a:ext cx="238125" cy="347662"/>
            <a:chOff x="0" y="0"/>
            <a:chExt cx="569789" cy="829904"/>
          </a:xfrm>
        </p:grpSpPr>
        <p:sp>
          <p:nvSpPr>
            <p:cNvPr id="12292" name="菱形 39"/>
            <p:cNvSpPr>
              <a:spLocks noChangeArrowheads="1"/>
            </p:cNvSpPr>
            <p:nvPr/>
          </p:nvSpPr>
          <p:spPr bwMode="auto">
            <a:xfrm>
              <a:off x="0" y="0"/>
              <a:ext cx="569789" cy="569790"/>
            </a:xfrm>
            <a:prstGeom prst="diamond">
              <a:avLst/>
            </a:prstGeom>
            <a:noFill/>
            <a:ln w="12700">
              <a:solidFill>
                <a:schemeClr val="bg1"/>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2293" name="菱形 40"/>
            <p:cNvSpPr>
              <a:spLocks noChangeArrowheads="1"/>
            </p:cNvSpPr>
            <p:nvPr/>
          </p:nvSpPr>
          <p:spPr bwMode="auto">
            <a:xfrm>
              <a:off x="0" y="260114"/>
              <a:ext cx="569789" cy="569790"/>
            </a:xfrm>
            <a:prstGeom prst="diamond">
              <a:avLst/>
            </a:prstGeom>
            <a:noFill/>
            <a:ln w="12700">
              <a:solidFill>
                <a:schemeClr val="bg1"/>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grpSp>
      <p:sp>
        <p:nvSpPr>
          <p:cNvPr id="4" name="矩形 3"/>
          <p:cNvSpPr/>
          <p:nvPr/>
        </p:nvSpPr>
        <p:spPr>
          <a:xfrm>
            <a:off x="1159099" y="1906073"/>
            <a:ext cx="5859887" cy="4056845"/>
          </a:xfrm>
          <a:prstGeom prst="rect">
            <a:avLst/>
          </a:pr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8023538" y="0"/>
            <a:ext cx="2846231" cy="6858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p:cNvSpPr/>
          <p:nvPr/>
        </p:nvSpPr>
        <p:spPr>
          <a:xfrm>
            <a:off x="7482624" y="695460"/>
            <a:ext cx="3966693" cy="5009881"/>
          </a:xfrm>
          <a:prstGeom prst="rect">
            <a:avLst/>
          </a:prstGeom>
          <a:solidFill>
            <a:srgbClr val="3C4D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71" name="组合 70"/>
          <p:cNvGrpSpPr/>
          <p:nvPr/>
        </p:nvGrpSpPr>
        <p:grpSpPr>
          <a:xfrm>
            <a:off x="8331730" y="1311196"/>
            <a:ext cx="2486671" cy="3384364"/>
            <a:chOff x="6090806" y="1864988"/>
            <a:chExt cx="2486671" cy="3384364"/>
          </a:xfrm>
        </p:grpSpPr>
        <p:sp>
          <p:nvSpPr>
            <p:cNvPr id="72" name="矩形 71"/>
            <p:cNvSpPr/>
            <p:nvPr/>
          </p:nvSpPr>
          <p:spPr>
            <a:xfrm>
              <a:off x="6090806" y="2289503"/>
              <a:ext cx="2319100" cy="2959849"/>
            </a:xfrm>
            <a:prstGeom prst="rect">
              <a:avLst/>
            </a:prstGeom>
          </p:spPr>
          <p:txBody>
            <a:bodyPr wrap="square">
              <a:spAutoFit/>
              <a:scene3d>
                <a:camera prst="orthographicFront"/>
                <a:lightRig rig="threePt" dir="t"/>
              </a:scene3d>
              <a:sp3d contourW="6350"/>
            </a:bodyPr>
            <a:lstStyle/>
            <a:p>
              <a:pPr>
                <a:lnSpc>
                  <a:spcPct val="150000"/>
                </a:lnSpc>
              </a:pPr>
              <a:r>
                <a:rPr lang="zh-CN" altLang="en-US" sz="1400" dirty="0">
                  <a:solidFill>
                    <a:schemeClr val="bg1"/>
                  </a:solidFill>
                  <a:cs typeface="+mn-ea"/>
                  <a:sym typeface="+mn-lt"/>
                </a:rPr>
                <a:t>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a:t>
              </a:r>
              <a:endParaRPr lang="zh-CN" altLang="en-US" sz="1400" dirty="0">
                <a:solidFill>
                  <a:schemeClr val="bg1"/>
                </a:solidFill>
                <a:cs typeface="+mn-ea"/>
                <a:sym typeface="+mn-lt"/>
              </a:endParaRPr>
            </a:p>
            <a:p>
              <a:pPr>
                <a:lnSpc>
                  <a:spcPct val="150000"/>
                </a:lnSpc>
              </a:pPr>
              <a:endParaRPr lang="zh-CN" altLang="en-US" sz="1400" dirty="0">
                <a:solidFill>
                  <a:schemeClr val="bg1"/>
                </a:solidFill>
                <a:cs typeface="+mn-ea"/>
                <a:sym typeface="+mn-lt"/>
              </a:endParaRPr>
            </a:p>
          </p:txBody>
        </p:sp>
        <p:sp>
          <p:nvSpPr>
            <p:cNvPr id="73" name="矩形 72"/>
            <p:cNvSpPr/>
            <p:nvPr/>
          </p:nvSpPr>
          <p:spPr>
            <a:xfrm>
              <a:off x="6335503" y="1864988"/>
              <a:ext cx="2241974" cy="399789"/>
            </a:xfrm>
            <a:prstGeom prst="rect">
              <a:avLst/>
            </a:prstGeom>
          </p:spPr>
          <p:txBody>
            <a:bodyPr wrap="square">
              <a:spAutoFit/>
              <a:scene3d>
                <a:camera prst="orthographicFront"/>
                <a:lightRig rig="threePt" dir="t"/>
              </a:scene3d>
              <a:sp3d contourW="6350"/>
            </a:bodyPr>
            <a:lstStyle/>
            <a:p>
              <a:pPr>
                <a:lnSpc>
                  <a:spcPct val="120000"/>
                </a:lnSpc>
              </a:pPr>
              <a:r>
                <a:rPr lang="zh-CN" altLang="en-US" b="1" dirty="0">
                  <a:solidFill>
                    <a:schemeClr val="bg1"/>
                  </a:solidFill>
                  <a:cs typeface="+mn-ea"/>
                  <a:sym typeface="+mn-lt"/>
                </a:rPr>
                <a:t>标题文字添加</a:t>
              </a:r>
              <a:endParaRPr lang="zh-CN" altLang="en-US" b="1" dirty="0">
                <a:solidFill>
                  <a:schemeClr val="bg1"/>
                </a:solidFill>
                <a:cs typeface="+mn-ea"/>
                <a:sym typeface="+mn-lt"/>
              </a:endParaRPr>
            </a:p>
          </p:txBody>
        </p:sp>
      </p:gr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81377" y="669700"/>
            <a:ext cx="6188299" cy="6188299"/>
          </a:xfrm>
          <a:prstGeom prst="rect">
            <a:avLst/>
          </a:prstGeom>
        </p:spPr>
      </p:pic>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wipe(left)">
                                      <p:cBhvr>
                                        <p:cTn id="7"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500" b="1" dirty="0">
              <a:solidFill>
                <a:srgbClr val="3C4D76"/>
              </a:solidFill>
              <a:cs typeface="+mn-ea"/>
              <a:sym typeface="+mn-lt"/>
            </a:endParaRPr>
          </a:p>
        </p:txBody>
      </p:sp>
      <p:pic>
        <p:nvPicPr>
          <p:cNvPr id="14" name="图片 1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901148" y="1958929"/>
            <a:ext cx="1247775" cy="1257300"/>
          </a:xfrm>
          <a:prstGeom prst="rect">
            <a:avLst/>
          </a:prstGeom>
        </p:spPr>
      </p:pic>
      <p:pic>
        <p:nvPicPr>
          <p:cNvPr id="13" name="图片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683379" y="1958929"/>
            <a:ext cx="1247775" cy="1257300"/>
          </a:xfrm>
          <a:prstGeom prst="rect">
            <a:avLst/>
          </a:prstGeom>
        </p:spPr>
      </p:pic>
      <p:pic>
        <p:nvPicPr>
          <p:cNvPr id="12" name="图片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65610" y="1958929"/>
            <a:ext cx="1247775" cy="1257300"/>
          </a:xfrm>
          <a:prstGeom prst="rect">
            <a:avLst/>
          </a:prstGeom>
        </p:spPr>
      </p:pic>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47841" y="1958929"/>
            <a:ext cx="1247775" cy="1257300"/>
          </a:xfrm>
          <a:prstGeom prst="rect">
            <a:avLst/>
          </a:prstGeom>
        </p:spPr>
      </p:pic>
      <p:sp>
        <p:nvSpPr>
          <p:cNvPr id="9" name="文本框 8"/>
          <p:cNvSpPr txBox="1"/>
          <p:nvPr/>
        </p:nvSpPr>
        <p:spPr>
          <a:xfrm>
            <a:off x="538229" y="1313410"/>
            <a:ext cx="5720903" cy="2550698"/>
          </a:xfrm>
          <a:prstGeom prst="rect">
            <a:avLst/>
          </a:prstGeom>
          <a:noFill/>
        </p:spPr>
        <p:txBody>
          <a:bodyPr wrap="square" rtlCol="0">
            <a:spAutoFit/>
          </a:bodyPr>
          <a:lstStyle/>
          <a:p>
            <a:pPr algn="r">
              <a:lnSpc>
                <a:spcPct val="150000"/>
              </a:lnSpc>
            </a:pPr>
            <a:r>
              <a:rPr lang="zh-CN" altLang="en-US" sz="9600" b="1" dirty="0">
                <a:solidFill>
                  <a:srgbClr val="3C4D76"/>
                </a:solidFill>
                <a:cs typeface="+mn-ea"/>
                <a:sym typeface="+mn-lt"/>
              </a:rPr>
              <a:t>谢谢观看</a:t>
            </a:r>
            <a:endParaRPr lang="zh-CN" altLang="en-US" sz="9600" b="1" dirty="0">
              <a:solidFill>
                <a:srgbClr val="3C4D76"/>
              </a:solidFill>
              <a:cs typeface="+mn-ea"/>
              <a:sym typeface="+mn-lt"/>
            </a:endParaRPr>
          </a:p>
          <a:p>
            <a:pPr algn="r">
              <a:lnSpc>
                <a:spcPct val="150000"/>
              </a:lnSpc>
            </a:pPr>
            <a:r>
              <a:rPr lang="en-US" altLang="zh-CN" sz="1050" spc="200" dirty="0" err="1">
                <a:solidFill>
                  <a:schemeClr val="bg1">
                    <a:lumMod val="50000"/>
                  </a:schemeClr>
                </a:solidFill>
                <a:cs typeface="+mn-ea"/>
                <a:sym typeface="+mn-lt"/>
              </a:rPr>
              <a:t>mmary</a:t>
            </a:r>
            <a:r>
              <a:rPr lang="en-US" altLang="zh-CN" sz="1050" spc="200" dirty="0">
                <a:solidFill>
                  <a:schemeClr val="bg1">
                    <a:lumMod val="50000"/>
                  </a:schemeClr>
                </a:solidFill>
                <a:cs typeface="+mn-ea"/>
                <a:sym typeface="+mn-lt"/>
              </a:rPr>
              <a:t> report of the personnel department PowerPoint Template</a:t>
            </a:r>
            <a:endParaRPr lang="zh-CN" altLang="en-US" sz="1050" spc="200" dirty="0">
              <a:solidFill>
                <a:schemeClr val="bg1">
                  <a:lumMod val="50000"/>
                </a:schemeClr>
              </a:solidFill>
              <a:cs typeface="+mn-ea"/>
              <a:sym typeface="+mn-lt"/>
            </a:endParaRPr>
          </a:p>
        </p:txBody>
      </p:sp>
      <p:sp>
        <p:nvSpPr>
          <p:cNvPr id="10" name="平行四边形 9"/>
          <p:cNvSpPr/>
          <p:nvPr/>
        </p:nvSpPr>
        <p:spPr>
          <a:xfrm>
            <a:off x="6349284" y="0"/>
            <a:ext cx="4237149" cy="6858000"/>
          </a:xfrm>
          <a:prstGeom prst="parallelogram">
            <a:avLst/>
          </a:prstGeom>
          <a:solidFill>
            <a:srgbClr val="3C4D76">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平行四边形 10"/>
          <p:cNvSpPr/>
          <p:nvPr/>
        </p:nvSpPr>
        <p:spPr>
          <a:xfrm>
            <a:off x="7390327" y="0"/>
            <a:ext cx="4237149" cy="6858000"/>
          </a:xfrm>
          <a:prstGeom prst="parallelogram">
            <a:avLst/>
          </a:prstGeom>
          <a:solidFill>
            <a:srgbClr val="3C4D76">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8980" y="1017431"/>
            <a:ext cx="5687096" cy="5687096"/>
          </a:xfrm>
          <a:prstGeom prst="rect">
            <a:avLst/>
          </a:prstGeom>
        </p:spPr>
      </p:pic>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p="http://schemas.openxmlformats.org/presentationml/2006/main">
  <p:tag name="ISPRING_PRESENTATION_TITLE" val="读书笔记阅读知识讲座读书分享PPT模板"/>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21vseeyw">
      <a:majorFont>
        <a:latin typeface="字魂59号-创粗黑"/>
        <a:ea typeface="字魂59号-创粗黑"/>
        <a:cs typeface=""/>
      </a:majorFont>
      <a:minorFont>
        <a:latin typeface="字魂59号-创粗黑"/>
        <a:ea typeface="字魂59号-创粗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4464</Words>
  <Application>WPS 演示</Application>
  <PresentationFormat>宽屏</PresentationFormat>
  <Paragraphs>246</Paragraphs>
  <Slides>27</Slides>
  <Notes>28</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27</vt:i4>
      </vt:variant>
    </vt:vector>
  </HeadingPairs>
  <TitlesOfParts>
    <vt:vector size="37" baseType="lpstr">
      <vt:lpstr>Arial</vt:lpstr>
      <vt:lpstr>宋体</vt:lpstr>
      <vt:lpstr>Wingdings</vt:lpstr>
      <vt:lpstr>微软雅黑</vt:lpstr>
      <vt:lpstr>Calibri</vt:lpstr>
      <vt:lpstr>字魂59号-创粗黑</vt:lpstr>
      <vt:lpstr>Arial Unicode MS</vt:lpstr>
      <vt:lpstr>字魂36号-正文宋楷</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58</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读书笔记阅读知识讲座读书分享PPT模板</dc:title>
  <dc:creator>peixiaoli</dc:creator>
  <cp:lastModifiedBy>鲤鱼旗</cp:lastModifiedBy>
  <cp:revision>19</cp:revision>
  <dcterms:created xsi:type="dcterms:W3CDTF">2018-12-21T02:16:00Z</dcterms:created>
  <dcterms:modified xsi:type="dcterms:W3CDTF">2021-03-27T08:28:34Z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6E59432799B44D87A1760F600866A303</vt:lpwstr>
  </property>
  <property fmtid="{D5CDD505-2E9C-101B-9397-08002B2CF9AE}" pid="3" name="KSOProductBuildVer">
    <vt:lpwstr>2052-11.1.0.10356</vt:lpwstr>
  </property>
</Properties>
</file>